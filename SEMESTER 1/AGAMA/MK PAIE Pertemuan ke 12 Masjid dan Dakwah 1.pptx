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notesSlides/notesSlide1.xml" ContentType="application/vnd.openxmlformats-officedocument.presentationml.notesSlid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28"/>
  </p:notesMasterIdLst>
  <p:sldIdLst>
    <p:sldId id="256" r:id="rId2"/>
    <p:sldId id="28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258" r:id="rId11"/>
    <p:sldId id="292" r:id="rId12"/>
    <p:sldId id="287" r:id="rId13"/>
    <p:sldId id="291" r:id="rId14"/>
    <p:sldId id="260" r:id="rId15"/>
    <p:sldId id="261" r:id="rId16"/>
    <p:sldId id="262" r:id="rId17"/>
    <p:sldId id="263" r:id="rId18"/>
    <p:sldId id="296" r:id="rId19"/>
    <p:sldId id="264" r:id="rId20"/>
    <p:sldId id="265" r:id="rId21"/>
    <p:sldId id="266" r:id="rId22"/>
    <p:sldId id="267" r:id="rId23"/>
    <p:sldId id="293" r:id="rId24"/>
    <p:sldId id="271" r:id="rId25"/>
    <p:sldId id="270" r:id="rId26"/>
    <p:sldId id="29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80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-49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B02D3A-AD3D-40D6-90BB-9801731B860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0862540-33BC-4575-AF6F-3F4D11BE0009}">
      <dgm:prSet phldrT="[Text]"/>
      <dgm:spPr>
        <a:ln>
          <a:solidFill>
            <a:srgbClr val="0070C0"/>
          </a:solidFill>
        </a:ln>
      </dgm:spPr>
      <dgm:t>
        <a:bodyPr/>
        <a:lstStyle/>
        <a:p>
          <a:pPr>
            <a:buAutoNum type="arabicPeriod"/>
          </a:pPr>
          <a:r>
            <a:rPr lang="en-US" dirty="0"/>
            <a:t>NIKMAT BESAR</a:t>
          </a:r>
        </a:p>
      </dgm:t>
    </dgm:pt>
    <dgm:pt modelId="{87EFA6FC-DAAA-469F-8B56-EF46B6BE3765}" type="parTrans" cxnId="{5F807015-1B81-43ED-998E-EFC1D37FD66D}">
      <dgm:prSet/>
      <dgm:spPr/>
      <dgm:t>
        <a:bodyPr/>
        <a:lstStyle/>
        <a:p>
          <a:endParaRPr lang="en-US"/>
        </a:p>
      </dgm:t>
    </dgm:pt>
    <dgm:pt modelId="{191F0B07-F6C0-4DC0-A36A-5F0F7BD1041B}" type="sibTrans" cxnId="{5F807015-1B81-43ED-998E-EFC1D37FD66D}">
      <dgm:prSet/>
      <dgm:spPr/>
      <dgm:t>
        <a:bodyPr/>
        <a:lstStyle/>
        <a:p>
          <a:endParaRPr lang="en-US"/>
        </a:p>
      </dgm:t>
    </dgm:pt>
    <dgm:pt modelId="{5A1B9D54-531A-4E66-B236-5D8654A64CC6}">
      <dgm:prSet phldrT="[Text]"/>
      <dgm:spPr>
        <a:solidFill>
          <a:srgbClr val="00B050"/>
        </a:solidFill>
      </dgm:spPr>
      <dgm:t>
        <a:bodyPr/>
        <a:lstStyle/>
        <a:p>
          <a:pPr>
            <a:buAutoNum type="arabicPeriod"/>
          </a:pPr>
          <a:r>
            <a:rPr lang="en-US" dirty="0"/>
            <a:t>SEBAIK BAIK AMAL</a:t>
          </a:r>
        </a:p>
      </dgm:t>
    </dgm:pt>
    <dgm:pt modelId="{55B7229C-B606-4FA8-8509-924CF438363A}" type="parTrans" cxnId="{2E205037-A087-4DE5-AD1F-2240E7D4F7A4}">
      <dgm:prSet/>
      <dgm:spPr/>
      <dgm:t>
        <a:bodyPr/>
        <a:lstStyle/>
        <a:p>
          <a:endParaRPr lang="en-US"/>
        </a:p>
      </dgm:t>
    </dgm:pt>
    <dgm:pt modelId="{B44546B7-48F5-40AB-A0CB-236DBD4FA961}" type="sibTrans" cxnId="{2E205037-A087-4DE5-AD1F-2240E7D4F7A4}">
      <dgm:prSet/>
      <dgm:spPr/>
      <dgm:t>
        <a:bodyPr/>
        <a:lstStyle/>
        <a:p>
          <a:endParaRPr lang="en-US"/>
        </a:p>
      </dgm:t>
    </dgm:pt>
    <dgm:pt modelId="{D6AF29B9-302A-4EE5-8D45-500960857B7E}">
      <dgm:prSet phldrT="[Text]"/>
      <dgm:spPr>
        <a:solidFill>
          <a:srgbClr val="FF0000"/>
        </a:solidFill>
      </dgm:spPr>
      <dgm:t>
        <a:bodyPr/>
        <a:lstStyle/>
        <a:p>
          <a:pPr>
            <a:buAutoNum type="arabicPeriod"/>
          </a:pPr>
          <a:r>
            <a:rPr lang="en-US" dirty="0"/>
            <a:t>TUGAS PARA ROSUL</a:t>
          </a:r>
        </a:p>
      </dgm:t>
    </dgm:pt>
    <dgm:pt modelId="{4911982C-5ED8-4F53-A3BF-30C27F6729AF}" type="parTrans" cxnId="{C23EC7D1-7204-449E-9549-9A6015BE415E}">
      <dgm:prSet/>
      <dgm:spPr/>
      <dgm:t>
        <a:bodyPr/>
        <a:lstStyle/>
        <a:p>
          <a:endParaRPr lang="en-US"/>
        </a:p>
      </dgm:t>
    </dgm:pt>
    <dgm:pt modelId="{51810D2D-2C5C-44A1-940D-904D7C20799E}" type="sibTrans" cxnId="{C23EC7D1-7204-449E-9549-9A6015BE415E}">
      <dgm:prSet/>
      <dgm:spPr/>
      <dgm:t>
        <a:bodyPr/>
        <a:lstStyle/>
        <a:p>
          <a:endParaRPr lang="en-US"/>
        </a:p>
      </dgm:t>
    </dgm:pt>
    <dgm:pt modelId="{F504B949-F2E2-422A-B29C-BBC3592D668A}" type="pres">
      <dgm:prSet presAssocID="{D8B02D3A-AD3D-40D6-90BB-9801731B860F}" presName="CompostProcess" presStyleCnt="0">
        <dgm:presLayoutVars>
          <dgm:dir/>
          <dgm:resizeHandles val="exact"/>
        </dgm:presLayoutVars>
      </dgm:prSet>
      <dgm:spPr/>
    </dgm:pt>
    <dgm:pt modelId="{A212CC62-7D95-49D7-90F3-61E746E31255}" type="pres">
      <dgm:prSet presAssocID="{D8B02D3A-AD3D-40D6-90BB-9801731B860F}" presName="arrow" presStyleLbl="bgShp" presStyleIdx="0" presStyleCnt="1" custLinFactNeighborY="373"/>
      <dgm:spPr/>
    </dgm:pt>
    <dgm:pt modelId="{8E489F3A-481B-4880-809C-370E2C314AE7}" type="pres">
      <dgm:prSet presAssocID="{D8B02D3A-AD3D-40D6-90BB-9801731B860F}" presName="linearProcess" presStyleCnt="0"/>
      <dgm:spPr/>
    </dgm:pt>
    <dgm:pt modelId="{AA4074D7-3C73-40F4-AE35-160C1EAD89C8}" type="pres">
      <dgm:prSet presAssocID="{E0862540-33BC-4575-AF6F-3F4D11BE0009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7F41E8-A430-42AA-B76E-EAF36A246E32}" type="pres">
      <dgm:prSet presAssocID="{191F0B07-F6C0-4DC0-A36A-5F0F7BD1041B}" presName="sibTrans" presStyleCnt="0"/>
      <dgm:spPr/>
    </dgm:pt>
    <dgm:pt modelId="{46A51E53-B6E8-40B7-B468-60D636C309F7}" type="pres">
      <dgm:prSet presAssocID="{5A1B9D54-531A-4E66-B236-5D8654A64CC6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D7855F-DEC8-4B66-8F95-8BEB6729A867}" type="pres">
      <dgm:prSet presAssocID="{B44546B7-48F5-40AB-A0CB-236DBD4FA961}" presName="sibTrans" presStyleCnt="0"/>
      <dgm:spPr/>
    </dgm:pt>
    <dgm:pt modelId="{11074851-270F-46AC-B30D-FA04A572F4EE}" type="pres">
      <dgm:prSet presAssocID="{D6AF29B9-302A-4EE5-8D45-500960857B7E}" presName="textNode" presStyleLbl="node1" presStyleIdx="2" presStyleCnt="3" custLinFactNeighborX="-90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3953FA-39D9-4A21-B841-0568768CE469}" type="presOf" srcId="{E0862540-33BC-4575-AF6F-3F4D11BE0009}" destId="{AA4074D7-3C73-40F4-AE35-160C1EAD89C8}" srcOrd="0" destOrd="0" presId="urn:microsoft.com/office/officeart/2005/8/layout/hProcess9"/>
    <dgm:cxn modelId="{C23EC7D1-7204-449E-9549-9A6015BE415E}" srcId="{D8B02D3A-AD3D-40D6-90BB-9801731B860F}" destId="{D6AF29B9-302A-4EE5-8D45-500960857B7E}" srcOrd="2" destOrd="0" parTransId="{4911982C-5ED8-4F53-A3BF-30C27F6729AF}" sibTransId="{51810D2D-2C5C-44A1-940D-904D7C20799E}"/>
    <dgm:cxn modelId="{5F807015-1B81-43ED-998E-EFC1D37FD66D}" srcId="{D8B02D3A-AD3D-40D6-90BB-9801731B860F}" destId="{E0862540-33BC-4575-AF6F-3F4D11BE0009}" srcOrd="0" destOrd="0" parTransId="{87EFA6FC-DAAA-469F-8B56-EF46B6BE3765}" sibTransId="{191F0B07-F6C0-4DC0-A36A-5F0F7BD1041B}"/>
    <dgm:cxn modelId="{7B0B5E77-B278-436B-85F2-6B1506BE5119}" type="presOf" srcId="{D8B02D3A-AD3D-40D6-90BB-9801731B860F}" destId="{F504B949-F2E2-422A-B29C-BBC3592D668A}" srcOrd="0" destOrd="0" presId="urn:microsoft.com/office/officeart/2005/8/layout/hProcess9"/>
    <dgm:cxn modelId="{2E205037-A087-4DE5-AD1F-2240E7D4F7A4}" srcId="{D8B02D3A-AD3D-40D6-90BB-9801731B860F}" destId="{5A1B9D54-531A-4E66-B236-5D8654A64CC6}" srcOrd="1" destOrd="0" parTransId="{55B7229C-B606-4FA8-8509-924CF438363A}" sibTransId="{B44546B7-48F5-40AB-A0CB-236DBD4FA961}"/>
    <dgm:cxn modelId="{845C08DC-D985-4F51-9803-27C92703C058}" type="presOf" srcId="{5A1B9D54-531A-4E66-B236-5D8654A64CC6}" destId="{46A51E53-B6E8-40B7-B468-60D636C309F7}" srcOrd="0" destOrd="0" presId="urn:microsoft.com/office/officeart/2005/8/layout/hProcess9"/>
    <dgm:cxn modelId="{100DA602-17F8-4047-9FE8-944331BFA8B7}" type="presOf" srcId="{D6AF29B9-302A-4EE5-8D45-500960857B7E}" destId="{11074851-270F-46AC-B30D-FA04A572F4EE}" srcOrd="0" destOrd="0" presId="urn:microsoft.com/office/officeart/2005/8/layout/hProcess9"/>
    <dgm:cxn modelId="{A6DC2F41-AF60-4C80-B2DE-DB7F601DC7E2}" type="presParOf" srcId="{F504B949-F2E2-422A-B29C-BBC3592D668A}" destId="{A212CC62-7D95-49D7-90F3-61E746E31255}" srcOrd="0" destOrd="0" presId="urn:microsoft.com/office/officeart/2005/8/layout/hProcess9"/>
    <dgm:cxn modelId="{EF2D1140-CA8C-4964-B2A9-39711B30A240}" type="presParOf" srcId="{F504B949-F2E2-422A-B29C-BBC3592D668A}" destId="{8E489F3A-481B-4880-809C-370E2C314AE7}" srcOrd="1" destOrd="0" presId="urn:microsoft.com/office/officeart/2005/8/layout/hProcess9"/>
    <dgm:cxn modelId="{5D113738-296E-4655-8764-C7A5DA6CB86A}" type="presParOf" srcId="{8E489F3A-481B-4880-809C-370E2C314AE7}" destId="{AA4074D7-3C73-40F4-AE35-160C1EAD89C8}" srcOrd="0" destOrd="0" presId="urn:microsoft.com/office/officeart/2005/8/layout/hProcess9"/>
    <dgm:cxn modelId="{7470A7B7-A873-4FB6-8534-BCFDAD17860B}" type="presParOf" srcId="{8E489F3A-481B-4880-809C-370E2C314AE7}" destId="{817F41E8-A430-42AA-B76E-EAF36A246E32}" srcOrd="1" destOrd="0" presId="urn:microsoft.com/office/officeart/2005/8/layout/hProcess9"/>
    <dgm:cxn modelId="{E289EDE6-95CF-4315-9837-45968BC02077}" type="presParOf" srcId="{8E489F3A-481B-4880-809C-370E2C314AE7}" destId="{46A51E53-B6E8-40B7-B468-60D636C309F7}" srcOrd="2" destOrd="0" presId="urn:microsoft.com/office/officeart/2005/8/layout/hProcess9"/>
    <dgm:cxn modelId="{32925B18-7D76-4E85-BA27-D6417FF6BAB6}" type="presParOf" srcId="{8E489F3A-481B-4880-809C-370E2C314AE7}" destId="{56D7855F-DEC8-4B66-8F95-8BEB6729A867}" srcOrd="3" destOrd="0" presId="urn:microsoft.com/office/officeart/2005/8/layout/hProcess9"/>
    <dgm:cxn modelId="{47D7A8E8-B28F-425C-AFDA-27F0BCDDDD38}" type="presParOf" srcId="{8E489F3A-481B-4880-809C-370E2C314AE7}" destId="{11074851-270F-46AC-B30D-FA04A572F4EE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D353BC-AE69-49F3-AA05-A4B1D8C7BB8A}" type="doc">
      <dgm:prSet loTypeId="urn:diagrams.loki3.com/TabbedArc+Icon" loCatId="relationship" qsTypeId="urn:microsoft.com/office/officeart/2005/8/quickstyle/simple1" qsCatId="simple" csTypeId="urn:microsoft.com/office/officeart/2005/8/colors/accent1_2" csCatId="accent1" phldr="1"/>
      <dgm:spPr/>
    </dgm:pt>
    <dgm:pt modelId="{8C90CDE5-8885-4114-A229-7BE3B9674C5D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BAHASA</a:t>
          </a:r>
        </a:p>
      </dgm:t>
    </dgm:pt>
    <dgm:pt modelId="{27288DC7-0B28-4615-8781-A727CB4BE586}" type="parTrans" cxnId="{C013BD91-BBB6-45C3-9D86-399F87D3190F}">
      <dgm:prSet/>
      <dgm:spPr/>
      <dgm:t>
        <a:bodyPr/>
        <a:lstStyle/>
        <a:p>
          <a:endParaRPr lang="en-US"/>
        </a:p>
      </dgm:t>
    </dgm:pt>
    <dgm:pt modelId="{35A21CAF-F309-4CC4-9840-189284D3497A}" type="sibTrans" cxnId="{C013BD91-BBB6-45C3-9D86-399F87D3190F}">
      <dgm:prSet/>
      <dgm:spPr/>
      <dgm:t>
        <a:bodyPr/>
        <a:lstStyle/>
        <a:p>
          <a:endParaRPr lang="en-US"/>
        </a:p>
      </dgm:t>
    </dgm:pt>
    <dgm:pt modelId="{4B7051C3-1122-4507-8AAD-FF8FE1C3DCC5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MAKNA</a:t>
          </a:r>
        </a:p>
        <a:p>
          <a:r>
            <a:rPr lang="en-US" dirty="0"/>
            <a:t>DAKWAH</a:t>
          </a:r>
        </a:p>
      </dgm:t>
    </dgm:pt>
    <dgm:pt modelId="{DF3084A7-0FE8-44DE-ACDF-6B259AE6FEFC}" type="parTrans" cxnId="{11CBD2C9-C60F-46D9-99EB-B29EA936BA1E}">
      <dgm:prSet/>
      <dgm:spPr/>
      <dgm:t>
        <a:bodyPr/>
        <a:lstStyle/>
        <a:p>
          <a:endParaRPr lang="en-US"/>
        </a:p>
      </dgm:t>
    </dgm:pt>
    <dgm:pt modelId="{1F4A7684-A380-4BDA-B323-357E96CF958C}" type="sibTrans" cxnId="{11CBD2C9-C60F-46D9-99EB-B29EA936BA1E}">
      <dgm:prSet/>
      <dgm:spPr/>
      <dgm:t>
        <a:bodyPr/>
        <a:lstStyle/>
        <a:p>
          <a:endParaRPr lang="en-US"/>
        </a:p>
      </dgm:t>
    </dgm:pt>
    <dgm:pt modelId="{9892A908-77C0-4A2A-B6B5-DFDCDA9DD63F}">
      <dgm:prSet phldrT="[Text]"/>
      <dgm:spPr>
        <a:ln>
          <a:solidFill>
            <a:srgbClr val="FF0000"/>
          </a:solidFill>
        </a:ln>
      </dgm:spPr>
      <dgm:t>
        <a:bodyPr/>
        <a:lstStyle/>
        <a:p>
          <a:r>
            <a:rPr lang="en-US" dirty="0"/>
            <a:t>ISTILAH</a:t>
          </a:r>
        </a:p>
      </dgm:t>
    </dgm:pt>
    <dgm:pt modelId="{B762DC7E-BD82-4BEB-9398-D3C188F89E21}" type="parTrans" cxnId="{1FDF2141-2BFB-457E-AF08-BA46E4B7DBEB}">
      <dgm:prSet/>
      <dgm:spPr/>
      <dgm:t>
        <a:bodyPr/>
        <a:lstStyle/>
        <a:p>
          <a:endParaRPr lang="en-US"/>
        </a:p>
      </dgm:t>
    </dgm:pt>
    <dgm:pt modelId="{8699D17F-0F3F-4A0B-9825-1A7FADCA9A9D}" type="sibTrans" cxnId="{1FDF2141-2BFB-457E-AF08-BA46E4B7DBEB}">
      <dgm:prSet/>
      <dgm:spPr/>
      <dgm:t>
        <a:bodyPr/>
        <a:lstStyle/>
        <a:p>
          <a:endParaRPr lang="en-US"/>
        </a:p>
      </dgm:t>
    </dgm:pt>
    <dgm:pt modelId="{33A0E6AA-312C-4F05-908B-0C62521D38B3}" type="pres">
      <dgm:prSet presAssocID="{7AD353BC-AE69-49F3-AA05-A4B1D8C7BB8A}" presName="Name0" presStyleCnt="0">
        <dgm:presLayoutVars>
          <dgm:dir/>
          <dgm:resizeHandles val="exact"/>
        </dgm:presLayoutVars>
      </dgm:prSet>
      <dgm:spPr/>
    </dgm:pt>
    <dgm:pt modelId="{6EDB040C-4503-4239-A263-22A9F3322466}" type="pres">
      <dgm:prSet presAssocID="{8C90CDE5-8885-4114-A229-7BE3B9674C5D}" presName="twoplus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8842A8-F83D-427A-BC8E-3A488FBFE67F}" type="pres">
      <dgm:prSet presAssocID="{4B7051C3-1122-4507-8AAD-FF8FE1C3DCC5}" presName="twoplus" presStyleLbl="node1" presStyleIdx="1" presStyleCnt="3" custRadScaleRad="9874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F35A14-7C92-4920-B07E-1620F8321FCB}" type="pres">
      <dgm:prSet presAssocID="{9892A908-77C0-4A2A-B6B5-DFDCDA9DD63F}" presName="twoplus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8C9B8DA-E49A-42B9-B869-0CE8E1E16F1A}" type="presOf" srcId="{4B7051C3-1122-4507-8AAD-FF8FE1C3DCC5}" destId="{458842A8-F83D-427A-BC8E-3A488FBFE67F}" srcOrd="0" destOrd="0" presId="urn:diagrams.loki3.com/TabbedArc+Icon"/>
    <dgm:cxn modelId="{C9BE99CD-3939-4291-A975-6844A401085D}" type="presOf" srcId="{7AD353BC-AE69-49F3-AA05-A4B1D8C7BB8A}" destId="{33A0E6AA-312C-4F05-908B-0C62521D38B3}" srcOrd="0" destOrd="0" presId="urn:diagrams.loki3.com/TabbedArc+Icon"/>
    <dgm:cxn modelId="{22D93692-71E2-41A9-A71D-F9300D9BE867}" type="presOf" srcId="{9892A908-77C0-4A2A-B6B5-DFDCDA9DD63F}" destId="{20F35A14-7C92-4920-B07E-1620F8321FCB}" srcOrd="0" destOrd="0" presId="urn:diagrams.loki3.com/TabbedArc+Icon"/>
    <dgm:cxn modelId="{A74CAC5E-D44D-4D4A-AC26-B082263907C5}" type="presOf" srcId="{8C90CDE5-8885-4114-A229-7BE3B9674C5D}" destId="{6EDB040C-4503-4239-A263-22A9F3322466}" srcOrd="0" destOrd="0" presId="urn:diagrams.loki3.com/TabbedArc+Icon"/>
    <dgm:cxn modelId="{11CBD2C9-C60F-46D9-99EB-B29EA936BA1E}" srcId="{7AD353BC-AE69-49F3-AA05-A4B1D8C7BB8A}" destId="{4B7051C3-1122-4507-8AAD-FF8FE1C3DCC5}" srcOrd="1" destOrd="0" parTransId="{DF3084A7-0FE8-44DE-ACDF-6B259AE6FEFC}" sibTransId="{1F4A7684-A380-4BDA-B323-357E96CF958C}"/>
    <dgm:cxn modelId="{1FDF2141-2BFB-457E-AF08-BA46E4B7DBEB}" srcId="{7AD353BC-AE69-49F3-AA05-A4B1D8C7BB8A}" destId="{9892A908-77C0-4A2A-B6B5-DFDCDA9DD63F}" srcOrd="2" destOrd="0" parTransId="{B762DC7E-BD82-4BEB-9398-D3C188F89E21}" sibTransId="{8699D17F-0F3F-4A0B-9825-1A7FADCA9A9D}"/>
    <dgm:cxn modelId="{C013BD91-BBB6-45C3-9D86-399F87D3190F}" srcId="{7AD353BC-AE69-49F3-AA05-A4B1D8C7BB8A}" destId="{8C90CDE5-8885-4114-A229-7BE3B9674C5D}" srcOrd="0" destOrd="0" parTransId="{27288DC7-0B28-4615-8781-A727CB4BE586}" sibTransId="{35A21CAF-F309-4CC4-9840-189284D3497A}"/>
    <dgm:cxn modelId="{63562B8B-5B5B-4A7B-B275-25DFF7F5D5C9}" type="presParOf" srcId="{33A0E6AA-312C-4F05-908B-0C62521D38B3}" destId="{6EDB040C-4503-4239-A263-22A9F3322466}" srcOrd="0" destOrd="0" presId="urn:diagrams.loki3.com/TabbedArc+Icon"/>
    <dgm:cxn modelId="{A6490C34-630B-4076-A004-1ADABD34FB0D}" type="presParOf" srcId="{33A0E6AA-312C-4F05-908B-0C62521D38B3}" destId="{458842A8-F83D-427A-BC8E-3A488FBFE67F}" srcOrd="1" destOrd="0" presId="urn:diagrams.loki3.com/TabbedArc+Icon"/>
    <dgm:cxn modelId="{F2AABCD8-09C1-4FCF-874B-8A1B9460CE87}" type="presParOf" srcId="{33A0E6AA-312C-4F05-908B-0C62521D38B3}" destId="{20F35A14-7C92-4920-B07E-1620F8321FCB}" srcOrd="2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C459BD-1A15-4F79-BBE0-61044DDB5369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DEF94F-E7AC-49FB-A286-9FDE615361F7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DAKWAH</a:t>
          </a:r>
        </a:p>
      </dgm:t>
    </dgm:pt>
    <dgm:pt modelId="{4551859E-3666-4801-868C-617C052A32B2}" type="parTrans" cxnId="{276949CE-C954-42CF-BE27-C69D3E438C85}">
      <dgm:prSet/>
      <dgm:spPr/>
      <dgm:t>
        <a:bodyPr/>
        <a:lstStyle/>
        <a:p>
          <a:endParaRPr lang="en-US"/>
        </a:p>
      </dgm:t>
    </dgm:pt>
    <dgm:pt modelId="{DC7998A1-5047-4AC9-B3A3-0FEC2363CF2F}" type="sibTrans" cxnId="{276949CE-C954-42CF-BE27-C69D3E438C85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AF81EACE-453C-418E-B09F-B4F15B4AC7DF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AN-NAAS</a:t>
          </a:r>
        </a:p>
      </dgm:t>
    </dgm:pt>
    <dgm:pt modelId="{A6C0F1ED-2C07-4A48-887F-3505CA97F919}" type="parTrans" cxnId="{7D4565F4-5F73-4339-8F5D-AAA09A65A17F}">
      <dgm:prSet/>
      <dgm:spPr/>
      <dgm:t>
        <a:bodyPr/>
        <a:lstStyle/>
        <a:p>
          <a:endParaRPr lang="en-US"/>
        </a:p>
      </dgm:t>
    </dgm:pt>
    <dgm:pt modelId="{434BD4BB-D1C2-49EA-A2F6-1238797A49B4}" type="sibTrans" cxnId="{7D4565F4-5F73-4339-8F5D-AAA09A65A17F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6F7CF4AD-E68A-458C-A5B0-01BDED567A0B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/>
            <a:t>ILA ALLAH</a:t>
          </a:r>
        </a:p>
      </dgm:t>
    </dgm:pt>
    <dgm:pt modelId="{B5EBE462-94E0-4F33-AF72-FCC682AC3D62}" type="parTrans" cxnId="{B4BECF11-1C30-475A-93C3-377103A961A2}">
      <dgm:prSet/>
      <dgm:spPr/>
      <dgm:t>
        <a:bodyPr/>
        <a:lstStyle/>
        <a:p>
          <a:endParaRPr lang="en-US"/>
        </a:p>
      </dgm:t>
    </dgm:pt>
    <dgm:pt modelId="{E81497B8-68E2-4A37-8318-95367DCA0909}" type="sibTrans" cxnId="{B4BECF11-1C30-475A-93C3-377103A961A2}">
      <dgm:prSet/>
      <dgm:spPr/>
      <dgm:t>
        <a:bodyPr/>
        <a:lstStyle/>
        <a:p>
          <a:endParaRPr lang="en-US"/>
        </a:p>
      </dgm:t>
    </dgm:pt>
    <dgm:pt modelId="{585B4DB6-5D3D-468E-A524-A5B1E33E070D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METODE</a:t>
          </a:r>
        </a:p>
      </dgm:t>
    </dgm:pt>
    <dgm:pt modelId="{3DD95B9E-628C-4743-B4BF-96EFFF4C9DB9}" type="parTrans" cxnId="{215A7112-0FBD-4F50-952D-6E22742EE1FB}">
      <dgm:prSet/>
      <dgm:spPr/>
      <dgm:t>
        <a:bodyPr/>
        <a:lstStyle/>
        <a:p>
          <a:endParaRPr lang="en-US"/>
        </a:p>
      </dgm:t>
    </dgm:pt>
    <dgm:pt modelId="{16715F2B-255D-4B94-8226-127D33EDD04A}" type="sibTrans" cxnId="{215A7112-0FBD-4F50-952D-6E22742EE1FB}">
      <dgm:prSet/>
      <dgm:spPr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8A9CDA68-E003-4D62-B6BF-B0E8CD1FA748}">
      <dgm:prSet phldrT="[Text]"/>
      <dgm:spPr/>
      <dgm:t>
        <a:bodyPr/>
        <a:lstStyle/>
        <a:p>
          <a:r>
            <a:rPr lang="en-US" dirty="0"/>
            <a:t>TARGET</a:t>
          </a:r>
        </a:p>
      </dgm:t>
    </dgm:pt>
    <dgm:pt modelId="{15BC177C-6DCE-4E55-8E09-E2F39F5556ED}" type="parTrans" cxnId="{079551A6-D9AF-447E-A15D-BEB6B72C14E1}">
      <dgm:prSet/>
      <dgm:spPr/>
      <dgm:t>
        <a:bodyPr/>
        <a:lstStyle/>
        <a:p>
          <a:endParaRPr lang="en-US"/>
        </a:p>
      </dgm:t>
    </dgm:pt>
    <dgm:pt modelId="{120C2C01-1F50-42ED-8EB0-BF3C51711604}" type="sibTrans" cxnId="{079551A6-D9AF-447E-A15D-BEB6B72C14E1}">
      <dgm:prSet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US"/>
        </a:p>
      </dgm:t>
    </dgm:pt>
    <dgm:pt modelId="{191942E2-FBAC-4026-A8A7-519B9CE29B54}" type="pres">
      <dgm:prSet presAssocID="{D5C459BD-1A15-4F79-BBE0-61044DDB5369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8A98D68-BC50-4228-ACD0-7A3372AFC064}" type="pres">
      <dgm:prSet presAssocID="{00DEF94F-E7AC-49FB-A286-9FDE615361F7}" presName="node" presStyleLbl="node1" presStyleIdx="0" presStyleCnt="5" custScaleX="1366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336EEA-E500-4A39-873C-470DB4FE9CB8}" type="pres">
      <dgm:prSet presAssocID="{00DEF94F-E7AC-49FB-A286-9FDE615361F7}" presName="spNode" presStyleCnt="0"/>
      <dgm:spPr/>
    </dgm:pt>
    <dgm:pt modelId="{2261490B-851C-4D38-A227-8A2800E0459C}" type="pres">
      <dgm:prSet presAssocID="{DC7998A1-5047-4AC9-B3A3-0FEC2363CF2F}" presName="sibTrans" presStyleLbl="sibTrans1D1" presStyleIdx="0" presStyleCnt="5"/>
      <dgm:spPr/>
      <dgm:t>
        <a:bodyPr/>
        <a:lstStyle/>
        <a:p>
          <a:endParaRPr lang="en-US"/>
        </a:p>
      </dgm:t>
    </dgm:pt>
    <dgm:pt modelId="{C8350B0A-F13A-4538-A560-1EDE8CF8AD77}" type="pres">
      <dgm:prSet presAssocID="{AF81EACE-453C-418E-B09F-B4F15B4AC7DF}" presName="node" presStyleLbl="node1" presStyleIdx="1" presStyleCnt="5" custScaleX="1295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B5C62B-5227-47BE-91BE-59C487A28FE7}" type="pres">
      <dgm:prSet presAssocID="{AF81EACE-453C-418E-B09F-B4F15B4AC7DF}" presName="spNode" presStyleCnt="0"/>
      <dgm:spPr/>
    </dgm:pt>
    <dgm:pt modelId="{82997F20-8581-41AD-9AAD-77F6F1E1C16A}" type="pres">
      <dgm:prSet presAssocID="{434BD4BB-D1C2-49EA-A2F6-1238797A49B4}" presName="sibTrans" presStyleLbl="sibTrans1D1" presStyleIdx="1" presStyleCnt="5"/>
      <dgm:spPr/>
      <dgm:t>
        <a:bodyPr/>
        <a:lstStyle/>
        <a:p>
          <a:endParaRPr lang="en-US"/>
        </a:p>
      </dgm:t>
    </dgm:pt>
    <dgm:pt modelId="{54BB02E1-6F24-4A12-BA76-67D57A552A3E}" type="pres">
      <dgm:prSet presAssocID="{6F7CF4AD-E68A-458C-A5B0-01BDED567A0B}" presName="node" presStyleLbl="node1" presStyleIdx="2" presStyleCnt="5" custScaleX="1495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DF252F9-3D4E-4F43-ABA3-6810A468F89D}" type="pres">
      <dgm:prSet presAssocID="{6F7CF4AD-E68A-458C-A5B0-01BDED567A0B}" presName="spNode" presStyleCnt="0"/>
      <dgm:spPr/>
    </dgm:pt>
    <dgm:pt modelId="{653D7266-28BB-493E-BE7A-AF694BE60EFF}" type="pres">
      <dgm:prSet presAssocID="{E81497B8-68E2-4A37-8318-95367DCA0909}" presName="sibTrans" presStyleLbl="sibTrans1D1" presStyleIdx="2" presStyleCnt="5"/>
      <dgm:spPr/>
      <dgm:t>
        <a:bodyPr/>
        <a:lstStyle/>
        <a:p>
          <a:endParaRPr lang="en-US"/>
        </a:p>
      </dgm:t>
    </dgm:pt>
    <dgm:pt modelId="{79A171E1-59B7-4778-B2DC-74097CFD8784}" type="pres">
      <dgm:prSet presAssocID="{585B4DB6-5D3D-468E-A524-A5B1E33E070D}" presName="node" presStyleLbl="node1" presStyleIdx="3" presStyleCnt="5" custScaleX="1233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177903-AEE7-47CE-BDDD-1109B68C0F9A}" type="pres">
      <dgm:prSet presAssocID="{585B4DB6-5D3D-468E-A524-A5B1E33E070D}" presName="spNode" presStyleCnt="0"/>
      <dgm:spPr/>
    </dgm:pt>
    <dgm:pt modelId="{59528500-D80E-46D7-8DFE-1F12DE065A72}" type="pres">
      <dgm:prSet presAssocID="{16715F2B-255D-4B94-8226-127D33EDD04A}" presName="sibTrans" presStyleLbl="sibTrans1D1" presStyleIdx="3" presStyleCnt="5"/>
      <dgm:spPr/>
      <dgm:t>
        <a:bodyPr/>
        <a:lstStyle/>
        <a:p>
          <a:endParaRPr lang="en-US"/>
        </a:p>
      </dgm:t>
    </dgm:pt>
    <dgm:pt modelId="{43FC205B-51E9-4A5F-AF5E-A134963F3A3A}" type="pres">
      <dgm:prSet presAssocID="{8A9CDA68-E003-4D62-B6BF-B0E8CD1FA748}" presName="node" presStyleLbl="node1" presStyleIdx="4" presStyleCnt="5" custScaleX="1292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28211F-538E-416A-9080-9B2060489A62}" type="pres">
      <dgm:prSet presAssocID="{8A9CDA68-E003-4D62-B6BF-B0E8CD1FA748}" presName="spNode" presStyleCnt="0"/>
      <dgm:spPr/>
    </dgm:pt>
    <dgm:pt modelId="{DB0784B4-969A-47C1-B61E-715E034451E3}" type="pres">
      <dgm:prSet presAssocID="{120C2C01-1F50-42ED-8EB0-BF3C51711604}" presName="sibTrans" presStyleLbl="sibTrans1D1" presStyleIdx="4" presStyleCnt="5"/>
      <dgm:spPr/>
      <dgm:t>
        <a:bodyPr/>
        <a:lstStyle/>
        <a:p>
          <a:endParaRPr lang="en-US"/>
        </a:p>
      </dgm:t>
    </dgm:pt>
  </dgm:ptLst>
  <dgm:cxnLst>
    <dgm:cxn modelId="{276949CE-C954-42CF-BE27-C69D3E438C85}" srcId="{D5C459BD-1A15-4F79-BBE0-61044DDB5369}" destId="{00DEF94F-E7AC-49FB-A286-9FDE615361F7}" srcOrd="0" destOrd="0" parTransId="{4551859E-3666-4801-868C-617C052A32B2}" sibTransId="{DC7998A1-5047-4AC9-B3A3-0FEC2363CF2F}"/>
    <dgm:cxn modelId="{11FDBBF1-684B-483C-B262-578049413152}" type="presOf" srcId="{8A9CDA68-E003-4D62-B6BF-B0E8CD1FA748}" destId="{43FC205B-51E9-4A5F-AF5E-A134963F3A3A}" srcOrd="0" destOrd="0" presId="urn:microsoft.com/office/officeart/2005/8/layout/cycle6"/>
    <dgm:cxn modelId="{DA3CA4EF-6A90-4BEA-98BC-B359380E3129}" type="presOf" srcId="{6F7CF4AD-E68A-458C-A5B0-01BDED567A0B}" destId="{54BB02E1-6F24-4A12-BA76-67D57A552A3E}" srcOrd="0" destOrd="0" presId="urn:microsoft.com/office/officeart/2005/8/layout/cycle6"/>
    <dgm:cxn modelId="{A526E01B-B024-4AD2-8131-C704FC8695F2}" type="presOf" srcId="{120C2C01-1F50-42ED-8EB0-BF3C51711604}" destId="{DB0784B4-969A-47C1-B61E-715E034451E3}" srcOrd="0" destOrd="0" presId="urn:microsoft.com/office/officeart/2005/8/layout/cycle6"/>
    <dgm:cxn modelId="{215A7112-0FBD-4F50-952D-6E22742EE1FB}" srcId="{D5C459BD-1A15-4F79-BBE0-61044DDB5369}" destId="{585B4DB6-5D3D-468E-A524-A5B1E33E070D}" srcOrd="3" destOrd="0" parTransId="{3DD95B9E-628C-4743-B4BF-96EFFF4C9DB9}" sibTransId="{16715F2B-255D-4B94-8226-127D33EDD04A}"/>
    <dgm:cxn modelId="{F236AC8B-31CF-45F2-B876-B6112E45247A}" type="presOf" srcId="{585B4DB6-5D3D-468E-A524-A5B1E33E070D}" destId="{79A171E1-59B7-4778-B2DC-74097CFD8784}" srcOrd="0" destOrd="0" presId="urn:microsoft.com/office/officeart/2005/8/layout/cycle6"/>
    <dgm:cxn modelId="{B4BECF11-1C30-475A-93C3-377103A961A2}" srcId="{D5C459BD-1A15-4F79-BBE0-61044DDB5369}" destId="{6F7CF4AD-E68A-458C-A5B0-01BDED567A0B}" srcOrd="2" destOrd="0" parTransId="{B5EBE462-94E0-4F33-AF72-FCC682AC3D62}" sibTransId="{E81497B8-68E2-4A37-8318-95367DCA0909}"/>
    <dgm:cxn modelId="{F47C3D2C-0745-487E-ADD7-C57B968994A6}" type="presOf" srcId="{AF81EACE-453C-418E-B09F-B4F15B4AC7DF}" destId="{C8350B0A-F13A-4538-A560-1EDE8CF8AD77}" srcOrd="0" destOrd="0" presId="urn:microsoft.com/office/officeart/2005/8/layout/cycle6"/>
    <dgm:cxn modelId="{7D4565F4-5F73-4339-8F5D-AAA09A65A17F}" srcId="{D5C459BD-1A15-4F79-BBE0-61044DDB5369}" destId="{AF81EACE-453C-418E-B09F-B4F15B4AC7DF}" srcOrd="1" destOrd="0" parTransId="{A6C0F1ED-2C07-4A48-887F-3505CA97F919}" sibTransId="{434BD4BB-D1C2-49EA-A2F6-1238797A49B4}"/>
    <dgm:cxn modelId="{162F614C-1047-465C-8E33-184707001E99}" type="presOf" srcId="{DC7998A1-5047-4AC9-B3A3-0FEC2363CF2F}" destId="{2261490B-851C-4D38-A227-8A2800E0459C}" srcOrd="0" destOrd="0" presId="urn:microsoft.com/office/officeart/2005/8/layout/cycle6"/>
    <dgm:cxn modelId="{64B629EF-4201-4269-ADF6-785D0D4AD032}" type="presOf" srcId="{00DEF94F-E7AC-49FB-A286-9FDE615361F7}" destId="{18A98D68-BC50-4228-ACD0-7A3372AFC064}" srcOrd="0" destOrd="0" presId="urn:microsoft.com/office/officeart/2005/8/layout/cycle6"/>
    <dgm:cxn modelId="{F6112091-EA9C-4795-BF1B-0F64BA033A00}" type="presOf" srcId="{434BD4BB-D1C2-49EA-A2F6-1238797A49B4}" destId="{82997F20-8581-41AD-9AAD-77F6F1E1C16A}" srcOrd="0" destOrd="0" presId="urn:microsoft.com/office/officeart/2005/8/layout/cycle6"/>
    <dgm:cxn modelId="{BDE1E3CC-A8A9-4345-AE40-3A04308A75F9}" type="presOf" srcId="{16715F2B-255D-4B94-8226-127D33EDD04A}" destId="{59528500-D80E-46D7-8DFE-1F12DE065A72}" srcOrd="0" destOrd="0" presId="urn:microsoft.com/office/officeart/2005/8/layout/cycle6"/>
    <dgm:cxn modelId="{2A53042D-70A5-4819-A880-2FDB69914D3F}" type="presOf" srcId="{D5C459BD-1A15-4F79-BBE0-61044DDB5369}" destId="{191942E2-FBAC-4026-A8A7-519B9CE29B54}" srcOrd="0" destOrd="0" presId="urn:microsoft.com/office/officeart/2005/8/layout/cycle6"/>
    <dgm:cxn modelId="{079551A6-D9AF-447E-A15D-BEB6B72C14E1}" srcId="{D5C459BD-1A15-4F79-BBE0-61044DDB5369}" destId="{8A9CDA68-E003-4D62-B6BF-B0E8CD1FA748}" srcOrd="4" destOrd="0" parTransId="{15BC177C-6DCE-4E55-8E09-E2F39F5556ED}" sibTransId="{120C2C01-1F50-42ED-8EB0-BF3C51711604}"/>
    <dgm:cxn modelId="{6DA6EF0B-716A-46F9-8E7A-CCDAB344B871}" type="presOf" srcId="{E81497B8-68E2-4A37-8318-95367DCA0909}" destId="{653D7266-28BB-493E-BE7A-AF694BE60EFF}" srcOrd="0" destOrd="0" presId="urn:microsoft.com/office/officeart/2005/8/layout/cycle6"/>
    <dgm:cxn modelId="{3D4EE880-D438-49A4-80AB-055F3FD45FDF}" type="presParOf" srcId="{191942E2-FBAC-4026-A8A7-519B9CE29B54}" destId="{18A98D68-BC50-4228-ACD0-7A3372AFC064}" srcOrd="0" destOrd="0" presId="urn:microsoft.com/office/officeart/2005/8/layout/cycle6"/>
    <dgm:cxn modelId="{B0EC7CAE-51AA-429D-90C1-E92A58AE9C1E}" type="presParOf" srcId="{191942E2-FBAC-4026-A8A7-519B9CE29B54}" destId="{FE336EEA-E500-4A39-873C-470DB4FE9CB8}" srcOrd="1" destOrd="0" presId="urn:microsoft.com/office/officeart/2005/8/layout/cycle6"/>
    <dgm:cxn modelId="{360903DA-5EEC-4ABC-B1B5-B39654F17C42}" type="presParOf" srcId="{191942E2-FBAC-4026-A8A7-519B9CE29B54}" destId="{2261490B-851C-4D38-A227-8A2800E0459C}" srcOrd="2" destOrd="0" presId="urn:microsoft.com/office/officeart/2005/8/layout/cycle6"/>
    <dgm:cxn modelId="{87F4410F-517A-4003-A15A-B6D0C4190C1E}" type="presParOf" srcId="{191942E2-FBAC-4026-A8A7-519B9CE29B54}" destId="{C8350B0A-F13A-4538-A560-1EDE8CF8AD77}" srcOrd="3" destOrd="0" presId="urn:microsoft.com/office/officeart/2005/8/layout/cycle6"/>
    <dgm:cxn modelId="{C18EA3FD-05CA-422B-8506-03962252935B}" type="presParOf" srcId="{191942E2-FBAC-4026-A8A7-519B9CE29B54}" destId="{E7B5C62B-5227-47BE-91BE-59C487A28FE7}" srcOrd="4" destOrd="0" presId="urn:microsoft.com/office/officeart/2005/8/layout/cycle6"/>
    <dgm:cxn modelId="{C0D0506A-434D-4DDC-9AFD-D17297CC80CB}" type="presParOf" srcId="{191942E2-FBAC-4026-A8A7-519B9CE29B54}" destId="{82997F20-8581-41AD-9AAD-77F6F1E1C16A}" srcOrd="5" destOrd="0" presId="urn:microsoft.com/office/officeart/2005/8/layout/cycle6"/>
    <dgm:cxn modelId="{4A5840F3-BD6F-4152-916A-92C03D8CC2A5}" type="presParOf" srcId="{191942E2-FBAC-4026-A8A7-519B9CE29B54}" destId="{54BB02E1-6F24-4A12-BA76-67D57A552A3E}" srcOrd="6" destOrd="0" presId="urn:microsoft.com/office/officeart/2005/8/layout/cycle6"/>
    <dgm:cxn modelId="{D835BEA6-844C-42C3-9CB1-ED4A7F87E2FA}" type="presParOf" srcId="{191942E2-FBAC-4026-A8A7-519B9CE29B54}" destId="{EDF252F9-3D4E-4F43-ABA3-6810A468F89D}" srcOrd="7" destOrd="0" presId="urn:microsoft.com/office/officeart/2005/8/layout/cycle6"/>
    <dgm:cxn modelId="{7FC38FA6-6C99-4974-A976-E402EE69F1A0}" type="presParOf" srcId="{191942E2-FBAC-4026-A8A7-519B9CE29B54}" destId="{653D7266-28BB-493E-BE7A-AF694BE60EFF}" srcOrd="8" destOrd="0" presId="urn:microsoft.com/office/officeart/2005/8/layout/cycle6"/>
    <dgm:cxn modelId="{78D7ABCA-CC24-42C5-B4BD-243439422A24}" type="presParOf" srcId="{191942E2-FBAC-4026-A8A7-519B9CE29B54}" destId="{79A171E1-59B7-4778-B2DC-74097CFD8784}" srcOrd="9" destOrd="0" presId="urn:microsoft.com/office/officeart/2005/8/layout/cycle6"/>
    <dgm:cxn modelId="{005AECDF-4B22-43C0-8D3F-7ED8A00DE542}" type="presParOf" srcId="{191942E2-FBAC-4026-A8A7-519B9CE29B54}" destId="{32177903-AEE7-47CE-BDDD-1109B68C0F9A}" srcOrd="10" destOrd="0" presId="urn:microsoft.com/office/officeart/2005/8/layout/cycle6"/>
    <dgm:cxn modelId="{99B240BC-B40F-4E61-93FF-C3DEAA746D28}" type="presParOf" srcId="{191942E2-FBAC-4026-A8A7-519B9CE29B54}" destId="{59528500-D80E-46D7-8DFE-1F12DE065A72}" srcOrd="11" destOrd="0" presId="urn:microsoft.com/office/officeart/2005/8/layout/cycle6"/>
    <dgm:cxn modelId="{F75908E9-337A-4C58-8C69-2A213EEE3E1E}" type="presParOf" srcId="{191942E2-FBAC-4026-A8A7-519B9CE29B54}" destId="{43FC205B-51E9-4A5F-AF5E-A134963F3A3A}" srcOrd="12" destOrd="0" presId="urn:microsoft.com/office/officeart/2005/8/layout/cycle6"/>
    <dgm:cxn modelId="{89ABD1F4-2FA4-4191-9805-2B48E5F64672}" type="presParOf" srcId="{191942E2-FBAC-4026-A8A7-519B9CE29B54}" destId="{7628211F-538E-416A-9080-9B2060489A62}" srcOrd="13" destOrd="0" presId="urn:microsoft.com/office/officeart/2005/8/layout/cycle6"/>
    <dgm:cxn modelId="{E16F92BD-C7C7-477F-A232-2874945A5384}" type="presParOf" srcId="{191942E2-FBAC-4026-A8A7-519B9CE29B54}" destId="{DB0784B4-969A-47C1-B61E-715E034451E3}" srcOrd="14" destOrd="0" presId="urn:microsoft.com/office/officeart/2005/8/layout/cycle6"/>
  </dgm:cxnLst>
  <dgm:bg>
    <a:solidFill>
      <a:schemeClr val="accent5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68D53CA-B421-4082-A723-59FD2783B877}" type="doc">
      <dgm:prSet loTypeId="urn:microsoft.com/office/officeart/2005/8/layout/hProcess6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2441B11B-C3E5-495D-AA9E-1D1A27EE4539}">
      <dgm:prSet phldrT="[Text]"/>
      <dgm:spPr/>
      <dgm:t>
        <a:bodyPr/>
        <a:lstStyle/>
        <a:p>
          <a:r>
            <a:rPr lang="en-US" dirty="0"/>
            <a:t>MENGUBAH</a:t>
          </a:r>
        </a:p>
      </dgm:t>
    </dgm:pt>
    <dgm:pt modelId="{8A2D937A-B591-4689-9BA7-A06B6D4BC733}" type="parTrans" cxnId="{0D615EDB-38AE-4FA2-8F0A-D284FCDCF000}">
      <dgm:prSet/>
      <dgm:spPr/>
      <dgm:t>
        <a:bodyPr/>
        <a:lstStyle/>
        <a:p>
          <a:endParaRPr lang="en-US"/>
        </a:p>
      </dgm:t>
    </dgm:pt>
    <dgm:pt modelId="{CB8B5996-F2B3-4E4E-BBE5-697D0FB5D430}" type="sibTrans" cxnId="{0D615EDB-38AE-4FA2-8F0A-D284FCDCF000}">
      <dgm:prSet/>
      <dgm:spPr/>
      <dgm:t>
        <a:bodyPr/>
        <a:lstStyle/>
        <a:p>
          <a:endParaRPr lang="en-US"/>
        </a:p>
      </dgm:t>
    </dgm:pt>
    <dgm:pt modelId="{52936828-DB5B-450D-A31F-42AD1197ADA9}">
      <dgm:prSet phldrT="[Text]"/>
      <dgm:spPr/>
      <dgm:t>
        <a:bodyPr/>
        <a:lstStyle/>
        <a:p>
          <a:r>
            <a:rPr lang="en-US" dirty="0"/>
            <a:t>JAHIL, JADI</a:t>
          </a:r>
        </a:p>
      </dgm:t>
    </dgm:pt>
    <dgm:pt modelId="{E4ADDCBC-CC78-4329-BBF6-4DD4E549D73A}" type="parTrans" cxnId="{55D9686C-B6C8-45D2-9915-DD466C7CA225}">
      <dgm:prSet/>
      <dgm:spPr/>
      <dgm:t>
        <a:bodyPr/>
        <a:lstStyle/>
        <a:p>
          <a:endParaRPr lang="en-US"/>
        </a:p>
      </dgm:t>
    </dgm:pt>
    <dgm:pt modelId="{F8883214-4A7E-470E-9C75-9DC9038E1719}" type="sibTrans" cxnId="{55D9686C-B6C8-45D2-9915-DD466C7CA225}">
      <dgm:prSet/>
      <dgm:spPr/>
      <dgm:t>
        <a:bodyPr/>
        <a:lstStyle/>
        <a:p>
          <a:endParaRPr lang="en-US"/>
        </a:p>
      </dgm:t>
    </dgm:pt>
    <dgm:pt modelId="{1EE9E131-A18E-4213-9643-4C1508F94463}">
      <dgm:prSet phldrT="[Text]"/>
      <dgm:spPr/>
      <dgm:t>
        <a:bodyPr/>
        <a:lstStyle/>
        <a:p>
          <a:r>
            <a:rPr lang="en-US" dirty="0"/>
            <a:t>MA’RIFAH</a:t>
          </a:r>
        </a:p>
      </dgm:t>
    </dgm:pt>
    <dgm:pt modelId="{8E1C3F3A-15AE-4355-937B-583B9270F0C7}" type="parTrans" cxnId="{E878E4A1-9203-4775-9356-9A43283530D3}">
      <dgm:prSet/>
      <dgm:spPr/>
      <dgm:t>
        <a:bodyPr/>
        <a:lstStyle/>
        <a:p>
          <a:endParaRPr lang="en-US"/>
        </a:p>
      </dgm:t>
    </dgm:pt>
    <dgm:pt modelId="{C42EB888-F5BB-4EC4-80A9-E529C6363B6F}" type="sibTrans" cxnId="{E878E4A1-9203-4775-9356-9A43283530D3}">
      <dgm:prSet/>
      <dgm:spPr/>
      <dgm:t>
        <a:bodyPr/>
        <a:lstStyle/>
        <a:p>
          <a:endParaRPr lang="en-US"/>
        </a:p>
      </dgm:t>
    </dgm:pt>
    <dgm:pt modelId="{D06D9130-6D2F-435F-8CDB-4519266093BC}">
      <dgm:prSet phldrT="[Text]"/>
      <dgm:spPr/>
      <dgm:t>
        <a:bodyPr/>
        <a:lstStyle/>
        <a:p>
          <a:r>
            <a:rPr lang="en-US" dirty="0"/>
            <a:t>MERUBAH</a:t>
          </a:r>
        </a:p>
      </dgm:t>
    </dgm:pt>
    <dgm:pt modelId="{9C3D95FB-467E-4768-AD92-E20A159EF6DC}" type="parTrans" cxnId="{6CD48B20-ED5A-4427-9EF0-DF0E0B274076}">
      <dgm:prSet/>
      <dgm:spPr/>
      <dgm:t>
        <a:bodyPr/>
        <a:lstStyle/>
        <a:p>
          <a:endParaRPr lang="en-US"/>
        </a:p>
      </dgm:t>
    </dgm:pt>
    <dgm:pt modelId="{D8AA2778-7540-4D30-9A3F-85FAB25F0DCD}" type="sibTrans" cxnId="{6CD48B20-ED5A-4427-9EF0-DF0E0B274076}">
      <dgm:prSet/>
      <dgm:spPr/>
      <dgm:t>
        <a:bodyPr/>
        <a:lstStyle/>
        <a:p>
          <a:endParaRPr lang="en-US"/>
        </a:p>
      </dgm:t>
    </dgm:pt>
    <dgm:pt modelId="{131F0D98-D418-4C5D-8CA8-A40FD4DED1AB}">
      <dgm:prSet phldrT="[Text]"/>
      <dgm:spPr/>
      <dgm:t>
        <a:bodyPr/>
        <a:lstStyle/>
        <a:p>
          <a:r>
            <a:rPr lang="en-US" dirty="0"/>
            <a:t>MA’RIFAH, JADI</a:t>
          </a:r>
        </a:p>
      </dgm:t>
    </dgm:pt>
    <dgm:pt modelId="{B8B64EE5-8765-4A51-B8BC-8CB1683AC46A}" type="parTrans" cxnId="{12C48C6B-5245-4066-8D18-9180D0F3DF4C}">
      <dgm:prSet/>
      <dgm:spPr/>
      <dgm:t>
        <a:bodyPr/>
        <a:lstStyle/>
        <a:p>
          <a:endParaRPr lang="en-US"/>
        </a:p>
      </dgm:t>
    </dgm:pt>
    <dgm:pt modelId="{A1E2884A-502A-43D5-B9A7-08D27A433B9D}" type="sibTrans" cxnId="{12C48C6B-5245-4066-8D18-9180D0F3DF4C}">
      <dgm:prSet/>
      <dgm:spPr/>
      <dgm:t>
        <a:bodyPr/>
        <a:lstStyle/>
        <a:p>
          <a:endParaRPr lang="en-US"/>
        </a:p>
      </dgm:t>
    </dgm:pt>
    <dgm:pt modelId="{D76CE8D6-4D45-4A2D-AC58-00AABE3FD37E}">
      <dgm:prSet phldrT="[Text]"/>
      <dgm:spPr/>
      <dgm:t>
        <a:bodyPr/>
        <a:lstStyle/>
        <a:p>
          <a:r>
            <a:rPr lang="en-US" dirty="0"/>
            <a:t>FIKRAH</a:t>
          </a:r>
        </a:p>
      </dgm:t>
    </dgm:pt>
    <dgm:pt modelId="{62AD620D-B1B9-4089-BE93-3AB7658F9288}" type="parTrans" cxnId="{F3363002-BAF0-436B-8D3D-C8D981A44F91}">
      <dgm:prSet/>
      <dgm:spPr/>
      <dgm:t>
        <a:bodyPr/>
        <a:lstStyle/>
        <a:p>
          <a:endParaRPr lang="en-US"/>
        </a:p>
      </dgm:t>
    </dgm:pt>
    <dgm:pt modelId="{68194370-CCD0-405F-8D8E-87142D075F65}" type="sibTrans" cxnId="{F3363002-BAF0-436B-8D3D-C8D981A44F91}">
      <dgm:prSet/>
      <dgm:spPr/>
      <dgm:t>
        <a:bodyPr/>
        <a:lstStyle/>
        <a:p>
          <a:endParaRPr lang="en-US"/>
        </a:p>
      </dgm:t>
    </dgm:pt>
    <dgm:pt modelId="{6B1643DB-458E-4648-9F91-316C29B9F3CB}">
      <dgm:prSet phldrT="[Text]"/>
      <dgm:spPr/>
      <dgm:t>
        <a:bodyPr/>
        <a:lstStyle/>
        <a:p>
          <a:r>
            <a:rPr lang="en-US" dirty="0"/>
            <a:t>MENINGKATKAN</a:t>
          </a:r>
        </a:p>
      </dgm:t>
    </dgm:pt>
    <dgm:pt modelId="{87FF90C0-F9E2-4673-909E-E990B4E484B2}" type="parTrans" cxnId="{AA4A0377-B186-4056-AFF6-45DDC1D1F922}">
      <dgm:prSet/>
      <dgm:spPr/>
      <dgm:t>
        <a:bodyPr/>
        <a:lstStyle/>
        <a:p>
          <a:endParaRPr lang="en-US"/>
        </a:p>
      </dgm:t>
    </dgm:pt>
    <dgm:pt modelId="{004460BE-C016-4345-B202-C59DA9DBDDB8}" type="sibTrans" cxnId="{AA4A0377-B186-4056-AFF6-45DDC1D1F922}">
      <dgm:prSet/>
      <dgm:spPr/>
      <dgm:t>
        <a:bodyPr/>
        <a:lstStyle/>
        <a:p>
          <a:endParaRPr lang="en-US"/>
        </a:p>
      </dgm:t>
    </dgm:pt>
    <dgm:pt modelId="{8142B06A-406E-47AC-8345-447586E765D9}">
      <dgm:prSet phldrT="[Text]"/>
      <dgm:spPr/>
      <dgm:t>
        <a:bodyPr/>
        <a:lstStyle/>
        <a:p>
          <a:r>
            <a:rPr lang="en-US" dirty="0"/>
            <a:t>FIKRAH, JADI</a:t>
          </a:r>
        </a:p>
      </dgm:t>
    </dgm:pt>
    <dgm:pt modelId="{A91FCAEC-C18C-402C-898D-AA37CE00CBB1}" type="parTrans" cxnId="{9F60C0B6-32A0-4E81-9D31-CC21C0A22538}">
      <dgm:prSet/>
      <dgm:spPr/>
      <dgm:t>
        <a:bodyPr/>
        <a:lstStyle/>
        <a:p>
          <a:endParaRPr lang="en-US"/>
        </a:p>
      </dgm:t>
    </dgm:pt>
    <dgm:pt modelId="{01ACEADC-8C86-4373-8170-3841B2DA71D6}" type="sibTrans" cxnId="{9F60C0B6-32A0-4E81-9D31-CC21C0A22538}">
      <dgm:prSet/>
      <dgm:spPr/>
      <dgm:t>
        <a:bodyPr/>
        <a:lstStyle/>
        <a:p>
          <a:endParaRPr lang="en-US"/>
        </a:p>
      </dgm:t>
    </dgm:pt>
    <dgm:pt modelId="{71FE034D-9D3B-4A59-8B86-C7934B4CD5F4}">
      <dgm:prSet phldrT="[Text]"/>
      <dgm:spPr/>
      <dgm:t>
        <a:bodyPr/>
        <a:lstStyle/>
        <a:p>
          <a:r>
            <a:rPr lang="en-US" dirty="0"/>
            <a:t>HAROKAH</a:t>
          </a:r>
        </a:p>
      </dgm:t>
    </dgm:pt>
    <dgm:pt modelId="{C143EA30-40B2-4981-939A-81FFB350954F}" type="parTrans" cxnId="{29B6FF85-E21D-48A0-94AA-9649CA66F720}">
      <dgm:prSet/>
      <dgm:spPr/>
      <dgm:t>
        <a:bodyPr/>
        <a:lstStyle/>
        <a:p>
          <a:endParaRPr lang="en-US"/>
        </a:p>
      </dgm:t>
    </dgm:pt>
    <dgm:pt modelId="{1F79B7EF-70C6-465D-A10D-284C0CCCE626}" type="sibTrans" cxnId="{29B6FF85-E21D-48A0-94AA-9649CA66F720}">
      <dgm:prSet/>
      <dgm:spPr/>
      <dgm:t>
        <a:bodyPr/>
        <a:lstStyle/>
        <a:p>
          <a:endParaRPr lang="en-US"/>
        </a:p>
      </dgm:t>
    </dgm:pt>
    <dgm:pt modelId="{8C2F82C7-962A-47BE-985A-E13E596E0BE0}" type="pres">
      <dgm:prSet presAssocID="{D68D53CA-B421-4082-A723-59FD2783B877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09FC4B4-42FD-4B9F-91D1-83795378EEA2}" type="pres">
      <dgm:prSet presAssocID="{2441B11B-C3E5-495D-AA9E-1D1A27EE4539}" presName="compNode" presStyleCnt="0"/>
      <dgm:spPr/>
    </dgm:pt>
    <dgm:pt modelId="{DF39F6A1-B18F-4463-8D29-2DA30B089635}" type="pres">
      <dgm:prSet presAssocID="{2441B11B-C3E5-495D-AA9E-1D1A27EE4539}" presName="noGeometry" presStyleCnt="0"/>
      <dgm:spPr/>
    </dgm:pt>
    <dgm:pt modelId="{BDB91F28-65D8-4D40-9771-93AB8C20E40C}" type="pres">
      <dgm:prSet presAssocID="{2441B11B-C3E5-495D-AA9E-1D1A27EE4539}" presName="childTextVisible" presStyleLbl="bg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962754-716A-4D81-B4EC-E818D8B29312}" type="pres">
      <dgm:prSet presAssocID="{2441B11B-C3E5-495D-AA9E-1D1A27EE4539}" presName="childTextHidden" presStyleLbl="bgAccFollowNode1" presStyleIdx="0" presStyleCnt="3"/>
      <dgm:spPr/>
      <dgm:t>
        <a:bodyPr/>
        <a:lstStyle/>
        <a:p>
          <a:endParaRPr lang="en-US"/>
        </a:p>
      </dgm:t>
    </dgm:pt>
    <dgm:pt modelId="{1D80731D-FA2E-4B40-A5F2-D09B47499CA5}" type="pres">
      <dgm:prSet presAssocID="{2441B11B-C3E5-495D-AA9E-1D1A27EE4539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21EA10-3CC7-4883-9587-408CB07FEDF2}" type="pres">
      <dgm:prSet presAssocID="{2441B11B-C3E5-495D-AA9E-1D1A27EE4539}" presName="aSpace" presStyleCnt="0"/>
      <dgm:spPr/>
    </dgm:pt>
    <dgm:pt modelId="{49CB7FEF-D6EE-4B8E-997B-C87FE00E396B}" type="pres">
      <dgm:prSet presAssocID="{D06D9130-6D2F-435F-8CDB-4519266093BC}" presName="compNode" presStyleCnt="0"/>
      <dgm:spPr/>
    </dgm:pt>
    <dgm:pt modelId="{C1F7F651-8BBE-428F-B7C9-3D0F11D27246}" type="pres">
      <dgm:prSet presAssocID="{D06D9130-6D2F-435F-8CDB-4519266093BC}" presName="noGeometry" presStyleCnt="0"/>
      <dgm:spPr/>
    </dgm:pt>
    <dgm:pt modelId="{1C0E83EF-CEDA-42C2-92CD-D23A45B1B7A4}" type="pres">
      <dgm:prSet presAssocID="{D06D9130-6D2F-435F-8CDB-4519266093BC}" presName="childTextVisible" presStyleLbl="bg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100760-E0BF-45DB-87BE-295BCA61C499}" type="pres">
      <dgm:prSet presAssocID="{D06D9130-6D2F-435F-8CDB-4519266093BC}" presName="childTextHidden" presStyleLbl="bgAccFollowNode1" presStyleIdx="1" presStyleCnt="3"/>
      <dgm:spPr/>
      <dgm:t>
        <a:bodyPr/>
        <a:lstStyle/>
        <a:p>
          <a:endParaRPr lang="en-US"/>
        </a:p>
      </dgm:t>
    </dgm:pt>
    <dgm:pt modelId="{6DF03C78-F40E-44E9-B077-811D8B85C2C9}" type="pres">
      <dgm:prSet presAssocID="{D06D9130-6D2F-435F-8CDB-4519266093BC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DC51D3-D1DE-425C-80EC-D3C8DA70596D}" type="pres">
      <dgm:prSet presAssocID="{D06D9130-6D2F-435F-8CDB-4519266093BC}" presName="aSpace" presStyleCnt="0"/>
      <dgm:spPr/>
    </dgm:pt>
    <dgm:pt modelId="{3923D310-E00D-41E8-B28F-C039589C42F6}" type="pres">
      <dgm:prSet presAssocID="{6B1643DB-458E-4648-9F91-316C29B9F3CB}" presName="compNode" presStyleCnt="0"/>
      <dgm:spPr/>
    </dgm:pt>
    <dgm:pt modelId="{59A172F0-2832-4A7B-957B-E2A3E954ED3B}" type="pres">
      <dgm:prSet presAssocID="{6B1643DB-458E-4648-9F91-316C29B9F3CB}" presName="noGeometry" presStyleCnt="0"/>
      <dgm:spPr/>
    </dgm:pt>
    <dgm:pt modelId="{A62D17C2-6191-450B-A33F-4032C1D62B10}" type="pres">
      <dgm:prSet presAssocID="{6B1643DB-458E-4648-9F91-316C29B9F3CB}" presName="childTextVisible" presStyleLbl="bg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E4EC15-F864-462E-9A54-60D5F8BBD095}" type="pres">
      <dgm:prSet presAssocID="{6B1643DB-458E-4648-9F91-316C29B9F3CB}" presName="childTextHidden" presStyleLbl="bgAccFollowNode1" presStyleIdx="2" presStyleCnt="3"/>
      <dgm:spPr/>
      <dgm:t>
        <a:bodyPr/>
        <a:lstStyle/>
        <a:p>
          <a:endParaRPr lang="en-US"/>
        </a:p>
      </dgm:t>
    </dgm:pt>
    <dgm:pt modelId="{FFB0E1A0-C802-4BC8-99B1-52F6C0945FB7}" type="pres">
      <dgm:prSet presAssocID="{6B1643DB-458E-4648-9F91-316C29B9F3CB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1940A6-6DE3-48DC-9CCC-B198AD6A6D96}" type="presOf" srcId="{8142B06A-406E-47AC-8345-447586E765D9}" destId="{7CE4EC15-F864-462E-9A54-60D5F8BBD095}" srcOrd="1" destOrd="0" presId="urn:microsoft.com/office/officeart/2005/8/layout/hProcess6"/>
    <dgm:cxn modelId="{7B001F65-43D1-4BAE-809C-12D6428C187C}" type="presOf" srcId="{71FE034D-9D3B-4A59-8B86-C7934B4CD5F4}" destId="{7CE4EC15-F864-462E-9A54-60D5F8BBD095}" srcOrd="1" destOrd="1" presId="urn:microsoft.com/office/officeart/2005/8/layout/hProcess6"/>
    <dgm:cxn modelId="{503245A6-9D0A-4260-B27A-DC1B1D3381CF}" type="presOf" srcId="{D76CE8D6-4D45-4A2D-AC58-00AABE3FD37E}" destId="{52100760-E0BF-45DB-87BE-295BCA61C499}" srcOrd="1" destOrd="1" presId="urn:microsoft.com/office/officeart/2005/8/layout/hProcess6"/>
    <dgm:cxn modelId="{BF345903-B30D-4F14-A66D-BF9B8A69F101}" type="presOf" srcId="{D68D53CA-B421-4082-A723-59FD2783B877}" destId="{8C2F82C7-962A-47BE-985A-E13E596E0BE0}" srcOrd="0" destOrd="0" presId="urn:microsoft.com/office/officeart/2005/8/layout/hProcess6"/>
    <dgm:cxn modelId="{78C6274F-CDD9-411D-9921-41ADEEE8BFE9}" type="presOf" srcId="{52936828-DB5B-450D-A31F-42AD1197ADA9}" destId="{5B962754-716A-4D81-B4EC-E818D8B29312}" srcOrd="1" destOrd="0" presId="urn:microsoft.com/office/officeart/2005/8/layout/hProcess6"/>
    <dgm:cxn modelId="{F3363002-BAF0-436B-8D3D-C8D981A44F91}" srcId="{D06D9130-6D2F-435F-8CDB-4519266093BC}" destId="{D76CE8D6-4D45-4A2D-AC58-00AABE3FD37E}" srcOrd="1" destOrd="0" parTransId="{62AD620D-B1B9-4089-BE93-3AB7658F9288}" sibTransId="{68194370-CCD0-405F-8D8E-87142D075F65}"/>
    <dgm:cxn modelId="{90E030F9-0B1E-4397-AA46-08AE8377C970}" type="presOf" srcId="{6B1643DB-458E-4648-9F91-316C29B9F3CB}" destId="{FFB0E1A0-C802-4BC8-99B1-52F6C0945FB7}" srcOrd="0" destOrd="0" presId="urn:microsoft.com/office/officeart/2005/8/layout/hProcess6"/>
    <dgm:cxn modelId="{29B6FF85-E21D-48A0-94AA-9649CA66F720}" srcId="{6B1643DB-458E-4648-9F91-316C29B9F3CB}" destId="{71FE034D-9D3B-4A59-8B86-C7934B4CD5F4}" srcOrd="1" destOrd="0" parTransId="{C143EA30-40B2-4981-939A-81FFB350954F}" sibTransId="{1F79B7EF-70C6-465D-A10D-284C0CCCE626}"/>
    <dgm:cxn modelId="{8CA86BF3-898F-45F7-A04D-4754B95362D6}" type="presOf" srcId="{71FE034D-9D3B-4A59-8B86-C7934B4CD5F4}" destId="{A62D17C2-6191-450B-A33F-4032C1D62B10}" srcOrd="0" destOrd="1" presId="urn:microsoft.com/office/officeart/2005/8/layout/hProcess6"/>
    <dgm:cxn modelId="{55D9686C-B6C8-45D2-9915-DD466C7CA225}" srcId="{2441B11B-C3E5-495D-AA9E-1D1A27EE4539}" destId="{52936828-DB5B-450D-A31F-42AD1197ADA9}" srcOrd="0" destOrd="0" parTransId="{E4ADDCBC-CC78-4329-BBF6-4DD4E549D73A}" sibTransId="{F8883214-4A7E-470E-9C75-9DC9038E1719}"/>
    <dgm:cxn modelId="{AA4A0377-B186-4056-AFF6-45DDC1D1F922}" srcId="{D68D53CA-B421-4082-A723-59FD2783B877}" destId="{6B1643DB-458E-4648-9F91-316C29B9F3CB}" srcOrd="2" destOrd="0" parTransId="{87FF90C0-F9E2-4673-909E-E990B4E484B2}" sibTransId="{004460BE-C016-4345-B202-C59DA9DBDDB8}"/>
    <dgm:cxn modelId="{FA3E2477-CC5C-4167-8DF6-178E611F4F81}" type="presOf" srcId="{8142B06A-406E-47AC-8345-447586E765D9}" destId="{A62D17C2-6191-450B-A33F-4032C1D62B10}" srcOrd="0" destOrd="0" presId="urn:microsoft.com/office/officeart/2005/8/layout/hProcess6"/>
    <dgm:cxn modelId="{9F60C0B6-32A0-4E81-9D31-CC21C0A22538}" srcId="{6B1643DB-458E-4648-9F91-316C29B9F3CB}" destId="{8142B06A-406E-47AC-8345-447586E765D9}" srcOrd="0" destOrd="0" parTransId="{A91FCAEC-C18C-402C-898D-AA37CE00CBB1}" sibTransId="{01ACEADC-8C86-4373-8170-3841B2DA71D6}"/>
    <dgm:cxn modelId="{6D2BDA9F-271C-467F-88F4-156BE53862F5}" type="presOf" srcId="{2441B11B-C3E5-495D-AA9E-1D1A27EE4539}" destId="{1D80731D-FA2E-4B40-A5F2-D09B47499CA5}" srcOrd="0" destOrd="0" presId="urn:microsoft.com/office/officeart/2005/8/layout/hProcess6"/>
    <dgm:cxn modelId="{94DC27BE-38D0-4BFF-AC92-02900F34A1F8}" type="presOf" srcId="{D06D9130-6D2F-435F-8CDB-4519266093BC}" destId="{6DF03C78-F40E-44E9-B077-811D8B85C2C9}" srcOrd="0" destOrd="0" presId="urn:microsoft.com/office/officeart/2005/8/layout/hProcess6"/>
    <dgm:cxn modelId="{E2E860FC-093C-4CB2-BA9B-A22DC5E4E697}" type="presOf" srcId="{1EE9E131-A18E-4213-9643-4C1508F94463}" destId="{5B962754-716A-4D81-B4EC-E818D8B29312}" srcOrd="1" destOrd="1" presId="urn:microsoft.com/office/officeart/2005/8/layout/hProcess6"/>
    <dgm:cxn modelId="{2690FF10-A1AF-48F4-BC43-559623909936}" type="presOf" srcId="{1EE9E131-A18E-4213-9643-4C1508F94463}" destId="{BDB91F28-65D8-4D40-9771-93AB8C20E40C}" srcOrd="0" destOrd="1" presId="urn:microsoft.com/office/officeart/2005/8/layout/hProcess6"/>
    <dgm:cxn modelId="{94A4C5A1-7581-46B9-86EA-7C2F3832E0B5}" type="presOf" srcId="{D76CE8D6-4D45-4A2D-AC58-00AABE3FD37E}" destId="{1C0E83EF-CEDA-42C2-92CD-D23A45B1B7A4}" srcOrd="0" destOrd="1" presId="urn:microsoft.com/office/officeart/2005/8/layout/hProcess6"/>
    <dgm:cxn modelId="{E878E4A1-9203-4775-9356-9A43283530D3}" srcId="{2441B11B-C3E5-495D-AA9E-1D1A27EE4539}" destId="{1EE9E131-A18E-4213-9643-4C1508F94463}" srcOrd="1" destOrd="0" parTransId="{8E1C3F3A-15AE-4355-937B-583B9270F0C7}" sibTransId="{C42EB888-F5BB-4EC4-80A9-E529C6363B6F}"/>
    <dgm:cxn modelId="{6C874916-E91D-4046-9FCA-A65E3E58BB87}" type="presOf" srcId="{131F0D98-D418-4C5D-8CA8-A40FD4DED1AB}" destId="{1C0E83EF-CEDA-42C2-92CD-D23A45B1B7A4}" srcOrd="0" destOrd="0" presId="urn:microsoft.com/office/officeart/2005/8/layout/hProcess6"/>
    <dgm:cxn modelId="{D705EB8B-043B-4691-9E39-3333FE860CF1}" type="presOf" srcId="{131F0D98-D418-4C5D-8CA8-A40FD4DED1AB}" destId="{52100760-E0BF-45DB-87BE-295BCA61C499}" srcOrd="1" destOrd="0" presId="urn:microsoft.com/office/officeart/2005/8/layout/hProcess6"/>
    <dgm:cxn modelId="{12C48C6B-5245-4066-8D18-9180D0F3DF4C}" srcId="{D06D9130-6D2F-435F-8CDB-4519266093BC}" destId="{131F0D98-D418-4C5D-8CA8-A40FD4DED1AB}" srcOrd="0" destOrd="0" parTransId="{B8B64EE5-8765-4A51-B8BC-8CB1683AC46A}" sibTransId="{A1E2884A-502A-43D5-B9A7-08D27A433B9D}"/>
    <dgm:cxn modelId="{AC37ADB3-87D9-4864-B4E9-BF10902FAF93}" type="presOf" srcId="{52936828-DB5B-450D-A31F-42AD1197ADA9}" destId="{BDB91F28-65D8-4D40-9771-93AB8C20E40C}" srcOrd="0" destOrd="0" presId="urn:microsoft.com/office/officeart/2005/8/layout/hProcess6"/>
    <dgm:cxn modelId="{6CD48B20-ED5A-4427-9EF0-DF0E0B274076}" srcId="{D68D53CA-B421-4082-A723-59FD2783B877}" destId="{D06D9130-6D2F-435F-8CDB-4519266093BC}" srcOrd="1" destOrd="0" parTransId="{9C3D95FB-467E-4768-AD92-E20A159EF6DC}" sibTransId="{D8AA2778-7540-4D30-9A3F-85FAB25F0DCD}"/>
    <dgm:cxn modelId="{0D615EDB-38AE-4FA2-8F0A-D284FCDCF000}" srcId="{D68D53CA-B421-4082-A723-59FD2783B877}" destId="{2441B11B-C3E5-495D-AA9E-1D1A27EE4539}" srcOrd="0" destOrd="0" parTransId="{8A2D937A-B591-4689-9BA7-A06B6D4BC733}" sibTransId="{CB8B5996-F2B3-4E4E-BBE5-697D0FB5D430}"/>
    <dgm:cxn modelId="{B6AE9357-FA08-4FE3-BA02-9A1FBECCEA55}" type="presParOf" srcId="{8C2F82C7-962A-47BE-985A-E13E596E0BE0}" destId="{909FC4B4-42FD-4B9F-91D1-83795378EEA2}" srcOrd="0" destOrd="0" presId="urn:microsoft.com/office/officeart/2005/8/layout/hProcess6"/>
    <dgm:cxn modelId="{9C37D021-9D7B-4ED4-85F3-C3C21F0F4327}" type="presParOf" srcId="{909FC4B4-42FD-4B9F-91D1-83795378EEA2}" destId="{DF39F6A1-B18F-4463-8D29-2DA30B089635}" srcOrd="0" destOrd="0" presId="urn:microsoft.com/office/officeart/2005/8/layout/hProcess6"/>
    <dgm:cxn modelId="{AEC82B2B-8ED8-4A74-BDB8-3890791160D6}" type="presParOf" srcId="{909FC4B4-42FD-4B9F-91D1-83795378EEA2}" destId="{BDB91F28-65D8-4D40-9771-93AB8C20E40C}" srcOrd="1" destOrd="0" presId="urn:microsoft.com/office/officeart/2005/8/layout/hProcess6"/>
    <dgm:cxn modelId="{2BF487BF-BAC0-4B72-9A88-43550A6F7636}" type="presParOf" srcId="{909FC4B4-42FD-4B9F-91D1-83795378EEA2}" destId="{5B962754-716A-4D81-B4EC-E818D8B29312}" srcOrd="2" destOrd="0" presId="urn:microsoft.com/office/officeart/2005/8/layout/hProcess6"/>
    <dgm:cxn modelId="{0C235043-D8BF-48B0-AA2D-403EA60909F5}" type="presParOf" srcId="{909FC4B4-42FD-4B9F-91D1-83795378EEA2}" destId="{1D80731D-FA2E-4B40-A5F2-D09B47499CA5}" srcOrd="3" destOrd="0" presId="urn:microsoft.com/office/officeart/2005/8/layout/hProcess6"/>
    <dgm:cxn modelId="{48A96A4E-9F40-415F-9575-154CDF4BD885}" type="presParOf" srcId="{8C2F82C7-962A-47BE-985A-E13E596E0BE0}" destId="{AB21EA10-3CC7-4883-9587-408CB07FEDF2}" srcOrd="1" destOrd="0" presId="urn:microsoft.com/office/officeart/2005/8/layout/hProcess6"/>
    <dgm:cxn modelId="{AAC8463A-8B96-489E-9CDC-134F042B1711}" type="presParOf" srcId="{8C2F82C7-962A-47BE-985A-E13E596E0BE0}" destId="{49CB7FEF-D6EE-4B8E-997B-C87FE00E396B}" srcOrd="2" destOrd="0" presId="urn:microsoft.com/office/officeart/2005/8/layout/hProcess6"/>
    <dgm:cxn modelId="{7F66D836-9D12-4C8C-8F78-AB485A1CE59A}" type="presParOf" srcId="{49CB7FEF-D6EE-4B8E-997B-C87FE00E396B}" destId="{C1F7F651-8BBE-428F-B7C9-3D0F11D27246}" srcOrd="0" destOrd="0" presId="urn:microsoft.com/office/officeart/2005/8/layout/hProcess6"/>
    <dgm:cxn modelId="{DF3B5897-4313-4266-86FE-5E6283989AC2}" type="presParOf" srcId="{49CB7FEF-D6EE-4B8E-997B-C87FE00E396B}" destId="{1C0E83EF-CEDA-42C2-92CD-D23A45B1B7A4}" srcOrd="1" destOrd="0" presId="urn:microsoft.com/office/officeart/2005/8/layout/hProcess6"/>
    <dgm:cxn modelId="{6EA9B074-98CE-4CC1-8F5F-6C86FB10BF59}" type="presParOf" srcId="{49CB7FEF-D6EE-4B8E-997B-C87FE00E396B}" destId="{52100760-E0BF-45DB-87BE-295BCA61C499}" srcOrd="2" destOrd="0" presId="urn:microsoft.com/office/officeart/2005/8/layout/hProcess6"/>
    <dgm:cxn modelId="{EC0D613D-8A43-48E7-8FE0-571681E721B1}" type="presParOf" srcId="{49CB7FEF-D6EE-4B8E-997B-C87FE00E396B}" destId="{6DF03C78-F40E-44E9-B077-811D8B85C2C9}" srcOrd="3" destOrd="0" presId="urn:microsoft.com/office/officeart/2005/8/layout/hProcess6"/>
    <dgm:cxn modelId="{8038A327-F20C-473E-8AA0-6467A5404430}" type="presParOf" srcId="{8C2F82C7-962A-47BE-985A-E13E596E0BE0}" destId="{8FDC51D3-D1DE-425C-80EC-D3C8DA70596D}" srcOrd="3" destOrd="0" presId="urn:microsoft.com/office/officeart/2005/8/layout/hProcess6"/>
    <dgm:cxn modelId="{B1B4EF4E-E9C5-4C4A-94D2-B7326876B100}" type="presParOf" srcId="{8C2F82C7-962A-47BE-985A-E13E596E0BE0}" destId="{3923D310-E00D-41E8-B28F-C039589C42F6}" srcOrd="4" destOrd="0" presId="urn:microsoft.com/office/officeart/2005/8/layout/hProcess6"/>
    <dgm:cxn modelId="{0BF8302B-9944-483C-A063-9F2F6C385E8C}" type="presParOf" srcId="{3923D310-E00D-41E8-B28F-C039589C42F6}" destId="{59A172F0-2832-4A7B-957B-E2A3E954ED3B}" srcOrd="0" destOrd="0" presId="urn:microsoft.com/office/officeart/2005/8/layout/hProcess6"/>
    <dgm:cxn modelId="{315682A7-7AF8-4C86-B91B-9FAC6BC1D85F}" type="presParOf" srcId="{3923D310-E00D-41E8-B28F-C039589C42F6}" destId="{A62D17C2-6191-450B-A33F-4032C1D62B10}" srcOrd="1" destOrd="0" presId="urn:microsoft.com/office/officeart/2005/8/layout/hProcess6"/>
    <dgm:cxn modelId="{4D1DEA9C-445B-49A5-8356-A9734CC25C54}" type="presParOf" srcId="{3923D310-E00D-41E8-B28F-C039589C42F6}" destId="{7CE4EC15-F864-462E-9A54-60D5F8BBD095}" srcOrd="2" destOrd="0" presId="urn:microsoft.com/office/officeart/2005/8/layout/hProcess6"/>
    <dgm:cxn modelId="{4D5E4232-F49D-431E-B6C9-1194073B6FE7}" type="presParOf" srcId="{3923D310-E00D-41E8-B28F-C039589C42F6}" destId="{FFB0E1A0-C802-4BC8-99B1-52F6C0945FB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68D53CA-B421-4082-A723-59FD2783B877}" type="doc">
      <dgm:prSet loTypeId="urn:microsoft.com/office/officeart/2005/8/layout/hProcess6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06D9130-6D2F-435F-8CDB-4519266093BC}">
      <dgm:prSet phldrT="[Text]"/>
      <dgm:spPr/>
      <dgm:t>
        <a:bodyPr/>
        <a:lstStyle/>
        <a:p>
          <a:r>
            <a:rPr lang="en-US" dirty="0"/>
            <a:t>MERUBAH</a:t>
          </a:r>
        </a:p>
      </dgm:t>
    </dgm:pt>
    <dgm:pt modelId="{9C3D95FB-467E-4768-AD92-E20A159EF6DC}" type="parTrans" cxnId="{6CD48B20-ED5A-4427-9EF0-DF0E0B274076}">
      <dgm:prSet/>
      <dgm:spPr/>
      <dgm:t>
        <a:bodyPr/>
        <a:lstStyle/>
        <a:p>
          <a:endParaRPr lang="en-US"/>
        </a:p>
      </dgm:t>
    </dgm:pt>
    <dgm:pt modelId="{D8AA2778-7540-4D30-9A3F-85FAB25F0DCD}" type="sibTrans" cxnId="{6CD48B20-ED5A-4427-9EF0-DF0E0B274076}">
      <dgm:prSet/>
      <dgm:spPr/>
      <dgm:t>
        <a:bodyPr/>
        <a:lstStyle/>
        <a:p>
          <a:endParaRPr lang="en-US"/>
        </a:p>
      </dgm:t>
    </dgm:pt>
    <dgm:pt modelId="{131F0D98-D418-4C5D-8CA8-A40FD4DED1AB}">
      <dgm:prSet phldrT="[Text]"/>
      <dgm:spPr/>
      <dgm:t>
        <a:bodyPr/>
        <a:lstStyle/>
        <a:p>
          <a:r>
            <a:rPr lang="en-US" dirty="0"/>
            <a:t>HAROKAH JADI</a:t>
          </a:r>
        </a:p>
      </dgm:t>
    </dgm:pt>
    <dgm:pt modelId="{B8B64EE5-8765-4A51-B8BC-8CB1683AC46A}" type="parTrans" cxnId="{12C48C6B-5245-4066-8D18-9180D0F3DF4C}">
      <dgm:prSet/>
      <dgm:spPr/>
      <dgm:t>
        <a:bodyPr/>
        <a:lstStyle/>
        <a:p>
          <a:endParaRPr lang="en-US"/>
        </a:p>
      </dgm:t>
    </dgm:pt>
    <dgm:pt modelId="{A1E2884A-502A-43D5-B9A7-08D27A433B9D}" type="sibTrans" cxnId="{12C48C6B-5245-4066-8D18-9180D0F3DF4C}">
      <dgm:prSet/>
      <dgm:spPr/>
      <dgm:t>
        <a:bodyPr/>
        <a:lstStyle/>
        <a:p>
          <a:endParaRPr lang="en-US"/>
        </a:p>
      </dgm:t>
    </dgm:pt>
    <dgm:pt modelId="{6B1643DB-458E-4648-9F91-316C29B9F3CB}">
      <dgm:prSet phldrT="[Text]"/>
      <dgm:spPr/>
      <dgm:t>
        <a:bodyPr/>
        <a:lstStyle/>
        <a:p>
          <a:r>
            <a:rPr lang="en-US" dirty="0"/>
            <a:t>MENGUBAH</a:t>
          </a:r>
        </a:p>
      </dgm:t>
    </dgm:pt>
    <dgm:pt modelId="{87FF90C0-F9E2-4673-909E-E990B4E484B2}" type="parTrans" cxnId="{AA4A0377-B186-4056-AFF6-45DDC1D1F922}">
      <dgm:prSet/>
      <dgm:spPr/>
      <dgm:t>
        <a:bodyPr/>
        <a:lstStyle/>
        <a:p>
          <a:endParaRPr lang="en-US"/>
        </a:p>
      </dgm:t>
    </dgm:pt>
    <dgm:pt modelId="{004460BE-C016-4345-B202-C59DA9DBDDB8}" type="sibTrans" cxnId="{AA4A0377-B186-4056-AFF6-45DDC1D1F922}">
      <dgm:prSet/>
      <dgm:spPr/>
      <dgm:t>
        <a:bodyPr/>
        <a:lstStyle/>
        <a:p>
          <a:endParaRPr lang="en-US"/>
        </a:p>
      </dgm:t>
    </dgm:pt>
    <dgm:pt modelId="{8142B06A-406E-47AC-8345-447586E765D9}">
      <dgm:prSet phldrT="[Text]"/>
      <dgm:spPr/>
      <dgm:t>
        <a:bodyPr/>
        <a:lstStyle/>
        <a:p>
          <a:endParaRPr lang="en-US" dirty="0"/>
        </a:p>
      </dgm:t>
    </dgm:pt>
    <dgm:pt modelId="{A91FCAEC-C18C-402C-898D-AA37CE00CBB1}" type="parTrans" cxnId="{9F60C0B6-32A0-4E81-9D31-CC21C0A22538}">
      <dgm:prSet/>
      <dgm:spPr/>
      <dgm:t>
        <a:bodyPr/>
        <a:lstStyle/>
        <a:p>
          <a:endParaRPr lang="en-US"/>
        </a:p>
      </dgm:t>
    </dgm:pt>
    <dgm:pt modelId="{01ACEADC-8C86-4373-8170-3841B2DA71D6}" type="sibTrans" cxnId="{9F60C0B6-32A0-4E81-9D31-CC21C0A22538}">
      <dgm:prSet/>
      <dgm:spPr/>
      <dgm:t>
        <a:bodyPr/>
        <a:lstStyle/>
        <a:p>
          <a:endParaRPr lang="en-US"/>
        </a:p>
      </dgm:t>
    </dgm:pt>
    <dgm:pt modelId="{32AB3433-485B-4023-BEAB-F3517EB2988A}">
      <dgm:prSet/>
      <dgm:spPr/>
      <dgm:t>
        <a:bodyPr/>
        <a:lstStyle/>
        <a:p>
          <a:r>
            <a:rPr lang="en-US" dirty="0"/>
            <a:t>NATIJAH</a:t>
          </a:r>
        </a:p>
      </dgm:t>
    </dgm:pt>
    <dgm:pt modelId="{845BC698-5941-46EF-B3AC-89E86BCC3DA8}" type="parTrans" cxnId="{B8C01093-210A-469B-A583-F99BB6D3D60C}">
      <dgm:prSet/>
      <dgm:spPr/>
      <dgm:t>
        <a:bodyPr/>
        <a:lstStyle/>
        <a:p>
          <a:endParaRPr lang="en-US"/>
        </a:p>
      </dgm:t>
    </dgm:pt>
    <dgm:pt modelId="{6CF40DF6-BE77-4A6C-BC18-9D66DB42D586}" type="sibTrans" cxnId="{B8C01093-210A-469B-A583-F99BB6D3D60C}">
      <dgm:prSet/>
      <dgm:spPr/>
      <dgm:t>
        <a:bodyPr/>
        <a:lstStyle/>
        <a:p>
          <a:endParaRPr lang="en-US"/>
        </a:p>
      </dgm:t>
    </dgm:pt>
    <dgm:pt modelId="{EF95E63F-401A-4A7C-9DC8-9E08C6E0EDDC}">
      <dgm:prSet/>
      <dgm:spPr/>
      <dgm:t>
        <a:bodyPr/>
        <a:lstStyle/>
        <a:p>
          <a:r>
            <a:rPr lang="en-US"/>
            <a:t>NATIJAH JADI</a:t>
          </a:r>
          <a:endParaRPr lang="en-US" dirty="0"/>
        </a:p>
      </dgm:t>
    </dgm:pt>
    <dgm:pt modelId="{D7381BFE-0EB2-4E7C-B11C-592B962956D4}" type="parTrans" cxnId="{E90E5DA6-F437-447E-BB70-AE0C5F3F47F6}">
      <dgm:prSet/>
      <dgm:spPr/>
      <dgm:t>
        <a:bodyPr/>
        <a:lstStyle/>
        <a:p>
          <a:endParaRPr lang="en-US"/>
        </a:p>
      </dgm:t>
    </dgm:pt>
    <dgm:pt modelId="{C4BF1C7D-DD50-464B-B8F0-8D3437F95F26}" type="sibTrans" cxnId="{E90E5DA6-F437-447E-BB70-AE0C5F3F47F6}">
      <dgm:prSet/>
      <dgm:spPr/>
      <dgm:t>
        <a:bodyPr/>
        <a:lstStyle/>
        <a:p>
          <a:endParaRPr lang="en-US"/>
        </a:p>
      </dgm:t>
    </dgm:pt>
    <dgm:pt modelId="{2B1C094A-3D4E-4504-B6A4-803A8999B62B}">
      <dgm:prSet/>
      <dgm:spPr/>
      <dgm:t>
        <a:bodyPr/>
        <a:lstStyle/>
        <a:p>
          <a:r>
            <a:rPr lang="en-US"/>
            <a:t>TUJUAN DI RIDHOI ALLAH</a:t>
          </a:r>
          <a:endParaRPr lang="en-US" dirty="0"/>
        </a:p>
      </dgm:t>
    </dgm:pt>
    <dgm:pt modelId="{7130A15E-4A72-45B2-A541-E27185855505}" type="parTrans" cxnId="{CC40E2C2-6020-42F3-BFA6-8F36231C4CC0}">
      <dgm:prSet/>
      <dgm:spPr/>
      <dgm:t>
        <a:bodyPr/>
        <a:lstStyle/>
        <a:p>
          <a:endParaRPr lang="en-US"/>
        </a:p>
      </dgm:t>
    </dgm:pt>
    <dgm:pt modelId="{D57F83CA-2134-47B6-885B-A0FFAEE74FA9}" type="sibTrans" cxnId="{CC40E2C2-6020-42F3-BFA6-8F36231C4CC0}">
      <dgm:prSet/>
      <dgm:spPr/>
      <dgm:t>
        <a:bodyPr/>
        <a:lstStyle/>
        <a:p>
          <a:endParaRPr lang="en-US"/>
        </a:p>
      </dgm:t>
    </dgm:pt>
    <dgm:pt modelId="{8C2F82C7-962A-47BE-985A-E13E596E0BE0}" type="pres">
      <dgm:prSet presAssocID="{D68D53CA-B421-4082-A723-59FD2783B877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9CB7FEF-D6EE-4B8E-997B-C87FE00E396B}" type="pres">
      <dgm:prSet presAssocID="{D06D9130-6D2F-435F-8CDB-4519266093BC}" presName="compNode" presStyleCnt="0"/>
      <dgm:spPr/>
    </dgm:pt>
    <dgm:pt modelId="{C1F7F651-8BBE-428F-B7C9-3D0F11D27246}" type="pres">
      <dgm:prSet presAssocID="{D06D9130-6D2F-435F-8CDB-4519266093BC}" presName="noGeometry" presStyleCnt="0"/>
      <dgm:spPr/>
    </dgm:pt>
    <dgm:pt modelId="{1C0E83EF-CEDA-42C2-92CD-D23A45B1B7A4}" type="pres">
      <dgm:prSet presAssocID="{D06D9130-6D2F-435F-8CDB-4519266093BC}" presName="childTextVisible" presStyleLbl="b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2100760-E0BF-45DB-87BE-295BCA61C499}" type="pres">
      <dgm:prSet presAssocID="{D06D9130-6D2F-435F-8CDB-4519266093BC}" presName="childTextHidden" presStyleLbl="bgAccFollowNode1" presStyleIdx="0" presStyleCnt="2"/>
      <dgm:spPr/>
      <dgm:t>
        <a:bodyPr/>
        <a:lstStyle/>
        <a:p>
          <a:endParaRPr lang="en-US"/>
        </a:p>
      </dgm:t>
    </dgm:pt>
    <dgm:pt modelId="{6DF03C78-F40E-44E9-B077-811D8B85C2C9}" type="pres">
      <dgm:prSet presAssocID="{D06D9130-6D2F-435F-8CDB-4519266093BC}" presName="parentText" presStyleLbl="node1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DC51D3-D1DE-425C-80EC-D3C8DA70596D}" type="pres">
      <dgm:prSet presAssocID="{D06D9130-6D2F-435F-8CDB-4519266093BC}" presName="aSpace" presStyleCnt="0"/>
      <dgm:spPr/>
    </dgm:pt>
    <dgm:pt modelId="{3923D310-E00D-41E8-B28F-C039589C42F6}" type="pres">
      <dgm:prSet presAssocID="{6B1643DB-458E-4648-9F91-316C29B9F3CB}" presName="compNode" presStyleCnt="0"/>
      <dgm:spPr/>
    </dgm:pt>
    <dgm:pt modelId="{59A172F0-2832-4A7B-957B-E2A3E954ED3B}" type="pres">
      <dgm:prSet presAssocID="{6B1643DB-458E-4648-9F91-316C29B9F3CB}" presName="noGeometry" presStyleCnt="0"/>
      <dgm:spPr/>
    </dgm:pt>
    <dgm:pt modelId="{A62D17C2-6191-450B-A33F-4032C1D62B10}" type="pres">
      <dgm:prSet presAssocID="{6B1643DB-458E-4648-9F91-316C29B9F3CB}" presName="childTextVisible" presStyleLbl="b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E4EC15-F864-462E-9A54-60D5F8BBD095}" type="pres">
      <dgm:prSet presAssocID="{6B1643DB-458E-4648-9F91-316C29B9F3CB}" presName="childTextHidden" presStyleLbl="bgAccFollowNode1" presStyleIdx="1" presStyleCnt="2"/>
      <dgm:spPr/>
      <dgm:t>
        <a:bodyPr/>
        <a:lstStyle/>
        <a:p>
          <a:endParaRPr lang="en-US"/>
        </a:p>
      </dgm:t>
    </dgm:pt>
    <dgm:pt modelId="{FFB0E1A0-C802-4BC8-99B1-52F6C0945FB7}" type="pres">
      <dgm:prSet presAssocID="{6B1643DB-458E-4648-9F91-316C29B9F3CB}" presName="parentText" presStyleLbl="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1940A6-6DE3-48DC-9CCC-B198AD6A6D96}" type="presOf" srcId="{8142B06A-406E-47AC-8345-447586E765D9}" destId="{7CE4EC15-F864-462E-9A54-60D5F8BBD095}" srcOrd="1" destOrd="0" presId="urn:microsoft.com/office/officeart/2005/8/layout/hProcess6"/>
    <dgm:cxn modelId="{BF345903-B30D-4F14-A66D-BF9B8A69F101}" type="presOf" srcId="{D68D53CA-B421-4082-A723-59FD2783B877}" destId="{8C2F82C7-962A-47BE-985A-E13E596E0BE0}" srcOrd="0" destOrd="0" presId="urn:microsoft.com/office/officeart/2005/8/layout/hProcess6"/>
    <dgm:cxn modelId="{C4EA5C68-2A35-4F4A-B381-38B603BE3DD3}" type="presOf" srcId="{2B1C094A-3D4E-4504-B6A4-803A8999B62B}" destId="{A62D17C2-6191-450B-A33F-4032C1D62B10}" srcOrd="0" destOrd="2" presId="urn:microsoft.com/office/officeart/2005/8/layout/hProcess6"/>
    <dgm:cxn modelId="{5581CF78-A581-4B06-A7BF-B2070AEB8C9E}" type="presOf" srcId="{EF95E63F-401A-4A7C-9DC8-9E08C6E0EDDC}" destId="{7CE4EC15-F864-462E-9A54-60D5F8BBD095}" srcOrd="1" destOrd="1" presId="urn:microsoft.com/office/officeart/2005/8/layout/hProcess6"/>
    <dgm:cxn modelId="{90E030F9-0B1E-4397-AA46-08AE8377C970}" type="presOf" srcId="{6B1643DB-458E-4648-9F91-316C29B9F3CB}" destId="{FFB0E1A0-C802-4BC8-99B1-52F6C0945FB7}" srcOrd="0" destOrd="0" presId="urn:microsoft.com/office/officeart/2005/8/layout/hProcess6"/>
    <dgm:cxn modelId="{AA4A0377-B186-4056-AFF6-45DDC1D1F922}" srcId="{D68D53CA-B421-4082-A723-59FD2783B877}" destId="{6B1643DB-458E-4648-9F91-316C29B9F3CB}" srcOrd="1" destOrd="0" parTransId="{87FF90C0-F9E2-4673-909E-E990B4E484B2}" sibTransId="{004460BE-C016-4345-B202-C59DA9DBDDB8}"/>
    <dgm:cxn modelId="{FA3E2477-CC5C-4167-8DF6-178E611F4F81}" type="presOf" srcId="{8142B06A-406E-47AC-8345-447586E765D9}" destId="{A62D17C2-6191-450B-A33F-4032C1D62B10}" srcOrd="0" destOrd="0" presId="urn:microsoft.com/office/officeart/2005/8/layout/hProcess6"/>
    <dgm:cxn modelId="{9F60C0B6-32A0-4E81-9D31-CC21C0A22538}" srcId="{6B1643DB-458E-4648-9F91-316C29B9F3CB}" destId="{8142B06A-406E-47AC-8345-447586E765D9}" srcOrd="0" destOrd="0" parTransId="{A91FCAEC-C18C-402C-898D-AA37CE00CBB1}" sibTransId="{01ACEADC-8C86-4373-8170-3841B2DA71D6}"/>
    <dgm:cxn modelId="{94DC27BE-38D0-4BFF-AC92-02900F34A1F8}" type="presOf" srcId="{D06D9130-6D2F-435F-8CDB-4519266093BC}" destId="{6DF03C78-F40E-44E9-B077-811D8B85C2C9}" srcOrd="0" destOrd="0" presId="urn:microsoft.com/office/officeart/2005/8/layout/hProcess6"/>
    <dgm:cxn modelId="{5AC87A9D-CE95-43FA-B5B8-3A5E65A98821}" type="presOf" srcId="{2B1C094A-3D4E-4504-B6A4-803A8999B62B}" destId="{7CE4EC15-F864-462E-9A54-60D5F8BBD095}" srcOrd="1" destOrd="2" presId="urn:microsoft.com/office/officeart/2005/8/layout/hProcess6"/>
    <dgm:cxn modelId="{37CDE228-BDD3-4F19-BD00-D655D834AA9A}" type="presOf" srcId="{32AB3433-485B-4023-BEAB-F3517EB2988A}" destId="{1C0E83EF-CEDA-42C2-92CD-D23A45B1B7A4}" srcOrd="0" destOrd="1" presId="urn:microsoft.com/office/officeart/2005/8/layout/hProcess6"/>
    <dgm:cxn modelId="{CC40E2C2-6020-42F3-BFA6-8F36231C4CC0}" srcId="{6B1643DB-458E-4648-9F91-316C29B9F3CB}" destId="{2B1C094A-3D4E-4504-B6A4-803A8999B62B}" srcOrd="2" destOrd="0" parTransId="{7130A15E-4A72-45B2-A541-E27185855505}" sibTransId="{D57F83CA-2134-47B6-885B-A0FFAEE74FA9}"/>
    <dgm:cxn modelId="{B8C01093-210A-469B-A583-F99BB6D3D60C}" srcId="{D06D9130-6D2F-435F-8CDB-4519266093BC}" destId="{32AB3433-485B-4023-BEAB-F3517EB2988A}" srcOrd="1" destOrd="0" parTransId="{845BC698-5941-46EF-B3AC-89E86BCC3DA8}" sibTransId="{6CF40DF6-BE77-4A6C-BC18-9D66DB42D586}"/>
    <dgm:cxn modelId="{0C30A358-8702-4392-9931-C1FD02CBFE4D}" type="presOf" srcId="{32AB3433-485B-4023-BEAB-F3517EB2988A}" destId="{52100760-E0BF-45DB-87BE-295BCA61C499}" srcOrd="1" destOrd="1" presId="urn:microsoft.com/office/officeart/2005/8/layout/hProcess6"/>
    <dgm:cxn modelId="{6C874916-E91D-4046-9FCA-A65E3E58BB87}" type="presOf" srcId="{131F0D98-D418-4C5D-8CA8-A40FD4DED1AB}" destId="{1C0E83EF-CEDA-42C2-92CD-D23A45B1B7A4}" srcOrd="0" destOrd="0" presId="urn:microsoft.com/office/officeart/2005/8/layout/hProcess6"/>
    <dgm:cxn modelId="{D705EB8B-043B-4691-9E39-3333FE860CF1}" type="presOf" srcId="{131F0D98-D418-4C5D-8CA8-A40FD4DED1AB}" destId="{52100760-E0BF-45DB-87BE-295BCA61C499}" srcOrd="1" destOrd="0" presId="urn:microsoft.com/office/officeart/2005/8/layout/hProcess6"/>
    <dgm:cxn modelId="{E90E5DA6-F437-447E-BB70-AE0C5F3F47F6}" srcId="{6B1643DB-458E-4648-9F91-316C29B9F3CB}" destId="{EF95E63F-401A-4A7C-9DC8-9E08C6E0EDDC}" srcOrd="1" destOrd="0" parTransId="{D7381BFE-0EB2-4E7C-B11C-592B962956D4}" sibTransId="{C4BF1C7D-DD50-464B-B8F0-8D3437F95F26}"/>
    <dgm:cxn modelId="{12C48C6B-5245-4066-8D18-9180D0F3DF4C}" srcId="{D06D9130-6D2F-435F-8CDB-4519266093BC}" destId="{131F0D98-D418-4C5D-8CA8-A40FD4DED1AB}" srcOrd="0" destOrd="0" parTransId="{B8B64EE5-8765-4A51-B8BC-8CB1683AC46A}" sibTransId="{A1E2884A-502A-43D5-B9A7-08D27A433B9D}"/>
    <dgm:cxn modelId="{6CD48B20-ED5A-4427-9EF0-DF0E0B274076}" srcId="{D68D53CA-B421-4082-A723-59FD2783B877}" destId="{D06D9130-6D2F-435F-8CDB-4519266093BC}" srcOrd="0" destOrd="0" parTransId="{9C3D95FB-467E-4768-AD92-E20A159EF6DC}" sibTransId="{D8AA2778-7540-4D30-9A3F-85FAB25F0DCD}"/>
    <dgm:cxn modelId="{0B82A79E-7298-435D-B47F-5D3829853855}" type="presOf" srcId="{EF95E63F-401A-4A7C-9DC8-9E08C6E0EDDC}" destId="{A62D17C2-6191-450B-A33F-4032C1D62B10}" srcOrd="0" destOrd="1" presId="urn:microsoft.com/office/officeart/2005/8/layout/hProcess6"/>
    <dgm:cxn modelId="{AAC8463A-8B96-489E-9CDC-134F042B1711}" type="presParOf" srcId="{8C2F82C7-962A-47BE-985A-E13E596E0BE0}" destId="{49CB7FEF-D6EE-4B8E-997B-C87FE00E396B}" srcOrd="0" destOrd="0" presId="urn:microsoft.com/office/officeart/2005/8/layout/hProcess6"/>
    <dgm:cxn modelId="{7F66D836-9D12-4C8C-8F78-AB485A1CE59A}" type="presParOf" srcId="{49CB7FEF-D6EE-4B8E-997B-C87FE00E396B}" destId="{C1F7F651-8BBE-428F-B7C9-3D0F11D27246}" srcOrd="0" destOrd="0" presId="urn:microsoft.com/office/officeart/2005/8/layout/hProcess6"/>
    <dgm:cxn modelId="{DF3B5897-4313-4266-86FE-5E6283989AC2}" type="presParOf" srcId="{49CB7FEF-D6EE-4B8E-997B-C87FE00E396B}" destId="{1C0E83EF-CEDA-42C2-92CD-D23A45B1B7A4}" srcOrd="1" destOrd="0" presId="urn:microsoft.com/office/officeart/2005/8/layout/hProcess6"/>
    <dgm:cxn modelId="{6EA9B074-98CE-4CC1-8F5F-6C86FB10BF59}" type="presParOf" srcId="{49CB7FEF-D6EE-4B8E-997B-C87FE00E396B}" destId="{52100760-E0BF-45DB-87BE-295BCA61C499}" srcOrd="2" destOrd="0" presId="urn:microsoft.com/office/officeart/2005/8/layout/hProcess6"/>
    <dgm:cxn modelId="{EC0D613D-8A43-48E7-8FE0-571681E721B1}" type="presParOf" srcId="{49CB7FEF-D6EE-4B8E-997B-C87FE00E396B}" destId="{6DF03C78-F40E-44E9-B077-811D8B85C2C9}" srcOrd="3" destOrd="0" presId="urn:microsoft.com/office/officeart/2005/8/layout/hProcess6"/>
    <dgm:cxn modelId="{8038A327-F20C-473E-8AA0-6467A5404430}" type="presParOf" srcId="{8C2F82C7-962A-47BE-985A-E13E596E0BE0}" destId="{8FDC51D3-D1DE-425C-80EC-D3C8DA70596D}" srcOrd="1" destOrd="0" presId="urn:microsoft.com/office/officeart/2005/8/layout/hProcess6"/>
    <dgm:cxn modelId="{B1B4EF4E-E9C5-4C4A-94D2-B7326876B100}" type="presParOf" srcId="{8C2F82C7-962A-47BE-985A-E13E596E0BE0}" destId="{3923D310-E00D-41E8-B28F-C039589C42F6}" srcOrd="2" destOrd="0" presId="urn:microsoft.com/office/officeart/2005/8/layout/hProcess6"/>
    <dgm:cxn modelId="{0BF8302B-9944-483C-A063-9F2F6C385E8C}" type="presParOf" srcId="{3923D310-E00D-41E8-B28F-C039589C42F6}" destId="{59A172F0-2832-4A7B-957B-E2A3E954ED3B}" srcOrd="0" destOrd="0" presId="urn:microsoft.com/office/officeart/2005/8/layout/hProcess6"/>
    <dgm:cxn modelId="{315682A7-7AF8-4C86-B91B-9FAC6BC1D85F}" type="presParOf" srcId="{3923D310-E00D-41E8-B28F-C039589C42F6}" destId="{A62D17C2-6191-450B-A33F-4032C1D62B10}" srcOrd="1" destOrd="0" presId="urn:microsoft.com/office/officeart/2005/8/layout/hProcess6"/>
    <dgm:cxn modelId="{4D1DEA9C-445B-49A5-8356-A9734CC25C54}" type="presParOf" srcId="{3923D310-E00D-41E8-B28F-C039589C42F6}" destId="{7CE4EC15-F864-462E-9A54-60D5F8BBD095}" srcOrd="2" destOrd="0" presId="urn:microsoft.com/office/officeart/2005/8/layout/hProcess6"/>
    <dgm:cxn modelId="{4D5E4232-F49D-431E-B6C9-1194073B6FE7}" type="presParOf" srcId="{3923D310-E00D-41E8-B28F-C039589C42F6}" destId="{FFB0E1A0-C802-4BC8-99B1-52F6C0945FB7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2365D2F-D9F7-4849-8679-51C925D9A8A2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0887BC-D7B6-4A53-B176-DFD5C62E9594}">
      <dgm:prSet phldrT="[Text]">
        <dgm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MEMBANGKITKAN</a:t>
          </a:r>
        </a:p>
        <a:p>
          <a:r>
            <a:rPr lang="en-US" dirty="0"/>
            <a:t>SEMANGAT</a:t>
          </a:r>
        </a:p>
      </dgm:t>
    </dgm:pt>
    <dgm:pt modelId="{964D3C33-F2F4-4B38-8E89-8AC57337150E}" type="parTrans" cxnId="{C41494F2-0A82-4898-B339-8EB8832CA547}">
      <dgm:prSet/>
      <dgm:spPr/>
      <dgm:t>
        <a:bodyPr/>
        <a:lstStyle/>
        <a:p>
          <a:endParaRPr lang="en-US"/>
        </a:p>
      </dgm:t>
    </dgm:pt>
    <dgm:pt modelId="{212DD752-F0A5-429B-ABA9-7D201578EB0E}" type="sibTrans" cxnId="{C41494F2-0A82-4898-B339-8EB8832CA547}">
      <dgm:prSet/>
      <dgm:spPr/>
      <dgm:t>
        <a:bodyPr/>
        <a:lstStyle/>
        <a:p>
          <a:endParaRPr lang="en-US"/>
        </a:p>
      </dgm:t>
    </dgm:pt>
    <dgm:pt modelId="{282EA897-FFEF-4649-BFA0-BAF26F140B0A}">
      <dgm:prSet phldrT="[Text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MENYAMBUNG GENERASI &amp; PENERUS PERJUANGAN</a:t>
          </a:r>
        </a:p>
      </dgm:t>
    </dgm:pt>
    <dgm:pt modelId="{0A419A70-FB25-4532-B6BA-D5B589344675}" type="parTrans" cxnId="{28D4C2EF-B8A1-483A-B3B0-B6C146A6A00F}">
      <dgm:prSet/>
      <dgm:spPr/>
      <dgm:t>
        <a:bodyPr/>
        <a:lstStyle/>
        <a:p>
          <a:endParaRPr lang="en-US"/>
        </a:p>
      </dgm:t>
    </dgm:pt>
    <dgm:pt modelId="{E07F62F2-DFA8-4F8E-89E1-1FA32C55A195}" type="sibTrans" cxnId="{28D4C2EF-B8A1-483A-B3B0-B6C146A6A00F}">
      <dgm:prSet/>
      <dgm:spPr/>
      <dgm:t>
        <a:bodyPr/>
        <a:lstStyle/>
        <a:p>
          <a:endParaRPr lang="en-US"/>
        </a:p>
      </dgm:t>
    </dgm:pt>
    <dgm:pt modelId="{3B65D30F-FB8B-4A4A-BDF9-4979777C7399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SEBAGAI PENGGANTI GENERASI</a:t>
          </a:r>
        </a:p>
      </dgm:t>
    </dgm:pt>
    <dgm:pt modelId="{F014E0F2-2A60-43B4-882C-749E54FB2F8A}" type="parTrans" cxnId="{78B13E47-C372-4215-B419-23021ED07F94}">
      <dgm:prSet/>
      <dgm:spPr/>
      <dgm:t>
        <a:bodyPr/>
        <a:lstStyle/>
        <a:p>
          <a:endParaRPr lang="en-US"/>
        </a:p>
      </dgm:t>
    </dgm:pt>
    <dgm:pt modelId="{3AE9FA95-87C6-48B3-AF42-A535A23AC268}" type="sibTrans" cxnId="{78B13E47-C372-4215-B419-23021ED07F94}">
      <dgm:prSet/>
      <dgm:spPr/>
      <dgm:t>
        <a:bodyPr/>
        <a:lstStyle/>
        <a:p>
          <a:endParaRPr lang="en-US"/>
        </a:p>
      </dgm:t>
    </dgm:pt>
    <dgm:pt modelId="{BA2BB214-25CD-40D1-808E-44FBCD26FF5F}">
      <dgm:prSet phldrT="[Text]"/>
      <dgm:spPr/>
      <dgm:t>
        <a:bodyPr/>
        <a:lstStyle/>
        <a:p>
          <a:r>
            <a:rPr lang="en-US" dirty="0"/>
            <a:t>MEMPERBAHARUI SEMANGAT &amp; MENTALITAS UMAT</a:t>
          </a:r>
        </a:p>
      </dgm:t>
    </dgm:pt>
    <dgm:pt modelId="{54FE7588-E417-4D7E-AB6F-285B78EB4974}" type="parTrans" cxnId="{B37A48F6-94AF-4CEE-9776-10D8762B7C8E}">
      <dgm:prSet/>
      <dgm:spPr/>
      <dgm:t>
        <a:bodyPr/>
        <a:lstStyle/>
        <a:p>
          <a:endParaRPr lang="en-US"/>
        </a:p>
      </dgm:t>
    </dgm:pt>
    <dgm:pt modelId="{88E9F4B7-DAEF-4879-9950-6F50633354EF}" type="sibTrans" cxnId="{B37A48F6-94AF-4CEE-9776-10D8762B7C8E}">
      <dgm:prSet/>
      <dgm:spPr/>
      <dgm:t>
        <a:bodyPr/>
        <a:lstStyle/>
        <a:p>
          <a:endParaRPr lang="en-US"/>
        </a:p>
      </dgm:t>
    </dgm:pt>
    <dgm:pt modelId="{8EC020D9-9EEE-487F-8FFF-5D6651A91229}">
      <dgm:prSet phldrT="[Text]">
        <dgm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SEBAGAI UNSUR</a:t>
          </a:r>
        </a:p>
        <a:p>
          <a:r>
            <a:rPr lang="en-US" dirty="0"/>
            <a:t>PERBAIKAN</a:t>
          </a:r>
        </a:p>
      </dgm:t>
    </dgm:pt>
    <dgm:pt modelId="{7E3D0D4F-C735-4A3E-91D5-B6F93CAFEB45}" type="parTrans" cxnId="{94B9A335-9277-4F79-B0C0-C91E9904DBD4}">
      <dgm:prSet/>
      <dgm:spPr/>
      <dgm:t>
        <a:bodyPr/>
        <a:lstStyle/>
        <a:p>
          <a:endParaRPr lang="en-US"/>
        </a:p>
      </dgm:t>
    </dgm:pt>
    <dgm:pt modelId="{5FFFD8AF-20DE-4D1E-AFFA-407E3E379FD6}" type="sibTrans" cxnId="{94B9A335-9277-4F79-B0C0-C91E9904DBD4}">
      <dgm:prSet/>
      <dgm:spPr/>
      <dgm:t>
        <a:bodyPr/>
        <a:lstStyle/>
        <a:p>
          <a:endParaRPr lang="en-US"/>
        </a:p>
      </dgm:t>
    </dgm:pt>
    <dgm:pt modelId="{F0ED2F53-82E9-47E2-94F2-B88BBC9CEEA3}" type="pres">
      <dgm:prSet presAssocID="{82365D2F-D9F7-4849-8679-51C925D9A8A2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3D64D06-4C65-42D4-BEBD-CF3CEC8BBC47}" type="pres">
      <dgm:prSet presAssocID="{C40887BC-D7B6-4A53-B176-DFD5C62E9594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9F93EE-9DA2-45CC-857F-D9AAA2B62894}" type="pres">
      <dgm:prSet presAssocID="{212DD752-F0A5-429B-ABA9-7D201578EB0E}" presName="sibTrans" presStyleLbl="sibTrans2D1" presStyleIdx="0" presStyleCnt="5"/>
      <dgm:spPr/>
      <dgm:t>
        <a:bodyPr/>
        <a:lstStyle/>
        <a:p>
          <a:endParaRPr lang="en-US"/>
        </a:p>
      </dgm:t>
    </dgm:pt>
    <dgm:pt modelId="{4757EF10-1CE5-48C3-9DCE-57350DDF31DA}" type="pres">
      <dgm:prSet presAssocID="{212DD752-F0A5-429B-ABA9-7D201578EB0E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F1F52CC2-2874-443C-B29A-418C2924867A}" type="pres">
      <dgm:prSet presAssocID="{282EA897-FFEF-4649-BFA0-BAF26F140B0A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37FDB57-7B55-4C1E-8935-3B6FA758954D}" type="pres">
      <dgm:prSet presAssocID="{E07F62F2-DFA8-4F8E-89E1-1FA32C55A195}" presName="sibTrans" presStyleLbl="sibTrans2D1" presStyleIdx="1" presStyleCnt="5"/>
      <dgm:spPr/>
      <dgm:t>
        <a:bodyPr/>
        <a:lstStyle/>
        <a:p>
          <a:endParaRPr lang="en-US"/>
        </a:p>
      </dgm:t>
    </dgm:pt>
    <dgm:pt modelId="{47D8E44D-56D6-4E92-B7B3-18539A450DEB}" type="pres">
      <dgm:prSet presAssocID="{E07F62F2-DFA8-4F8E-89E1-1FA32C55A195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F9A3936A-E1F9-470B-978A-631622348895}" type="pres">
      <dgm:prSet presAssocID="{3B65D30F-FB8B-4A4A-BDF9-4979777C7399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66EB7F-4F64-428D-A7DB-0B559B695A43}" type="pres">
      <dgm:prSet presAssocID="{3AE9FA95-87C6-48B3-AF42-A535A23AC268}" presName="sibTrans" presStyleLbl="sibTrans2D1" presStyleIdx="2" presStyleCnt="5"/>
      <dgm:spPr/>
      <dgm:t>
        <a:bodyPr/>
        <a:lstStyle/>
        <a:p>
          <a:endParaRPr lang="en-US"/>
        </a:p>
      </dgm:t>
    </dgm:pt>
    <dgm:pt modelId="{E5D5F6FB-571F-4142-8270-A4298ADC239E}" type="pres">
      <dgm:prSet presAssocID="{3AE9FA95-87C6-48B3-AF42-A535A23AC268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FD384382-BC27-422C-9537-E57B235A4E69}" type="pres">
      <dgm:prSet presAssocID="{BA2BB214-25CD-40D1-808E-44FBCD26FF5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E16469-E518-4ECB-826A-4AF331C47CBB}" type="pres">
      <dgm:prSet presAssocID="{88E9F4B7-DAEF-4879-9950-6F50633354EF}" presName="sibTrans" presStyleLbl="sibTrans2D1" presStyleIdx="3" presStyleCnt="5"/>
      <dgm:spPr/>
      <dgm:t>
        <a:bodyPr/>
        <a:lstStyle/>
        <a:p>
          <a:endParaRPr lang="en-US"/>
        </a:p>
      </dgm:t>
    </dgm:pt>
    <dgm:pt modelId="{FDB5E524-061E-4CA2-B6A9-345183D89421}" type="pres">
      <dgm:prSet presAssocID="{88E9F4B7-DAEF-4879-9950-6F50633354EF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15C424FB-3B1C-4817-8C24-65F33AD58DF7}" type="pres">
      <dgm:prSet presAssocID="{8EC020D9-9EEE-487F-8FFF-5D6651A9122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2C3F13-251B-4FF0-AAAB-D0C49D348D38}" type="pres">
      <dgm:prSet presAssocID="{5FFFD8AF-20DE-4D1E-AFFA-407E3E379FD6}" presName="sibTrans" presStyleLbl="sibTrans2D1" presStyleIdx="4" presStyleCnt="5"/>
      <dgm:spPr/>
      <dgm:t>
        <a:bodyPr/>
        <a:lstStyle/>
        <a:p>
          <a:endParaRPr lang="en-US"/>
        </a:p>
      </dgm:t>
    </dgm:pt>
    <dgm:pt modelId="{0B1519D0-AFF0-4E1E-B4FE-D2E91E2B74EE}" type="pres">
      <dgm:prSet presAssocID="{5FFFD8AF-20DE-4D1E-AFFA-407E3E379FD6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91C7837F-546F-44CB-A1AC-F275300DDDF0}" type="presOf" srcId="{3AE9FA95-87C6-48B3-AF42-A535A23AC268}" destId="{FE66EB7F-4F64-428D-A7DB-0B559B695A43}" srcOrd="0" destOrd="0" presId="urn:microsoft.com/office/officeart/2005/8/layout/cycle2"/>
    <dgm:cxn modelId="{94B9A335-9277-4F79-B0C0-C91E9904DBD4}" srcId="{82365D2F-D9F7-4849-8679-51C925D9A8A2}" destId="{8EC020D9-9EEE-487F-8FFF-5D6651A91229}" srcOrd="4" destOrd="0" parTransId="{7E3D0D4F-C735-4A3E-91D5-B6F93CAFEB45}" sibTransId="{5FFFD8AF-20DE-4D1E-AFFA-407E3E379FD6}"/>
    <dgm:cxn modelId="{8E9C019F-AE2C-43D3-B549-B0B904F1B5C9}" type="presOf" srcId="{3AE9FA95-87C6-48B3-AF42-A535A23AC268}" destId="{E5D5F6FB-571F-4142-8270-A4298ADC239E}" srcOrd="1" destOrd="0" presId="urn:microsoft.com/office/officeart/2005/8/layout/cycle2"/>
    <dgm:cxn modelId="{ADBF9FF3-3481-4C9A-A4DF-22D740F02722}" type="presOf" srcId="{88E9F4B7-DAEF-4879-9950-6F50633354EF}" destId="{FDB5E524-061E-4CA2-B6A9-345183D89421}" srcOrd="1" destOrd="0" presId="urn:microsoft.com/office/officeart/2005/8/layout/cycle2"/>
    <dgm:cxn modelId="{0CF25C99-95AB-416B-BC62-B5F11F4AD7E7}" type="presOf" srcId="{8EC020D9-9EEE-487F-8FFF-5D6651A91229}" destId="{15C424FB-3B1C-4817-8C24-65F33AD58DF7}" srcOrd="0" destOrd="0" presId="urn:microsoft.com/office/officeart/2005/8/layout/cycle2"/>
    <dgm:cxn modelId="{AFF923A7-29B6-4FBD-827C-065345ED96D8}" type="presOf" srcId="{3B65D30F-FB8B-4A4A-BDF9-4979777C7399}" destId="{F9A3936A-E1F9-470B-978A-631622348895}" srcOrd="0" destOrd="0" presId="urn:microsoft.com/office/officeart/2005/8/layout/cycle2"/>
    <dgm:cxn modelId="{0AE9E464-E8E4-4C66-936D-92B414691B48}" type="presOf" srcId="{BA2BB214-25CD-40D1-808E-44FBCD26FF5F}" destId="{FD384382-BC27-422C-9537-E57B235A4E69}" srcOrd="0" destOrd="0" presId="urn:microsoft.com/office/officeart/2005/8/layout/cycle2"/>
    <dgm:cxn modelId="{C8CA9464-3E97-49C8-BBE2-6D87DC0E6881}" type="presOf" srcId="{E07F62F2-DFA8-4F8E-89E1-1FA32C55A195}" destId="{47D8E44D-56D6-4E92-B7B3-18539A450DEB}" srcOrd="1" destOrd="0" presId="urn:microsoft.com/office/officeart/2005/8/layout/cycle2"/>
    <dgm:cxn modelId="{C41494F2-0A82-4898-B339-8EB8832CA547}" srcId="{82365D2F-D9F7-4849-8679-51C925D9A8A2}" destId="{C40887BC-D7B6-4A53-B176-DFD5C62E9594}" srcOrd="0" destOrd="0" parTransId="{964D3C33-F2F4-4B38-8E89-8AC57337150E}" sibTransId="{212DD752-F0A5-429B-ABA9-7D201578EB0E}"/>
    <dgm:cxn modelId="{78B13E47-C372-4215-B419-23021ED07F94}" srcId="{82365D2F-D9F7-4849-8679-51C925D9A8A2}" destId="{3B65D30F-FB8B-4A4A-BDF9-4979777C7399}" srcOrd="2" destOrd="0" parTransId="{F014E0F2-2A60-43B4-882C-749E54FB2F8A}" sibTransId="{3AE9FA95-87C6-48B3-AF42-A535A23AC268}"/>
    <dgm:cxn modelId="{D19AD43E-0AB6-42B6-9054-07E5CE12B229}" type="presOf" srcId="{5FFFD8AF-20DE-4D1E-AFFA-407E3E379FD6}" destId="{DA2C3F13-251B-4FF0-AAAB-D0C49D348D38}" srcOrd="0" destOrd="0" presId="urn:microsoft.com/office/officeart/2005/8/layout/cycle2"/>
    <dgm:cxn modelId="{E287C882-DC7B-4F65-9C1D-F334CBD1DB50}" type="presOf" srcId="{88E9F4B7-DAEF-4879-9950-6F50633354EF}" destId="{A7E16469-E518-4ECB-826A-4AF331C47CBB}" srcOrd="0" destOrd="0" presId="urn:microsoft.com/office/officeart/2005/8/layout/cycle2"/>
    <dgm:cxn modelId="{3031F111-382A-489A-9FAB-9441FE0CEE9A}" type="presOf" srcId="{212DD752-F0A5-429B-ABA9-7D201578EB0E}" destId="{349F93EE-9DA2-45CC-857F-D9AAA2B62894}" srcOrd="0" destOrd="0" presId="urn:microsoft.com/office/officeart/2005/8/layout/cycle2"/>
    <dgm:cxn modelId="{8C28DBF3-69B8-41AC-AAB9-4063D2276985}" type="presOf" srcId="{C40887BC-D7B6-4A53-B176-DFD5C62E9594}" destId="{13D64D06-4C65-42D4-BEBD-CF3CEC8BBC47}" srcOrd="0" destOrd="0" presId="urn:microsoft.com/office/officeart/2005/8/layout/cycle2"/>
    <dgm:cxn modelId="{7F22D2C9-E71D-46B1-89B6-091F95C85765}" type="presOf" srcId="{282EA897-FFEF-4649-BFA0-BAF26F140B0A}" destId="{F1F52CC2-2874-443C-B29A-418C2924867A}" srcOrd="0" destOrd="0" presId="urn:microsoft.com/office/officeart/2005/8/layout/cycle2"/>
    <dgm:cxn modelId="{CF43B6AA-DCE5-413C-B72B-FF33FF0F5901}" type="presOf" srcId="{212DD752-F0A5-429B-ABA9-7D201578EB0E}" destId="{4757EF10-1CE5-48C3-9DCE-57350DDF31DA}" srcOrd="1" destOrd="0" presId="urn:microsoft.com/office/officeart/2005/8/layout/cycle2"/>
    <dgm:cxn modelId="{28D4C2EF-B8A1-483A-B3B0-B6C146A6A00F}" srcId="{82365D2F-D9F7-4849-8679-51C925D9A8A2}" destId="{282EA897-FFEF-4649-BFA0-BAF26F140B0A}" srcOrd="1" destOrd="0" parTransId="{0A419A70-FB25-4532-B6BA-D5B589344675}" sibTransId="{E07F62F2-DFA8-4F8E-89E1-1FA32C55A195}"/>
    <dgm:cxn modelId="{7B90368E-34A3-4F45-ABDC-ED8458FF8D78}" type="presOf" srcId="{82365D2F-D9F7-4849-8679-51C925D9A8A2}" destId="{F0ED2F53-82E9-47E2-94F2-B88BBC9CEEA3}" srcOrd="0" destOrd="0" presId="urn:microsoft.com/office/officeart/2005/8/layout/cycle2"/>
    <dgm:cxn modelId="{EE07A827-8AF1-4AE7-A835-00A47B7030B0}" type="presOf" srcId="{E07F62F2-DFA8-4F8E-89E1-1FA32C55A195}" destId="{537FDB57-7B55-4C1E-8935-3B6FA758954D}" srcOrd="0" destOrd="0" presId="urn:microsoft.com/office/officeart/2005/8/layout/cycle2"/>
    <dgm:cxn modelId="{EACDA776-3027-4BC0-8565-D8E38E1A3DF3}" type="presOf" srcId="{5FFFD8AF-20DE-4D1E-AFFA-407E3E379FD6}" destId="{0B1519D0-AFF0-4E1E-B4FE-D2E91E2B74EE}" srcOrd="1" destOrd="0" presId="urn:microsoft.com/office/officeart/2005/8/layout/cycle2"/>
    <dgm:cxn modelId="{B37A48F6-94AF-4CEE-9776-10D8762B7C8E}" srcId="{82365D2F-D9F7-4849-8679-51C925D9A8A2}" destId="{BA2BB214-25CD-40D1-808E-44FBCD26FF5F}" srcOrd="3" destOrd="0" parTransId="{54FE7588-E417-4D7E-AB6F-285B78EB4974}" sibTransId="{88E9F4B7-DAEF-4879-9950-6F50633354EF}"/>
    <dgm:cxn modelId="{90319640-3A3D-494D-B634-6FBC4BAAA96B}" type="presParOf" srcId="{F0ED2F53-82E9-47E2-94F2-B88BBC9CEEA3}" destId="{13D64D06-4C65-42D4-BEBD-CF3CEC8BBC47}" srcOrd="0" destOrd="0" presId="urn:microsoft.com/office/officeart/2005/8/layout/cycle2"/>
    <dgm:cxn modelId="{496DA699-02EC-4B4C-B810-D58D4FEE5139}" type="presParOf" srcId="{F0ED2F53-82E9-47E2-94F2-B88BBC9CEEA3}" destId="{349F93EE-9DA2-45CC-857F-D9AAA2B62894}" srcOrd="1" destOrd="0" presId="urn:microsoft.com/office/officeart/2005/8/layout/cycle2"/>
    <dgm:cxn modelId="{97DED932-EADD-48B6-951C-74286074955D}" type="presParOf" srcId="{349F93EE-9DA2-45CC-857F-D9AAA2B62894}" destId="{4757EF10-1CE5-48C3-9DCE-57350DDF31DA}" srcOrd="0" destOrd="0" presId="urn:microsoft.com/office/officeart/2005/8/layout/cycle2"/>
    <dgm:cxn modelId="{C2147FE5-81A7-4164-AF92-FC9080F66A19}" type="presParOf" srcId="{F0ED2F53-82E9-47E2-94F2-B88BBC9CEEA3}" destId="{F1F52CC2-2874-443C-B29A-418C2924867A}" srcOrd="2" destOrd="0" presId="urn:microsoft.com/office/officeart/2005/8/layout/cycle2"/>
    <dgm:cxn modelId="{EF2C0E8F-B5E9-41F9-A66C-C31FDF253C9D}" type="presParOf" srcId="{F0ED2F53-82E9-47E2-94F2-B88BBC9CEEA3}" destId="{537FDB57-7B55-4C1E-8935-3B6FA758954D}" srcOrd="3" destOrd="0" presId="urn:microsoft.com/office/officeart/2005/8/layout/cycle2"/>
    <dgm:cxn modelId="{DAF6EB38-7B25-4C2F-9755-8A5C56D2A685}" type="presParOf" srcId="{537FDB57-7B55-4C1E-8935-3B6FA758954D}" destId="{47D8E44D-56D6-4E92-B7B3-18539A450DEB}" srcOrd="0" destOrd="0" presId="urn:microsoft.com/office/officeart/2005/8/layout/cycle2"/>
    <dgm:cxn modelId="{537BF888-5ED1-4AE8-93E2-044F40223A8E}" type="presParOf" srcId="{F0ED2F53-82E9-47E2-94F2-B88BBC9CEEA3}" destId="{F9A3936A-E1F9-470B-978A-631622348895}" srcOrd="4" destOrd="0" presId="urn:microsoft.com/office/officeart/2005/8/layout/cycle2"/>
    <dgm:cxn modelId="{6FCD9F85-E162-4841-A426-96F06D1E05E4}" type="presParOf" srcId="{F0ED2F53-82E9-47E2-94F2-B88BBC9CEEA3}" destId="{FE66EB7F-4F64-428D-A7DB-0B559B695A43}" srcOrd="5" destOrd="0" presId="urn:microsoft.com/office/officeart/2005/8/layout/cycle2"/>
    <dgm:cxn modelId="{B8DDAA7E-C2DC-4F60-952E-B40F67E778F8}" type="presParOf" srcId="{FE66EB7F-4F64-428D-A7DB-0B559B695A43}" destId="{E5D5F6FB-571F-4142-8270-A4298ADC239E}" srcOrd="0" destOrd="0" presId="urn:microsoft.com/office/officeart/2005/8/layout/cycle2"/>
    <dgm:cxn modelId="{716E423E-FB66-48B8-BDAF-DD8403A2A685}" type="presParOf" srcId="{F0ED2F53-82E9-47E2-94F2-B88BBC9CEEA3}" destId="{FD384382-BC27-422C-9537-E57B235A4E69}" srcOrd="6" destOrd="0" presId="urn:microsoft.com/office/officeart/2005/8/layout/cycle2"/>
    <dgm:cxn modelId="{94766485-2E2C-406C-AD0D-B6E314645588}" type="presParOf" srcId="{F0ED2F53-82E9-47E2-94F2-B88BBC9CEEA3}" destId="{A7E16469-E518-4ECB-826A-4AF331C47CBB}" srcOrd="7" destOrd="0" presId="urn:microsoft.com/office/officeart/2005/8/layout/cycle2"/>
    <dgm:cxn modelId="{48A0F567-48E0-4377-B99D-E3C0F018A542}" type="presParOf" srcId="{A7E16469-E518-4ECB-826A-4AF331C47CBB}" destId="{FDB5E524-061E-4CA2-B6A9-345183D89421}" srcOrd="0" destOrd="0" presId="urn:microsoft.com/office/officeart/2005/8/layout/cycle2"/>
    <dgm:cxn modelId="{017CD9C0-1687-43ED-AFD2-29CAA465EA7B}" type="presParOf" srcId="{F0ED2F53-82E9-47E2-94F2-B88BBC9CEEA3}" destId="{15C424FB-3B1C-4817-8C24-65F33AD58DF7}" srcOrd="8" destOrd="0" presId="urn:microsoft.com/office/officeart/2005/8/layout/cycle2"/>
    <dgm:cxn modelId="{E93FAE69-1E28-4E8B-A807-0F0BD6874C92}" type="presParOf" srcId="{F0ED2F53-82E9-47E2-94F2-B88BBC9CEEA3}" destId="{DA2C3F13-251B-4FF0-AAAB-D0C49D348D38}" srcOrd="9" destOrd="0" presId="urn:microsoft.com/office/officeart/2005/8/layout/cycle2"/>
    <dgm:cxn modelId="{522BFCCE-8FE0-42D1-816C-4E3180B9631E}" type="presParOf" srcId="{DA2C3F13-251B-4FF0-AAAB-D0C49D348D38}" destId="{0B1519D0-AFF0-4E1E-B4FE-D2E91E2B74EE}" srcOrd="0" destOrd="0" presId="urn:microsoft.com/office/officeart/2005/8/layout/cycle2"/>
  </dgm:cxnLst>
  <dgm:bg>
    <a:effectLst>
      <a:glow rad="101600">
        <a:schemeClr val="accent5">
          <a:satMod val="175000"/>
          <a:alpha val="40000"/>
        </a:schemeClr>
      </a:glow>
    </a:effectLst>
  </dgm:bg>
  <dgm:whole>
    <a:ln>
      <a:solidFill>
        <a:srgbClr val="00B0F0"/>
      </a:solidFill>
    </a:ln>
  </dgm:whole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2CC62-7D95-49D7-90F3-61E746E31255}">
      <dsp:nvSpPr>
        <dsp:cNvPr id="0" name=""/>
        <dsp:cNvSpPr/>
      </dsp:nvSpPr>
      <dsp:spPr>
        <a:xfrm>
          <a:off x="609599" y="0"/>
          <a:ext cx="6908800" cy="3554159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4074D7-3C73-40F4-AE35-160C1EAD89C8}">
      <dsp:nvSpPr>
        <dsp:cNvPr id="0" name=""/>
        <dsp:cNvSpPr/>
      </dsp:nvSpPr>
      <dsp:spPr>
        <a:xfrm>
          <a:off x="2348" y="1066247"/>
          <a:ext cx="2610798" cy="14216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0070C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NIKMAT BESAR</a:t>
          </a:r>
        </a:p>
      </dsp:txBody>
      <dsp:txXfrm>
        <a:off x="71748" y="1135647"/>
        <a:ext cx="2471998" cy="1282863"/>
      </dsp:txXfrm>
    </dsp:sp>
    <dsp:sp modelId="{46A51E53-B6E8-40B7-B468-60D636C309F7}">
      <dsp:nvSpPr>
        <dsp:cNvPr id="0" name=""/>
        <dsp:cNvSpPr/>
      </dsp:nvSpPr>
      <dsp:spPr>
        <a:xfrm>
          <a:off x="2758600" y="1066247"/>
          <a:ext cx="2610798" cy="1421663"/>
        </a:xfrm>
        <a:prstGeom prst="roundRect">
          <a:avLst/>
        </a:prstGeom>
        <a:solidFill>
          <a:srgbClr val="00B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SEBAIK BAIK AMAL</a:t>
          </a:r>
        </a:p>
      </dsp:txBody>
      <dsp:txXfrm>
        <a:off x="2828000" y="1135647"/>
        <a:ext cx="2471998" cy="1282863"/>
      </dsp:txXfrm>
    </dsp:sp>
    <dsp:sp modelId="{11074851-270F-46AC-B30D-FA04A572F4EE}">
      <dsp:nvSpPr>
        <dsp:cNvPr id="0" name=""/>
        <dsp:cNvSpPr/>
      </dsp:nvSpPr>
      <dsp:spPr>
        <a:xfrm>
          <a:off x="5501687" y="1066247"/>
          <a:ext cx="2610798" cy="1421663"/>
        </a:xfrm>
        <a:prstGeom prst="roundRect">
          <a:avLst/>
        </a:prstGeom>
        <a:solidFill>
          <a:srgbClr val="FF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TUGAS PARA ROSUL</a:t>
          </a:r>
        </a:p>
      </dsp:txBody>
      <dsp:txXfrm>
        <a:off x="5571087" y="1135647"/>
        <a:ext cx="2471998" cy="12828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B040C-4503-4239-A263-22A9F3322466}">
      <dsp:nvSpPr>
        <dsp:cNvPr id="0" name=""/>
        <dsp:cNvSpPr/>
      </dsp:nvSpPr>
      <dsp:spPr>
        <a:xfrm rot="19200000">
          <a:off x="1364327" y="741372"/>
          <a:ext cx="1794396" cy="1166357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38100" rIns="1143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BAHASA</a:t>
          </a:r>
        </a:p>
      </dsp:txBody>
      <dsp:txXfrm>
        <a:off x="1439563" y="791649"/>
        <a:ext cx="1680522" cy="1109420"/>
      </dsp:txXfrm>
    </dsp:sp>
    <dsp:sp modelId="{458842A8-F83D-427A-BC8E-3A488FBFE67F}">
      <dsp:nvSpPr>
        <dsp:cNvPr id="0" name=""/>
        <dsp:cNvSpPr/>
      </dsp:nvSpPr>
      <dsp:spPr>
        <a:xfrm>
          <a:off x="3400957" y="39831"/>
          <a:ext cx="1794396" cy="1166357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38100" rIns="1143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MAKNA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DAKWAH</a:t>
          </a:r>
        </a:p>
      </dsp:txBody>
      <dsp:txXfrm>
        <a:off x="3457894" y="96768"/>
        <a:ext cx="1680522" cy="1109420"/>
      </dsp:txXfrm>
    </dsp:sp>
    <dsp:sp modelId="{20F35A14-7C92-4920-B07E-1620F8321FCB}">
      <dsp:nvSpPr>
        <dsp:cNvPr id="0" name=""/>
        <dsp:cNvSpPr/>
      </dsp:nvSpPr>
      <dsp:spPr>
        <a:xfrm rot="2400000">
          <a:off x="5437588" y="741372"/>
          <a:ext cx="1794396" cy="1166357"/>
        </a:xfrm>
        <a:prstGeom prst="round2Same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rgbClr val="FF000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38100" rIns="11430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ISTILAH</a:t>
          </a:r>
        </a:p>
      </dsp:txBody>
      <dsp:txXfrm>
        <a:off x="5476226" y="791649"/>
        <a:ext cx="1680522" cy="11094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98D68-BC50-4228-ACD0-7A3372AFC064}">
      <dsp:nvSpPr>
        <dsp:cNvPr id="0" name=""/>
        <dsp:cNvSpPr/>
      </dsp:nvSpPr>
      <dsp:spPr>
        <a:xfrm>
          <a:off x="3179111" y="1489"/>
          <a:ext cx="2236197" cy="1064045"/>
        </a:xfrm>
        <a:prstGeom prst="roundRect">
          <a:avLst/>
        </a:prstGeom>
        <a:solidFill>
          <a:schemeClr val="tx1">
            <a:lumMod val="65000"/>
            <a:lumOff val="35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DAKWAH</a:t>
          </a:r>
        </a:p>
      </dsp:txBody>
      <dsp:txXfrm>
        <a:off x="3231053" y="53431"/>
        <a:ext cx="2132313" cy="960161"/>
      </dsp:txXfrm>
    </dsp:sp>
    <dsp:sp modelId="{2261490B-851C-4D38-A227-8A2800E0459C}">
      <dsp:nvSpPr>
        <dsp:cNvPr id="0" name=""/>
        <dsp:cNvSpPr/>
      </dsp:nvSpPr>
      <dsp:spPr>
        <a:xfrm>
          <a:off x="2172005" y="533511"/>
          <a:ext cx="4250410" cy="4250410"/>
        </a:xfrm>
        <a:custGeom>
          <a:avLst/>
          <a:gdLst/>
          <a:ahLst/>
          <a:cxnLst/>
          <a:rect l="0" t="0" r="0" b="0"/>
          <a:pathLst>
            <a:path>
              <a:moveTo>
                <a:pt x="3250885" y="322612"/>
              </a:moveTo>
              <a:arcTo wR="2125205" hR="2125205" stAng="18119032" swAng="1425850"/>
            </a:path>
          </a:pathLst>
        </a:custGeom>
        <a:noFill/>
        <a:ln w="12700" cap="rnd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350B0A-F13A-4538-A560-1EDE8CF8AD77}">
      <dsp:nvSpPr>
        <dsp:cNvPr id="0" name=""/>
        <dsp:cNvSpPr/>
      </dsp:nvSpPr>
      <dsp:spPr>
        <a:xfrm>
          <a:off x="5258284" y="1469969"/>
          <a:ext cx="2120233" cy="1064045"/>
        </a:xfrm>
        <a:prstGeom prst="roundRect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AN-NAAS</a:t>
          </a:r>
        </a:p>
      </dsp:txBody>
      <dsp:txXfrm>
        <a:off x="5310226" y="1521911"/>
        <a:ext cx="2016349" cy="960161"/>
      </dsp:txXfrm>
    </dsp:sp>
    <dsp:sp modelId="{82997F20-8581-41AD-9AAD-77F6F1E1C16A}">
      <dsp:nvSpPr>
        <dsp:cNvPr id="0" name=""/>
        <dsp:cNvSpPr/>
      </dsp:nvSpPr>
      <dsp:spPr>
        <a:xfrm>
          <a:off x="2172005" y="533511"/>
          <a:ext cx="4250410" cy="4250410"/>
        </a:xfrm>
        <a:custGeom>
          <a:avLst/>
          <a:gdLst/>
          <a:ahLst/>
          <a:cxnLst/>
          <a:rect l="0" t="0" r="0" b="0"/>
          <a:pathLst>
            <a:path>
              <a:moveTo>
                <a:pt x="4247503" y="2014084"/>
              </a:moveTo>
              <a:arcTo wR="2125205" hR="2125205" stAng="21420168" swAng="2195692"/>
            </a:path>
          </a:pathLst>
        </a:custGeom>
        <a:noFill/>
        <a:ln w="12700" cap="rnd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BB02E1-6F24-4A12-BA76-67D57A552A3E}">
      <dsp:nvSpPr>
        <dsp:cNvPr id="0" name=""/>
        <dsp:cNvSpPr/>
      </dsp:nvSpPr>
      <dsp:spPr>
        <a:xfrm>
          <a:off x="4322297" y="3846021"/>
          <a:ext cx="2448155" cy="1064045"/>
        </a:xfrm>
        <a:prstGeom prst="roundRect">
          <a:avLst/>
        </a:prstGeom>
        <a:solidFill>
          <a:srgbClr val="FF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ILA ALLAH</a:t>
          </a:r>
        </a:p>
      </dsp:txBody>
      <dsp:txXfrm>
        <a:off x="4374239" y="3897963"/>
        <a:ext cx="2344271" cy="960161"/>
      </dsp:txXfrm>
    </dsp:sp>
    <dsp:sp modelId="{653D7266-28BB-493E-BE7A-AF694BE60EFF}">
      <dsp:nvSpPr>
        <dsp:cNvPr id="0" name=""/>
        <dsp:cNvSpPr/>
      </dsp:nvSpPr>
      <dsp:spPr>
        <a:xfrm>
          <a:off x="2172005" y="533511"/>
          <a:ext cx="4250410" cy="4250410"/>
        </a:xfrm>
        <a:custGeom>
          <a:avLst/>
          <a:gdLst/>
          <a:ahLst/>
          <a:cxnLst/>
          <a:rect l="0" t="0" r="0" b="0"/>
          <a:pathLst>
            <a:path>
              <a:moveTo>
                <a:pt x="2147638" y="4250292"/>
              </a:moveTo>
              <a:arcTo wR="2125205" hR="2125205" stAng="5363712" swAng="420970"/>
            </a:path>
          </a:pathLst>
        </a:custGeom>
        <a:noFill/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A171E1-59B7-4778-B2DC-74097CFD8784}">
      <dsp:nvSpPr>
        <dsp:cNvPr id="0" name=""/>
        <dsp:cNvSpPr/>
      </dsp:nvSpPr>
      <dsp:spPr>
        <a:xfrm>
          <a:off x="2038831" y="3846021"/>
          <a:ext cx="2018428" cy="1064045"/>
        </a:xfrm>
        <a:prstGeom prst="roundRect">
          <a:avLst/>
        </a:prstGeom>
        <a:solidFill>
          <a:srgbClr val="7030A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METODE</a:t>
          </a:r>
        </a:p>
      </dsp:txBody>
      <dsp:txXfrm>
        <a:off x="2090773" y="3897963"/>
        <a:ext cx="1914544" cy="960161"/>
      </dsp:txXfrm>
    </dsp:sp>
    <dsp:sp modelId="{59528500-D80E-46D7-8DFE-1F12DE065A72}">
      <dsp:nvSpPr>
        <dsp:cNvPr id="0" name=""/>
        <dsp:cNvSpPr/>
      </dsp:nvSpPr>
      <dsp:spPr>
        <a:xfrm>
          <a:off x="2172005" y="533511"/>
          <a:ext cx="4250410" cy="4250410"/>
        </a:xfrm>
        <a:custGeom>
          <a:avLst/>
          <a:gdLst/>
          <a:ahLst/>
          <a:cxnLst/>
          <a:rect l="0" t="0" r="0" b="0"/>
          <a:pathLst>
            <a:path>
              <a:moveTo>
                <a:pt x="355028" y="3301204"/>
              </a:moveTo>
              <a:arcTo wR="2125205" hR="2125205" stAng="8784140" swAng="2195692"/>
            </a:path>
          </a:pathLst>
        </a:custGeom>
        <a:noFill/>
        <a:ln w="12700" cap="rnd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FC205B-51E9-4A5F-AF5E-A134963F3A3A}">
      <dsp:nvSpPr>
        <dsp:cNvPr id="0" name=""/>
        <dsp:cNvSpPr/>
      </dsp:nvSpPr>
      <dsp:spPr>
        <a:xfrm>
          <a:off x="1217794" y="1469969"/>
          <a:ext cx="2116451" cy="10640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TARGET</a:t>
          </a:r>
        </a:p>
      </dsp:txBody>
      <dsp:txXfrm>
        <a:off x="1269736" y="1521911"/>
        <a:ext cx="2012567" cy="960161"/>
      </dsp:txXfrm>
    </dsp:sp>
    <dsp:sp modelId="{DB0784B4-969A-47C1-B61E-715E034451E3}">
      <dsp:nvSpPr>
        <dsp:cNvPr id="0" name=""/>
        <dsp:cNvSpPr/>
      </dsp:nvSpPr>
      <dsp:spPr>
        <a:xfrm>
          <a:off x="2172005" y="533511"/>
          <a:ext cx="4250410" cy="4250410"/>
        </a:xfrm>
        <a:custGeom>
          <a:avLst/>
          <a:gdLst/>
          <a:ahLst/>
          <a:cxnLst/>
          <a:rect l="0" t="0" r="0" b="0"/>
          <a:pathLst>
            <a:path>
              <a:moveTo>
                <a:pt x="368573" y="929069"/>
              </a:moveTo>
              <a:arcTo wR="2125205" hR="2125205" stAng="12855117" swAng="1425850"/>
            </a:path>
          </a:pathLst>
        </a:custGeom>
        <a:noFill/>
        <a:ln w="12700" cap="rnd" cmpd="sng" algn="ctr">
          <a:solidFill>
            <a:schemeClr val="tx1"/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B91F28-65D8-4D40-9771-93AB8C20E40C}">
      <dsp:nvSpPr>
        <dsp:cNvPr id="0" name=""/>
        <dsp:cNvSpPr/>
      </dsp:nvSpPr>
      <dsp:spPr>
        <a:xfrm>
          <a:off x="611897" y="316522"/>
          <a:ext cx="2429185" cy="2123413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JAHIL, JADI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MA’RIFAH</a:t>
          </a:r>
        </a:p>
      </dsp:txBody>
      <dsp:txXfrm>
        <a:off x="1219193" y="635034"/>
        <a:ext cx="1184228" cy="1486389"/>
      </dsp:txXfrm>
    </dsp:sp>
    <dsp:sp modelId="{1D80731D-FA2E-4B40-A5F2-D09B47499CA5}">
      <dsp:nvSpPr>
        <dsp:cNvPr id="0" name=""/>
        <dsp:cNvSpPr/>
      </dsp:nvSpPr>
      <dsp:spPr>
        <a:xfrm>
          <a:off x="4600" y="770933"/>
          <a:ext cx="1214592" cy="121459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MENGUBAH</a:t>
          </a:r>
        </a:p>
      </dsp:txBody>
      <dsp:txXfrm>
        <a:off x="182473" y="948806"/>
        <a:ext cx="858846" cy="858846"/>
      </dsp:txXfrm>
    </dsp:sp>
    <dsp:sp modelId="{1C0E83EF-CEDA-42C2-92CD-D23A45B1B7A4}">
      <dsp:nvSpPr>
        <dsp:cNvPr id="0" name=""/>
        <dsp:cNvSpPr/>
      </dsp:nvSpPr>
      <dsp:spPr>
        <a:xfrm>
          <a:off x="3800202" y="316522"/>
          <a:ext cx="2429185" cy="2123413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-829086"/>
            <a:satOff val="574"/>
            <a:lumOff val="13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-829086"/>
              <a:satOff val="574"/>
              <a:lumOff val="1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MA’RIFAH, JADI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FIKRAH</a:t>
          </a:r>
        </a:p>
      </dsp:txBody>
      <dsp:txXfrm>
        <a:off x="4407499" y="635034"/>
        <a:ext cx="1184228" cy="1486389"/>
      </dsp:txXfrm>
    </dsp:sp>
    <dsp:sp modelId="{6DF03C78-F40E-44E9-B077-811D8B85C2C9}">
      <dsp:nvSpPr>
        <dsp:cNvPr id="0" name=""/>
        <dsp:cNvSpPr/>
      </dsp:nvSpPr>
      <dsp:spPr>
        <a:xfrm>
          <a:off x="3192906" y="770933"/>
          <a:ext cx="1214592" cy="1214592"/>
        </a:xfrm>
        <a:prstGeom prst="ellipse">
          <a:avLst/>
        </a:prstGeom>
        <a:solidFill>
          <a:schemeClr val="accent3">
            <a:hueOff val="-716701"/>
            <a:satOff val="590"/>
            <a:lumOff val="-49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MERUBAH</a:t>
          </a:r>
        </a:p>
      </dsp:txBody>
      <dsp:txXfrm>
        <a:off x="3370779" y="948806"/>
        <a:ext cx="858846" cy="858846"/>
      </dsp:txXfrm>
    </dsp:sp>
    <dsp:sp modelId="{A62D17C2-6191-450B-A33F-4032C1D62B10}">
      <dsp:nvSpPr>
        <dsp:cNvPr id="0" name=""/>
        <dsp:cNvSpPr/>
      </dsp:nvSpPr>
      <dsp:spPr>
        <a:xfrm>
          <a:off x="6988508" y="316522"/>
          <a:ext cx="2429185" cy="2123413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-1658172"/>
            <a:satOff val="1149"/>
            <a:lumOff val="26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-1658172"/>
              <a:satOff val="1149"/>
              <a:lumOff val="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10160" rIns="2032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FIKRAH, JADI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HAROKAH</a:t>
          </a:r>
        </a:p>
      </dsp:txBody>
      <dsp:txXfrm>
        <a:off x="7595805" y="635034"/>
        <a:ext cx="1184228" cy="1486389"/>
      </dsp:txXfrm>
    </dsp:sp>
    <dsp:sp modelId="{FFB0E1A0-C802-4BC8-99B1-52F6C0945FB7}">
      <dsp:nvSpPr>
        <dsp:cNvPr id="0" name=""/>
        <dsp:cNvSpPr/>
      </dsp:nvSpPr>
      <dsp:spPr>
        <a:xfrm>
          <a:off x="6381212" y="770933"/>
          <a:ext cx="1214592" cy="1214592"/>
        </a:xfrm>
        <a:prstGeom prst="ellipse">
          <a:avLst/>
        </a:prstGeom>
        <a:solidFill>
          <a:schemeClr val="accent3">
            <a:hueOff val="-1433403"/>
            <a:satOff val="1180"/>
            <a:lumOff val="-98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MENINGKATKAN</a:t>
          </a:r>
        </a:p>
      </dsp:txBody>
      <dsp:txXfrm>
        <a:off x="6559085" y="948806"/>
        <a:ext cx="858846" cy="8588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E83EF-CEDA-42C2-92CD-D23A45B1B7A4}">
      <dsp:nvSpPr>
        <dsp:cNvPr id="0" name=""/>
        <dsp:cNvSpPr/>
      </dsp:nvSpPr>
      <dsp:spPr>
        <a:xfrm>
          <a:off x="838749" y="110605"/>
          <a:ext cx="3354576" cy="2932322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29210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HAROKAH JADI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NATIJAH</a:t>
          </a:r>
        </a:p>
      </dsp:txBody>
      <dsp:txXfrm>
        <a:off x="1677393" y="550453"/>
        <a:ext cx="1635356" cy="2052626"/>
      </dsp:txXfrm>
    </dsp:sp>
    <dsp:sp modelId="{6DF03C78-F40E-44E9-B077-811D8B85C2C9}">
      <dsp:nvSpPr>
        <dsp:cNvPr id="0" name=""/>
        <dsp:cNvSpPr/>
      </dsp:nvSpPr>
      <dsp:spPr>
        <a:xfrm>
          <a:off x="104" y="738122"/>
          <a:ext cx="1677288" cy="167728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MERUBAH</a:t>
          </a:r>
        </a:p>
      </dsp:txBody>
      <dsp:txXfrm>
        <a:off x="245737" y="983755"/>
        <a:ext cx="1186022" cy="1186022"/>
      </dsp:txXfrm>
    </dsp:sp>
    <dsp:sp modelId="{A62D17C2-6191-450B-A33F-4032C1D62B10}">
      <dsp:nvSpPr>
        <dsp:cNvPr id="0" name=""/>
        <dsp:cNvSpPr/>
      </dsp:nvSpPr>
      <dsp:spPr>
        <a:xfrm>
          <a:off x="5241630" y="110605"/>
          <a:ext cx="3354576" cy="2932322"/>
        </a:xfrm>
        <a:prstGeom prst="rightArrow">
          <a:avLst>
            <a:gd name="adj1" fmla="val 70000"/>
            <a:gd name="adj2" fmla="val 50000"/>
          </a:avLst>
        </a:prstGeom>
        <a:solidFill>
          <a:schemeClr val="accent3">
            <a:tint val="40000"/>
            <a:alpha val="90000"/>
            <a:hueOff val="-1658172"/>
            <a:satOff val="1149"/>
            <a:lumOff val="26"/>
            <a:alphaOff val="0"/>
          </a:schemeClr>
        </a:solidFill>
        <a:ln w="19050" cap="rnd" cmpd="sng" algn="ctr">
          <a:solidFill>
            <a:schemeClr val="accent3">
              <a:tint val="40000"/>
              <a:alpha val="90000"/>
              <a:hueOff val="-1658172"/>
              <a:satOff val="1149"/>
              <a:lumOff val="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29210" bIns="1460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NATIJAH JADI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TUJUAN DI RIDHOI ALLAH</a:t>
          </a:r>
          <a:endParaRPr lang="en-US" sz="2300" kern="1200" dirty="0"/>
        </a:p>
      </dsp:txBody>
      <dsp:txXfrm>
        <a:off x="6080274" y="550453"/>
        <a:ext cx="1635356" cy="2052626"/>
      </dsp:txXfrm>
    </dsp:sp>
    <dsp:sp modelId="{FFB0E1A0-C802-4BC8-99B1-52F6C0945FB7}">
      <dsp:nvSpPr>
        <dsp:cNvPr id="0" name=""/>
        <dsp:cNvSpPr/>
      </dsp:nvSpPr>
      <dsp:spPr>
        <a:xfrm>
          <a:off x="4402986" y="738122"/>
          <a:ext cx="1677288" cy="1677288"/>
        </a:xfrm>
        <a:prstGeom prst="ellipse">
          <a:avLst/>
        </a:prstGeom>
        <a:solidFill>
          <a:schemeClr val="accent3">
            <a:hueOff val="-1433403"/>
            <a:satOff val="1180"/>
            <a:lumOff val="-98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MENGUBAH</a:t>
          </a:r>
        </a:p>
      </dsp:txBody>
      <dsp:txXfrm>
        <a:off x="4648619" y="983755"/>
        <a:ext cx="1186022" cy="118602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D64D06-4C65-42D4-BEBD-CF3CEC8BBC47}">
      <dsp:nvSpPr>
        <dsp:cNvPr id="0" name=""/>
        <dsp:cNvSpPr/>
      </dsp:nvSpPr>
      <dsp:spPr>
        <a:xfrm>
          <a:off x="3246437" y="534"/>
          <a:ext cx="1635124" cy="1635124"/>
        </a:xfrm>
        <a:prstGeom prst="ellipse">
          <a:avLst/>
        </a:prstGeom>
        <a:solidFill>
          <a:schemeClr val="accent3"/>
        </a:solidFill>
        <a:ln w="19050" cap="rnd" cmpd="sng" algn="ctr">
          <a:solidFill>
            <a:schemeClr val="accent3">
              <a:shade val="50000"/>
            </a:schemeClr>
          </a:solidFill>
          <a:prstDash val="solid"/>
        </a:ln>
        <a:effectLst/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MEMBANGKITKAN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SEMANGAT</a:t>
          </a:r>
        </a:p>
      </dsp:txBody>
      <dsp:txXfrm>
        <a:off x="3485895" y="239992"/>
        <a:ext cx="1156208" cy="1156208"/>
      </dsp:txXfrm>
    </dsp:sp>
    <dsp:sp modelId="{349F93EE-9DA2-45CC-857F-D9AAA2B62894}">
      <dsp:nvSpPr>
        <dsp:cNvPr id="0" name=""/>
        <dsp:cNvSpPr/>
      </dsp:nvSpPr>
      <dsp:spPr>
        <a:xfrm rot="2160000">
          <a:off x="4830234" y="125730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4842728" y="1329221"/>
        <a:ext cx="305286" cy="331112"/>
      </dsp:txXfrm>
    </dsp:sp>
    <dsp:sp modelId="{F1F52CC2-2874-443C-B29A-418C2924867A}">
      <dsp:nvSpPr>
        <dsp:cNvPr id="0" name=""/>
        <dsp:cNvSpPr/>
      </dsp:nvSpPr>
      <dsp:spPr>
        <a:xfrm>
          <a:off x="5235001" y="1445310"/>
          <a:ext cx="1635124" cy="1635124"/>
        </a:xfrm>
        <a:prstGeom prst="ellipse">
          <a:avLst/>
        </a:prstGeom>
        <a:solidFill>
          <a:schemeClr val="accent6"/>
        </a:solidFill>
        <a:ln w="19050" cap="rnd" cmpd="sng" algn="ctr">
          <a:solidFill>
            <a:schemeClr val="accent6">
              <a:shade val="50000"/>
            </a:schemeClr>
          </a:solidFill>
          <a:prstDash val="solid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MENYAMBUNG GENERASI &amp; PENERUS PERJUANGAN</a:t>
          </a:r>
        </a:p>
      </dsp:txBody>
      <dsp:txXfrm>
        <a:off x="5474459" y="1684768"/>
        <a:ext cx="1156208" cy="1156208"/>
      </dsp:txXfrm>
    </dsp:sp>
    <dsp:sp modelId="{537FDB57-7B55-4C1E-8935-3B6FA758954D}">
      <dsp:nvSpPr>
        <dsp:cNvPr id="0" name=""/>
        <dsp:cNvSpPr/>
      </dsp:nvSpPr>
      <dsp:spPr>
        <a:xfrm rot="6480000">
          <a:off x="5458534" y="3144055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5544168" y="3192209"/>
        <a:ext cx="305286" cy="331112"/>
      </dsp:txXfrm>
    </dsp:sp>
    <dsp:sp modelId="{F9A3936A-E1F9-470B-978A-631622348895}">
      <dsp:nvSpPr>
        <dsp:cNvPr id="0" name=""/>
        <dsp:cNvSpPr/>
      </dsp:nvSpPr>
      <dsp:spPr>
        <a:xfrm>
          <a:off x="4475437" y="3783007"/>
          <a:ext cx="1635124" cy="1635124"/>
        </a:xfrm>
        <a:prstGeom prst="ellipse">
          <a:avLst/>
        </a:prstGeom>
        <a:gradFill rotWithShape="1">
          <a:gsLst>
            <a:gs pos="0">
              <a:schemeClr val="dk1">
                <a:tint val="96000"/>
                <a:lumMod val="100000"/>
              </a:schemeClr>
            </a:gs>
            <a:gs pos="78000">
              <a:schemeClr val="dk1"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SEBAGAI PENGGANTI GENERASI</a:t>
          </a:r>
        </a:p>
      </dsp:txBody>
      <dsp:txXfrm>
        <a:off x="4714895" y="4022465"/>
        <a:ext cx="1156208" cy="1156208"/>
      </dsp:txXfrm>
    </dsp:sp>
    <dsp:sp modelId="{FE66EB7F-4F64-428D-A7DB-0B559B695A43}">
      <dsp:nvSpPr>
        <dsp:cNvPr id="0" name=""/>
        <dsp:cNvSpPr/>
      </dsp:nvSpPr>
      <dsp:spPr>
        <a:xfrm rot="10800000">
          <a:off x="3858281" y="432464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3989118" y="4435013"/>
        <a:ext cx="305286" cy="331112"/>
      </dsp:txXfrm>
    </dsp:sp>
    <dsp:sp modelId="{FD384382-BC27-422C-9537-E57B235A4E69}">
      <dsp:nvSpPr>
        <dsp:cNvPr id="0" name=""/>
        <dsp:cNvSpPr/>
      </dsp:nvSpPr>
      <dsp:spPr>
        <a:xfrm>
          <a:off x="2017437" y="3783007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MEMPERBAHARUI SEMANGAT &amp; MENTALITAS UMAT</a:t>
          </a:r>
        </a:p>
      </dsp:txBody>
      <dsp:txXfrm>
        <a:off x="2256895" y="4022465"/>
        <a:ext cx="1156208" cy="1156208"/>
      </dsp:txXfrm>
    </dsp:sp>
    <dsp:sp modelId="{A7E16469-E518-4ECB-826A-4AF331C47CBB}">
      <dsp:nvSpPr>
        <dsp:cNvPr id="0" name=""/>
        <dsp:cNvSpPr/>
      </dsp:nvSpPr>
      <dsp:spPr>
        <a:xfrm rot="15120000">
          <a:off x="2240970" y="3167533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2326604" y="3340121"/>
        <a:ext cx="305286" cy="331112"/>
      </dsp:txXfrm>
    </dsp:sp>
    <dsp:sp modelId="{15C424FB-3B1C-4817-8C24-65F33AD58DF7}">
      <dsp:nvSpPr>
        <dsp:cNvPr id="0" name=""/>
        <dsp:cNvSpPr/>
      </dsp:nvSpPr>
      <dsp:spPr>
        <a:xfrm>
          <a:off x="1257873" y="1445310"/>
          <a:ext cx="1635124" cy="1635124"/>
        </a:xfrm>
        <a:prstGeom prst="ellipse">
          <a:avLst/>
        </a:prstGeom>
        <a:gradFill rotWithShape="1">
          <a:gsLst>
            <a:gs pos="0">
              <a:schemeClr val="accent4">
                <a:tint val="96000"/>
                <a:lumMod val="100000"/>
              </a:schemeClr>
            </a:gs>
            <a:gs pos="78000">
              <a:schemeClr val="accent4">
                <a:shade val="94000"/>
                <a:lumMod val="94000"/>
              </a:schemeClr>
            </a:gs>
          </a:gsLst>
          <a:lin ang="5400000" scaled="0"/>
        </a:gradFill>
        <a:ln w="12700" cap="rnd" cmpd="sng" algn="ctr">
          <a:solidFill>
            <a:schemeClr val="accent4"/>
          </a:solidFill>
          <a:prstDash val="solid"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SEBAGAI UNSUR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PERBAIKAN</a:t>
          </a:r>
        </a:p>
      </dsp:txBody>
      <dsp:txXfrm>
        <a:off x="1497331" y="1684768"/>
        <a:ext cx="1156208" cy="1156208"/>
      </dsp:txXfrm>
    </dsp:sp>
    <dsp:sp modelId="{DA2C3F13-251B-4FF0-AAAB-D0C49D348D38}">
      <dsp:nvSpPr>
        <dsp:cNvPr id="0" name=""/>
        <dsp:cNvSpPr/>
      </dsp:nvSpPr>
      <dsp:spPr>
        <a:xfrm rot="19440000">
          <a:off x="2841670" y="127181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854164" y="1420635"/>
        <a:ext cx="305286" cy="3311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B6457-35B3-47DD-89B3-38F7284C75D0}" type="datetimeFigureOut">
              <a:rPr lang="en-US" smtClean="0"/>
              <a:pPr/>
              <a:t>2/8/2021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3841C-EAA3-4433-BBEE-C61A0DFB44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49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827583-EB34-41E8-8E1D-75FEA932D6F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16084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3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1"/>
            <a:ext cx="36576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1"/>
            <a:ext cx="107696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microsoft.com/office/2007/relationships/diagramDrawing" Target="../diagrams/drawing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A51068-1C5D-4133-B9CD-3FA2C892AE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5299" y="1834655"/>
            <a:ext cx="4327243" cy="164630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MASJID </a:t>
            </a:r>
            <a:r>
              <a:rPr lang="en-US" dirty="0" smtClean="0">
                <a:solidFill>
                  <a:schemeClr val="tx1"/>
                </a:solidFill>
              </a:rPr>
              <a:t>&amp; DAKWAH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BE66001-41FD-4362-ABBA-E272EEBF8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5150764"/>
            <a:ext cx="7766936" cy="109689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OLEH</a:t>
            </a:r>
          </a:p>
          <a:p>
            <a:r>
              <a:rPr lang="en-US" dirty="0">
                <a:solidFill>
                  <a:srgbClr val="FF0000"/>
                </a:solidFill>
              </a:rPr>
              <a:t>TIM DOSEN PAIE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5CD69BFE-A2F8-49AC-B259-2CB5E5458725}"/>
              </a:ext>
            </a:extLst>
          </p:cNvPr>
          <p:cNvSpPr txBox="1">
            <a:spLocks/>
          </p:cNvSpPr>
          <p:nvPr/>
        </p:nvSpPr>
        <p:spPr>
          <a:xfrm>
            <a:off x="1659467" y="3100271"/>
            <a:ext cx="7766936" cy="164630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6" name="Picture 18" descr="Dakwah dan Kewajiban Dai - Majalah Islam Asy-Syariah">
            <a:extLst>
              <a:ext uri="{FF2B5EF4-FFF2-40B4-BE49-F238E27FC236}">
                <a16:creationId xmlns:a16="http://schemas.microsoft.com/office/drawing/2014/main" xmlns="" id="{6C113C14-C850-476C-84AD-2DD53B4BD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4859" y="5202514"/>
            <a:ext cx="277177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 descr="Semangat Dakwah Harus Dibarengi Pemahaman Keagamaan yang Mumpuni">
            <a:extLst>
              <a:ext uri="{FF2B5EF4-FFF2-40B4-BE49-F238E27FC236}">
                <a16:creationId xmlns:a16="http://schemas.microsoft.com/office/drawing/2014/main" xmlns="" id="{3FD4B26D-6418-4D54-B549-633D68B77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409043" y="5279334"/>
            <a:ext cx="278048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bismillah\Downloads\02.-TU-with-tagline-frame-1184x576.jpg">
            <a:extLst>
              <a:ext uri="{FF2B5EF4-FFF2-40B4-BE49-F238E27FC236}">
                <a16:creationId xmlns:a16="http://schemas.microsoft.com/office/drawing/2014/main" xmlns="" id="{4EE67D34-3581-4191-8D0A-AAE6FBF03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98115" y="1938"/>
            <a:ext cx="366795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478244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D217C1-2DC2-46AC-ABBF-18A1B85D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Mempelajari</a:t>
            </a:r>
            <a:r>
              <a:rPr lang="en-US" dirty="0"/>
              <a:t> Masjid &amp; </a:t>
            </a:r>
            <a:r>
              <a:rPr lang="en-US" dirty="0" err="1"/>
              <a:t>Dakwah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A12892-4708-48E7-AFA6-E3EC5F25F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Mengetahui</a:t>
            </a:r>
            <a:r>
              <a:rPr lang="en-US" dirty="0"/>
              <a:t> dan </a:t>
            </a:r>
            <a:r>
              <a:rPr lang="en-US" dirty="0" err="1"/>
              <a:t>memahami</a:t>
            </a:r>
            <a:r>
              <a:rPr lang="en-US" dirty="0"/>
              <a:t> arti dan </a:t>
            </a:r>
            <a:r>
              <a:rPr lang="en-US" dirty="0" err="1"/>
              <a:t>sejarah</a:t>
            </a:r>
            <a:r>
              <a:rPr lang="en-US" dirty="0"/>
              <a:t> Masjid</a:t>
            </a:r>
          </a:p>
          <a:p>
            <a:r>
              <a:rPr lang="en-US" dirty="0" err="1"/>
              <a:t>Mengetahui</a:t>
            </a:r>
            <a:r>
              <a:rPr lang="en-US" dirty="0"/>
              <a:t> dan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peran</a:t>
            </a:r>
            <a:r>
              <a:rPr lang="en-US" dirty="0"/>
              <a:t> dan </a:t>
            </a:r>
            <a:r>
              <a:rPr lang="en-US" dirty="0" err="1"/>
              <a:t>Fungsi</a:t>
            </a:r>
            <a:r>
              <a:rPr lang="en-US" dirty="0"/>
              <a:t> Masjid</a:t>
            </a:r>
          </a:p>
          <a:p>
            <a:r>
              <a:rPr lang="en-US" dirty="0" err="1"/>
              <a:t>Mengetahui</a:t>
            </a:r>
            <a:r>
              <a:rPr lang="en-US" dirty="0"/>
              <a:t> dan </a:t>
            </a:r>
            <a:r>
              <a:rPr lang="en-US" dirty="0" err="1"/>
              <a:t>Memahami</a:t>
            </a:r>
            <a:r>
              <a:rPr lang="en-US" dirty="0"/>
              <a:t> Ruang </a:t>
            </a:r>
            <a:r>
              <a:rPr lang="en-US" dirty="0" err="1"/>
              <a:t>Lingkup</a:t>
            </a:r>
            <a:r>
              <a:rPr lang="en-US" dirty="0"/>
              <a:t> Masjid dan </a:t>
            </a:r>
            <a:r>
              <a:rPr lang="en-US" dirty="0" err="1"/>
              <a:t>Dakwah</a:t>
            </a:r>
            <a:endParaRPr lang="en-US" dirty="0"/>
          </a:p>
          <a:p>
            <a:r>
              <a:rPr lang="en-US" dirty="0" err="1"/>
              <a:t>Mengetahui</a:t>
            </a:r>
            <a:r>
              <a:rPr lang="en-US" dirty="0"/>
              <a:t> dan </a:t>
            </a:r>
            <a:r>
              <a:rPr lang="en-US" dirty="0" err="1"/>
              <a:t>memahami</a:t>
            </a:r>
            <a:r>
              <a:rPr lang="en-US" dirty="0"/>
              <a:t> arti dan </a:t>
            </a:r>
            <a:r>
              <a:rPr lang="en-US" dirty="0" err="1"/>
              <a:t>peranan</a:t>
            </a:r>
            <a:r>
              <a:rPr lang="en-US" dirty="0"/>
              <a:t> </a:t>
            </a:r>
            <a:r>
              <a:rPr lang="en-US" dirty="0" err="1"/>
              <a:t>dakwah</a:t>
            </a:r>
            <a:endParaRPr lang="en-US" dirty="0"/>
          </a:p>
          <a:p>
            <a:r>
              <a:rPr lang="en-US" dirty="0" err="1"/>
              <a:t>Mengetahui</a:t>
            </a:r>
            <a:r>
              <a:rPr lang="en-US" dirty="0"/>
              <a:t> dan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, </a:t>
            </a:r>
            <a:r>
              <a:rPr lang="en-US" dirty="0" err="1"/>
              <a:t>prinsif</a:t>
            </a:r>
            <a:r>
              <a:rPr lang="en-US" dirty="0"/>
              <a:t> dan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Dakwah</a:t>
            </a:r>
            <a:endParaRPr lang="en-US" dirty="0"/>
          </a:p>
          <a:p>
            <a:r>
              <a:rPr lang="en-US" dirty="0" err="1"/>
              <a:t>Mengetahui</a:t>
            </a:r>
            <a:r>
              <a:rPr lang="en-US" dirty="0"/>
              <a:t> dan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Macam</a:t>
            </a:r>
            <a:r>
              <a:rPr lang="en-US" dirty="0"/>
              <a:t> dan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Dakwah</a:t>
            </a:r>
            <a:endParaRPr lang="en-US" dirty="0"/>
          </a:p>
          <a:p>
            <a:r>
              <a:rPr lang="en-US" dirty="0" err="1"/>
              <a:t>Mengetahui</a:t>
            </a:r>
            <a:r>
              <a:rPr lang="en-US" dirty="0"/>
              <a:t> dan </a:t>
            </a:r>
            <a:r>
              <a:rPr lang="en-US" dirty="0" err="1"/>
              <a:t>memahami</a:t>
            </a:r>
            <a:r>
              <a:rPr lang="en-US" dirty="0"/>
              <a:t> Profile </a:t>
            </a:r>
            <a:r>
              <a:rPr lang="en-US" dirty="0" err="1"/>
              <a:t>Da’i</a:t>
            </a:r>
            <a:r>
              <a:rPr lang="en-US" dirty="0"/>
              <a:t> dan Proses </a:t>
            </a:r>
            <a:r>
              <a:rPr lang="en-US" dirty="0" err="1"/>
              <a:t>terjadinya</a:t>
            </a:r>
            <a:r>
              <a:rPr lang="en-US" dirty="0"/>
              <a:t> </a:t>
            </a:r>
            <a:r>
              <a:rPr lang="en-US" dirty="0" err="1"/>
              <a:t>Dakwah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98528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1EF4C3-D93F-4BFE-A3A1-6444D5A5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F3446A4-4AB4-4198-B755-C3C8EC870E60}"/>
              </a:ext>
            </a:extLst>
          </p:cNvPr>
          <p:cNvSpPr>
            <a:spLocks noGrp="1" noRot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Asal</a:t>
            </a:r>
            <a:r>
              <a:rPr lang="en-US" altLang="en-US" dirty="0"/>
              <a:t> kata </a:t>
            </a:r>
            <a:r>
              <a:rPr lang="en-US" altLang="en-US" i="1" dirty="0" err="1"/>
              <a:t>Sajada</a:t>
            </a:r>
            <a:r>
              <a:rPr lang="en-US" altLang="en-US" i="1" dirty="0"/>
              <a:t> </a:t>
            </a:r>
            <a:r>
              <a:rPr lang="en-US" altLang="en-US" dirty="0"/>
              <a:t>– </a:t>
            </a:r>
            <a:r>
              <a:rPr lang="en-US" altLang="en-US" dirty="0" err="1"/>
              <a:t>isim</a:t>
            </a:r>
            <a:r>
              <a:rPr lang="en-US" altLang="en-US" dirty="0"/>
              <a:t> </a:t>
            </a:r>
            <a:r>
              <a:rPr lang="en-US" altLang="en-US" dirty="0" err="1"/>
              <a:t>makan</a:t>
            </a:r>
            <a:r>
              <a:rPr lang="en-US" altLang="en-US" dirty="0"/>
              <a:t> </a:t>
            </a:r>
            <a:r>
              <a:rPr lang="en-US" altLang="en-US" i="1" dirty="0"/>
              <a:t>masjid –</a:t>
            </a:r>
            <a:r>
              <a:rPr lang="en-US" altLang="en-US" dirty="0"/>
              <a:t> </a:t>
            </a:r>
            <a:r>
              <a:rPr lang="en-US" altLang="en-US" dirty="0" err="1"/>
              <a:t>artinya</a:t>
            </a:r>
            <a:r>
              <a:rPr lang="en-US" altLang="en-US" dirty="0"/>
              <a:t> </a:t>
            </a:r>
            <a:r>
              <a:rPr lang="en-US" altLang="en-US" dirty="0" err="1"/>
              <a:t>tempat</a:t>
            </a:r>
            <a:r>
              <a:rPr lang="en-US" altLang="en-US" dirty="0"/>
              <a:t> sujud</a:t>
            </a:r>
          </a:p>
          <a:p>
            <a:pPr eaLnBrk="1" hangingPunct="1"/>
            <a:r>
              <a:rPr lang="en-US" altLang="en-US" dirty="0" err="1"/>
              <a:t>Bumi</a:t>
            </a:r>
            <a:r>
              <a:rPr lang="en-US" altLang="en-US" dirty="0"/>
              <a:t> </a:t>
            </a:r>
            <a:r>
              <a:rPr lang="en-US" altLang="en-US" dirty="0" err="1"/>
              <a:t>adalah</a:t>
            </a:r>
            <a:r>
              <a:rPr lang="en-US" altLang="en-US" dirty="0"/>
              <a:t> masjid </a:t>
            </a:r>
            <a:r>
              <a:rPr lang="en-US" altLang="en-US" dirty="0" err="1"/>
              <a:t>bagi</a:t>
            </a:r>
            <a:r>
              <a:rPr lang="en-US" altLang="en-US" dirty="0"/>
              <a:t> </a:t>
            </a:r>
            <a:r>
              <a:rPr lang="en-US" altLang="en-US" dirty="0" err="1"/>
              <a:t>kaum</a:t>
            </a:r>
            <a:r>
              <a:rPr lang="en-US" altLang="en-US" dirty="0"/>
              <a:t> </a:t>
            </a:r>
            <a:r>
              <a:rPr lang="en-US" altLang="en-US" dirty="0" err="1"/>
              <a:t>muslimin</a:t>
            </a:r>
            <a:r>
              <a:rPr lang="en-US" altLang="en-US" dirty="0"/>
              <a:t> (</a:t>
            </a:r>
            <a:r>
              <a:rPr lang="en-US" altLang="en-US" i="1" dirty="0"/>
              <a:t>Al </a:t>
            </a:r>
            <a:r>
              <a:rPr lang="en-US" altLang="en-US" i="1" dirty="0" err="1"/>
              <a:t>ardl</a:t>
            </a:r>
            <a:r>
              <a:rPr lang="en-US" altLang="en-US" i="1" dirty="0"/>
              <a:t> </a:t>
            </a:r>
            <a:r>
              <a:rPr lang="en-US" altLang="en-US" i="1" dirty="0" err="1"/>
              <a:t>kuluha</a:t>
            </a:r>
            <a:r>
              <a:rPr lang="en-US" altLang="en-US" i="1" dirty="0"/>
              <a:t> </a:t>
            </a:r>
            <a:r>
              <a:rPr lang="en-US" altLang="en-US" i="1" dirty="0" err="1"/>
              <a:t>masjidun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/>
              <a:t>Islam </a:t>
            </a:r>
            <a:r>
              <a:rPr lang="en-US" altLang="en-US" dirty="0" err="1"/>
              <a:t>memerintahkan</a:t>
            </a:r>
            <a:r>
              <a:rPr lang="en-US" altLang="en-US" dirty="0"/>
              <a:t> pada </a:t>
            </a:r>
            <a:r>
              <a:rPr lang="en-US" altLang="en-US" dirty="0" err="1"/>
              <a:t>ummatnya</a:t>
            </a:r>
            <a:r>
              <a:rPr lang="en-US" altLang="en-US" dirty="0"/>
              <a:t> </a:t>
            </a:r>
            <a:r>
              <a:rPr lang="en-US" altLang="en-US" dirty="0" err="1"/>
              <a:t>untuk</a:t>
            </a:r>
            <a:r>
              <a:rPr lang="en-US" altLang="en-US" dirty="0"/>
              <a:t> </a:t>
            </a:r>
            <a:r>
              <a:rPr lang="en-US" altLang="en-US" dirty="0" err="1"/>
              <a:t>membangun</a:t>
            </a:r>
            <a:r>
              <a:rPr lang="en-US" altLang="en-US" dirty="0"/>
              <a:t> masjid ( </a:t>
            </a:r>
            <a:r>
              <a:rPr lang="en-US" altLang="en-US" i="1" dirty="0"/>
              <a:t>man </a:t>
            </a:r>
            <a:r>
              <a:rPr lang="en-US" altLang="en-US" i="1" dirty="0" err="1"/>
              <a:t>bana</a:t>
            </a:r>
            <a:r>
              <a:rPr lang="en-US" altLang="en-US" i="1" dirty="0"/>
              <a:t> </a:t>
            </a:r>
            <a:r>
              <a:rPr lang="en-US" altLang="en-US" i="1" dirty="0" err="1"/>
              <a:t>masjidan</a:t>
            </a:r>
            <a:r>
              <a:rPr lang="en-US" altLang="en-US" i="1" dirty="0"/>
              <a:t> </a:t>
            </a:r>
            <a:r>
              <a:rPr lang="en-US" altLang="en-US" i="1" dirty="0" err="1"/>
              <a:t>banallahu</a:t>
            </a:r>
            <a:r>
              <a:rPr lang="en-US" altLang="en-US" i="1" dirty="0"/>
              <a:t> </a:t>
            </a:r>
            <a:r>
              <a:rPr lang="en-US" altLang="en-US" i="1" dirty="0" err="1"/>
              <a:t>baetan</a:t>
            </a:r>
            <a:r>
              <a:rPr lang="en-US" altLang="en-US" i="1" dirty="0"/>
              <a:t> fil </a:t>
            </a:r>
            <a:r>
              <a:rPr lang="en-US" altLang="en-US" i="1" dirty="0" err="1"/>
              <a:t>jannah</a:t>
            </a:r>
            <a:r>
              <a:rPr lang="en-US" alt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xmlns="" val="3438627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8350F8-DFFB-4C7F-B328-2806CCAA8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Sejarah</a:t>
            </a:r>
            <a:br>
              <a:rPr lang="en-US" dirty="0"/>
            </a:br>
            <a:r>
              <a:rPr lang="en-US" sz="3600" dirty="0" err="1"/>
              <a:t>Kegiatan</a:t>
            </a:r>
            <a:r>
              <a:rPr lang="en-US" sz="3600" dirty="0"/>
              <a:t> Masjid Pada Masa Rasul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96D394F-F19A-4542-BD5A-A91306D08AF2}"/>
              </a:ext>
            </a:extLst>
          </p:cNvPr>
          <p:cNvSpPr>
            <a:spLocks noGrp="1" noRot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ibadah </a:t>
            </a:r>
            <a:r>
              <a:rPr lang="en-US" altLang="en-US" sz="2000" dirty="0" err="1"/>
              <a:t>mahdloh</a:t>
            </a:r>
            <a:endParaRPr lang="en-US" altLang="en-US" sz="20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I’tikaf </a:t>
            </a:r>
            <a:r>
              <a:rPr lang="en-US" altLang="en-US" sz="2000" dirty="0" err="1"/>
              <a:t>membersihkan</a:t>
            </a:r>
            <a:r>
              <a:rPr lang="en-US" altLang="en-US" sz="2000" dirty="0"/>
              <a:t> dan </a:t>
            </a:r>
            <a:r>
              <a:rPr lang="en-US" altLang="en-US" sz="2000" dirty="0" err="1"/>
              <a:t>menggembleng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batin</a:t>
            </a:r>
            <a:endParaRPr lang="en-US" altLang="en-US" sz="20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membina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keutuhan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jamaah</a:t>
            </a:r>
            <a:r>
              <a:rPr lang="en-US" altLang="en-US" sz="2000" dirty="0"/>
              <a:t> dan </a:t>
            </a:r>
            <a:r>
              <a:rPr lang="en-US" altLang="en-US" sz="2000" dirty="0" err="1"/>
              <a:t>sifat</a:t>
            </a:r>
            <a:r>
              <a:rPr lang="en-US" altLang="en-US" sz="2000" dirty="0"/>
              <a:t> gotong royong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meningkatkan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kecerdasan</a:t>
            </a:r>
            <a:endParaRPr lang="en-US" altLang="en-US" sz="20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bermusyawarah</a:t>
            </a:r>
            <a:endParaRPr lang="en-US" altLang="en-US" sz="20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konsultasi</a:t>
            </a:r>
            <a:endParaRPr lang="en-US" altLang="en-US" sz="20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pembinaan</a:t>
            </a:r>
            <a:r>
              <a:rPr lang="en-US" altLang="en-US" sz="2000" dirty="0"/>
              <a:t> dan </a:t>
            </a:r>
            <a:r>
              <a:rPr lang="en-US" altLang="en-US" sz="2000" dirty="0" err="1"/>
              <a:t>penggemblengan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batin</a:t>
            </a:r>
            <a:endParaRPr lang="en-US" altLang="en-US" sz="20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mengumpulkan</a:t>
            </a:r>
            <a:r>
              <a:rPr lang="en-US" altLang="en-US" sz="2000" dirty="0"/>
              <a:t> , </a:t>
            </a:r>
            <a:r>
              <a:rPr lang="en-US" altLang="en-US" sz="2000" dirty="0" err="1"/>
              <a:t>menyimpan</a:t>
            </a:r>
            <a:r>
              <a:rPr lang="en-US" altLang="en-US" sz="2000" dirty="0"/>
              <a:t> dan </a:t>
            </a:r>
            <a:r>
              <a:rPr lang="en-US" altLang="en-US" sz="2000" dirty="0" err="1"/>
              <a:t>membagikan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harta</a:t>
            </a:r>
            <a:endParaRPr lang="en-US" altLang="en-US" sz="2000" dirty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mengobati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sakit</a:t>
            </a:r>
            <a:r>
              <a:rPr lang="en-US" altLang="en-US" sz="2000" dirty="0"/>
              <a:t> (Rasul </a:t>
            </a:r>
            <a:r>
              <a:rPr lang="en-US" altLang="en-US" sz="2000" dirty="0" err="1"/>
              <a:t>membuat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tenda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disamping</a:t>
            </a:r>
            <a:r>
              <a:rPr lang="en-US" altLang="en-US" sz="2000" dirty="0"/>
              <a:t> masjid)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2000" dirty="0" err="1"/>
              <a:t>Tempat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mengatur</a:t>
            </a:r>
            <a:r>
              <a:rPr lang="en-US" altLang="en-US" sz="2000" dirty="0"/>
              <a:t> dan </a:t>
            </a:r>
            <a:r>
              <a:rPr lang="en-US" altLang="en-US" sz="2000" dirty="0" err="1"/>
              <a:t>mengelola</a:t>
            </a:r>
            <a:r>
              <a:rPr lang="en-US" altLang="en-US" sz="2000" dirty="0"/>
              <a:t> negara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US" altLang="en-US" sz="2000" dirty="0"/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xmlns="" val="3573142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50F300AA-D7F5-4A05-949C-82F70224C77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err="1"/>
              <a:t>Fungsi</a:t>
            </a:r>
            <a:r>
              <a:rPr lang="en-US" dirty="0"/>
              <a:t> dan </a:t>
            </a:r>
            <a:r>
              <a:rPr lang="en-US" dirty="0" err="1"/>
              <a:t>Peranan</a:t>
            </a:r>
            <a:r>
              <a:rPr lang="en-US" dirty="0"/>
              <a:t> Masjid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78D346ED-028E-4B4D-BFCC-5BCF307C6F3C}"/>
              </a:ext>
            </a:extLst>
          </p:cNvPr>
          <p:cNvSpPr>
            <a:spLocks noGrp="1" noRot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Tempat</a:t>
            </a:r>
            <a:r>
              <a:rPr lang="en-US" altLang="en-US" dirty="0"/>
              <a:t> </a:t>
            </a:r>
            <a:r>
              <a:rPr lang="en-US" altLang="en-US" dirty="0" err="1"/>
              <a:t>kaum</a:t>
            </a:r>
            <a:r>
              <a:rPr lang="en-US" altLang="en-US" dirty="0"/>
              <a:t> </a:t>
            </a:r>
            <a:r>
              <a:rPr lang="en-US" altLang="en-US" dirty="0" err="1"/>
              <a:t>muslimin</a:t>
            </a:r>
            <a:r>
              <a:rPr lang="en-US" altLang="en-US" dirty="0"/>
              <a:t> </a:t>
            </a:r>
            <a:r>
              <a:rPr lang="en-US" altLang="en-US" dirty="0" err="1"/>
              <a:t>menyembah</a:t>
            </a:r>
            <a:r>
              <a:rPr lang="en-US" altLang="en-US" dirty="0"/>
              <a:t> dan </a:t>
            </a:r>
            <a:r>
              <a:rPr lang="en-US" altLang="en-US" dirty="0" err="1"/>
              <a:t>munajat</a:t>
            </a:r>
            <a:r>
              <a:rPr lang="en-US" altLang="en-US" dirty="0"/>
              <a:t> pada Allah </a:t>
            </a:r>
            <a:r>
              <a:rPr lang="en-US" altLang="en-US" dirty="0" err="1"/>
              <a:t>swt</a:t>
            </a:r>
            <a:endParaRPr lang="en-US" altLang="en-US" dirty="0"/>
          </a:p>
          <a:p>
            <a:pPr eaLnBrk="1" hangingPunct="1"/>
            <a:r>
              <a:rPr lang="en-US" altLang="en-US" dirty="0" err="1"/>
              <a:t>Rumah</a:t>
            </a:r>
            <a:r>
              <a:rPr lang="en-US" altLang="en-US" dirty="0"/>
              <a:t> dan Pusat </a:t>
            </a:r>
            <a:r>
              <a:rPr lang="en-US" altLang="en-US" dirty="0" err="1"/>
              <a:t>organisasi</a:t>
            </a:r>
            <a:r>
              <a:rPr lang="en-US" altLang="en-US" dirty="0"/>
              <a:t> </a:t>
            </a:r>
            <a:r>
              <a:rPr lang="en-US" altLang="en-US" dirty="0" err="1"/>
              <a:t>ke</a:t>
            </a:r>
            <a:r>
              <a:rPr lang="en-US" altLang="en-US" dirty="0"/>
              <a:t> </a:t>
            </a:r>
            <a:r>
              <a:rPr lang="en-US" altLang="en-US" dirty="0" err="1"/>
              <a:t>jamaahan</a:t>
            </a:r>
            <a:r>
              <a:rPr lang="en-US" altLang="en-US" dirty="0"/>
              <a:t> dan </a:t>
            </a:r>
            <a:r>
              <a:rPr lang="en-US" altLang="en-US" dirty="0" err="1"/>
              <a:t>imamah</a:t>
            </a:r>
            <a:r>
              <a:rPr lang="en-US" altLang="en-US" dirty="0"/>
              <a:t> </a:t>
            </a:r>
            <a:r>
              <a:rPr lang="en-US" altLang="en-US" dirty="0" err="1"/>
              <a:t>kaum</a:t>
            </a:r>
            <a:r>
              <a:rPr lang="en-US" altLang="en-US" dirty="0"/>
              <a:t> </a:t>
            </a:r>
            <a:r>
              <a:rPr lang="en-US" altLang="en-US" dirty="0" err="1"/>
              <a:t>muslimin</a:t>
            </a:r>
            <a:endParaRPr lang="en-US" altLang="en-US" dirty="0"/>
          </a:p>
          <a:p>
            <a:pPr eaLnBrk="1" hangingPunct="1"/>
            <a:r>
              <a:rPr lang="en-US" altLang="en-US" dirty="0"/>
              <a:t> Pusat </a:t>
            </a:r>
            <a:r>
              <a:rPr lang="en-US" altLang="en-US" dirty="0" err="1"/>
              <a:t>pengaturan</a:t>
            </a:r>
            <a:r>
              <a:rPr lang="en-US" altLang="en-US" dirty="0"/>
              <a:t> </a:t>
            </a:r>
            <a:r>
              <a:rPr lang="en-US" altLang="en-US" dirty="0" err="1"/>
              <a:t>kegiatan</a:t>
            </a:r>
            <a:r>
              <a:rPr lang="en-US" altLang="en-US" dirty="0"/>
              <a:t> </a:t>
            </a:r>
            <a:r>
              <a:rPr lang="en-US" altLang="en-US" dirty="0" err="1"/>
              <a:t>jamaah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719775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5092572E-35D0-42A9-86C0-E2FEF20700F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 err="1"/>
              <a:t>Ruang</a:t>
            </a:r>
            <a:r>
              <a:rPr lang="en-US" sz="3200" dirty="0"/>
              <a:t> </a:t>
            </a:r>
            <a:r>
              <a:rPr lang="en-US" sz="3200" dirty="0" err="1"/>
              <a:t>Lingkup</a:t>
            </a:r>
            <a:r>
              <a:rPr lang="en-US" sz="3200" dirty="0"/>
              <a:t> Pembangunan </a:t>
            </a:r>
            <a:r>
              <a:rPr lang="en-US" sz="3200" dirty="0" err="1"/>
              <a:t>Masyarakat</a:t>
            </a:r>
            <a:r>
              <a:rPr lang="en-US" sz="3200" dirty="0"/>
              <a:t> </a:t>
            </a:r>
            <a:r>
              <a:rPr lang="en-US" sz="3200" dirty="0" err="1"/>
              <a:t>Masjid</a:t>
            </a:r>
            <a:endParaRPr lang="en-US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3CFB081-0E61-4199-86FA-3EC8E3384B6B}"/>
              </a:ext>
            </a:extLst>
          </p:cNvPr>
          <p:cNvSpPr>
            <a:spLocks noGrp="1" noRot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Pembinaan</a:t>
            </a:r>
            <a:r>
              <a:rPr lang="en-US" altLang="en-US" sz="2800" dirty="0"/>
              <a:t> Socio </a:t>
            </a:r>
            <a:r>
              <a:rPr lang="en-US" altLang="en-US" sz="2800" dirty="0" err="1"/>
              <a:t>Struktural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Membina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lingkungan</a:t>
            </a:r>
            <a:r>
              <a:rPr lang="en-US" altLang="en-US" sz="2800" dirty="0"/>
              <a:t> masjid </a:t>
            </a:r>
            <a:r>
              <a:rPr lang="en-US" altLang="en-US" sz="2800" dirty="0" err="1"/>
              <a:t>sebagai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lingkungan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kesatuan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jamaah</a:t>
            </a:r>
            <a:r>
              <a:rPr lang="en-US" altLang="en-US" sz="2800" dirty="0"/>
              <a:t> dg tata </a:t>
            </a:r>
            <a:r>
              <a:rPr lang="en-US" altLang="en-US" sz="2800" dirty="0" err="1"/>
              <a:t>perkampungan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menempatkan</a:t>
            </a:r>
            <a:r>
              <a:rPr lang="en-US" altLang="en-US" sz="2800" dirty="0"/>
              <a:t> masjid </a:t>
            </a:r>
            <a:r>
              <a:rPr lang="en-US" altLang="en-US" sz="2800" dirty="0" err="1"/>
              <a:t>sbg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pusat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keluarga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sbg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komponen</a:t>
            </a:r>
            <a:r>
              <a:rPr lang="en-US" altLang="en-US" sz="2800" dirty="0"/>
              <a:t> masjid dan </a:t>
            </a:r>
            <a:r>
              <a:rPr lang="en-US" altLang="en-US" sz="2800" dirty="0" err="1"/>
              <a:t>jamaah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sbg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elemen</a:t>
            </a:r>
            <a:r>
              <a:rPr lang="en-US" altLang="en-US" sz="2800" dirty="0"/>
              <a:t> masjid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Pembinaan</a:t>
            </a:r>
            <a:r>
              <a:rPr lang="en-US" altLang="en-US" sz="2800" dirty="0"/>
              <a:t> socio </a:t>
            </a:r>
            <a:r>
              <a:rPr lang="en-US" altLang="en-US" sz="2800" dirty="0" err="1"/>
              <a:t>kultural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Membina</a:t>
            </a:r>
            <a:r>
              <a:rPr lang="en-US" altLang="en-US" sz="2800" dirty="0"/>
              <a:t> masjid </a:t>
            </a:r>
            <a:r>
              <a:rPr lang="en-US" altLang="en-US" sz="2800" dirty="0" err="1"/>
              <a:t>sbg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kesatuan</a:t>
            </a:r>
            <a:r>
              <a:rPr lang="en-US" altLang="en-US" sz="2800" dirty="0"/>
              <a:t> kultur/</a:t>
            </a:r>
            <a:r>
              <a:rPr lang="en-US" altLang="en-US" sz="2800" dirty="0" err="1"/>
              <a:t>adat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Islami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yg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dibina</a:t>
            </a:r>
            <a:r>
              <a:rPr lang="en-US" altLang="en-US" sz="2800" dirty="0"/>
              <a:t> oleh kultur </a:t>
            </a:r>
            <a:r>
              <a:rPr lang="en-US" altLang="en-US" sz="2800" dirty="0" err="1"/>
              <a:t>sholat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 err="1"/>
              <a:t>Pembinaan</a:t>
            </a:r>
            <a:r>
              <a:rPr lang="en-US" altLang="en-US" sz="2800" dirty="0"/>
              <a:t> socio &amp; economic </a:t>
            </a:r>
            <a:r>
              <a:rPr lang="en-US" altLang="en-US" sz="2800" dirty="0" err="1"/>
              <a:t>wilfare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	</a:t>
            </a:r>
            <a:r>
              <a:rPr lang="en-US" altLang="en-US" sz="2800" dirty="0" err="1"/>
              <a:t>Membina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lingkungan</a:t>
            </a:r>
            <a:r>
              <a:rPr lang="en-US" altLang="en-US" sz="2800" dirty="0"/>
              <a:t> masjid </a:t>
            </a:r>
            <a:r>
              <a:rPr lang="en-US" altLang="en-US" sz="2800" dirty="0" err="1"/>
              <a:t>sbg</a:t>
            </a:r>
            <a:r>
              <a:rPr lang="en-US" altLang="en-US" sz="2800" dirty="0"/>
              <a:t> wilayah </a:t>
            </a:r>
            <a:r>
              <a:rPr lang="en-US" altLang="en-US" sz="2800" dirty="0" err="1"/>
              <a:t>kesejahteraan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sosial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ekonomi</a:t>
            </a:r>
            <a:r>
              <a:rPr lang="en-US" altLang="en-US" sz="2800" dirty="0"/>
              <a:t> </a:t>
            </a: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2322435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8026800C-214E-4A76-9260-3EDA7538186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 err="1"/>
              <a:t>Pembinaan</a:t>
            </a:r>
            <a:r>
              <a:rPr lang="en-US" sz="4000" dirty="0"/>
              <a:t> </a:t>
            </a:r>
            <a:r>
              <a:rPr lang="en-US" sz="4000" dirty="0" err="1"/>
              <a:t>Bidang-bidang</a:t>
            </a:r>
            <a:r>
              <a:rPr lang="en-US" sz="4000" dirty="0"/>
              <a:t> </a:t>
            </a:r>
            <a:r>
              <a:rPr lang="en-US" sz="4000" dirty="0" err="1"/>
              <a:t>Kegiatan</a:t>
            </a:r>
            <a:r>
              <a:rPr lang="en-US" sz="4000" dirty="0"/>
              <a:t> </a:t>
            </a:r>
            <a:r>
              <a:rPr lang="en-US" sz="4000" dirty="0" err="1"/>
              <a:t>Jamaah</a:t>
            </a:r>
            <a:r>
              <a:rPr lang="en-US" sz="4000" dirty="0"/>
              <a:t> </a:t>
            </a:r>
            <a:r>
              <a:rPr lang="en-US" sz="4000" dirty="0" err="1"/>
              <a:t>Masjid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69ED17D-49EF-4133-A2BD-FFAB5D9B2103}"/>
              </a:ext>
            </a:extLst>
          </p:cNvPr>
          <p:cNvSpPr>
            <a:spLocks noGrp="1" noRot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 err="1"/>
              <a:t>Pembinaan</a:t>
            </a:r>
            <a:r>
              <a:rPr lang="en-US" altLang="en-US" dirty="0"/>
              <a:t> Ibadah dan </a:t>
            </a:r>
            <a:r>
              <a:rPr lang="en-US" altLang="en-US" dirty="0" err="1"/>
              <a:t>Kejamaahan</a:t>
            </a:r>
            <a:endParaRPr lang="en-US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 err="1"/>
              <a:t>Pembinaan</a:t>
            </a:r>
            <a:r>
              <a:rPr lang="en-US" altLang="en-US" dirty="0"/>
              <a:t> Pendidikan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 err="1"/>
              <a:t>Pembinaan</a:t>
            </a:r>
            <a:r>
              <a:rPr lang="en-US" altLang="en-US" dirty="0"/>
              <a:t> </a:t>
            </a:r>
            <a:r>
              <a:rPr lang="en-US" altLang="en-US" dirty="0" err="1"/>
              <a:t>Kesejahteraan</a:t>
            </a:r>
            <a:r>
              <a:rPr lang="en-US" altLang="en-US" dirty="0"/>
              <a:t> </a:t>
            </a:r>
            <a:r>
              <a:rPr lang="en-US" altLang="en-US" dirty="0" err="1"/>
              <a:t>Sosial</a:t>
            </a:r>
            <a:endParaRPr lang="en-US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 err="1"/>
              <a:t>Pembinaan</a:t>
            </a:r>
            <a:r>
              <a:rPr lang="en-US" altLang="en-US" dirty="0"/>
              <a:t> </a:t>
            </a:r>
            <a:r>
              <a:rPr lang="en-US" altLang="en-US" dirty="0" err="1"/>
              <a:t>Ekonomi</a:t>
            </a:r>
            <a:endParaRPr lang="en-US" altLang="en-US" dirty="0"/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en-US" dirty="0" err="1"/>
              <a:t>Pembinaan</a:t>
            </a:r>
            <a:r>
              <a:rPr lang="en-US" altLang="en-US" dirty="0"/>
              <a:t> </a:t>
            </a:r>
            <a:r>
              <a:rPr lang="en-US" altLang="en-US" dirty="0" err="1"/>
              <a:t>Lingkungan</a:t>
            </a:r>
            <a:r>
              <a:rPr lang="en-US" altLang="en-US" dirty="0"/>
              <a:t> </a:t>
            </a:r>
            <a:r>
              <a:rPr lang="en-US" altLang="en-US" dirty="0" err="1"/>
              <a:t>Hidup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29858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298FFE17-EA2D-47D2-8FD0-11F63FD4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/>
              <a:t>SEPULUH TUGAS REVITALISASI MASJID</a:t>
            </a:r>
            <a:br>
              <a:rPr lang="en-US" sz="3200" dirty="0"/>
            </a:br>
            <a:r>
              <a:rPr lang="en-US" sz="3200" dirty="0"/>
              <a:t>(SETARAMA)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DB18A8E-2396-4597-8C03-F93D8082C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 err="1"/>
              <a:t>Membangun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kebersihan</a:t>
            </a:r>
            <a:endParaRPr lang="en-US" altLang="en-US" sz="2000" dirty="0"/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 err="1"/>
              <a:t>Mengembangkan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perpustakaan</a:t>
            </a:r>
            <a:endParaRPr lang="en-US" altLang="en-US" sz="2000" dirty="0"/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 err="1"/>
              <a:t>Mengembangkan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manajemen</a:t>
            </a:r>
            <a:r>
              <a:rPr lang="en-US" altLang="en-US" sz="2000" dirty="0"/>
              <a:t> masjid </a:t>
            </a:r>
            <a:r>
              <a:rPr lang="en-US" altLang="en-US" sz="2000" dirty="0" err="1"/>
              <a:t>yg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sehat</a:t>
            </a:r>
            <a:endParaRPr lang="en-US" altLang="en-US" sz="2000" dirty="0"/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/>
              <a:t>Pendidikan </a:t>
            </a:r>
            <a:r>
              <a:rPr lang="en-US" altLang="en-US" sz="2000" dirty="0" err="1"/>
              <a:t>ummat</a:t>
            </a:r>
            <a:r>
              <a:rPr lang="en-US" altLang="en-US" sz="2000" dirty="0"/>
              <a:t> (</a:t>
            </a:r>
            <a:r>
              <a:rPr lang="en-US" altLang="en-US" sz="2000" dirty="0" err="1"/>
              <a:t>anak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remaja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pemuda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ibu-ibu</a:t>
            </a:r>
            <a:r>
              <a:rPr lang="en-US" altLang="en-US" sz="2000" dirty="0"/>
              <a:t> dan orang </a:t>
            </a:r>
            <a:r>
              <a:rPr lang="en-US" altLang="en-US" sz="2000" dirty="0" err="1"/>
              <a:t>tua</a:t>
            </a:r>
            <a:r>
              <a:rPr lang="en-US" altLang="en-US" sz="2000" dirty="0"/>
              <a:t>)</a:t>
            </a:r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 err="1"/>
              <a:t>Membangun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sistem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infak</a:t>
            </a:r>
            <a:r>
              <a:rPr lang="en-US" altLang="en-US" sz="2000" dirty="0"/>
              <a:t> dan zakat yang </a:t>
            </a:r>
            <a:r>
              <a:rPr lang="en-US" altLang="en-US" sz="2000" dirty="0" err="1"/>
              <a:t>kokoh</a:t>
            </a:r>
            <a:endParaRPr lang="en-US" altLang="en-US" sz="2000" dirty="0"/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 err="1"/>
              <a:t>Pelayanan</a:t>
            </a:r>
            <a:r>
              <a:rPr lang="en-US" altLang="en-US" sz="2000" dirty="0"/>
              <a:t> fakir, miskin, </a:t>
            </a:r>
            <a:r>
              <a:rPr lang="en-US" altLang="en-US" sz="2000" dirty="0" err="1"/>
              <a:t>muallaf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musafir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dll</a:t>
            </a:r>
            <a:endParaRPr lang="en-US" altLang="en-US" sz="2000" dirty="0"/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 err="1"/>
              <a:t>Administrasi</a:t>
            </a:r>
            <a:r>
              <a:rPr lang="en-US" altLang="en-US" sz="2000" dirty="0"/>
              <a:t>, personalia dan </a:t>
            </a:r>
            <a:r>
              <a:rPr lang="en-US" altLang="en-US" sz="2000" dirty="0" err="1"/>
              <a:t>kantor</a:t>
            </a:r>
            <a:endParaRPr lang="en-US" altLang="en-US" sz="2000" dirty="0"/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/>
              <a:t>Imam masjid </a:t>
            </a:r>
            <a:r>
              <a:rPr lang="en-US" altLang="en-US" sz="2000" dirty="0" err="1"/>
              <a:t>purna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waktu</a:t>
            </a:r>
            <a:endParaRPr lang="en-US" altLang="en-US" sz="2000" dirty="0"/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 err="1"/>
              <a:t>Sekolah</a:t>
            </a:r>
            <a:r>
              <a:rPr lang="en-US" altLang="en-US" sz="2000" dirty="0"/>
              <a:t> Tinggi </a:t>
            </a:r>
            <a:r>
              <a:rPr lang="en-US" altLang="en-US" sz="2000" dirty="0" err="1"/>
              <a:t>Kemasjidan</a:t>
            </a:r>
            <a:r>
              <a:rPr lang="en-US" altLang="en-US" sz="2000" dirty="0"/>
              <a:t> dan </a:t>
            </a:r>
            <a:r>
              <a:rPr lang="en-US" altLang="en-US" sz="2000" dirty="0" err="1"/>
              <a:t>Komunikasi</a:t>
            </a:r>
            <a:r>
              <a:rPr lang="en-US" altLang="en-US" sz="2000" dirty="0"/>
              <a:t> (STKAKI)</a:t>
            </a:r>
          </a:p>
          <a:p>
            <a:pPr marL="514350" indent="-514350" eaLnBrk="1" hangingPunct="1">
              <a:buFont typeface="Wingdings 3" panose="05040102010807070707" pitchFamily="18" charset="2"/>
              <a:buAutoNum type="arabicPeriod"/>
            </a:pPr>
            <a:r>
              <a:rPr lang="en-US" altLang="en-US" sz="2000" dirty="0" err="1"/>
              <a:t>Komunikasi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dengan</a:t>
            </a:r>
            <a:r>
              <a:rPr lang="en-US" altLang="en-US" sz="2000" dirty="0"/>
              <a:t> ulama </a:t>
            </a:r>
            <a:r>
              <a:rPr lang="en-US" altLang="en-US" sz="2000" dirty="0" err="1"/>
              <a:t>umaro</a:t>
            </a:r>
            <a:endParaRPr lang="en-US" altLang="en-US" sz="2000" dirty="0"/>
          </a:p>
          <a:p>
            <a:pPr marL="514350" indent="-514350" eaLnBrk="1" hangingPunct="1">
              <a:buFont typeface="Wingdings 3" panose="05040102010807070707" pitchFamily="18" charset="2"/>
              <a:buNone/>
            </a:pPr>
            <a:r>
              <a:rPr lang="en-US" altLang="en-US" sz="2400" dirty="0"/>
              <a:t>(</a:t>
            </a:r>
            <a:r>
              <a:rPr lang="en-US" altLang="en-US" sz="2400" dirty="0" err="1"/>
              <a:t>Usep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Fathudien</a:t>
            </a:r>
            <a:r>
              <a:rPr lang="en-US" altLang="en-US" sz="2400" dirty="0"/>
              <a:t>, 2014)</a:t>
            </a:r>
          </a:p>
        </p:txBody>
      </p:sp>
    </p:spTree>
    <p:extLst>
      <p:ext uri="{BB962C8B-B14F-4D97-AF65-F5344CB8AC3E}">
        <p14:creationId xmlns:p14="http://schemas.microsoft.com/office/powerpoint/2010/main" xmlns="" val="1228331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2918C3-18F8-455E-BC83-84CB51D5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44BB363-6021-4036-8403-B9889C1B7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1583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E0729E-9C43-48F1-AB09-C9A51BEF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KEUTAMAAN DAKWAH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3014A263-0A68-48A3-8BDE-A3EE68F0DF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4280754143"/>
              </p:ext>
            </p:extLst>
          </p:nvPr>
        </p:nvGraphicFramePr>
        <p:xfrm>
          <a:off x="17668" y="1709530"/>
          <a:ext cx="8128000" cy="3554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30" descr="M.1. Keutamaan Dakwah | Rasmul Bayan Tarbiyah">
            <a:extLst>
              <a:ext uri="{FF2B5EF4-FFF2-40B4-BE49-F238E27FC236}">
                <a16:creationId xmlns:a16="http://schemas.microsoft.com/office/drawing/2014/main" xmlns="" id="{E97C326D-59E9-4937-ABC5-2BE59FA36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415130" y="0"/>
            <a:ext cx="373710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62966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263DB6-A996-451C-B583-8D6D6DF01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SEHINGGA DAKWAH MENGHASILKAN KEHIDUPAN BERKAH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7BF984-858B-4870-9F86-177156B40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AutoNum type="arabicPeriod"/>
            </a:pPr>
            <a:r>
              <a:rPr lang="en-US" sz="2800" dirty="0"/>
              <a:t>RIDHO ALLAH SWT</a:t>
            </a:r>
          </a:p>
          <a:p>
            <a:pPr>
              <a:buAutoNum type="arabicPeriod"/>
            </a:pPr>
            <a:r>
              <a:rPr lang="en-US" sz="2800" dirty="0"/>
              <a:t>CINTA ALLAH SWT</a:t>
            </a:r>
          </a:p>
          <a:p>
            <a:pPr>
              <a:buAutoNum type="arabicPeriod"/>
            </a:pPr>
            <a:r>
              <a:rPr lang="en-US" sz="2800" dirty="0"/>
              <a:t>RAHMAT ALLAH SWT</a:t>
            </a:r>
          </a:p>
          <a:p>
            <a:pPr>
              <a:buAutoNum type="arabicPeriod"/>
            </a:pPr>
            <a:r>
              <a:rPr lang="en-US" sz="2800" dirty="0"/>
              <a:t>PELAKUNYA MENDAPAT PAHALA (CONTINUE)</a:t>
            </a:r>
          </a:p>
          <a:p>
            <a:pPr>
              <a:buAutoNum type="arabicPeriod"/>
            </a:pPr>
            <a:r>
              <a:rPr lang="en-US" sz="2800" dirty="0"/>
              <a:t>PELAKUNYA MENDAPAT PAHALA GANDA (BERLIPAT)</a:t>
            </a:r>
          </a:p>
        </p:txBody>
      </p:sp>
    </p:spTree>
    <p:extLst>
      <p:ext uri="{BB962C8B-B14F-4D97-AF65-F5344CB8AC3E}">
        <p14:creationId xmlns:p14="http://schemas.microsoft.com/office/powerpoint/2010/main" xmlns="" val="1570992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ENGERTIAN DAKWAH,TUJUAN DAKWAH, KATEGORI OBYEK AKWAH - ppt download">
            <a:extLst>
              <a:ext uri="{FF2B5EF4-FFF2-40B4-BE49-F238E27FC236}">
                <a16:creationId xmlns:a16="http://schemas.microsoft.com/office/drawing/2014/main" xmlns="" id="{DEF5ABA2-63A9-4AB0-BBA7-A66F7897D5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7334" y="410817"/>
            <a:ext cx="8705205" cy="449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84172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14017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/>
            </a:r>
            <a:br>
              <a:rPr lang="en-US" dirty="0"/>
            </a:br>
            <a:r>
              <a:rPr lang="en-US" dirty="0"/>
              <a:t>TUJUAN DA’WAH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2362201"/>
            <a:ext cx="8229600" cy="3763963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i="1" dirty="0" err="1"/>
              <a:t>Yad’una</a:t>
            </a:r>
            <a:r>
              <a:rPr lang="en-US" i="1" dirty="0"/>
              <a:t> </a:t>
            </a:r>
            <a:r>
              <a:rPr lang="en-US" i="1" dirty="0" err="1"/>
              <a:t>ilal</a:t>
            </a:r>
            <a:r>
              <a:rPr lang="en-US" i="1" dirty="0"/>
              <a:t> </a:t>
            </a:r>
            <a:r>
              <a:rPr lang="en-US" i="1" dirty="0" err="1"/>
              <a:t>khoer</a:t>
            </a:r>
            <a:r>
              <a:rPr lang="en-US" dirty="0"/>
              <a:t> : </a:t>
            </a:r>
            <a:r>
              <a:rPr lang="en-US" i="1" dirty="0" err="1"/>
              <a:t>Mengajarkan</a:t>
            </a:r>
            <a:r>
              <a:rPr lang="en-US" i="1" dirty="0"/>
              <a:t> </a:t>
            </a:r>
            <a:r>
              <a:rPr lang="en-US" i="1" dirty="0" err="1"/>
              <a:t>kebenaran</a:t>
            </a:r>
            <a:r>
              <a:rPr lang="en-US" i="1" dirty="0"/>
              <a:t> </a:t>
            </a:r>
            <a:endParaRPr lang="en-US" dirty="0"/>
          </a:p>
          <a:p>
            <a:pPr eaLnBrk="1" hangingPunct="1"/>
            <a:r>
              <a:rPr lang="en-US" i="1" dirty="0" err="1"/>
              <a:t>Amar</a:t>
            </a:r>
            <a:r>
              <a:rPr lang="en-US" i="1" dirty="0"/>
              <a:t> </a:t>
            </a:r>
            <a:r>
              <a:rPr lang="en-US" i="1" dirty="0" err="1"/>
              <a:t>ma’ruf</a:t>
            </a:r>
            <a:r>
              <a:rPr lang="en-US" i="1" dirty="0"/>
              <a:t>  : </a:t>
            </a:r>
            <a:r>
              <a:rPr lang="en-US" dirty="0" err="1"/>
              <a:t>Memerintahkan</a:t>
            </a:r>
            <a:r>
              <a:rPr lang="en-US" dirty="0"/>
              <a:t> (</a:t>
            </a:r>
            <a:r>
              <a:rPr lang="en-US" dirty="0" err="1"/>
              <a:t>terutama</a:t>
            </a:r>
            <a:r>
              <a:rPr lang="en-US" dirty="0"/>
              <a:t> yang Islam 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berbuat</a:t>
            </a:r>
            <a:r>
              <a:rPr lang="en-US" dirty="0"/>
              <a:t> </a:t>
            </a:r>
            <a:r>
              <a:rPr lang="en-US" dirty="0" err="1"/>
              <a:t>kebajikan</a:t>
            </a:r>
            <a:endParaRPr lang="en-US" dirty="0"/>
          </a:p>
          <a:p>
            <a:pPr eaLnBrk="1" hangingPunct="1"/>
            <a:r>
              <a:rPr lang="en-US" i="1" dirty="0" err="1"/>
              <a:t>Nahyi</a:t>
            </a:r>
            <a:r>
              <a:rPr lang="en-US" i="1" dirty="0"/>
              <a:t> </a:t>
            </a:r>
            <a:r>
              <a:rPr lang="en-US" i="1" dirty="0" err="1"/>
              <a:t>Munkar</a:t>
            </a:r>
            <a:r>
              <a:rPr lang="en-US" dirty="0"/>
              <a:t> : </a:t>
            </a:r>
            <a:r>
              <a:rPr lang="en-US" dirty="0" err="1"/>
              <a:t>Mencegah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kemunkaran</a:t>
            </a:r>
            <a:endParaRPr lang="en-US" dirty="0"/>
          </a:p>
          <a:p>
            <a:pPr eaLnBrk="1" hangingPunct="1"/>
            <a:r>
              <a:rPr lang="en-US" i="1" dirty="0" err="1"/>
              <a:t>Tagyirul</a:t>
            </a:r>
            <a:r>
              <a:rPr lang="en-US" i="1" dirty="0"/>
              <a:t> </a:t>
            </a:r>
            <a:r>
              <a:rPr lang="en-US" i="1" dirty="0" err="1"/>
              <a:t>munkar</a:t>
            </a:r>
            <a:r>
              <a:rPr lang="en-US" dirty="0"/>
              <a:t> : </a:t>
            </a:r>
            <a:r>
              <a:rPr lang="en-US" dirty="0" err="1"/>
              <a:t>Membasmi</a:t>
            </a:r>
            <a:r>
              <a:rPr lang="en-US" dirty="0"/>
              <a:t>, </a:t>
            </a:r>
            <a:r>
              <a:rPr lang="en-US" dirty="0" err="1"/>
              <a:t>menghilangkan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kemunkaran</a:t>
            </a:r>
            <a:endParaRPr lang="en-US" dirty="0"/>
          </a:p>
          <a:p>
            <a:pPr eaLnBrk="1" hangingPunct="1"/>
            <a:r>
              <a:rPr lang="en-US" dirty="0" err="1"/>
              <a:t>Menyampaikan</a:t>
            </a:r>
            <a:r>
              <a:rPr lang="en-US" dirty="0"/>
              <a:t> </a:t>
            </a:r>
            <a:r>
              <a:rPr lang="en-US" dirty="0" err="1"/>
              <a:t>kabar</a:t>
            </a:r>
            <a:r>
              <a:rPr lang="en-US" dirty="0"/>
              <a:t> </a:t>
            </a:r>
            <a:r>
              <a:rPr lang="en-US" dirty="0" err="1"/>
              <a:t>baik</a:t>
            </a:r>
            <a:endParaRPr lang="en-US" dirty="0"/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10284314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DE76DE-4791-4C89-9552-0EF19A321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BAHASA:MENGUNDANG,MENGAJAK ATAU MENYERU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MENGAJAK MANUSIA KEPADA ALLAH DENGAN HIKMAH DAN NASIHAT YANG BAIK, SEHINGGA MEREKA MENGINGKARI THOGHUT DAN BERIMAN KEPADA ALLAH AGAR MEREKA KELUAR DARI KEGELAPAN JAHILIYAH MENUJU CAHAYA ISLAM</a:t>
            </a:r>
          </a:p>
          <a:p>
            <a:r>
              <a:rPr lang="en-US" dirty="0"/>
              <a:t>QS. 16 AYAT 125</a:t>
            </a:r>
          </a:p>
          <a:p>
            <a:r>
              <a:rPr lang="en-US" dirty="0"/>
              <a:t>QS. 2 AYAT 256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6FAF79CB-0A1C-4A47-9A44-CD81110B8E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525381023"/>
              </p:ext>
            </p:extLst>
          </p:nvPr>
        </p:nvGraphicFramePr>
        <p:xfrm>
          <a:off x="677863" y="331790"/>
          <a:ext cx="8596312" cy="1907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4" descr="M.2. Makna Dakwah | Rasmul Bayan Tarbiyah">
            <a:extLst>
              <a:ext uri="{FF2B5EF4-FFF2-40B4-BE49-F238E27FC236}">
                <a16:creationId xmlns:a16="http://schemas.microsoft.com/office/drawing/2014/main" xmlns="" id="{DE8C064A-1DD8-4968-A467-6A142D103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338642" y="415372"/>
            <a:ext cx="2853358" cy="582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72746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5BE985B5-66B2-4DD7-852E-821DDE94A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6508"/>
            <a:ext cx="8596668" cy="1320800"/>
          </a:xfrm>
        </p:spPr>
        <p:txBody>
          <a:bodyPr/>
          <a:lstStyle/>
          <a:p>
            <a:r>
              <a:rPr lang="en-US" dirty="0"/>
              <a:t>BEBERAPA UNSUR PRINSIF DAKWAH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50F151A3-AE88-42D5-BEA4-81E6780133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1828765990"/>
              </p:ext>
            </p:extLst>
          </p:nvPr>
        </p:nvGraphicFramePr>
        <p:xfrm>
          <a:off x="677863" y="1060174"/>
          <a:ext cx="8596312" cy="4981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150004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7740CB-4AD3-41C4-AF81-5C3E60CA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6511"/>
            <a:ext cx="8596668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DAKWAH </a:t>
            </a:r>
            <a:r>
              <a:rPr lang="en-US" dirty="0" err="1"/>
              <a:t>sebagai</a:t>
            </a:r>
            <a:r>
              <a:rPr lang="en-US" dirty="0"/>
              <a:t> MEGAPROYEK</a:t>
            </a:r>
            <a:br>
              <a:rPr lang="en-US" dirty="0"/>
            </a:br>
            <a:r>
              <a:rPr lang="en-US" dirty="0"/>
              <a:t>TAHAPAN DAKWAH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38D9C027-4CEC-4FBF-B412-7572D0ABEF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4199216305"/>
              </p:ext>
            </p:extLst>
          </p:nvPr>
        </p:nvGraphicFramePr>
        <p:xfrm>
          <a:off x="344556" y="2093843"/>
          <a:ext cx="9422295" cy="27564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xmlns="" id="{D19F7D32-9E06-44EB-A1D9-3602B29F4A79}"/>
              </a:ext>
            </a:extLst>
          </p:cNvPr>
          <p:cNvSpPr/>
          <p:nvPr/>
        </p:nvSpPr>
        <p:spPr>
          <a:xfrm>
            <a:off x="145777" y="278296"/>
            <a:ext cx="1537252" cy="1320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FIQH DAKWAH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C7C75CF-C723-4D88-850D-CDDDA4719D79}"/>
              </a:ext>
            </a:extLst>
          </p:cNvPr>
          <p:cNvSpPr/>
          <p:nvPr/>
        </p:nvSpPr>
        <p:spPr>
          <a:xfrm>
            <a:off x="530085" y="5035827"/>
            <a:ext cx="2769705" cy="1033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Tahapan</a:t>
            </a:r>
            <a:r>
              <a:rPr lang="en-US" dirty="0"/>
              <a:t>: </a:t>
            </a:r>
            <a:r>
              <a:rPr lang="en-US" dirty="0" err="1"/>
              <a:t>Tablig</a:t>
            </a:r>
            <a:r>
              <a:rPr lang="en-US" dirty="0"/>
              <a:t> &amp; </a:t>
            </a:r>
            <a:r>
              <a:rPr lang="en-US" dirty="0" err="1"/>
              <a:t>Taklim</a:t>
            </a:r>
            <a:endParaRPr lang="en-US" dirty="0"/>
          </a:p>
          <a:p>
            <a:pPr algn="ctr"/>
            <a:r>
              <a:rPr lang="en-US" dirty="0" err="1"/>
              <a:t>Tuj</a:t>
            </a:r>
            <a:r>
              <a:rPr lang="en-US" dirty="0"/>
              <a:t>: </a:t>
            </a:r>
            <a:r>
              <a:rPr lang="en-US" dirty="0" err="1"/>
              <a:t>Memberi</a:t>
            </a:r>
            <a:r>
              <a:rPr lang="en-US" dirty="0"/>
              <a:t> </a:t>
            </a:r>
            <a:r>
              <a:rPr lang="en-US" dirty="0" err="1"/>
              <a:t>tahu</a:t>
            </a:r>
            <a:r>
              <a:rPr lang="en-US" dirty="0"/>
              <a:t> &amp; </a:t>
            </a:r>
            <a:r>
              <a:rPr lang="en-US" dirty="0" err="1"/>
              <a:t>Nambah</a:t>
            </a:r>
            <a:r>
              <a:rPr lang="en-US" dirty="0"/>
              <a:t> </a:t>
            </a:r>
            <a:r>
              <a:rPr lang="en-US" dirty="0" err="1"/>
              <a:t>Ilmu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8723FF0-7BA7-4403-B07F-F05F3284312A}"/>
              </a:ext>
            </a:extLst>
          </p:cNvPr>
          <p:cNvSpPr/>
          <p:nvPr/>
        </p:nvSpPr>
        <p:spPr>
          <a:xfrm>
            <a:off x="5095458" y="4989443"/>
            <a:ext cx="2769705" cy="1033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Tahapan</a:t>
            </a:r>
            <a:r>
              <a:rPr lang="en-US" dirty="0"/>
              <a:t>: PEMBENTUKAN</a:t>
            </a:r>
          </a:p>
          <a:p>
            <a:pPr algn="ctr"/>
            <a:r>
              <a:rPr lang="en-US" dirty="0" err="1"/>
              <a:t>Tuj</a:t>
            </a:r>
            <a:r>
              <a:rPr lang="en-US" dirty="0"/>
              <a:t>: </a:t>
            </a:r>
            <a:r>
              <a:rPr lang="en-US" dirty="0" err="1"/>
              <a:t>Nambah</a:t>
            </a:r>
            <a:r>
              <a:rPr lang="en-US" dirty="0"/>
              <a:t> </a:t>
            </a:r>
            <a:r>
              <a:rPr lang="en-US" dirty="0" err="1"/>
              <a:t>pemikiran</a:t>
            </a:r>
            <a:r>
              <a:rPr lang="en-US" dirty="0"/>
              <a:t> &amp; Lat </a:t>
            </a:r>
            <a:r>
              <a:rPr lang="en-US" dirty="0" err="1"/>
              <a:t>Beraktivitas</a:t>
            </a:r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xmlns="" id="{73D91DFA-9220-46E7-AF80-101B9F25C3B4}"/>
              </a:ext>
            </a:extLst>
          </p:cNvPr>
          <p:cNvSpPr/>
          <p:nvPr/>
        </p:nvSpPr>
        <p:spPr>
          <a:xfrm>
            <a:off x="1868557" y="4399719"/>
            <a:ext cx="159026" cy="3710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xmlns="" id="{F9B8356A-CCCD-4E65-A504-E2291F39D36F}"/>
              </a:ext>
            </a:extLst>
          </p:cNvPr>
          <p:cNvSpPr/>
          <p:nvPr/>
        </p:nvSpPr>
        <p:spPr>
          <a:xfrm>
            <a:off x="6062877" y="4300332"/>
            <a:ext cx="159026" cy="3710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xmlns="" id="{68ECE132-3C20-4C3F-A0AE-66244122F628}"/>
              </a:ext>
            </a:extLst>
          </p:cNvPr>
          <p:cNvSpPr/>
          <p:nvPr/>
        </p:nvSpPr>
        <p:spPr>
          <a:xfrm>
            <a:off x="7043535" y="4313581"/>
            <a:ext cx="159026" cy="3710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83601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B7057432-ACC2-454F-A92F-46ABF96229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693860754"/>
              </p:ext>
            </p:extLst>
          </p:nvPr>
        </p:nvGraphicFramePr>
        <p:xfrm>
          <a:off x="677863" y="-52527"/>
          <a:ext cx="8596312" cy="3153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777BCC2C-60D8-41FE-B475-EE2A8E752348}"/>
              </a:ext>
            </a:extLst>
          </p:cNvPr>
          <p:cNvSpPr/>
          <p:nvPr/>
        </p:nvSpPr>
        <p:spPr>
          <a:xfrm>
            <a:off x="1219199" y="3697359"/>
            <a:ext cx="2769705" cy="1033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Tahapan</a:t>
            </a:r>
            <a:r>
              <a:rPr lang="en-US" dirty="0"/>
              <a:t>: </a:t>
            </a:r>
          </a:p>
          <a:p>
            <a:pPr algn="ctr"/>
            <a:r>
              <a:rPr lang="en-US" dirty="0"/>
              <a:t>PENATAAN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0BE3F22C-0EBF-4C5A-BE89-D0300EA50F7D}"/>
              </a:ext>
            </a:extLst>
          </p:cNvPr>
          <p:cNvSpPr/>
          <p:nvPr/>
        </p:nvSpPr>
        <p:spPr>
          <a:xfrm>
            <a:off x="1219199" y="5420139"/>
            <a:ext cx="2769705" cy="1364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 err="1"/>
              <a:t>Tuj</a:t>
            </a:r>
            <a:r>
              <a:rPr lang="en-US" dirty="0"/>
              <a:t>: </a:t>
            </a:r>
          </a:p>
          <a:p>
            <a:pPr algn="ctr"/>
            <a:r>
              <a:rPr lang="en-US" dirty="0"/>
              <a:t>MENYATUKAN BARISAN</a:t>
            </a:r>
          </a:p>
          <a:p>
            <a:pPr algn="ctr"/>
            <a:r>
              <a:rPr lang="en-US" dirty="0"/>
              <a:t>MENGKOORDINASI KERJA</a:t>
            </a:r>
          </a:p>
          <a:p>
            <a:pPr algn="ctr"/>
            <a:r>
              <a:rPr lang="en-US" dirty="0"/>
              <a:t>MENGAWASI AKTIVITAS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AC01D36-78AA-466A-8ABB-61774E4318B8}"/>
              </a:ext>
            </a:extLst>
          </p:cNvPr>
          <p:cNvSpPr/>
          <p:nvPr/>
        </p:nvSpPr>
        <p:spPr>
          <a:xfrm>
            <a:off x="5453270" y="3650981"/>
            <a:ext cx="2769705" cy="1033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Tahapan</a:t>
            </a:r>
            <a:r>
              <a:rPr lang="en-US" dirty="0"/>
              <a:t>: </a:t>
            </a:r>
          </a:p>
          <a:p>
            <a:pPr algn="ctr"/>
            <a:r>
              <a:rPr lang="en-US" dirty="0"/>
              <a:t>PELAKSANAAN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61412A9B-88F7-4FDC-AEEA-3E4E9B2DF969}"/>
              </a:ext>
            </a:extLst>
          </p:cNvPr>
          <p:cNvSpPr/>
          <p:nvPr/>
        </p:nvSpPr>
        <p:spPr>
          <a:xfrm>
            <a:off x="5453272" y="5426767"/>
            <a:ext cx="2769705" cy="13649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 err="1"/>
              <a:t>Tuj</a:t>
            </a:r>
            <a:r>
              <a:rPr lang="en-US" dirty="0"/>
              <a:t>:</a:t>
            </a:r>
          </a:p>
          <a:p>
            <a:pPr algn="ctr"/>
            <a:r>
              <a:rPr lang="en-US" dirty="0"/>
              <a:t>DORONGAN UNTUK BERAKTIVITAS DAKWAH </a:t>
            </a:r>
          </a:p>
          <a:p>
            <a:pPr algn="ctr"/>
            <a:endParaRPr 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xmlns="" id="{BD8BBA4E-BF9E-42A9-AF2E-082D44831954}"/>
              </a:ext>
            </a:extLst>
          </p:cNvPr>
          <p:cNvSpPr/>
          <p:nvPr/>
        </p:nvSpPr>
        <p:spPr>
          <a:xfrm>
            <a:off x="2345634" y="2915474"/>
            <a:ext cx="159026" cy="3710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xmlns="" id="{1B6D2529-E789-43D3-927B-7EE537B53116}"/>
              </a:ext>
            </a:extLst>
          </p:cNvPr>
          <p:cNvSpPr/>
          <p:nvPr/>
        </p:nvSpPr>
        <p:spPr>
          <a:xfrm>
            <a:off x="2332381" y="4956307"/>
            <a:ext cx="159026" cy="3710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xmlns="" id="{EBF021FC-87FE-4A56-949C-94C6C14B5379}"/>
              </a:ext>
            </a:extLst>
          </p:cNvPr>
          <p:cNvSpPr/>
          <p:nvPr/>
        </p:nvSpPr>
        <p:spPr>
          <a:xfrm>
            <a:off x="6493571" y="3047999"/>
            <a:ext cx="159026" cy="3710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xmlns="" id="{9D01FA1B-5025-41F6-8E1B-354D00813A21}"/>
              </a:ext>
            </a:extLst>
          </p:cNvPr>
          <p:cNvSpPr/>
          <p:nvPr/>
        </p:nvSpPr>
        <p:spPr>
          <a:xfrm>
            <a:off x="6559833" y="4863546"/>
            <a:ext cx="159026" cy="3710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56612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6CF13E-E9BF-42B9-BA51-140CBBCD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1552"/>
            <a:ext cx="8596668" cy="1320800"/>
          </a:xfrm>
          <a:solidFill>
            <a:schemeClr val="accent4"/>
          </a:solidFill>
        </p:spPr>
        <p:txBody>
          <a:bodyPr/>
          <a:lstStyle/>
          <a:p>
            <a:r>
              <a:rPr lang="en-US" dirty="0"/>
              <a:t>MACAM ATAU JENIS DAKWAH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6D1AE6-250A-4594-85E9-D48A849A1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0749"/>
            <a:ext cx="8596668" cy="4530614"/>
          </a:xfrm>
          <a:solidFill>
            <a:schemeClr val="accent5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US" sz="2400" dirty="0"/>
              <a:t>FARDHIYAH</a:t>
            </a:r>
          </a:p>
          <a:p>
            <a:pPr>
              <a:buAutoNum type="arabicPeriod"/>
            </a:pPr>
            <a:r>
              <a:rPr lang="en-US" sz="2400" dirty="0"/>
              <a:t>‘AMMAH</a:t>
            </a:r>
          </a:p>
          <a:p>
            <a:pPr>
              <a:buAutoNum type="arabicPeriod"/>
            </a:pPr>
            <a:r>
              <a:rPr lang="en-US" sz="2400" dirty="0"/>
              <a:t>BIL HAL</a:t>
            </a:r>
          </a:p>
          <a:p>
            <a:pPr>
              <a:buAutoNum type="arabicPeriod"/>
            </a:pPr>
            <a:r>
              <a:rPr lang="en-US" sz="2400" dirty="0"/>
              <a:t>BIL LISAN</a:t>
            </a:r>
          </a:p>
          <a:p>
            <a:pPr>
              <a:buAutoNum type="arabicPeriod"/>
            </a:pPr>
            <a:r>
              <a:rPr lang="en-US" sz="2400" dirty="0"/>
              <a:t>BITTADWIN</a:t>
            </a:r>
          </a:p>
          <a:p>
            <a:pPr>
              <a:buAutoNum type="arabicPeriod"/>
            </a:pPr>
            <a:r>
              <a:rPr lang="en-US" sz="2400" dirty="0"/>
              <a:t>BIL HIKMAH</a:t>
            </a:r>
          </a:p>
          <a:p>
            <a:pPr>
              <a:buAutoNum type="arabicPeriod"/>
            </a:pPr>
            <a:r>
              <a:rPr lang="en-US" sz="2400" dirty="0"/>
              <a:t>WAL MAUIDOH HASANAH</a:t>
            </a:r>
          </a:p>
          <a:p>
            <a:pPr>
              <a:buAutoNum type="arabicPeriod"/>
            </a:pPr>
            <a:r>
              <a:rPr lang="en-US" sz="2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xmlns="" val="3894806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FAE2AE-3570-4149-B62A-84E6D889F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DASAR/DALIL DAKWAH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1C8873-D66A-44F6-9237-BA1AE3752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QS. ALI IMRAN AYAT 104 &amp; 110</a:t>
            </a:r>
          </a:p>
          <a:p>
            <a:pPr>
              <a:buAutoNum type="arabicPeriod"/>
            </a:pPr>
            <a:r>
              <a:rPr lang="en-US" dirty="0"/>
              <a:t>QS. AT-TAUBAH AYAT 108 &amp; 111-112</a:t>
            </a:r>
          </a:p>
          <a:p>
            <a:pPr>
              <a:buAutoNum type="arabicPeriod"/>
            </a:pPr>
            <a:r>
              <a:rPr lang="en-US" dirty="0"/>
              <a:t>AL-AHZAB AYAT 23</a:t>
            </a:r>
          </a:p>
          <a:p>
            <a:pPr>
              <a:buAutoNum type="arabicPeriod"/>
            </a:pPr>
            <a:r>
              <a:rPr lang="en-US" dirty="0"/>
              <a:t>AL-HUJURAT AYAT 15</a:t>
            </a:r>
          </a:p>
          <a:p>
            <a:pPr>
              <a:buAutoNum type="arabicPeriod"/>
            </a:pPr>
            <a:r>
              <a:rPr lang="en-US" dirty="0"/>
              <a:t>DLL</a:t>
            </a:r>
          </a:p>
        </p:txBody>
      </p:sp>
      <p:sp>
        <p:nvSpPr>
          <p:cNvPr id="4" name="Wave 3">
            <a:extLst>
              <a:ext uri="{FF2B5EF4-FFF2-40B4-BE49-F238E27FC236}">
                <a16:creationId xmlns:a16="http://schemas.microsoft.com/office/drawing/2014/main" xmlns="" id="{73BC3A6D-FFBA-44FC-A843-C20E669201CC}"/>
              </a:ext>
            </a:extLst>
          </p:cNvPr>
          <p:cNvSpPr/>
          <p:nvPr/>
        </p:nvSpPr>
        <p:spPr>
          <a:xfrm>
            <a:off x="2902226" y="3670852"/>
            <a:ext cx="6851374" cy="2370510"/>
          </a:xfrm>
          <a:prstGeom prst="wav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PELAJARI OLEH SEMUA YAA……….</a:t>
            </a:r>
          </a:p>
        </p:txBody>
      </p:sp>
    </p:spTree>
    <p:extLst>
      <p:ext uri="{BB962C8B-B14F-4D97-AF65-F5344CB8AC3E}">
        <p14:creationId xmlns:p14="http://schemas.microsoft.com/office/powerpoint/2010/main" xmlns="" val="444453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480CC0-289E-45B9-B41B-2BF168CD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59029"/>
            <a:ext cx="8596668" cy="848136"/>
          </a:xfrm>
        </p:spPr>
        <p:txBody>
          <a:bodyPr/>
          <a:lstStyle/>
          <a:p>
            <a:r>
              <a:rPr lang="en-US" dirty="0"/>
              <a:t>KARAKTERISTIK DAKWAH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F228DA-D019-42F5-9448-04B38CA5B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07165"/>
            <a:ext cx="8596668" cy="5034197"/>
          </a:xfrm>
        </p:spPr>
        <p:txBody>
          <a:bodyPr>
            <a:normAutofit fontScale="92500" lnSpcReduction="20000"/>
          </a:bodyPr>
          <a:lstStyle/>
          <a:p>
            <a:pPr>
              <a:buAutoNum type="arabicPeriod"/>
            </a:pPr>
            <a:r>
              <a:rPr lang="en-US" dirty="0"/>
              <a:t>ROBBANIYAH (BER ORIENTASI KE TUHANAN)</a:t>
            </a:r>
          </a:p>
          <a:p>
            <a:pPr>
              <a:buAutoNum type="arabicPeriod"/>
            </a:pPr>
            <a:r>
              <a:rPr lang="en-US" dirty="0"/>
              <a:t>ISLAMIYAH QOBLA JAM’IYYAH (KE ISLAMAN SEBELUM ORGANISASI)</a:t>
            </a:r>
          </a:p>
          <a:p>
            <a:pPr>
              <a:buAutoNum type="arabicPeriod"/>
            </a:pPr>
            <a:r>
              <a:rPr lang="en-US" dirty="0"/>
              <a:t>SYAMIL (KOMFREHENSIP)</a:t>
            </a:r>
          </a:p>
          <a:p>
            <a:pPr>
              <a:buAutoNum type="arabicPeriod"/>
            </a:pPr>
            <a:r>
              <a:rPr lang="en-US" dirty="0"/>
              <a:t>MU’ASHIROH (AKTUAL MODERN)</a:t>
            </a:r>
          </a:p>
          <a:p>
            <a:pPr>
              <a:buAutoNum type="arabicPeriod"/>
            </a:pPr>
            <a:r>
              <a:rPr lang="en-US" dirty="0"/>
              <a:t>MAHALIYAH WA ‘AMALIYAH (NASIONAL &amp; INTERNASIONAL)</a:t>
            </a:r>
          </a:p>
          <a:p>
            <a:pPr>
              <a:buAutoNum type="arabicPeriod"/>
            </a:pPr>
            <a:r>
              <a:rPr lang="en-US" dirty="0"/>
              <a:t>ILMIYAH (SELARAS DENGAN LOGIKA)</a:t>
            </a:r>
          </a:p>
          <a:p>
            <a:pPr>
              <a:buAutoNum type="arabicPeriod"/>
            </a:pPr>
            <a:r>
              <a:rPr lang="en-US" dirty="0"/>
              <a:t>BASHIROH ISLAMIYAH (PANDANGAN ISLAMI)</a:t>
            </a:r>
          </a:p>
          <a:p>
            <a:pPr>
              <a:buAutoNum type="arabicPeriod"/>
            </a:pPr>
            <a:r>
              <a:rPr lang="en-US" dirty="0"/>
              <a:t>MANNA’ATUL ISLAM (KEBEBASAN ISLAM)</a:t>
            </a:r>
          </a:p>
          <a:p>
            <a:pPr>
              <a:buAutoNum type="arabicPeriod"/>
            </a:pPr>
            <a:r>
              <a:rPr lang="en-US" dirty="0"/>
              <a:t>INQILABIYAH (PERUBAHAN TOTAL)</a:t>
            </a:r>
          </a:p>
          <a:p>
            <a:pPr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724621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D58B806E-5BA8-4B9E-854C-9FDE03130C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00376320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xmlns="" id="{5A9D959C-2217-40BB-9326-8D31A393501E}"/>
              </a:ext>
            </a:extLst>
          </p:cNvPr>
          <p:cNvSpPr/>
          <p:nvPr/>
        </p:nvSpPr>
        <p:spPr>
          <a:xfrm>
            <a:off x="596349" y="1311965"/>
            <a:ext cx="1842052" cy="401540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PERAN</a:t>
            </a:r>
          </a:p>
          <a:p>
            <a:pPr algn="ctr"/>
            <a:r>
              <a:rPr lang="en-US" dirty="0"/>
              <a:t>PEMUDA</a:t>
            </a:r>
          </a:p>
          <a:p>
            <a:pPr algn="ctr"/>
            <a:r>
              <a:rPr lang="en-US" dirty="0"/>
              <a:t>DALAM</a:t>
            </a:r>
          </a:p>
          <a:p>
            <a:pPr algn="ctr"/>
            <a:r>
              <a:rPr lang="en-US" dirty="0"/>
              <a:t>MENGEMBAN</a:t>
            </a:r>
          </a:p>
          <a:p>
            <a:pPr algn="ctr"/>
            <a:r>
              <a:rPr lang="en-US" dirty="0"/>
              <a:t>RISALAH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xmlns="" id="{956B6B87-DAD3-48EE-968F-1BDD5BDF4DF2}"/>
              </a:ext>
            </a:extLst>
          </p:cNvPr>
          <p:cNvSpPr/>
          <p:nvPr/>
        </p:nvSpPr>
        <p:spPr>
          <a:xfrm>
            <a:off x="2570924" y="1139687"/>
            <a:ext cx="406401" cy="4651513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0264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EF0FB7-05D4-49E7-9F7D-DE78EC046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PILAR KEBANGKITAN UMAT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3C30C6-C8C9-4188-84AD-56A146730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dirty="0"/>
              <a:t>KEBANGKITAN RUHIYAH</a:t>
            </a:r>
          </a:p>
          <a:p>
            <a:pPr>
              <a:buAutoNum type="arabicPeriod"/>
            </a:pPr>
            <a:r>
              <a:rPr lang="en-US" dirty="0"/>
              <a:t>KEBANGKITAN FIKRAH</a:t>
            </a:r>
          </a:p>
          <a:p>
            <a:pPr>
              <a:buAutoNum type="arabicPeriod"/>
            </a:pPr>
            <a:r>
              <a:rPr lang="en-US" dirty="0"/>
              <a:t>PENGUASAAN TEORITIS</a:t>
            </a:r>
          </a:p>
          <a:p>
            <a:pPr>
              <a:buAutoNum type="arabicPeriod"/>
            </a:pPr>
            <a:r>
              <a:rPr lang="en-US" dirty="0"/>
              <a:t>PEMAHAMAN LAPANGAN</a:t>
            </a:r>
          </a:p>
          <a:p>
            <a:pPr>
              <a:buAutoNum type="arabicPeriod"/>
            </a:pPr>
            <a:r>
              <a:rPr lang="en-US" dirty="0"/>
              <a:t>MENYUSUN LANGKAH</a:t>
            </a:r>
          </a:p>
          <a:p>
            <a:pPr>
              <a:buAutoNum type="arabicPeriod"/>
            </a:pPr>
            <a:r>
              <a:rPr lang="en-US" dirty="0"/>
              <a:t>STRUKTUR KOKOH</a:t>
            </a:r>
          </a:p>
        </p:txBody>
      </p:sp>
    </p:spTree>
    <p:extLst>
      <p:ext uri="{BB962C8B-B14F-4D97-AF65-F5344CB8AC3E}">
        <p14:creationId xmlns:p14="http://schemas.microsoft.com/office/powerpoint/2010/main" xmlns="" val="3091454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BEA64E-B449-4131-9633-D64BC6CE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SEORANG DA’I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5DB637F-DCEC-452D-A1C5-3E02B41A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4001"/>
            <a:ext cx="8596668" cy="4517362"/>
          </a:xfrm>
        </p:spPr>
        <p:txBody>
          <a:bodyPr>
            <a:normAutofit fontScale="85000" lnSpcReduction="20000"/>
          </a:bodyPr>
          <a:lstStyle/>
          <a:p>
            <a:pPr>
              <a:buAutoNum type="arabicPeriod"/>
            </a:pPr>
            <a:r>
              <a:rPr lang="en-US" dirty="0"/>
              <a:t>MEMPUNYAI ILMU PENGETAHUAN YANG LUAS</a:t>
            </a:r>
          </a:p>
          <a:p>
            <a:pPr>
              <a:buAutoNum type="arabicPeriod"/>
            </a:pPr>
            <a:r>
              <a:rPr lang="en-US" dirty="0"/>
              <a:t>PANDANGAN JAUH KEMASA DEPAN</a:t>
            </a:r>
          </a:p>
          <a:p>
            <a:pPr>
              <a:buAutoNum type="arabicPeriod"/>
            </a:pPr>
            <a:r>
              <a:rPr lang="en-US" dirty="0"/>
              <a:t>ARIF DAN BIJAKSANA</a:t>
            </a:r>
          </a:p>
          <a:p>
            <a:pPr>
              <a:buAutoNum type="arabicPeriod"/>
            </a:pPr>
            <a:r>
              <a:rPr lang="en-US" dirty="0"/>
              <a:t>TEGUH PENDIRIAN</a:t>
            </a:r>
          </a:p>
          <a:p>
            <a:pPr>
              <a:buAutoNum type="arabicPeriod"/>
            </a:pPr>
            <a:r>
              <a:rPr lang="en-US" dirty="0"/>
              <a:t>ADIL DALAM BERTINDAK</a:t>
            </a:r>
          </a:p>
          <a:p>
            <a:pPr>
              <a:buAutoNum type="arabicPeriod"/>
            </a:pPr>
            <a:r>
              <a:rPr lang="en-US" dirty="0"/>
              <a:t>SEHAT JASMANI ROHANI</a:t>
            </a:r>
          </a:p>
          <a:p>
            <a:pPr>
              <a:buAutoNum type="arabicPeriod"/>
            </a:pPr>
            <a:r>
              <a:rPr lang="en-US" dirty="0"/>
              <a:t>PANDAI BERKOMUNIKASI</a:t>
            </a:r>
          </a:p>
          <a:p>
            <a:pPr>
              <a:buAutoNum type="arabicPeriod"/>
            </a:pPr>
            <a:r>
              <a:rPr lang="en-US" dirty="0"/>
              <a:t>IKHLAS</a:t>
            </a:r>
          </a:p>
          <a:p>
            <a:pPr>
              <a:buAutoNum type="arabicPeriod"/>
            </a:pPr>
            <a:r>
              <a:rPr lang="en-US" dirty="0"/>
              <a:t>YAKIN BAHWA MISINYA AKAN BERHASIL (OPTIMIS)</a:t>
            </a:r>
          </a:p>
          <a:p>
            <a:pPr>
              <a:buAutoNum type="arabicPeriod"/>
            </a:pPr>
            <a:r>
              <a:rPr lang="en-US" dirty="0"/>
              <a:t>SABAR</a:t>
            </a:r>
          </a:p>
        </p:txBody>
      </p:sp>
    </p:spTree>
    <p:extLst>
      <p:ext uri="{BB962C8B-B14F-4D97-AF65-F5344CB8AC3E}">
        <p14:creationId xmlns:p14="http://schemas.microsoft.com/office/powerpoint/2010/main" xmlns="" val="933104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825" y="608014"/>
            <a:ext cx="8229600" cy="839787"/>
          </a:xfrm>
        </p:spPr>
        <p:txBody>
          <a:bodyPr/>
          <a:lstStyle/>
          <a:p>
            <a:pPr eaLnBrk="1" hangingPunct="1"/>
            <a:r>
              <a:rPr lang="id-ID" sz="2600" dirty="0">
                <a:solidFill>
                  <a:schemeClr val="tx1"/>
                </a:solidFill>
              </a:rPr>
              <a:t>PROSES TERJADINYA</a:t>
            </a:r>
            <a:r>
              <a:rPr lang="en-US" sz="2600" dirty="0">
                <a:solidFill>
                  <a:schemeClr val="tx1"/>
                </a:solidFill>
              </a:rPr>
              <a:t> DAKWAH</a:t>
            </a:r>
            <a:endParaRPr lang="en-GB" sz="2600" dirty="0">
              <a:solidFill>
                <a:schemeClr val="tx1"/>
              </a:solidFill>
            </a:endParaRPr>
          </a:p>
        </p:txBody>
      </p:sp>
      <p:sp>
        <p:nvSpPr>
          <p:cNvPr id="11267" name="Oval 3"/>
          <p:cNvSpPr>
            <a:spLocks noChangeArrowheads="1"/>
          </p:cNvSpPr>
          <p:nvPr/>
        </p:nvSpPr>
        <p:spPr bwMode="auto">
          <a:xfrm>
            <a:off x="1774826" y="2708275"/>
            <a:ext cx="1368425" cy="1728788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id-ID"/>
              <a:t>PENGIRIM</a:t>
            </a:r>
          </a:p>
          <a:p>
            <a:pPr algn="ctr"/>
            <a:r>
              <a:rPr lang="en-US"/>
              <a:t>Da’i/</a:t>
            </a:r>
          </a:p>
          <a:p>
            <a:pPr algn="ctr"/>
            <a:r>
              <a:rPr lang="en-US"/>
              <a:t>Penyuluh</a:t>
            </a:r>
            <a:endParaRPr lang="en-GB"/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3541713" y="2924175"/>
            <a:ext cx="1439862" cy="122555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id-ID"/>
              <a:t>Pen</a:t>
            </a:r>
            <a:r>
              <a:rPr lang="en-US"/>
              <a:t>gemasan</a:t>
            </a:r>
            <a:endParaRPr lang="en-GB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5410201" y="2895601"/>
            <a:ext cx="1223963" cy="1223963"/>
          </a:xfrm>
          <a:prstGeom prst="rect">
            <a:avLst/>
          </a:prstGeom>
          <a:solidFill>
            <a:schemeClr val="bg1"/>
          </a:solidFill>
          <a:ln w="57150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Media</a:t>
            </a:r>
            <a:endParaRPr lang="en-GB"/>
          </a:p>
        </p:txBody>
      </p:sp>
      <p:sp>
        <p:nvSpPr>
          <p:cNvPr id="11270" name="Oval 6"/>
          <p:cNvSpPr>
            <a:spLocks noChangeArrowheads="1"/>
          </p:cNvSpPr>
          <p:nvPr/>
        </p:nvSpPr>
        <p:spPr bwMode="auto">
          <a:xfrm>
            <a:off x="6997700" y="2997201"/>
            <a:ext cx="1441450" cy="1223963"/>
          </a:xfrm>
          <a:prstGeom prst="ellipse">
            <a:avLst/>
          </a:prstGeom>
          <a:solidFill>
            <a:schemeClr val="bg1"/>
          </a:solidFill>
          <a:ln w="57150">
            <a:solidFill>
              <a:srgbClr val="FF99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id-ID"/>
              <a:t>Pengertian</a:t>
            </a:r>
            <a:endParaRPr lang="en-GB"/>
          </a:p>
        </p:txBody>
      </p:sp>
      <p:sp>
        <p:nvSpPr>
          <p:cNvPr id="11271" name="Oval 7"/>
          <p:cNvSpPr>
            <a:spLocks noChangeArrowheads="1"/>
          </p:cNvSpPr>
          <p:nvPr/>
        </p:nvSpPr>
        <p:spPr bwMode="auto">
          <a:xfrm>
            <a:off x="8797926" y="2636839"/>
            <a:ext cx="1565275" cy="1728787"/>
          </a:xfrm>
          <a:prstGeom prst="ellipse">
            <a:avLst/>
          </a:prstGeom>
          <a:solidFill>
            <a:schemeClr val="bg1"/>
          </a:solidFill>
          <a:ln w="571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id-ID"/>
              <a:t>PENERIMA</a:t>
            </a:r>
            <a:r>
              <a:rPr lang="en-US"/>
              <a:t>/</a:t>
            </a:r>
          </a:p>
          <a:p>
            <a:pPr algn="ctr"/>
            <a:r>
              <a:rPr lang="en-US"/>
              <a:t>mad’u</a:t>
            </a:r>
            <a:endParaRPr lang="en-GB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3143250" y="351948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4981576" y="3519488"/>
            <a:ext cx="288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6638925" y="351948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8439150" y="3519488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6" name="Line 12"/>
          <p:cNvSpPr>
            <a:spLocks noChangeShapeType="1"/>
          </p:cNvSpPr>
          <p:nvPr/>
        </p:nvSpPr>
        <p:spPr bwMode="auto">
          <a:xfrm>
            <a:off x="9480550" y="4365625"/>
            <a:ext cx="0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 flipH="1">
            <a:off x="2495550" y="5229225"/>
            <a:ext cx="698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 flipV="1">
            <a:off x="2495550" y="4437063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2528889" y="5221288"/>
            <a:ext cx="17287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d-ID">
                <a:solidFill>
                  <a:srgbClr val="000000"/>
                </a:solidFill>
              </a:rPr>
              <a:t>Menerima</a:t>
            </a:r>
            <a:endParaRPr lang="en-GB">
              <a:solidFill>
                <a:srgbClr val="000000"/>
              </a:solidFill>
            </a:endParaRPr>
          </a:p>
        </p:txBody>
      </p:sp>
      <p:sp>
        <p:nvSpPr>
          <p:cNvPr id="11280" name="Text Box 16"/>
          <p:cNvSpPr txBox="1">
            <a:spLocks noChangeArrowheads="1"/>
          </p:cNvSpPr>
          <p:nvPr/>
        </p:nvSpPr>
        <p:spPr bwMode="auto">
          <a:xfrm>
            <a:off x="8291514" y="4816476"/>
            <a:ext cx="15128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d-ID"/>
              <a:t>Mengirim</a:t>
            </a:r>
            <a:endParaRPr lang="en-GB"/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2038351" y="2205038"/>
            <a:ext cx="20161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d-ID" dirty="0"/>
              <a:t>Mengirim</a:t>
            </a:r>
            <a:endParaRPr lang="en-GB" dirty="0"/>
          </a:p>
        </p:txBody>
      </p:sp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3430589" y="2420938"/>
            <a:ext cx="15128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/>
              <a:t>Da’wah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6959600" y="2492375"/>
            <a:ext cx="1512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400"/>
              <a:t>Da’wah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8472488" y="2205038"/>
            <a:ext cx="17272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id-ID">
                <a:solidFill>
                  <a:srgbClr val="000000"/>
                </a:solidFill>
              </a:rPr>
              <a:t>Menerima</a:t>
            </a:r>
            <a:endParaRPr lang="en-GB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slow"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/>
              <a:t>Tugas Da’wah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77334" y="1484243"/>
            <a:ext cx="8596668" cy="4557119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600" i="1" dirty="0" err="1"/>
              <a:t>Fardu</a:t>
            </a:r>
            <a:r>
              <a:rPr lang="en-US" sz="2600" i="1" dirty="0"/>
              <a:t> </a:t>
            </a:r>
            <a:r>
              <a:rPr lang="en-US" sz="2600" i="1" dirty="0" err="1"/>
              <a:t>a’in</a:t>
            </a:r>
            <a:r>
              <a:rPr lang="en-US" sz="2600" dirty="0"/>
              <a:t> </a:t>
            </a:r>
            <a:r>
              <a:rPr lang="en-US" sz="2600" i="1" dirty="0" err="1"/>
              <a:t>dan</a:t>
            </a:r>
            <a:r>
              <a:rPr lang="en-US" sz="2600" i="1" dirty="0"/>
              <a:t>  </a:t>
            </a:r>
            <a:r>
              <a:rPr lang="en-US" sz="2600" i="1" dirty="0" err="1"/>
              <a:t>Kewajiban</a:t>
            </a:r>
            <a:r>
              <a:rPr lang="en-US" sz="2600" i="1" dirty="0"/>
              <a:t> </a:t>
            </a:r>
            <a:r>
              <a:rPr lang="en-US" sz="2600" i="1" dirty="0" err="1"/>
              <a:t>setiap</a:t>
            </a:r>
            <a:r>
              <a:rPr lang="en-US" sz="2600" i="1" dirty="0"/>
              <a:t> </a:t>
            </a:r>
            <a:r>
              <a:rPr lang="en-US" sz="2600" i="1" dirty="0" err="1"/>
              <a:t>individu</a:t>
            </a:r>
            <a:r>
              <a:rPr lang="en-US" sz="2600" i="1" dirty="0"/>
              <a:t> </a:t>
            </a:r>
            <a:r>
              <a:rPr lang="en-US" sz="2600" i="1" dirty="0" err="1"/>
              <a:t>muslim</a:t>
            </a:r>
            <a:r>
              <a:rPr lang="en-US" sz="2600" dirty="0"/>
              <a:t>, </a:t>
            </a:r>
          </a:p>
          <a:p>
            <a:pPr eaLnBrk="1" hangingPunct="1">
              <a:buNone/>
            </a:pPr>
            <a:r>
              <a:rPr lang="en-US" sz="2600" dirty="0"/>
              <a:t>      Allah </a:t>
            </a:r>
            <a:r>
              <a:rPr lang="en-US" sz="2600" dirty="0" err="1"/>
              <a:t>memerintahkan</a:t>
            </a:r>
            <a:r>
              <a:rPr lang="en-US" sz="2600" dirty="0"/>
              <a:t> </a:t>
            </a:r>
            <a:r>
              <a:rPr lang="en-US" sz="2600" dirty="0" err="1"/>
              <a:t>setiap</a:t>
            </a:r>
            <a:r>
              <a:rPr lang="en-US" sz="2600" dirty="0"/>
              <a:t> </a:t>
            </a:r>
            <a:r>
              <a:rPr lang="en-US" sz="2600" dirty="0" err="1"/>
              <a:t>muslim</a:t>
            </a:r>
            <a:r>
              <a:rPr lang="en-US" sz="2600" dirty="0"/>
              <a:t>  </a:t>
            </a:r>
          </a:p>
          <a:p>
            <a:pPr eaLnBrk="1" hangingPunct="1">
              <a:buNone/>
            </a:pPr>
            <a:r>
              <a:rPr lang="en-US" sz="2600" dirty="0"/>
              <a:t>       </a:t>
            </a:r>
            <a:r>
              <a:rPr lang="en-US" sz="2600" dirty="0" err="1"/>
              <a:t>berusaha</a:t>
            </a:r>
            <a:r>
              <a:rPr lang="en-US" sz="2600" dirty="0"/>
              <a:t> </a:t>
            </a:r>
            <a:r>
              <a:rPr lang="en-US" sz="2600" dirty="0" err="1"/>
              <a:t>mengubah</a:t>
            </a:r>
            <a:r>
              <a:rPr lang="en-US" sz="2600" dirty="0"/>
              <a:t> </a:t>
            </a:r>
            <a:r>
              <a:rPr lang="en-US" sz="2600" dirty="0" err="1"/>
              <a:t>kemunkaran</a:t>
            </a:r>
            <a:r>
              <a:rPr lang="en-US" sz="2600" dirty="0"/>
              <a:t> yang    </a:t>
            </a:r>
          </a:p>
          <a:p>
            <a:pPr eaLnBrk="1" hangingPunct="1">
              <a:buNone/>
            </a:pPr>
            <a:r>
              <a:rPr lang="en-US" sz="2600" dirty="0"/>
              <a:t>       </a:t>
            </a:r>
            <a:r>
              <a:rPr lang="en-US" sz="2600" dirty="0" err="1"/>
              <a:t>diketahuinya</a:t>
            </a:r>
            <a:r>
              <a:rPr lang="en-US" sz="2600" dirty="0"/>
              <a:t> </a:t>
            </a:r>
            <a:r>
              <a:rPr lang="en-US" sz="2600" i="1" dirty="0"/>
              <a:t>( man </a:t>
            </a:r>
            <a:r>
              <a:rPr lang="en-US" sz="2600" i="1" dirty="0" err="1"/>
              <a:t>rooa</a:t>
            </a:r>
            <a:r>
              <a:rPr lang="en-US" sz="2600" i="1" dirty="0"/>
              <a:t> </a:t>
            </a:r>
            <a:r>
              <a:rPr lang="en-US" sz="2600" i="1" dirty="0" err="1"/>
              <a:t>minkum</a:t>
            </a:r>
            <a:r>
              <a:rPr lang="en-US" sz="2600" i="1" dirty="0"/>
              <a:t> </a:t>
            </a:r>
            <a:r>
              <a:rPr lang="en-US" sz="2600" i="1" dirty="0" err="1"/>
              <a:t>munkaron</a:t>
            </a:r>
            <a:r>
              <a:rPr lang="en-US" sz="2600" i="1" dirty="0"/>
              <a:t>…</a:t>
            </a:r>
            <a:endParaRPr lang="en-US" sz="2600" dirty="0"/>
          </a:p>
          <a:p>
            <a:pPr eaLnBrk="1" hangingPunct="1"/>
            <a:r>
              <a:rPr lang="en-US" sz="2600" dirty="0"/>
              <a:t> </a:t>
            </a:r>
            <a:r>
              <a:rPr lang="en-US" sz="2600" i="1" dirty="0" err="1"/>
              <a:t>Fardu</a:t>
            </a:r>
            <a:r>
              <a:rPr lang="en-US" sz="2600" i="1" dirty="0"/>
              <a:t> </a:t>
            </a:r>
            <a:r>
              <a:rPr lang="en-US" sz="2600" i="1" dirty="0" err="1"/>
              <a:t>kifayah</a:t>
            </a:r>
            <a:endParaRPr lang="en-US" sz="2600" i="1" dirty="0"/>
          </a:p>
          <a:p>
            <a:pPr eaLnBrk="1" hangingPunct="1">
              <a:buNone/>
            </a:pPr>
            <a:r>
              <a:rPr lang="en-US" sz="2600" dirty="0"/>
              <a:t>       </a:t>
            </a:r>
            <a:r>
              <a:rPr lang="en-US" sz="2600" dirty="0" err="1"/>
              <a:t>Perintah</a:t>
            </a:r>
            <a:r>
              <a:rPr lang="en-US" sz="2600" dirty="0"/>
              <a:t> Allah agar </a:t>
            </a:r>
            <a:r>
              <a:rPr lang="en-US" sz="2600" dirty="0" err="1"/>
              <a:t>ada</a:t>
            </a:r>
            <a:r>
              <a:rPr lang="en-US" sz="2600" dirty="0"/>
              <a:t> </a:t>
            </a:r>
            <a:r>
              <a:rPr lang="en-US" sz="2600" dirty="0" err="1"/>
              <a:t>sekelompok</a:t>
            </a:r>
            <a:r>
              <a:rPr lang="en-US" sz="2600" dirty="0"/>
              <a:t> </a:t>
            </a:r>
            <a:r>
              <a:rPr lang="en-US" sz="2600" dirty="0" err="1"/>
              <a:t>muslim</a:t>
            </a:r>
            <a:r>
              <a:rPr lang="en-US" sz="2600" dirty="0"/>
              <a:t>  </a:t>
            </a:r>
          </a:p>
          <a:p>
            <a:pPr eaLnBrk="1" hangingPunct="1">
              <a:buNone/>
            </a:pPr>
            <a:r>
              <a:rPr lang="en-US" sz="2600" dirty="0"/>
              <a:t>        </a:t>
            </a:r>
            <a:r>
              <a:rPr lang="en-US" sz="2600" dirty="0" err="1"/>
              <a:t>yg</a:t>
            </a:r>
            <a:r>
              <a:rPr lang="en-US" sz="2600" dirty="0"/>
              <a:t> </a:t>
            </a:r>
            <a:r>
              <a:rPr lang="en-US" sz="2600" dirty="0" err="1"/>
              <a:t>menekuni</a:t>
            </a:r>
            <a:r>
              <a:rPr lang="en-US" sz="2600" dirty="0"/>
              <a:t> </a:t>
            </a:r>
            <a:r>
              <a:rPr lang="en-US" sz="2600" dirty="0" err="1"/>
              <a:t>ajaran</a:t>
            </a:r>
            <a:r>
              <a:rPr lang="en-US" sz="2600" dirty="0"/>
              <a:t> Islam </a:t>
            </a:r>
            <a:r>
              <a:rPr lang="en-US" sz="2600" dirty="0" err="1"/>
              <a:t>secara</a:t>
            </a:r>
            <a:r>
              <a:rPr lang="en-US" sz="2600" dirty="0"/>
              <a:t> </a:t>
            </a:r>
            <a:r>
              <a:rPr lang="en-US" sz="2600" dirty="0" err="1"/>
              <a:t>khusus</a:t>
            </a:r>
            <a:r>
              <a:rPr lang="en-US" sz="2600" dirty="0"/>
              <a:t> </a:t>
            </a:r>
            <a:r>
              <a:rPr lang="en-US" sz="2600" dirty="0" err="1"/>
              <a:t>untk</a:t>
            </a:r>
            <a:r>
              <a:rPr lang="en-US" sz="2600" dirty="0"/>
              <a:t>    </a:t>
            </a:r>
          </a:p>
          <a:p>
            <a:pPr eaLnBrk="1" hangingPunct="1">
              <a:buNone/>
            </a:pPr>
            <a:r>
              <a:rPr lang="en-US" sz="2600" dirty="0"/>
              <a:t>        </a:t>
            </a:r>
            <a:r>
              <a:rPr lang="en-US" sz="2600" dirty="0" err="1"/>
              <a:t>disampaikan</a:t>
            </a:r>
            <a:r>
              <a:rPr lang="en-US" sz="2600" dirty="0"/>
              <a:t> </a:t>
            </a:r>
            <a:r>
              <a:rPr lang="en-US" sz="2600" dirty="0" err="1"/>
              <a:t>dan</a:t>
            </a:r>
            <a:r>
              <a:rPr lang="en-US" sz="2600" dirty="0"/>
              <a:t> </a:t>
            </a:r>
            <a:r>
              <a:rPr lang="en-US" sz="2600" dirty="0" err="1"/>
              <a:t>diajarkan</a:t>
            </a:r>
            <a:r>
              <a:rPr lang="en-US" sz="2600" dirty="0"/>
              <a:t> </a:t>
            </a:r>
            <a:r>
              <a:rPr lang="en-US" sz="2600" dirty="0" err="1"/>
              <a:t>kepada</a:t>
            </a:r>
            <a:r>
              <a:rPr lang="en-US" sz="2600" dirty="0"/>
              <a:t> </a:t>
            </a:r>
            <a:r>
              <a:rPr lang="en-US" sz="2600" dirty="0" err="1"/>
              <a:t>orang</a:t>
            </a:r>
            <a:r>
              <a:rPr lang="en-US" sz="2600" dirty="0"/>
              <a:t> lain</a:t>
            </a:r>
          </a:p>
          <a:p>
            <a:pPr eaLnBrk="1" hangingPunct="1">
              <a:buNone/>
            </a:pPr>
            <a:r>
              <a:rPr lang="en-US" sz="2600" dirty="0"/>
              <a:t>       ( </a:t>
            </a:r>
            <a:r>
              <a:rPr lang="en-US" sz="2600" dirty="0" err="1"/>
              <a:t>Attaubah</a:t>
            </a:r>
            <a:r>
              <a:rPr lang="en-US" sz="2600" dirty="0"/>
              <a:t> : 122, Ali </a:t>
            </a:r>
            <a:r>
              <a:rPr lang="en-US" sz="2600" dirty="0" err="1"/>
              <a:t>Imron</a:t>
            </a:r>
            <a:r>
              <a:rPr lang="en-US" sz="2600" dirty="0"/>
              <a:t> : 104) </a:t>
            </a:r>
          </a:p>
        </p:txBody>
      </p:sp>
    </p:spTree>
  </p:cSld>
  <p:clrMapOvr>
    <a:masterClrMapping/>
  </p:clrMapOvr>
  <p:transition spd="slow">
    <p:cut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B8EBDDA-7910-4541-822F-2B3F96BC934B}"/>
              </a:ext>
            </a:extLst>
          </p:cNvPr>
          <p:cNvSpPr txBox="1">
            <a:spLocks noChangeArrowheads="1"/>
          </p:cNvSpPr>
          <p:nvPr/>
        </p:nvSpPr>
        <p:spPr>
          <a:xfrm>
            <a:off x="677333" y="609600"/>
            <a:ext cx="9420823" cy="487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A" sz="5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j-lt"/>
                <a:ea typeface="+mj-ea"/>
                <a:cs typeface="Arabic Transparent" pitchFamily="2" charset="0"/>
              </a:rPr>
              <a:t>ا لحمد لله رب العالمين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TERIMA KASIH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CC0099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SEMOGA BERMANFAAT</a:t>
            </a:r>
          </a:p>
        </p:txBody>
      </p:sp>
    </p:spTree>
    <p:extLst>
      <p:ext uri="{BB962C8B-B14F-4D97-AF65-F5344CB8AC3E}">
        <p14:creationId xmlns:p14="http://schemas.microsoft.com/office/powerpoint/2010/main" xmlns="" val="317070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491</TotalTime>
  <Words>752</Words>
  <Application>Microsoft Office PowerPoint</Application>
  <PresentationFormat>Custom</PresentationFormat>
  <Paragraphs>205</Paragraphs>
  <Slides>26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 MASJID &amp; DAKWAH</vt:lpstr>
      <vt:lpstr>Tujuan Mempelajari Masjid &amp; Dakwah</vt:lpstr>
      <vt:lpstr>Arti</vt:lpstr>
      <vt:lpstr>Sejarah Kegiatan Masjid Pada Masa Rasul </vt:lpstr>
      <vt:lpstr>Fungsi dan Peranan Masjid</vt:lpstr>
      <vt:lpstr>Ruang Lingkup Pembangunan Masyarakat Masjid</vt:lpstr>
      <vt:lpstr>Pembinaan Bidang-bidang Kegiatan Jamaah Masjid</vt:lpstr>
      <vt:lpstr>SEPULUH TUGAS REVITALISASI MASJID (SETARAMA) </vt:lpstr>
      <vt:lpstr>Slide 9</vt:lpstr>
      <vt:lpstr>KEUTAMAAN DAKWAH</vt:lpstr>
      <vt:lpstr>SEHINGGA DAKWAH MENGHASILKAN KEHIDUPAN BERKAH</vt:lpstr>
      <vt:lpstr>Slide 12</vt:lpstr>
      <vt:lpstr> TUJUAN DA’WAH</vt:lpstr>
      <vt:lpstr>Slide 14</vt:lpstr>
      <vt:lpstr>BEBERAPA UNSUR PRINSIF DAKWAH</vt:lpstr>
      <vt:lpstr>DAKWAH sebagai MEGAPROYEK TAHAPAN DAKWAH</vt:lpstr>
      <vt:lpstr>Slide 17</vt:lpstr>
      <vt:lpstr>MACAM ATAU JENIS DAKWAH</vt:lpstr>
      <vt:lpstr>DASAR/DALIL DAKWAH</vt:lpstr>
      <vt:lpstr>KARAKTERISTIK DAKWAH</vt:lpstr>
      <vt:lpstr>Slide 21</vt:lpstr>
      <vt:lpstr>5 PILAR KEBANGKITAN UMAT</vt:lpstr>
      <vt:lpstr>PROFILE SEORANG DA’I</vt:lpstr>
      <vt:lpstr>PROSES TERJADINYA DAKWAH</vt:lpstr>
      <vt:lpstr>Tugas Da’wah</vt:lpstr>
      <vt:lpstr>Slide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FIQH DAKWAH</dc:title>
  <dc:creator>G40</dc:creator>
  <cp:lastModifiedBy>Deden</cp:lastModifiedBy>
  <cp:revision>79</cp:revision>
  <dcterms:created xsi:type="dcterms:W3CDTF">2020-11-01T22:59:29Z</dcterms:created>
  <dcterms:modified xsi:type="dcterms:W3CDTF">2021-02-07T19:12:03Z</dcterms:modified>
</cp:coreProperties>
</file>