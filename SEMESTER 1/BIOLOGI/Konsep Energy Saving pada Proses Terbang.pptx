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29A7-CBEE-0619-135F-8315E423E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0C67C-CC98-4D3C-B05C-6A2957476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A45C4-3B68-163A-088E-1D5BD48E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EBF38-E2EF-7505-B843-BEB8585B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48320-1BEC-E4D4-25C9-7ED0FC7B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154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F77B-D266-31B6-4FED-1610AD4B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AD21A-2819-CE41-FF65-56DE8EF3A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6B9BD-3BBB-A268-C6A5-9555BB1B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CF13E-5CA1-9329-49CE-80444BCA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29E0-2C95-8264-2B2F-9EB47B60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9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6439-1FEA-8922-F229-366C0BA7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C2275-A0A4-ABD7-46F4-B17C236D2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F66C9-85F3-FC0E-F355-3F2F8D75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2507B-0014-1C30-A0BD-416FFB9D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E1751-6964-F1D8-F1CC-4ADA81C6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522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6B8C-A9E8-CB19-A0E0-06CDD062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CB816-C23D-86C3-DF90-4F1B7BA9A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5BE42-6C79-8BA1-2366-D27A1FFE5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F2B53-FC9A-26A8-187E-35DA846C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18F1D-658D-082D-1994-748D118A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21074-C385-093A-2658-7796B279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641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EBA5C-3857-A7FB-863A-7C3831ED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68EEB-E053-7433-E170-36563A7D8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579D0-874D-9C01-793F-FCD1582EF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66ADEB-20C9-D6E6-7E28-BE85332C2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E3FBB-30EA-1EBE-31E7-5DAFEC39A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B8E41-A0A3-CA43-71E1-13E955A8E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6AB8D-BDFA-2388-4731-9E7113CF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B8CCB-D2E0-EFCE-28C0-FDB819B9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79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1562-6E13-C4EA-AE5D-69CA742E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8E7D0-202D-585D-AAB4-895265B6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EE578-EB82-1394-7A4F-FDADEA25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32EBD-0392-8DF3-8C39-62B01D75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50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DA2EB-F3D7-EBA8-CB07-E723A9C9D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5A0B00-9769-8954-A513-2B5B6E4B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3BDA1-1EA8-10E9-BFAC-7BDAFA9F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468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BC96-C4E3-501E-C58F-88C7AA4C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FD0-2DDB-4ACF-EB27-D9E72E7B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AB84C-D7C8-4966-7DEA-6118A5CBC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D43E2-F090-C680-188B-B9ABE50B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A03DE-5052-CA72-AF7B-40A980F4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580FA-27EA-4ED7-43A6-1F359AD1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759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DDC1-BB66-D84D-79EC-2B91F90D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A6423-041A-399E-C2F8-F81C153E7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80516-2D73-8B50-9540-FCFB77829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774EC-213A-DF47-D0F6-A7C96F78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B6035-BA45-C455-363C-93679105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36195-133E-0633-867F-D137A94E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770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F9799-875F-FF08-9F3C-D956E2DA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980E5-BA30-A3EC-79F2-7EAE52E6D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BB82-10A5-E516-CDD2-9BD67B72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19015-6611-33D1-DED0-8EE3C881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B5E1-5D03-EBDB-335E-673597CD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35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EE585-0AE5-6E6B-AE36-91DB7EEBD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1D890-5727-7D53-72D3-A461644D4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3ED06-9B87-62F5-6FF5-1DB969B9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7C4A2-9F1B-D068-C0E1-60E71543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573A-FD86-9705-24BD-FC5D38C7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537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57EA0-98D9-160D-05FF-5C1279AA9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854BD-8D2B-F4CA-3DF1-AF17E6F0F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CEC69-C2C1-ABF4-457C-150D458C1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A776-D3D2-4A4C-8B42-F6EA92C28DDD}" type="datetimeFigureOut">
              <a:rPr lang="en-ID" smtClean="0"/>
              <a:t>10/11/2022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47782-BEFC-FD5A-07BC-FB6A3716E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AD599-C062-4A6E-BF3F-DE6DF66DA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63E49-4DAB-4851-867F-83B22F43140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943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200D-11B2-492E-482C-A3C63151B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Konsep</a:t>
            </a:r>
            <a:r>
              <a:rPr lang="en-US" dirty="0"/>
              <a:t> Energy Saving pada Proses Terbang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16207-2A4A-989E-E1F6-9103F88E9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Ariski Myardi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4957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EC7C-D1A1-2AA5-FF16-3E0D0940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69AFE-1F36-E3E4-2BEE-0B085B0F1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/>
          </a:bodyPr>
          <a:lstStyle/>
          <a:p>
            <a:r>
              <a:rPr lang="sv-SE" sz="240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Berdasarkan sumber yang saya kutip, peneliti menemukan bahwa burung yang terbang dalam formasi V dapat menghemat energi antara 10% dan 14%.</a:t>
            </a:r>
          </a:p>
          <a:p>
            <a:r>
              <a:rPr lang="sv-SE" sz="240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Perilaku ini tentunya telah melalui proses evolusi yang panjang, dan menghemat 10% energi Anda bersama-sama dapat berarti perbedaan antara hidup dan mati, terutama dalam pergerakan sehari-hari.</a:t>
            </a:r>
            <a:endParaRPr lang="en-ID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615CBC-8A50-7FB9-D3C5-BC966B193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825625"/>
            <a:ext cx="4251018" cy="319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77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DE4B-04D6-D74A-157B-7E83CC78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E36B5-66A7-15E7-56FA-72F720592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Gaya </a:t>
            </a:r>
            <a:r>
              <a:rPr lang="en-ID" dirty="0" err="1"/>
              <a:t>Angkat</a:t>
            </a:r>
            <a:r>
              <a:rPr lang="en-ID" dirty="0"/>
              <a:t> pada </a:t>
            </a:r>
            <a:r>
              <a:rPr lang="en-ID" dirty="0" err="1"/>
              <a:t>sayap</a:t>
            </a:r>
            <a:r>
              <a:rPr lang="en-ID" dirty="0"/>
              <a:t> </a:t>
            </a:r>
            <a:r>
              <a:rPr lang="en-ID" dirty="0" err="1"/>
              <a:t>burung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penerbangan</a:t>
            </a:r>
            <a:r>
              <a:rPr lang="en-ID" dirty="0"/>
              <a:t> </a:t>
            </a:r>
            <a:r>
              <a:rPr lang="en-ID" dirty="0" err="1"/>
              <a:t>tergantung</a:t>
            </a:r>
            <a:r>
              <a:rPr lang="en-ID" dirty="0"/>
              <a:t> pada:</a:t>
            </a:r>
          </a:p>
          <a:p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sayap</a:t>
            </a:r>
            <a:r>
              <a:rPr lang="en-ID" dirty="0"/>
              <a:t> dan </a:t>
            </a:r>
            <a:r>
              <a:rPr lang="en-ID" dirty="0" err="1"/>
              <a:t>udara</a:t>
            </a:r>
            <a:r>
              <a:rPr lang="en-ID" dirty="0"/>
              <a:t>,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gaya</a:t>
            </a:r>
            <a:r>
              <a:rPr lang="en-ID" dirty="0"/>
              <a:t> </a:t>
            </a:r>
            <a:r>
              <a:rPr lang="en-ID" dirty="0" err="1"/>
              <a:t>angkatnya</a:t>
            </a:r>
            <a:r>
              <a:rPr lang="en-ID" dirty="0"/>
              <a:t>.</a:t>
            </a:r>
          </a:p>
          <a:p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padat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,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angkatnya</a:t>
            </a:r>
            <a:r>
              <a:rPr lang="en-ID" dirty="0"/>
              <a:t>.</a:t>
            </a:r>
          </a:p>
          <a:p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burung</a:t>
            </a:r>
            <a:r>
              <a:rPr lang="en-ID" dirty="0"/>
              <a:t> </a:t>
            </a:r>
            <a:r>
              <a:rPr lang="en-ID" dirty="0" err="1"/>
              <a:t>bergerak</a:t>
            </a:r>
            <a:r>
              <a:rPr lang="en-ID" dirty="0"/>
              <a:t>,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angkatnya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932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A070-3DDC-3730-5EB1-1F67C6EF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5D3A2-7970-F8E1-74A3-ED74A994F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Agar </a:t>
            </a:r>
            <a:r>
              <a:rPr lang="en-ID" dirty="0" err="1"/>
              <a:t>burung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terbang,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gaya</a:t>
            </a:r>
            <a:r>
              <a:rPr lang="en-ID" dirty="0"/>
              <a:t> </a:t>
            </a:r>
            <a:r>
              <a:rPr lang="en-ID" dirty="0" err="1"/>
              <a:t>angkat</a:t>
            </a:r>
            <a:r>
              <a:rPr lang="en-ID" dirty="0"/>
              <a:t> </a:t>
            </a:r>
            <a:r>
              <a:rPr lang="en-ID" dirty="0" err="1"/>
              <a:t>sayap</a:t>
            </a:r>
            <a:r>
              <a:rPr lang="en-ID" dirty="0"/>
              <a:t> ( F1 - F2 )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</a:t>
            </a:r>
            <a:r>
              <a:rPr lang="en-ID" dirty="0" err="1"/>
              <a:t>burung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 Jika </a:t>
            </a:r>
            <a:r>
              <a:rPr lang="en-ID" dirty="0" err="1"/>
              <a:t>massa</a:t>
            </a:r>
            <a:r>
              <a:rPr lang="en-ID" dirty="0"/>
              <a:t> </a:t>
            </a:r>
            <a:r>
              <a:rPr lang="en-ID" dirty="0" err="1"/>
              <a:t>burung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m dan </a:t>
            </a:r>
            <a:r>
              <a:rPr lang="en-ID" dirty="0" err="1"/>
              <a:t>percepatan</a:t>
            </a:r>
            <a:r>
              <a:rPr lang="en-ID" dirty="0"/>
              <a:t> </a:t>
            </a:r>
            <a:r>
              <a:rPr lang="en-ID" dirty="0" err="1"/>
              <a:t>gravitasi</a:t>
            </a:r>
            <a:r>
              <a:rPr lang="en-ID" dirty="0"/>
              <a:t> g, </a:t>
            </a:r>
            <a:r>
              <a:rPr lang="en-ID" dirty="0" err="1"/>
              <a:t>maka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( F1 - F2 ) &gt; mg dan tentunya,P2 &gt; P1   V2&lt;V1</a:t>
            </a:r>
          </a:p>
        </p:txBody>
      </p:sp>
    </p:spTree>
    <p:extLst>
      <p:ext uri="{BB962C8B-B14F-4D97-AF65-F5344CB8AC3E}">
        <p14:creationId xmlns:p14="http://schemas.microsoft.com/office/powerpoint/2010/main" val="2511708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Roboto</vt:lpstr>
      <vt:lpstr>Office Theme</vt:lpstr>
      <vt:lpstr>Konsep Energy Saving pada Proses Terbang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Energy Saving pada Proses Terbang</dc:title>
  <dc:creator>Ariski Myardi</dc:creator>
  <cp:lastModifiedBy>Ariski Myardi</cp:lastModifiedBy>
  <cp:revision>1</cp:revision>
  <dcterms:created xsi:type="dcterms:W3CDTF">2022-11-10T09:31:03Z</dcterms:created>
  <dcterms:modified xsi:type="dcterms:W3CDTF">2022-11-10T09:31:21Z</dcterms:modified>
</cp:coreProperties>
</file>