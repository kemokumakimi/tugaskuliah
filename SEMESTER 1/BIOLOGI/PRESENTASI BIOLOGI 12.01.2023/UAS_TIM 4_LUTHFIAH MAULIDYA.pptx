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16"/>
  </p:notesMasterIdLst>
  <p:sldIdLst>
    <p:sldId id="311" r:id="rId2"/>
    <p:sldId id="270" r:id="rId3"/>
    <p:sldId id="276" r:id="rId4"/>
    <p:sldId id="312" r:id="rId5"/>
    <p:sldId id="258" r:id="rId6"/>
    <p:sldId id="265" r:id="rId7"/>
    <p:sldId id="284" r:id="rId8"/>
    <p:sldId id="286" r:id="rId9"/>
    <p:sldId id="280" r:id="rId10"/>
    <p:sldId id="256" r:id="rId11"/>
    <p:sldId id="316" r:id="rId12"/>
    <p:sldId id="283" r:id="rId13"/>
    <p:sldId id="315" r:id="rId14"/>
    <p:sldId id="290" r:id="rId15"/>
  </p:sldIdLst>
  <p:sldSz cx="9144000" cy="5143500" type="screen16x9"/>
  <p:notesSz cx="6858000" cy="9144000"/>
  <p:embeddedFontLst>
    <p:embeddedFont>
      <p:font typeface="Baloo 2" panose="020B0604020202020204" charset="0"/>
      <p:regular r:id="rId17"/>
      <p:bold r:id="rId18"/>
    </p:embeddedFont>
    <p:embeddedFont>
      <p:font typeface="Open Sans" panose="020B0606030504020204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CADE297-C2CE-846E-1AE1-941D00859F51}" name="FARIS EZA PURWONO ADI" initials="FEPA" userId="FARIS EZA PURWONO ADI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1CD2F5-FC1D-450F-B970-7A955D7B67D2}" v="6" dt="2023-01-08T03:51:09.948"/>
  </p1510:revLst>
</p1510:revInfo>
</file>

<file path=ppt/tableStyles.xml><?xml version="1.0" encoding="utf-8"?>
<a:tblStyleLst xmlns:a="http://schemas.openxmlformats.org/drawingml/2006/main" def="{54360D01-938F-46CD-A0B9-3CD1AC6BF4D9}">
  <a:tblStyle styleId="{54360D01-938F-46CD-A0B9-3CD1AC6BF4D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93" autoAdjust="0"/>
    <p:restoredTop sz="94660"/>
  </p:normalViewPr>
  <p:slideViewPr>
    <p:cSldViewPr snapToGrid="0">
      <p:cViewPr varScale="1">
        <p:scale>
          <a:sx n="78" d="100"/>
          <a:sy n="78" d="100"/>
        </p:scale>
        <p:origin x="94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PELUANG PASAR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B19-487A-812D-ABD4CE49FAE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B19-487A-812D-ABD4CE49FAE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B19-487A-812D-ABD4CE49FAEC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B19-487A-812D-ABD4CE49FAEC}"/>
              </c:ext>
            </c:extLst>
          </c:dPt>
          <c:dLbls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Sheet1!$A$2:$A$5</c:f>
              <c:strCache>
                <c:ptCount val="4"/>
                <c:pt idx="0">
                  <c:v>Anak Remaja</c:v>
                </c:pt>
                <c:pt idx="1">
                  <c:v>Orang Dewasa</c:v>
                </c:pt>
                <c:pt idx="2">
                  <c:v>Pemilik Usaha Salon</c:v>
                </c:pt>
                <c:pt idx="3">
                  <c:v>Dll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B19-487A-812D-ABD4CE49FA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9373387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11bc263f502_0_26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" name="Google Shape;717;g11bc263f502_0_26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64997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1bc263f502_0_27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1bc263f502_0_27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86227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11bc263f502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11bc263f502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03864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11bc263f502_0_2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11bc263f502_0_2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6314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g13ef048210c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2" name="Google Shape;1242;g13ef048210c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64185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g12937d05419_0_4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1" name="Google Shape;1311;g12937d05419_0_4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35102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12937d05419_0_6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12937d05419_0_6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80553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g11bc263f502_0_2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2" name="Google Shape;1222;g11bc263f502_0_2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46471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g11bc263f502_0_2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2" name="Google Shape;1222;g11bc263f502_0_2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10440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g12937d05419_0_7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8" name="Google Shape;1398;g12937d05419_0_7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2074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/>
          <p:nvPr/>
        </p:nvSpPr>
        <p:spPr>
          <a:xfrm>
            <a:off x="0" y="1943100"/>
            <a:ext cx="9143957" cy="3200365"/>
          </a:xfrm>
          <a:custGeom>
            <a:avLst/>
            <a:gdLst/>
            <a:ahLst/>
            <a:cxnLst/>
            <a:rect l="l" t="t" r="r" b="b"/>
            <a:pathLst>
              <a:path w="142852" h="28430" extrusionOk="0">
                <a:moveTo>
                  <a:pt x="21147" y="0"/>
                </a:moveTo>
                <a:cubicBezTo>
                  <a:pt x="13697" y="0"/>
                  <a:pt x="6296" y="1895"/>
                  <a:pt x="0" y="5926"/>
                </a:cubicBezTo>
                <a:lnTo>
                  <a:pt x="0" y="28429"/>
                </a:lnTo>
                <a:lnTo>
                  <a:pt x="142852" y="28429"/>
                </a:lnTo>
                <a:lnTo>
                  <a:pt x="142852" y="12344"/>
                </a:lnTo>
                <a:cubicBezTo>
                  <a:pt x="141208" y="8629"/>
                  <a:pt x="136870" y="7022"/>
                  <a:pt x="132811" y="7022"/>
                </a:cubicBezTo>
                <a:cubicBezTo>
                  <a:pt x="132460" y="7022"/>
                  <a:pt x="132112" y="7034"/>
                  <a:pt x="131767" y="7058"/>
                </a:cubicBezTo>
                <a:cubicBezTo>
                  <a:pt x="127433" y="7355"/>
                  <a:pt x="123278" y="9010"/>
                  <a:pt x="118944" y="9391"/>
                </a:cubicBezTo>
                <a:cubicBezTo>
                  <a:pt x="118253" y="9452"/>
                  <a:pt x="117565" y="9481"/>
                  <a:pt x="116879" y="9481"/>
                </a:cubicBezTo>
                <a:cubicBezTo>
                  <a:pt x="105909" y="9481"/>
                  <a:pt x="95570" y="2116"/>
                  <a:pt x="84530" y="2116"/>
                </a:cubicBezTo>
                <a:cubicBezTo>
                  <a:pt x="84167" y="2116"/>
                  <a:pt x="83804" y="2124"/>
                  <a:pt x="83439" y="2140"/>
                </a:cubicBezTo>
                <a:cubicBezTo>
                  <a:pt x="74022" y="2554"/>
                  <a:pt x="65358" y="8595"/>
                  <a:pt x="56005" y="8595"/>
                </a:cubicBezTo>
                <a:cubicBezTo>
                  <a:pt x="55661" y="8595"/>
                  <a:pt x="55317" y="8587"/>
                  <a:pt x="54972" y="8570"/>
                </a:cubicBezTo>
                <a:cubicBezTo>
                  <a:pt x="48328" y="8236"/>
                  <a:pt x="42315" y="4724"/>
                  <a:pt x="36029" y="2533"/>
                </a:cubicBezTo>
                <a:cubicBezTo>
                  <a:pt x="31264" y="870"/>
                  <a:pt x="26194" y="0"/>
                  <a:pt x="2114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title" idx="2"/>
          </p:nvPr>
        </p:nvSpPr>
        <p:spPr>
          <a:xfrm>
            <a:off x="1362575" y="2917125"/>
            <a:ext cx="2809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1"/>
          </p:nvPr>
        </p:nvSpPr>
        <p:spPr>
          <a:xfrm>
            <a:off x="1362575" y="3346673"/>
            <a:ext cx="2809500" cy="10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title" idx="3"/>
          </p:nvPr>
        </p:nvSpPr>
        <p:spPr>
          <a:xfrm>
            <a:off x="4971975" y="2917125"/>
            <a:ext cx="2809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4"/>
          </p:nvPr>
        </p:nvSpPr>
        <p:spPr>
          <a:xfrm>
            <a:off x="4971975" y="3346673"/>
            <a:ext cx="2809500" cy="10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-8" y="4487523"/>
            <a:ext cx="3776299" cy="655983"/>
          </a:xfrm>
          <a:custGeom>
            <a:avLst/>
            <a:gdLst/>
            <a:ahLst/>
            <a:cxnLst/>
            <a:rect l="l" t="t" r="r" b="b"/>
            <a:pathLst>
              <a:path w="111634" h="19392" extrusionOk="0">
                <a:moveTo>
                  <a:pt x="17433" y="1"/>
                </a:moveTo>
                <a:cubicBezTo>
                  <a:pt x="14716" y="1"/>
                  <a:pt x="11947" y="743"/>
                  <a:pt x="9561" y="1913"/>
                </a:cubicBezTo>
                <a:cubicBezTo>
                  <a:pt x="5859" y="3735"/>
                  <a:pt x="2906" y="6473"/>
                  <a:pt x="1" y="9164"/>
                </a:cubicBezTo>
                <a:lnTo>
                  <a:pt x="13" y="19392"/>
                </a:lnTo>
                <a:lnTo>
                  <a:pt x="111634" y="19392"/>
                </a:lnTo>
                <a:cubicBezTo>
                  <a:pt x="109729" y="13701"/>
                  <a:pt x="104597" y="8878"/>
                  <a:pt x="98156" y="6747"/>
                </a:cubicBezTo>
                <a:cubicBezTo>
                  <a:pt x="95615" y="5905"/>
                  <a:pt x="92895" y="5490"/>
                  <a:pt x="90173" y="5490"/>
                </a:cubicBezTo>
                <a:cubicBezTo>
                  <a:pt x="86008" y="5490"/>
                  <a:pt x="81839" y="6461"/>
                  <a:pt x="78296" y="8355"/>
                </a:cubicBezTo>
                <a:cubicBezTo>
                  <a:pt x="74544" y="10355"/>
                  <a:pt x="70871" y="13455"/>
                  <a:pt x="66643" y="13455"/>
                </a:cubicBezTo>
                <a:cubicBezTo>
                  <a:pt x="66215" y="13455"/>
                  <a:pt x="65782" y="13423"/>
                  <a:pt x="65342" y="13355"/>
                </a:cubicBezTo>
                <a:cubicBezTo>
                  <a:pt x="60723" y="12643"/>
                  <a:pt x="57607" y="8057"/>
                  <a:pt x="52925" y="8057"/>
                </a:cubicBezTo>
                <a:cubicBezTo>
                  <a:pt x="52912" y="8057"/>
                  <a:pt x="52900" y="8057"/>
                  <a:pt x="52888" y="8057"/>
                </a:cubicBezTo>
                <a:cubicBezTo>
                  <a:pt x="48662" y="8081"/>
                  <a:pt x="45649" y="11855"/>
                  <a:pt x="41494" y="12522"/>
                </a:cubicBezTo>
                <a:cubicBezTo>
                  <a:pt x="41049" y="12593"/>
                  <a:pt x="40607" y="12627"/>
                  <a:pt x="40168" y="12627"/>
                </a:cubicBezTo>
                <a:cubicBezTo>
                  <a:pt x="36587" y="12627"/>
                  <a:pt x="33279" y="10372"/>
                  <a:pt x="30850" y="7986"/>
                </a:cubicBezTo>
                <a:cubicBezTo>
                  <a:pt x="28123" y="5295"/>
                  <a:pt x="25671" y="2151"/>
                  <a:pt x="21849" y="747"/>
                </a:cubicBezTo>
                <a:cubicBezTo>
                  <a:pt x="20443" y="231"/>
                  <a:pt x="18946" y="1"/>
                  <a:pt x="17433" y="1"/>
                </a:cubicBezTo>
                <a:close/>
              </a:path>
            </a:pathLst>
          </a:cu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5"/>
          <p:cNvSpPr/>
          <p:nvPr/>
        </p:nvSpPr>
        <p:spPr>
          <a:xfrm rot="10800000">
            <a:off x="6472682" y="0"/>
            <a:ext cx="3723459" cy="1135838"/>
          </a:xfrm>
          <a:custGeom>
            <a:avLst/>
            <a:gdLst/>
            <a:ahLst/>
            <a:cxnLst/>
            <a:rect l="l" t="t" r="r" b="b"/>
            <a:pathLst>
              <a:path w="237352" h="72404" extrusionOk="0">
                <a:moveTo>
                  <a:pt x="25265" y="1"/>
                </a:moveTo>
                <a:cubicBezTo>
                  <a:pt x="24946" y="1"/>
                  <a:pt x="24624" y="9"/>
                  <a:pt x="24301" y="25"/>
                </a:cubicBezTo>
                <a:cubicBezTo>
                  <a:pt x="14014" y="549"/>
                  <a:pt x="6358" y="9348"/>
                  <a:pt x="0" y="17432"/>
                </a:cubicBezTo>
                <a:lnTo>
                  <a:pt x="24" y="72403"/>
                </a:lnTo>
                <a:lnTo>
                  <a:pt x="237351" y="72403"/>
                </a:lnTo>
                <a:cubicBezTo>
                  <a:pt x="234172" y="66569"/>
                  <a:pt x="230922" y="60628"/>
                  <a:pt x="226136" y="56020"/>
                </a:cubicBezTo>
                <a:cubicBezTo>
                  <a:pt x="221955" y="51996"/>
                  <a:pt x="216340" y="49080"/>
                  <a:pt x="210615" y="49080"/>
                </a:cubicBezTo>
                <a:cubicBezTo>
                  <a:pt x="209785" y="49080"/>
                  <a:pt x="208952" y="49141"/>
                  <a:pt x="208121" y="49269"/>
                </a:cubicBezTo>
                <a:cubicBezTo>
                  <a:pt x="200930" y="50389"/>
                  <a:pt x="195084" y="56187"/>
                  <a:pt x="187857" y="57104"/>
                </a:cubicBezTo>
                <a:cubicBezTo>
                  <a:pt x="187177" y="57191"/>
                  <a:pt x="186499" y="57233"/>
                  <a:pt x="185824" y="57233"/>
                </a:cubicBezTo>
                <a:cubicBezTo>
                  <a:pt x="179715" y="57233"/>
                  <a:pt x="173869" y="53788"/>
                  <a:pt x="169355" y="49531"/>
                </a:cubicBezTo>
                <a:cubicBezTo>
                  <a:pt x="164330" y="44805"/>
                  <a:pt x="160413" y="39006"/>
                  <a:pt x="155424" y="34256"/>
                </a:cubicBezTo>
                <a:cubicBezTo>
                  <a:pt x="146597" y="25874"/>
                  <a:pt x="134399" y="21415"/>
                  <a:pt x="122252" y="21415"/>
                </a:cubicBezTo>
                <a:cubicBezTo>
                  <a:pt x="115246" y="21415"/>
                  <a:pt x="108257" y="22898"/>
                  <a:pt x="101941" y="25969"/>
                </a:cubicBezTo>
                <a:cubicBezTo>
                  <a:pt x="94274" y="29696"/>
                  <a:pt x="87154" y="35613"/>
                  <a:pt x="78629" y="35827"/>
                </a:cubicBezTo>
                <a:cubicBezTo>
                  <a:pt x="78465" y="35831"/>
                  <a:pt x="78302" y="35833"/>
                  <a:pt x="78140" y="35833"/>
                </a:cubicBezTo>
                <a:cubicBezTo>
                  <a:pt x="67113" y="35833"/>
                  <a:pt x="58547" y="26354"/>
                  <a:pt x="51554" y="17730"/>
                </a:cubicBezTo>
                <a:cubicBezTo>
                  <a:pt x="44662" y="9230"/>
                  <a:pt x="36063" y="1"/>
                  <a:pt x="25265" y="1"/>
                </a:cubicBezTo>
                <a:close/>
              </a:path>
            </a:pathLst>
          </a:custGeom>
          <a:solidFill>
            <a:srgbClr val="FED002">
              <a:alpha val="44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5"/>
          <p:cNvSpPr/>
          <p:nvPr/>
        </p:nvSpPr>
        <p:spPr>
          <a:xfrm rot="10800000">
            <a:off x="5808550" y="82"/>
            <a:ext cx="3776299" cy="655983"/>
          </a:xfrm>
          <a:custGeom>
            <a:avLst/>
            <a:gdLst/>
            <a:ahLst/>
            <a:cxnLst/>
            <a:rect l="l" t="t" r="r" b="b"/>
            <a:pathLst>
              <a:path w="111634" h="19392" extrusionOk="0">
                <a:moveTo>
                  <a:pt x="17433" y="1"/>
                </a:moveTo>
                <a:cubicBezTo>
                  <a:pt x="14716" y="1"/>
                  <a:pt x="11947" y="743"/>
                  <a:pt x="9561" y="1913"/>
                </a:cubicBezTo>
                <a:cubicBezTo>
                  <a:pt x="5859" y="3735"/>
                  <a:pt x="2906" y="6473"/>
                  <a:pt x="1" y="9164"/>
                </a:cubicBezTo>
                <a:lnTo>
                  <a:pt x="13" y="19392"/>
                </a:lnTo>
                <a:lnTo>
                  <a:pt x="111634" y="19392"/>
                </a:lnTo>
                <a:cubicBezTo>
                  <a:pt x="109729" y="13701"/>
                  <a:pt x="104597" y="8878"/>
                  <a:pt x="98156" y="6747"/>
                </a:cubicBezTo>
                <a:cubicBezTo>
                  <a:pt x="95615" y="5905"/>
                  <a:pt x="92895" y="5490"/>
                  <a:pt x="90173" y="5490"/>
                </a:cubicBezTo>
                <a:cubicBezTo>
                  <a:pt x="86008" y="5490"/>
                  <a:pt x="81839" y="6461"/>
                  <a:pt x="78296" y="8355"/>
                </a:cubicBezTo>
                <a:cubicBezTo>
                  <a:pt x="74544" y="10355"/>
                  <a:pt x="70871" y="13455"/>
                  <a:pt x="66643" y="13455"/>
                </a:cubicBezTo>
                <a:cubicBezTo>
                  <a:pt x="66215" y="13455"/>
                  <a:pt x="65782" y="13423"/>
                  <a:pt x="65342" y="13355"/>
                </a:cubicBezTo>
                <a:cubicBezTo>
                  <a:pt x="60723" y="12643"/>
                  <a:pt x="57607" y="8057"/>
                  <a:pt x="52925" y="8057"/>
                </a:cubicBezTo>
                <a:cubicBezTo>
                  <a:pt x="52912" y="8057"/>
                  <a:pt x="52900" y="8057"/>
                  <a:pt x="52888" y="8057"/>
                </a:cubicBezTo>
                <a:cubicBezTo>
                  <a:pt x="48662" y="8081"/>
                  <a:pt x="45649" y="11855"/>
                  <a:pt x="41494" y="12522"/>
                </a:cubicBezTo>
                <a:cubicBezTo>
                  <a:pt x="41049" y="12593"/>
                  <a:pt x="40607" y="12627"/>
                  <a:pt x="40168" y="12627"/>
                </a:cubicBezTo>
                <a:cubicBezTo>
                  <a:pt x="36587" y="12627"/>
                  <a:pt x="33279" y="10372"/>
                  <a:pt x="30850" y="7986"/>
                </a:cubicBezTo>
                <a:cubicBezTo>
                  <a:pt x="28123" y="5295"/>
                  <a:pt x="25671" y="2151"/>
                  <a:pt x="21849" y="747"/>
                </a:cubicBezTo>
                <a:cubicBezTo>
                  <a:pt x="20443" y="231"/>
                  <a:pt x="18946" y="1"/>
                  <a:pt x="17433" y="1"/>
                </a:cubicBezTo>
                <a:close/>
              </a:path>
            </a:pathLst>
          </a:custGeom>
          <a:solidFill>
            <a:srgbClr val="FED002">
              <a:alpha val="44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8625750" y="1099629"/>
            <a:ext cx="959100" cy="959100"/>
          </a:xfrm>
          <a:prstGeom prst="ellipse">
            <a:avLst/>
          </a:prstGeom>
          <a:solidFill>
            <a:srgbClr val="FED002">
              <a:alpha val="44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-611300" y="4007750"/>
            <a:ext cx="3723459" cy="1135838"/>
          </a:xfrm>
          <a:custGeom>
            <a:avLst/>
            <a:gdLst/>
            <a:ahLst/>
            <a:cxnLst/>
            <a:rect l="l" t="t" r="r" b="b"/>
            <a:pathLst>
              <a:path w="237352" h="72404" extrusionOk="0">
                <a:moveTo>
                  <a:pt x="25265" y="1"/>
                </a:moveTo>
                <a:cubicBezTo>
                  <a:pt x="24946" y="1"/>
                  <a:pt x="24624" y="9"/>
                  <a:pt x="24301" y="25"/>
                </a:cubicBezTo>
                <a:cubicBezTo>
                  <a:pt x="14014" y="549"/>
                  <a:pt x="6358" y="9348"/>
                  <a:pt x="0" y="17432"/>
                </a:cubicBezTo>
                <a:lnTo>
                  <a:pt x="24" y="72403"/>
                </a:lnTo>
                <a:lnTo>
                  <a:pt x="237351" y="72403"/>
                </a:lnTo>
                <a:cubicBezTo>
                  <a:pt x="234172" y="66569"/>
                  <a:pt x="230922" y="60628"/>
                  <a:pt x="226136" y="56020"/>
                </a:cubicBezTo>
                <a:cubicBezTo>
                  <a:pt x="221955" y="51996"/>
                  <a:pt x="216340" y="49080"/>
                  <a:pt x="210615" y="49080"/>
                </a:cubicBezTo>
                <a:cubicBezTo>
                  <a:pt x="209785" y="49080"/>
                  <a:pt x="208952" y="49141"/>
                  <a:pt x="208121" y="49269"/>
                </a:cubicBezTo>
                <a:cubicBezTo>
                  <a:pt x="200930" y="50389"/>
                  <a:pt x="195084" y="56187"/>
                  <a:pt x="187857" y="57104"/>
                </a:cubicBezTo>
                <a:cubicBezTo>
                  <a:pt x="187177" y="57191"/>
                  <a:pt x="186499" y="57233"/>
                  <a:pt x="185824" y="57233"/>
                </a:cubicBezTo>
                <a:cubicBezTo>
                  <a:pt x="179715" y="57233"/>
                  <a:pt x="173869" y="53788"/>
                  <a:pt x="169355" y="49531"/>
                </a:cubicBezTo>
                <a:cubicBezTo>
                  <a:pt x="164330" y="44805"/>
                  <a:pt x="160413" y="39006"/>
                  <a:pt x="155424" y="34256"/>
                </a:cubicBezTo>
                <a:cubicBezTo>
                  <a:pt x="146597" y="25874"/>
                  <a:pt x="134399" y="21415"/>
                  <a:pt x="122252" y="21415"/>
                </a:cubicBezTo>
                <a:cubicBezTo>
                  <a:pt x="115246" y="21415"/>
                  <a:pt x="108257" y="22898"/>
                  <a:pt x="101941" y="25969"/>
                </a:cubicBezTo>
                <a:cubicBezTo>
                  <a:pt x="94274" y="29696"/>
                  <a:pt x="87154" y="35613"/>
                  <a:pt x="78629" y="35827"/>
                </a:cubicBezTo>
                <a:cubicBezTo>
                  <a:pt x="78465" y="35831"/>
                  <a:pt x="78302" y="35833"/>
                  <a:pt x="78140" y="35833"/>
                </a:cubicBezTo>
                <a:cubicBezTo>
                  <a:pt x="67113" y="35833"/>
                  <a:pt x="58547" y="26354"/>
                  <a:pt x="51554" y="17730"/>
                </a:cubicBezTo>
                <a:cubicBezTo>
                  <a:pt x="44662" y="9230"/>
                  <a:pt x="36063" y="1"/>
                  <a:pt x="25265" y="1"/>
                </a:cubicBezTo>
                <a:close/>
              </a:path>
            </a:pathLst>
          </a:cu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0" y="0"/>
            <a:ext cx="1681797" cy="652318"/>
          </a:xfrm>
          <a:custGeom>
            <a:avLst/>
            <a:gdLst/>
            <a:ahLst/>
            <a:cxnLst/>
            <a:rect l="l" t="t" r="r" b="b"/>
            <a:pathLst>
              <a:path w="37492" h="14542" extrusionOk="0">
                <a:moveTo>
                  <a:pt x="1" y="0"/>
                </a:moveTo>
                <a:lnTo>
                  <a:pt x="1" y="10099"/>
                </a:lnTo>
                <a:cubicBezTo>
                  <a:pt x="1128" y="12447"/>
                  <a:pt x="3160" y="14542"/>
                  <a:pt x="5531" y="14542"/>
                </a:cubicBezTo>
                <a:cubicBezTo>
                  <a:pt x="5928" y="14542"/>
                  <a:pt x="6335" y="14483"/>
                  <a:pt x="6748" y="14357"/>
                </a:cubicBezTo>
                <a:cubicBezTo>
                  <a:pt x="10645" y="13167"/>
                  <a:pt x="12048" y="9013"/>
                  <a:pt x="15247" y="7703"/>
                </a:cubicBezTo>
                <a:cubicBezTo>
                  <a:pt x="15945" y="7416"/>
                  <a:pt x="16655" y="7304"/>
                  <a:pt x="17363" y="7304"/>
                </a:cubicBezTo>
                <a:cubicBezTo>
                  <a:pt x="18715" y="7304"/>
                  <a:pt x="20059" y="7714"/>
                  <a:pt x="21285" y="8101"/>
                </a:cubicBezTo>
                <a:cubicBezTo>
                  <a:pt x="23881" y="8921"/>
                  <a:pt x="26534" y="9688"/>
                  <a:pt x="28911" y="9688"/>
                </a:cubicBezTo>
                <a:cubicBezTo>
                  <a:pt x="29383" y="9688"/>
                  <a:pt x="29844" y="9657"/>
                  <a:pt x="30292" y="9591"/>
                </a:cubicBezTo>
                <a:cubicBezTo>
                  <a:pt x="33807" y="9073"/>
                  <a:pt x="35663" y="7594"/>
                  <a:pt x="36880" y="4367"/>
                </a:cubicBezTo>
                <a:cubicBezTo>
                  <a:pt x="37388" y="3014"/>
                  <a:pt x="37492" y="1545"/>
                  <a:pt x="37393" y="0"/>
                </a:cubicBezTo>
                <a:close/>
              </a:path>
            </a:pathLst>
          </a:custGeom>
          <a:solidFill>
            <a:srgbClr val="01967A">
              <a:alpha val="488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6"/>
          <p:cNvSpPr/>
          <p:nvPr/>
        </p:nvSpPr>
        <p:spPr>
          <a:xfrm>
            <a:off x="0" y="0"/>
            <a:ext cx="2006414" cy="529209"/>
          </a:xfrm>
          <a:custGeom>
            <a:avLst/>
            <a:gdLst/>
            <a:ahLst/>
            <a:cxnLst/>
            <a:rect l="l" t="t" r="r" b="b"/>
            <a:pathLst>
              <a:path w="34571" h="9118" extrusionOk="0">
                <a:moveTo>
                  <a:pt x="0" y="0"/>
                </a:moveTo>
                <a:lnTo>
                  <a:pt x="0" y="6338"/>
                </a:lnTo>
                <a:cubicBezTo>
                  <a:pt x="943" y="7967"/>
                  <a:pt x="2339" y="9118"/>
                  <a:pt x="4255" y="9118"/>
                </a:cubicBezTo>
                <a:cubicBezTo>
                  <a:pt x="4290" y="9118"/>
                  <a:pt x="4326" y="9117"/>
                  <a:pt x="4362" y="9117"/>
                </a:cubicBezTo>
                <a:cubicBezTo>
                  <a:pt x="6420" y="9073"/>
                  <a:pt x="8510" y="7490"/>
                  <a:pt x="10405" y="6305"/>
                </a:cubicBezTo>
                <a:cubicBezTo>
                  <a:pt x="12479" y="5012"/>
                  <a:pt x="16256" y="1807"/>
                  <a:pt x="19035" y="1687"/>
                </a:cubicBezTo>
                <a:cubicBezTo>
                  <a:pt x="19099" y="1685"/>
                  <a:pt x="19164" y="1683"/>
                  <a:pt x="19229" y="1683"/>
                </a:cubicBezTo>
                <a:cubicBezTo>
                  <a:pt x="21978" y="1683"/>
                  <a:pt x="25338" y="4009"/>
                  <a:pt x="27327" y="4766"/>
                </a:cubicBezTo>
                <a:cubicBezTo>
                  <a:pt x="28374" y="5162"/>
                  <a:pt x="29407" y="5376"/>
                  <a:pt x="30348" y="5376"/>
                </a:cubicBezTo>
                <a:cubicBezTo>
                  <a:pt x="32168" y="5376"/>
                  <a:pt x="33645" y="4574"/>
                  <a:pt x="34221" y="2735"/>
                </a:cubicBezTo>
                <a:cubicBezTo>
                  <a:pt x="34500" y="1835"/>
                  <a:pt x="34571" y="912"/>
                  <a:pt x="34527" y="0"/>
                </a:cubicBezTo>
                <a:close/>
              </a:path>
            </a:pathLst>
          </a:custGeom>
          <a:solidFill>
            <a:srgbClr val="01967A">
              <a:alpha val="488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6"/>
          <p:cNvSpPr/>
          <p:nvPr/>
        </p:nvSpPr>
        <p:spPr>
          <a:xfrm>
            <a:off x="-239600" y="742325"/>
            <a:ext cx="441600" cy="441600"/>
          </a:xfrm>
          <a:prstGeom prst="ellipse">
            <a:avLst/>
          </a:prstGeom>
          <a:solidFill>
            <a:srgbClr val="01967A">
              <a:alpha val="488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6"/>
          <p:cNvSpPr/>
          <p:nvPr/>
        </p:nvSpPr>
        <p:spPr>
          <a:xfrm flipH="1">
            <a:off x="7137540" y="4491209"/>
            <a:ext cx="2006465" cy="652281"/>
          </a:xfrm>
          <a:custGeom>
            <a:avLst/>
            <a:gdLst/>
            <a:ahLst/>
            <a:cxnLst/>
            <a:rect l="l" t="t" r="r" b="b"/>
            <a:pathLst>
              <a:path w="85155" h="27683" extrusionOk="0">
                <a:moveTo>
                  <a:pt x="24" y="1"/>
                </a:moveTo>
                <a:lnTo>
                  <a:pt x="1" y="27683"/>
                </a:lnTo>
                <a:lnTo>
                  <a:pt x="85154" y="27683"/>
                </a:lnTo>
                <a:cubicBezTo>
                  <a:pt x="81689" y="23277"/>
                  <a:pt x="78153" y="18813"/>
                  <a:pt x="73593" y="15562"/>
                </a:cubicBezTo>
                <a:cubicBezTo>
                  <a:pt x="70012" y="13016"/>
                  <a:pt x="65664" y="11288"/>
                  <a:pt x="61333" y="11288"/>
                </a:cubicBezTo>
                <a:cubicBezTo>
                  <a:pt x="60134" y="11288"/>
                  <a:pt x="58937" y="11421"/>
                  <a:pt x="57758" y="11705"/>
                </a:cubicBezTo>
                <a:cubicBezTo>
                  <a:pt x="54422" y="12512"/>
                  <a:pt x="51323" y="14479"/>
                  <a:pt x="47895" y="14479"/>
                </a:cubicBezTo>
                <a:cubicBezTo>
                  <a:pt x="47884" y="14479"/>
                  <a:pt x="47874" y="14479"/>
                  <a:pt x="47864" y="14479"/>
                </a:cubicBezTo>
                <a:cubicBezTo>
                  <a:pt x="40863" y="14455"/>
                  <a:pt x="36005" y="6418"/>
                  <a:pt x="29028" y="5954"/>
                </a:cubicBezTo>
                <a:cubicBezTo>
                  <a:pt x="28807" y="5939"/>
                  <a:pt x="28588" y="5932"/>
                  <a:pt x="28369" y="5932"/>
                </a:cubicBezTo>
                <a:cubicBezTo>
                  <a:pt x="24082" y="5932"/>
                  <a:pt x="20179" y="8697"/>
                  <a:pt x="15919" y="9490"/>
                </a:cubicBezTo>
                <a:cubicBezTo>
                  <a:pt x="15260" y="9612"/>
                  <a:pt x="14609" y="9670"/>
                  <a:pt x="13967" y="9670"/>
                </a:cubicBezTo>
                <a:cubicBezTo>
                  <a:pt x="8159" y="9670"/>
                  <a:pt x="3155" y="4922"/>
                  <a:pt x="24" y="1"/>
                </a:cubicBezTo>
                <a:close/>
              </a:path>
            </a:pathLst>
          </a:cu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6"/>
          <p:cNvSpPr/>
          <p:nvPr/>
        </p:nvSpPr>
        <p:spPr>
          <a:xfrm>
            <a:off x="6316473" y="4433225"/>
            <a:ext cx="2827548" cy="710276"/>
          </a:xfrm>
          <a:custGeom>
            <a:avLst/>
            <a:gdLst/>
            <a:ahLst/>
            <a:cxnLst/>
            <a:rect l="l" t="t" r="r" b="b"/>
            <a:pathLst>
              <a:path w="136613" h="34317" extrusionOk="0">
                <a:moveTo>
                  <a:pt x="130454" y="1"/>
                </a:moveTo>
                <a:cubicBezTo>
                  <a:pt x="123279" y="1"/>
                  <a:pt x="116079" y="2986"/>
                  <a:pt x="111193" y="8278"/>
                </a:cubicBezTo>
                <a:cubicBezTo>
                  <a:pt x="106847" y="12993"/>
                  <a:pt x="103478" y="19803"/>
                  <a:pt x="97132" y="20708"/>
                </a:cubicBezTo>
                <a:cubicBezTo>
                  <a:pt x="96665" y="20775"/>
                  <a:pt x="96201" y="20806"/>
                  <a:pt x="95741" y="20806"/>
                </a:cubicBezTo>
                <a:cubicBezTo>
                  <a:pt x="90211" y="20806"/>
                  <a:pt x="85124" y="16362"/>
                  <a:pt x="79460" y="16362"/>
                </a:cubicBezTo>
                <a:cubicBezTo>
                  <a:pt x="79453" y="16362"/>
                  <a:pt x="79446" y="16362"/>
                  <a:pt x="79439" y="16362"/>
                </a:cubicBezTo>
                <a:cubicBezTo>
                  <a:pt x="69533" y="16386"/>
                  <a:pt x="63520" y="29543"/>
                  <a:pt x="53614" y="29757"/>
                </a:cubicBezTo>
                <a:cubicBezTo>
                  <a:pt x="53538" y="29758"/>
                  <a:pt x="53461" y="29759"/>
                  <a:pt x="53385" y="29759"/>
                </a:cubicBezTo>
                <a:cubicBezTo>
                  <a:pt x="47007" y="29759"/>
                  <a:pt x="42046" y="24386"/>
                  <a:pt x="36446" y="21268"/>
                </a:cubicBezTo>
                <a:cubicBezTo>
                  <a:pt x="32619" y="19136"/>
                  <a:pt x="28233" y="18045"/>
                  <a:pt x="23849" y="18045"/>
                </a:cubicBezTo>
                <a:cubicBezTo>
                  <a:pt x="20936" y="18045"/>
                  <a:pt x="18024" y="18527"/>
                  <a:pt x="15276" y="19506"/>
                </a:cubicBezTo>
                <a:cubicBezTo>
                  <a:pt x="8406" y="21958"/>
                  <a:pt x="2691" y="27471"/>
                  <a:pt x="1" y="34257"/>
                </a:cubicBezTo>
                <a:lnTo>
                  <a:pt x="136613" y="34317"/>
                </a:lnTo>
                <a:lnTo>
                  <a:pt x="136613" y="765"/>
                </a:lnTo>
                <a:cubicBezTo>
                  <a:pt x="134600" y="250"/>
                  <a:pt x="132528" y="1"/>
                  <a:pt x="130454" y="1"/>
                </a:cubicBezTo>
                <a:close/>
              </a:path>
            </a:pathLst>
          </a:cu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6"/>
          <p:cNvSpPr/>
          <p:nvPr/>
        </p:nvSpPr>
        <p:spPr>
          <a:xfrm>
            <a:off x="8804600" y="3637850"/>
            <a:ext cx="652200" cy="652200"/>
          </a:xfrm>
          <a:prstGeom prst="ellipse">
            <a:avLst/>
          </a:pr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" name="Google Shape;59;p6"/>
          <p:cNvGrpSpPr/>
          <p:nvPr/>
        </p:nvGrpSpPr>
        <p:grpSpPr>
          <a:xfrm>
            <a:off x="7951138" y="229013"/>
            <a:ext cx="959175" cy="162000"/>
            <a:chOff x="447675" y="1666875"/>
            <a:chExt cx="959175" cy="162000"/>
          </a:xfrm>
        </p:grpSpPr>
        <p:sp>
          <p:nvSpPr>
            <p:cNvPr id="60" name="Google Shape;60;p6"/>
            <p:cNvSpPr/>
            <p:nvPr/>
          </p:nvSpPr>
          <p:spPr>
            <a:xfrm>
              <a:off x="44767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6"/>
            <p:cNvSpPr/>
            <p:nvPr/>
          </p:nvSpPr>
          <p:spPr>
            <a:xfrm>
              <a:off x="71340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6"/>
            <p:cNvSpPr/>
            <p:nvPr/>
          </p:nvSpPr>
          <p:spPr>
            <a:xfrm>
              <a:off x="97912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6"/>
            <p:cNvSpPr/>
            <p:nvPr/>
          </p:nvSpPr>
          <p:spPr>
            <a:xfrm>
              <a:off x="124485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" name="Google Shape;64;p6"/>
          <p:cNvSpPr/>
          <p:nvPr/>
        </p:nvSpPr>
        <p:spPr>
          <a:xfrm>
            <a:off x="65263" y="1021913"/>
            <a:ext cx="162000" cy="1620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" name="Google Shape;65;p6"/>
          <p:cNvGrpSpPr/>
          <p:nvPr/>
        </p:nvGrpSpPr>
        <p:grpSpPr>
          <a:xfrm>
            <a:off x="6104538" y="4858313"/>
            <a:ext cx="427725" cy="162000"/>
            <a:chOff x="447675" y="1666875"/>
            <a:chExt cx="427725" cy="162000"/>
          </a:xfrm>
        </p:grpSpPr>
        <p:sp>
          <p:nvSpPr>
            <p:cNvPr id="66" name="Google Shape;66;p6"/>
            <p:cNvSpPr/>
            <p:nvPr/>
          </p:nvSpPr>
          <p:spPr>
            <a:xfrm>
              <a:off x="44767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6"/>
            <p:cNvSpPr/>
            <p:nvPr/>
          </p:nvSpPr>
          <p:spPr>
            <a:xfrm>
              <a:off x="71340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3"/>
          <p:cNvSpPr/>
          <p:nvPr/>
        </p:nvSpPr>
        <p:spPr>
          <a:xfrm>
            <a:off x="1536" y="3323993"/>
            <a:ext cx="9142528" cy="1819520"/>
          </a:xfrm>
          <a:custGeom>
            <a:avLst/>
            <a:gdLst/>
            <a:ahLst/>
            <a:cxnLst/>
            <a:rect l="l" t="t" r="r" b="b"/>
            <a:pathLst>
              <a:path w="142852" h="28430" extrusionOk="0">
                <a:moveTo>
                  <a:pt x="21147" y="0"/>
                </a:moveTo>
                <a:cubicBezTo>
                  <a:pt x="13697" y="0"/>
                  <a:pt x="6296" y="1895"/>
                  <a:pt x="0" y="5926"/>
                </a:cubicBezTo>
                <a:lnTo>
                  <a:pt x="0" y="28429"/>
                </a:lnTo>
                <a:lnTo>
                  <a:pt x="142852" y="28429"/>
                </a:lnTo>
                <a:lnTo>
                  <a:pt x="142852" y="12344"/>
                </a:lnTo>
                <a:cubicBezTo>
                  <a:pt x="141208" y="8629"/>
                  <a:pt x="136870" y="7022"/>
                  <a:pt x="132811" y="7022"/>
                </a:cubicBezTo>
                <a:cubicBezTo>
                  <a:pt x="132460" y="7022"/>
                  <a:pt x="132112" y="7034"/>
                  <a:pt x="131767" y="7058"/>
                </a:cubicBezTo>
                <a:cubicBezTo>
                  <a:pt x="127433" y="7355"/>
                  <a:pt x="123278" y="9010"/>
                  <a:pt x="118944" y="9391"/>
                </a:cubicBezTo>
                <a:cubicBezTo>
                  <a:pt x="118253" y="9452"/>
                  <a:pt x="117565" y="9481"/>
                  <a:pt x="116879" y="9481"/>
                </a:cubicBezTo>
                <a:cubicBezTo>
                  <a:pt x="105909" y="9481"/>
                  <a:pt x="95570" y="2116"/>
                  <a:pt x="84530" y="2116"/>
                </a:cubicBezTo>
                <a:cubicBezTo>
                  <a:pt x="84167" y="2116"/>
                  <a:pt x="83804" y="2124"/>
                  <a:pt x="83439" y="2140"/>
                </a:cubicBezTo>
                <a:cubicBezTo>
                  <a:pt x="74022" y="2554"/>
                  <a:pt x="65358" y="8595"/>
                  <a:pt x="56005" y="8595"/>
                </a:cubicBezTo>
                <a:cubicBezTo>
                  <a:pt x="55661" y="8595"/>
                  <a:pt x="55317" y="8587"/>
                  <a:pt x="54972" y="8570"/>
                </a:cubicBezTo>
                <a:cubicBezTo>
                  <a:pt x="48328" y="8236"/>
                  <a:pt x="42315" y="4724"/>
                  <a:pt x="36029" y="2533"/>
                </a:cubicBezTo>
                <a:cubicBezTo>
                  <a:pt x="31264" y="870"/>
                  <a:pt x="26194" y="0"/>
                  <a:pt x="21147" y="0"/>
                </a:cubicBezTo>
                <a:close/>
              </a:path>
            </a:pathLst>
          </a:custGeom>
          <a:solidFill>
            <a:srgbClr val="FF4D01">
              <a:alpha val="506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3"/>
          <p:cNvSpPr/>
          <p:nvPr/>
        </p:nvSpPr>
        <p:spPr>
          <a:xfrm>
            <a:off x="0" y="3342361"/>
            <a:ext cx="9144064" cy="1801152"/>
          </a:xfrm>
          <a:custGeom>
            <a:avLst/>
            <a:gdLst/>
            <a:ahLst/>
            <a:cxnLst/>
            <a:rect l="l" t="t" r="r" b="b"/>
            <a:pathLst>
              <a:path w="142876" h="28143" extrusionOk="0">
                <a:moveTo>
                  <a:pt x="6574" y="1"/>
                </a:moveTo>
                <a:cubicBezTo>
                  <a:pt x="4253" y="1"/>
                  <a:pt x="1915" y="766"/>
                  <a:pt x="1" y="2068"/>
                </a:cubicBezTo>
                <a:lnTo>
                  <a:pt x="1" y="28142"/>
                </a:lnTo>
                <a:lnTo>
                  <a:pt x="142876" y="28142"/>
                </a:lnTo>
                <a:lnTo>
                  <a:pt x="142876" y="10652"/>
                </a:lnTo>
                <a:cubicBezTo>
                  <a:pt x="136786" y="13712"/>
                  <a:pt x="129891" y="15285"/>
                  <a:pt x="122999" y="15285"/>
                </a:cubicBezTo>
                <a:cubicBezTo>
                  <a:pt x="119192" y="15285"/>
                  <a:pt x="115386" y="14805"/>
                  <a:pt x="111717" y="13831"/>
                </a:cubicBezTo>
                <a:cubicBezTo>
                  <a:pt x="107800" y="12795"/>
                  <a:pt x="103990" y="11212"/>
                  <a:pt x="99918" y="10973"/>
                </a:cubicBezTo>
                <a:cubicBezTo>
                  <a:pt x="99531" y="10950"/>
                  <a:pt x="99145" y="10940"/>
                  <a:pt x="98759" y="10940"/>
                </a:cubicBezTo>
                <a:cubicBezTo>
                  <a:pt x="94033" y="10940"/>
                  <a:pt x="89359" y="12544"/>
                  <a:pt x="84643" y="12544"/>
                </a:cubicBezTo>
                <a:cubicBezTo>
                  <a:pt x="84194" y="12544"/>
                  <a:pt x="83746" y="12529"/>
                  <a:pt x="83297" y="12497"/>
                </a:cubicBezTo>
                <a:cubicBezTo>
                  <a:pt x="77403" y="12069"/>
                  <a:pt x="72248" y="8771"/>
                  <a:pt x="67211" y="5854"/>
                </a:cubicBezTo>
                <a:cubicBezTo>
                  <a:pt x="62811" y="3311"/>
                  <a:pt x="57903" y="904"/>
                  <a:pt x="52852" y="904"/>
                </a:cubicBezTo>
                <a:cubicBezTo>
                  <a:pt x="52109" y="904"/>
                  <a:pt x="51362" y="956"/>
                  <a:pt x="50614" y="1067"/>
                </a:cubicBezTo>
                <a:cubicBezTo>
                  <a:pt x="45721" y="1794"/>
                  <a:pt x="41684" y="4913"/>
                  <a:pt x="37529" y="7449"/>
                </a:cubicBezTo>
                <a:cubicBezTo>
                  <a:pt x="34352" y="9397"/>
                  <a:pt x="30619" y="11094"/>
                  <a:pt x="26946" y="11094"/>
                </a:cubicBezTo>
                <a:cubicBezTo>
                  <a:pt x="25815" y="11094"/>
                  <a:pt x="24689" y="10933"/>
                  <a:pt x="23587" y="10569"/>
                </a:cubicBezTo>
                <a:cubicBezTo>
                  <a:pt x="18253" y="8807"/>
                  <a:pt x="15503" y="2937"/>
                  <a:pt x="10347" y="746"/>
                </a:cubicBezTo>
                <a:cubicBezTo>
                  <a:pt x="9145" y="236"/>
                  <a:pt x="7862" y="1"/>
                  <a:pt x="6574" y="1"/>
                </a:cubicBezTo>
                <a:close/>
              </a:path>
            </a:pathLst>
          </a:custGeom>
          <a:solidFill>
            <a:srgbClr val="FF4D01">
              <a:alpha val="506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3"/>
          <p:cNvSpPr/>
          <p:nvPr/>
        </p:nvSpPr>
        <p:spPr>
          <a:xfrm flipH="1">
            <a:off x="1373" y="4301400"/>
            <a:ext cx="3352483" cy="842139"/>
          </a:xfrm>
          <a:custGeom>
            <a:avLst/>
            <a:gdLst/>
            <a:ahLst/>
            <a:cxnLst/>
            <a:rect l="l" t="t" r="r" b="b"/>
            <a:pathLst>
              <a:path w="136613" h="34317" extrusionOk="0">
                <a:moveTo>
                  <a:pt x="130454" y="1"/>
                </a:moveTo>
                <a:cubicBezTo>
                  <a:pt x="123279" y="1"/>
                  <a:pt x="116079" y="2986"/>
                  <a:pt x="111193" y="8278"/>
                </a:cubicBezTo>
                <a:cubicBezTo>
                  <a:pt x="106847" y="12993"/>
                  <a:pt x="103478" y="19803"/>
                  <a:pt x="97132" y="20708"/>
                </a:cubicBezTo>
                <a:cubicBezTo>
                  <a:pt x="96665" y="20775"/>
                  <a:pt x="96201" y="20806"/>
                  <a:pt x="95741" y="20806"/>
                </a:cubicBezTo>
                <a:cubicBezTo>
                  <a:pt x="90211" y="20806"/>
                  <a:pt x="85124" y="16362"/>
                  <a:pt x="79460" y="16362"/>
                </a:cubicBezTo>
                <a:cubicBezTo>
                  <a:pt x="79453" y="16362"/>
                  <a:pt x="79446" y="16362"/>
                  <a:pt x="79439" y="16362"/>
                </a:cubicBezTo>
                <a:cubicBezTo>
                  <a:pt x="69533" y="16386"/>
                  <a:pt x="63520" y="29543"/>
                  <a:pt x="53614" y="29757"/>
                </a:cubicBezTo>
                <a:cubicBezTo>
                  <a:pt x="53538" y="29758"/>
                  <a:pt x="53461" y="29759"/>
                  <a:pt x="53385" y="29759"/>
                </a:cubicBezTo>
                <a:cubicBezTo>
                  <a:pt x="47007" y="29759"/>
                  <a:pt x="42046" y="24386"/>
                  <a:pt x="36446" y="21268"/>
                </a:cubicBezTo>
                <a:cubicBezTo>
                  <a:pt x="32619" y="19136"/>
                  <a:pt x="28233" y="18045"/>
                  <a:pt x="23849" y="18045"/>
                </a:cubicBezTo>
                <a:cubicBezTo>
                  <a:pt x="20936" y="18045"/>
                  <a:pt x="18024" y="18527"/>
                  <a:pt x="15276" y="19506"/>
                </a:cubicBezTo>
                <a:cubicBezTo>
                  <a:pt x="8406" y="21958"/>
                  <a:pt x="2691" y="27471"/>
                  <a:pt x="1" y="34257"/>
                </a:cubicBezTo>
                <a:lnTo>
                  <a:pt x="136613" y="34317"/>
                </a:lnTo>
                <a:lnTo>
                  <a:pt x="136613" y="765"/>
                </a:lnTo>
                <a:cubicBezTo>
                  <a:pt x="134600" y="250"/>
                  <a:pt x="132528" y="1"/>
                  <a:pt x="130454" y="1"/>
                </a:cubicBezTo>
                <a:close/>
              </a:path>
            </a:pathLst>
          </a:custGeom>
          <a:solidFill>
            <a:srgbClr val="FF4D0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3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47826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3"/>
          <p:cNvSpPr txBox="1">
            <a:spLocks noGrp="1"/>
          </p:cNvSpPr>
          <p:nvPr>
            <p:ph type="title" idx="2"/>
          </p:nvPr>
        </p:nvSpPr>
        <p:spPr>
          <a:xfrm>
            <a:off x="2010670" y="1582913"/>
            <a:ext cx="2223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subTitle" idx="1"/>
          </p:nvPr>
        </p:nvSpPr>
        <p:spPr>
          <a:xfrm>
            <a:off x="2010670" y="2005394"/>
            <a:ext cx="22230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title" idx="3"/>
          </p:nvPr>
        </p:nvSpPr>
        <p:spPr>
          <a:xfrm>
            <a:off x="5849971" y="1582913"/>
            <a:ext cx="2223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0" name="Google Shape;130;p13"/>
          <p:cNvSpPr txBox="1">
            <a:spLocks noGrp="1"/>
          </p:cNvSpPr>
          <p:nvPr>
            <p:ph type="subTitle" idx="4"/>
          </p:nvPr>
        </p:nvSpPr>
        <p:spPr>
          <a:xfrm>
            <a:off x="5849971" y="2005395"/>
            <a:ext cx="22230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3"/>
          <p:cNvSpPr txBox="1">
            <a:spLocks noGrp="1"/>
          </p:cNvSpPr>
          <p:nvPr>
            <p:ph type="title" idx="5"/>
          </p:nvPr>
        </p:nvSpPr>
        <p:spPr>
          <a:xfrm>
            <a:off x="2010670" y="3285131"/>
            <a:ext cx="2223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2" name="Google Shape;132;p13"/>
          <p:cNvSpPr txBox="1">
            <a:spLocks noGrp="1"/>
          </p:cNvSpPr>
          <p:nvPr>
            <p:ph type="subTitle" idx="6"/>
          </p:nvPr>
        </p:nvSpPr>
        <p:spPr>
          <a:xfrm>
            <a:off x="2010670" y="3707613"/>
            <a:ext cx="22230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3"/>
          <p:cNvSpPr txBox="1">
            <a:spLocks noGrp="1"/>
          </p:cNvSpPr>
          <p:nvPr>
            <p:ph type="title" idx="7"/>
          </p:nvPr>
        </p:nvSpPr>
        <p:spPr>
          <a:xfrm>
            <a:off x="5849971" y="3285132"/>
            <a:ext cx="2223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4" name="Google Shape;134;p13"/>
          <p:cNvSpPr txBox="1">
            <a:spLocks noGrp="1"/>
          </p:cNvSpPr>
          <p:nvPr>
            <p:ph type="subTitle" idx="8"/>
          </p:nvPr>
        </p:nvSpPr>
        <p:spPr>
          <a:xfrm>
            <a:off x="5849971" y="3707614"/>
            <a:ext cx="22230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title" idx="9" hasCustomPrompt="1"/>
          </p:nvPr>
        </p:nvSpPr>
        <p:spPr>
          <a:xfrm>
            <a:off x="1023395" y="1838100"/>
            <a:ext cx="842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24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6" name="Google Shape;136;p13"/>
          <p:cNvSpPr txBox="1">
            <a:spLocks noGrp="1"/>
          </p:cNvSpPr>
          <p:nvPr>
            <p:ph type="title" idx="13" hasCustomPrompt="1"/>
          </p:nvPr>
        </p:nvSpPr>
        <p:spPr>
          <a:xfrm>
            <a:off x="1023395" y="3540325"/>
            <a:ext cx="842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24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7" name="Google Shape;137;p13"/>
          <p:cNvSpPr txBox="1">
            <a:spLocks noGrp="1"/>
          </p:cNvSpPr>
          <p:nvPr>
            <p:ph type="title" idx="14" hasCustomPrompt="1"/>
          </p:nvPr>
        </p:nvSpPr>
        <p:spPr>
          <a:xfrm>
            <a:off x="4859295" y="1838100"/>
            <a:ext cx="842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8" name="Google Shape;138;p13"/>
          <p:cNvSpPr txBox="1">
            <a:spLocks noGrp="1"/>
          </p:cNvSpPr>
          <p:nvPr>
            <p:ph type="title" idx="15" hasCustomPrompt="1"/>
          </p:nvPr>
        </p:nvSpPr>
        <p:spPr>
          <a:xfrm>
            <a:off x="4859295" y="3540325"/>
            <a:ext cx="842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9" name="Google Shape;139;p13"/>
          <p:cNvSpPr/>
          <p:nvPr/>
        </p:nvSpPr>
        <p:spPr>
          <a:xfrm rot="10800000">
            <a:off x="4862850" y="-3577"/>
            <a:ext cx="4281237" cy="1305987"/>
          </a:xfrm>
          <a:custGeom>
            <a:avLst/>
            <a:gdLst/>
            <a:ahLst/>
            <a:cxnLst/>
            <a:rect l="l" t="t" r="r" b="b"/>
            <a:pathLst>
              <a:path w="237352" h="72404" extrusionOk="0">
                <a:moveTo>
                  <a:pt x="25265" y="1"/>
                </a:moveTo>
                <a:cubicBezTo>
                  <a:pt x="24946" y="1"/>
                  <a:pt x="24624" y="9"/>
                  <a:pt x="24301" y="25"/>
                </a:cubicBezTo>
                <a:cubicBezTo>
                  <a:pt x="14014" y="549"/>
                  <a:pt x="6358" y="9348"/>
                  <a:pt x="0" y="17432"/>
                </a:cubicBezTo>
                <a:lnTo>
                  <a:pt x="24" y="72403"/>
                </a:lnTo>
                <a:lnTo>
                  <a:pt x="237351" y="72403"/>
                </a:lnTo>
                <a:cubicBezTo>
                  <a:pt x="234172" y="66569"/>
                  <a:pt x="230922" y="60628"/>
                  <a:pt x="226136" y="56020"/>
                </a:cubicBezTo>
                <a:cubicBezTo>
                  <a:pt x="221955" y="51996"/>
                  <a:pt x="216340" y="49080"/>
                  <a:pt x="210615" y="49080"/>
                </a:cubicBezTo>
                <a:cubicBezTo>
                  <a:pt x="209785" y="49080"/>
                  <a:pt x="208952" y="49141"/>
                  <a:pt x="208121" y="49269"/>
                </a:cubicBezTo>
                <a:cubicBezTo>
                  <a:pt x="200930" y="50389"/>
                  <a:pt x="195084" y="56187"/>
                  <a:pt x="187857" y="57104"/>
                </a:cubicBezTo>
                <a:cubicBezTo>
                  <a:pt x="187177" y="57191"/>
                  <a:pt x="186499" y="57233"/>
                  <a:pt x="185824" y="57233"/>
                </a:cubicBezTo>
                <a:cubicBezTo>
                  <a:pt x="179715" y="57233"/>
                  <a:pt x="173869" y="53788"/>
                  <a:pt x="169355" y="49531"/>
                </a:cubicBezTo>
                <a:cubicBezTo>
                  <a:pt x="164330" y="44805"/>
                  <a:pt x="160413" y="39006"/>
                  <a:pt x="155424" y="34256"/>
                </a:cubicBezTo>
                <a:cubicBezTo>
                  <a:pt x="146597" y="25874"/>
                  <a:pt x="134399" y="21415"/>
                  <a:pt x="122252" y="21415"/>
                </a:cubicBezTo>
                <a:cubicBezTo>
                  <a:pt x="115246" y="21415"/>
                  <a:pt x="108257" y="22898"/>
                  <a:pt x="101941" y="25969"/>
                </a:cubicBezTo>
                <a:cubicBezTo>
                  <a:pt x="94274" y="29696"/>
                  <a:pt x="87154" y="35613"/>
                  <a:pt x="78629" y="35827"/>
                </a:cubicBezTo>
                <a:cubicBezTo>
                  <a:pt x="78465" y="35831"/>
                  <a:pt x="78302" y="35833"/>
                  <a:pt x="78140" y="35833"/>
                </a:cubicBezTo>
                <a:cubicBezTo>
                  <a:pt x="67113" y="35833"/>
                  <a:pt x="58547" y="26354"/>
                  <a:pt x="51554" y="17730"/>
                </a:cubicBezTo>
                <a:cubicBezTo>
                  <a:pt x="44662" y="9230"/>
                  <a:pt x="36063" y="1"/>
                  <a:pt x="25265" y="1"/>
                </a:cubicBezTo>
                <a:close/>
              </a:path>
            </a:pathLst>
          </a:cu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3"/>
          <p:cNvSpPr/>
          <p:nvPr/>
        </p:nvSpPr>
        <p:spPr>
          <a:xfrm>
            <a:off x="-486898" y="2103900"/>
            <a:ext cx="935700" cy="935700"/>
          </a:xfrm>
          <a:prstGeom prst="ellipse">
            <a:avLst/>
          </a:prstGeom>
          <a:solidFill>
            <a:srgbClr val="FF4D01">
              <a:alpha val="506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3"/>
          <p:cNvSpPr/>
          <p:nvPr/>
        </p:nvSpPr>
        <p:spPr>
          <a:xfrm rot="10800000" flipH="1">
            <a:off x="5960825" y="0"/>
            <a:ext cx="3183175" cy="1044225"/>
          </a:xfrm>
          <a:custGeom>
            <a:avLst/>
            <a:gdLst/>
            <a:ahLst/>
            <a:cxnLst/>
            <a:rect l="l" t="t" r="r" b="b"/>
            <a:pathLst>
              <a:path w="127327" h="41769" extrusionOk="0">
                <a:moveTo>
                  <a:pt x="33782" y="1"/>
                </a:moveTo>
                <a:cubicBezTo>
                  <a:pt x="29984" y="1"/>
                  <a:pt x="26138" y="938"/>
                  <a:pt x="22754" y="2656"/>
                </a:cubicBezTo>
                <a:cubicBezTo>
                  <a:pt x="15812" y="6192"/>
                  <a:pt x="10669" y="12586"/>
                  <a:pt x="7228" y="19575"/>
                </a:cubicBezTo>
                <a:cubicBezTo>
                  <a:pt x="3775" y="26564"/>
                  <a:pt x="1882" y="34184"/>
                  <a:pt x="1" y="41744"/>
                </a:cubicBezTo>
                <a:lnTo>
                  <a:pt x="127326" y="41768"/>
                </a:lnTo>
                <a:lnTo>
                  <a:pt x="127326" y="26766"/>
                </a:lnTo>
                <a:cubicBezTo>
                  <a:pt x="125115" y="27301"/>
                  <a:pt x="122843" y="27563"/>
                  <a:pt x="120569" y="27563"/>
                </a:cubicBezTo>
                <a:cubicBezTo>
                  <a:pt x="114092" y="27563"/>
                  <a:pt x="107601" y="25443"/>
                  <a:pt x="102454" y="21504"/>
                </a:cubicBezTo>
                <a:cubicBezTo>
                  <a:pt x="96791" y="17147"/>
                  <a:pt x="91803" y="10369"/>
                  <a:pt x="84703" y="10369"/>
                </a:cubicBezTo>
                <a:cubicBezTo>
                  <a:pt x="84624" y="10369"/>
                  <a:pt x="84544" y="10370"/>
                  <a:pt x="84464" y="10371"/>
                </a:cubicBezTo>
                <a:cubicBezTo>
                  <a:pt x="77370" y="10524"/>
                  <a:pt x="71793" y="17722"/>
                  <a:pt x="64740" y="17722"/>
                </a:cubicBezTo>
                <a:cubicBezTo>
                  <a:pt x="64643" y="17722"/>
                  <a:pt x="64547" y="17720"/>
                  <a:pt x="64449" y="17718"/>
                </a:cubicBezTo>
                <a:cubicBezTo>
                  <a:pt x="56187" y="17479"/>
                  <a:pt x="51829" y="7943"/>
                  <a:pt x="45007" y="3287"/>
                </a:cubicBezTo>
                <a:cubicBezTo>
                  <a:pt x="41712" y="1036"/>
                  <a:pt x="37773" y="1"/>
                  <a:pt x="33782" y="1"/>
                </a:cubicBezTo>
                <a:close/>
              </a:path>
            </a:pathLst>
          </a:cu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5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/>
          <p:nvPr/>
        </p:nvSpPr>
        <p:spPr>
          <a:xfrm rot="-5400000" flipH="1">
            <a:off x="6285264" y="507786"/>
            <a:ext cx="3378718" cy="2338696"/>
          </a:xfrm>
          <a:custGeom>
            <a:avLst/>
            <a:gdLst/>
            <a:ahLst/>
            <a:cxnLst/>
            <a:rect l="l" t="t" r="r" b="b"/>
            <a:pathLst>
              <a:path w="42033" h="27248" extrusionOk="0">
                <a:moveTo>
                  <a:pt x="2981" y="1"/>
                </a:moveTo>
                <a:cubicBezTo>
                  <a:pt x="1985" y="1"/>
                  <a:pt x="989" y="68"/>
                  <a:pt x="0" y="205"/>
                </a:cubicBezTo>
                <a:lnTo>
                  <a:pt x="0" y="27248"/>
                </a:lnTo>
                <a:lnTo>
                  <a:pt x="42033" y="27242"/>
                </a:lnTo>
                <a:cubicBezTo>
                  <a:pt x="41410" y="25081"/>
                  <a:pt x="39189" y="23847"/>
                  <a:pt x="37125" y="22957"/>
                </a:cubicBezTo>
                <a:cubicBezTo>
                  <a:pt x="35062" y="22068"/>
                  <a:pt x="32786" y="21140"/>
                  <a:pt x="31721" y="19163"/>
                </a:cubicBezTo>
                <a:cubicBezTo>
                  <a:pt x="30957" y="17733"/>
                  <a:pt x="30957" y="15959"/>
                  <a:pt x="30012" y="14644"/>
                </a:cubicBezTo>
                <a:cubicBezTo>
                  <a:pt x="28773" y="12908"/>
                  <a:pt x="26382" y="12564"/>
                  <a:pt x="24505" y="11559"/>
                </a:cubicBezTo>
                <a:cubicBezTo>
                  <a:pt x="22337" y="10402"/>
                  <a:pt x="20825" y="8339"/>
                  <a:pt x="19089" y="6603"/>
                </a:cubicBezTo>
                <a:cubicBezTo>
                  <a:pt x="14872" y="2395"/>
                  <a:pt x="8929" y="1"/>
                  <a:pt x="298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5"/>
          <p:cNvSpPr/>
          <p:nvPr/>
        </p:nvSpPr>
        <p:spPr>
          <a:xfrm rot="5400000" flipH="1">
            <a:off x="-1113613" y="1073262"/>
            <a:ext cx="5149949" cy="3003927"/>
          </a:xfrm>
          <a:custGeom>
            <a:avLst/>
            <a:gdLst/>
            <a:ahLst/>
            <a:cxnLst/>
            <a:rect l="l" t="t" r="r" b="b"/>
            <a:pathLst>
              <a:path w="160735" h="128524" extrusionOk="0">
                <a:moveTo>
                  <a:pt x="131935" y="1"/>
                </a:moveTo>
                <a:cubicBezTo>
                  <a:pt x="130608" y="1"/>
                  <a:pt x="129280" y="147"/>
                  <a:pt x="127969" y="461"/>
                </a:cubicBezTo>
                <a:cubicBezTo>
                  <a:pt x="120492" y="2235"/>
                  <a:pt x="115170" y="8783"/>
                  <a:pt x="109824" y="14450"/>
                </a:cubicBezTo>
                <a:cubicBezTo>
                  <a:pt x="105031" y="19520"/>
                  <a:pt x="98894" y="24438"/>
                  <a:pt x="92241" y="24438"/>
                </a:cubicBezTo>
                <a:cubicBezTo>
                  <a:pt x="91457" y="24438"/>
                  <a:pt x="90666" y="24370"/>
                  <a:pt x="89869" y="24225"/>
                </a:cubicBezTo>
                <a:cubicBezTo>
                  <a:pt x="82820" y="22951"/>
                  <a:pt x="77772" y="16082"/>
                  <a:pt x="70807" y="14415"/>
                </a:cubicBezTo>
                <a:cubicBezTo>
                  <a:pt x="69666" y="14141"/>
                  <a:pt x="68527" y="14016"/>
                  <a:pt x="67394" y="14016"/>
                </a:cubicBezTo>
                <a:cubicBezTo>
                  <a:pt x="61032" y="14016"/>
                  <a:pt x="54850" y="17965"/>
                  <a:pt x="49423" y="21785"/>
                </a:cubicBezTo>
                <a:cubicBezTo>
                  <a:pt x="43880" y="25697"/>
                  <a:pt x="37639" y="29806"/>
                  <a:pt x="31135" y="29806"/>
                </a:cubicBezTo>
                <a:cubicBezTo>
                  <a:pt x="30137" y="29806"/>
                  <a:pt x="29132" y="29709"/>
                  <a:pt x="28123" y="29500"/>
                </a:cubicBezTo>
                <a:cubicBezTo>
                  <a:pt x="22956" y="28428"/>
                  <a:pt x="18789" y="24583"/>
                  <a:pt x="13978" y="22392"/>
                </a:cubicBezTo>
                <a:cubicBezTo>
                  <a:pt x="12122" y="21544"/>
                  <a:pt x="9961" y="21056"/>
                  <a:pt x="7875" y="21056"/>
                </a:cubicBezTo>
                <a:cubicBezTo>
                  <a:pt x="4545" y="21056"/>
                  <a:pt x="1406" y="22300"/>
                  <a:pt x="1" y="25309"/>
                </a:cubicBezTo>
                <a:lnTo>
                  <a:pt x="1" y="128524"/>
                </a:lnTo>
                <a:lnTo>
                  <a:pt x="160735" y="128524"/>
                </a:lnTo>
                <a:lnTo>
                  <a:pt x="160735" y="21820"/>
                </a:lnTo>
                <a:cubicBezTo>
                  <a:pt x="156865" y="16070"/>
                  <a:pt x="152317" y="10212"/>
                  <a:pt x="146971" y="5878"/>
                </a:cubicBezTo>
                <a:cubicBezTo>
                  <a:pt x="142692" y="2411"/>
                  <a:pt x="137317" y="1"/>
                  <a:pt x="13193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5"/>
          <p:cNvSpPr/>
          <p:nvPr/>
        </p:nvSpPr>
        <p:spPr>
          <a:xfrm rot="5400000" flipH="1">
            <a:off x="-1458371" y="1420679"/>
            <a:ext cx="5135483" cy="2300258"/>
          </a:xfrm>
          <a:custGeom>
            <a:avLst/>
            <a:gdLst/>
            <a:ahLst/>
            <a:cxnLst/>
            <a:rect l="l" t="t" r="r" b="b"/>
            <a:pathLst>
              <a:path w="160735" h="128524" extrusionOk="0">
                <a:moveTo>
                  <a:pt x="131935" y="1"/>
                </a:moveTo>
                <a:cubicBezTo>
                  <a:pt x="130608" y="1"/>
                  <a:pt x="129280" y="147"/>
                  <a:pt x="127969" y="461"/>
                </a:cubicBezTo>
                <a:cubicBezTo>
                  <a:pt x="120492" y="2235"/>
                  <a:pt x="115170" y="8783"/>
                  <a:pt x="109824" y="14450"/>
                </a:cubicBezTo>
                <a:cubicBezTo>
                  <a:pt x="105031" y="19520"/>
                  <a:pt x="98894" y="24438"/>
                  <a:pt x="92241" y="24438"/>
                </a:cubicBezTo>
                <a:cubicBezTo>
                  <a:pt x="91457" y="24438"/>
                  <a:pt x="90666" y="24370"/>
                  <a:pt x="89869" y="24225"/>
                </a:cubicBezTo>
                <a:cubicBezTo>
                  <a:pt x="82820" y="22951"/>
                  <a:pt x="77772" y="16082"/>
                  <a:pt x="70807" y="14415"/>
                </a:cubicBezTo>
                <a:cubicBezTo>
                  <a:pt x="69666" y="14141"/>
                  <a:pt x="68527" y="14016"/>
                  <a:pt x="67394" y="14016"/>
                </a:cubicBezTo>
                <a:cubicBezTo>
                  <a:pt x="61032" y="14016"/>
                  <a:pt x="54850" y="17965"/>
                  <a:pt x="49423" y="21785"/>
                </a:cubicBezTo>
                <a:cubicBezTo>
                  <a:pt x="43880" y="25697"/>
                  <a:pt x="37639" y="29806"/>
                  <a:pt x="31135" y="29806"/>
                </a:cubicBezTo>
                <a:cubicBezTo>
                  <a:pt x="30137" y="29806"/>
                  <a:pt x="29132" y="29709"/>
                  <a:pt x="28123" y="29500"/>
                </a:cubicBezTo>
                <a:cubicBezTo>
                  <a:pt x="22956" y="28428"/>
                  <a:pt x="18789" y="24583"/>
                  <a:pt x="13978" y="22392"/>
                </a:cubicBezTo>
                <a:cubicBezTo>
                  <a:pt x="12122" y="21544"/>
                  <a:pt x="9961" y="21056"/>
                  <a:pt x="7875" y="21056"/>
                </a:cubicBezTo>
                <a:cubicBezTo>
                  <a:pt x="4545" y="21056"/>
                  <a:pt x="1406" y="22300"/>
                  <a:pt x="1" y="25309"/>
                </a:cubicBezTo>
                <a:lnTo>
                  <a:pt x="1" y="128524"/>
                </a:lnTo>
                <a:lnTo>
                  <a:pt x="160735" y="128524"/>
                </a:lnTo>
                <a:lnTo>
                  <a:pt x="160735" y="21820"/>
                </a:lnTo>
                <a:cubicBezTo>
                  <a:pt x="156865" y="16070"/>
                  <a:pt x="152317" y="10212"/>
                  <a:pt x="146971" y="5878"/>
                </a:cubicBezTo>
                <a:cubicBezTo>
                  <a:pt x="142692" y="2411"/>
                  <a:pt x="137317" y="1"/>
                  <a:pt x="131935" y="1"/>
                </a:cubicBezTo>
                <a:close/>
              </a:path>
            </a:pathLst>
          </a:cu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5"/>
          <p:cNvSpPr/>
          <p:nvPr/>
        </p:nvSpPr>
        <p:spPr>
          <a:xfrm rot="5400000">
            <a:off x="-2029062" y="1976124"/>
            <a:ext cx="5722557" cy="1745841"/>
          </a:xfrm>
          <a:custGeom>
            <a:avLst/>
            <a:gdLst/>
            <a:ahLst/>
            <a:cxnLst/>
            <a:rect l="l" t="t" r="r" b="b"/>
            <a:pathLst>
              <a:path w="237352" h="72404" extrusionOk="0">
                <a:moveTo>
                  <a:pt x="25265" y="1"/>
                </a:moveTo>
                <a:cubicBezTo>
                  <a:pt x="24946" y="1"/>
                  <a:pt x="24624" y="9"/>
                  <a:pt x="24301" y="25"/>
                </a:cubicBezTo>
                <a:cubicBezTo>
                  <a:pt x="14014" y="549"/>
                  <a:pt x="6358" y="9348"/>
                  <a:pt x="0" y="17432"/>
                </a:cubicBezTo>
                <a:lnTo>
                  <a:pt x="24" y="72403"/>
                </a:lnTo>
                <a:lnTo>
                  <a:pt x="237351" y="72403"/>
                </a:lnTo>
                <a:cubicBezTo>
                  <a:pt x="234172" y="66569"/>
                  <a:pt x="230922" y="60628"/>
                  <a:pt x="226136" y="56020"/>
                </a:cubicBezTo>
                <a:cubicBezTo>
                  <a:pt x="221955" y="51996"/>
                  <a:pt x="216340" y="49080"/>
                  <a:pt x="210615" y="49080"/>
                </a:cubicBezTo>
                <a:cubicBezTo>
                  <a:pt x="209785" y="49080"/>
                  <a:pt x="208952" y="49141"/>
                  <a:pt x="208121" y="49269"/>
                </a:cubicBezTo>
                <a:cubicBezTo>
                  <a:pt x="200930" y="50389"/>
                  <a:pt x="195084" y="56187"/>
                  <a:pt x="187857" y="57104"/>
                </a:cubicBezTo>
                <a:cubicBezTo>
                  <a:pt x="187177" y="57191"/>
                  <a:pt x="186499" y="57233"/>
                  <a:pt x="185824" y="57233"/>
                </a:cubicBezTo>
                <a:cubicBezTo>
                  <a:pt x="179715" y="57233"/>
                  <a:pt x="173869" y="53788"/>
                  <a:pt x="169355" y="49531"/>
                </a:cubicBezTo>
                <a:cubicBezTo>
                  <a:pt x="164330" y="44805"/>
                  <a:pt x="160413" y="39006"/>
                  <a:pt x="155424" y="34256"/>
                </a:cubicBezTo>
                <a:cubicBezTo>
                  <a:pt x="146597" y="25874"/>
                  <a:pt x="134399" y="21415"/>
                  <a:pt x="122252" y="21415"/>
                </a:cubicBezTo>
                <a:cubicBezTo>
                  <a:pt x="115246" y="21415"/>
                  <a:pt x="108257" y="22898"/>
                  <a:pt x="101941" y="25969"/>
                </a:cubicBezTo>
                <a:cubicBezTo>
                  <a:pt x="94274" y="29696"/>
                  <a:pt x="87154" y="35613"/>
                  <a:pt x="78629" y="35827"/>
                </a:cubicBezTo>
                <a:cubicBezTo>
                  <a:pt x="78465" y="35831"/>
                  <a:pt x="78302" y="35833"/>
                  <a:pt x="78140" y="35833"/>
                </a:cubicBezTo>
                <a:cubicBezTo>
                  <a:pt x="67113" y="35833"/>
                  <a:pt x="58547" y="26354"/>
                  <a:pt x="51554" y="17730"/>
                </a:cubicBezTo>
                <a:cubicBezTo>
                  <a:pt x="44662" y="9230"/>
                  <a:pt x="36063" y="1"/>
                  <a:pt x="25265" y="1"/>
                </a:cubicBezTo>
                <a:close/>
              </a:path>
            </a:pathLst>
          </a:cu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5"/>
          <p:cNvSpPr/>
          <p:nvPr/>
        </p:nvSpPr>
        <p:spPr>
          <a:xfrm>
            <a:off x="1014225" y="-440519"/>
            <a:ext cx="1625400" cy="1624500"/>
          </a:xfrm>
          <a:prstGeom prst="ellipse">
            <a:avLst/>
          </a:pr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5"/>
          <p:cNvSpPr/>
          <p:nvPr/>
        </p:nvSpPr>
        <p:spPr>
          <a:xfrm rot="5400000">
            <a:off x="6606747" y="1106845"/>
            <a:ext cx="3656314" cy="1418172"/>
          </a:xfrm>
          <a:custGeom>
            <a:avLst/>
            <a:gdLst/>
            <a:ahLst/>
            <a:cxnLst/>
            <a:rect l="l" t="t" r="r" b="b"/>
            <a:pathLst>
              <a:path w="37492" h="14542" extrusionOk="0">
                <a:moveTo>
                  <a:pt x="1" y="0"/>
                </a:moveTo>
                <a:lnTo>
                  <a:pt x="1" y="10099"/>
                </a:lnTo>
                <a:cubicBezTo>
                  <a:pt x="1128" y="12447"/>
                  <a:pt x="3160" y="14542"/>
                  <a:pt x="5531" y="14542"/>
                </a:cubicBezTo>
                <a:cubicBezTo>
                  <a:pt x="5928" y="14542"/>
                  <a:pt x="6335" y="14483"/>
                  <a:pt x="6748" y="14357"/>
                </a:cubicBezTo>
                <a:cubicBezTo>
                  <a:pt x="10645" y="13167"/>
                  <a:pt x="12048" y="9013"/>
                  <a:pt x="15247" y="7703"/>
                </a:cubicBezTo>
                <a:cubicBezTo>
                  <a:pt x="15945" y="7416"/>
                  <a:pt x="16655" y="7304"/>
                  <a:pt x="17363" y="7304"/>
                </a:cubicBezTo>
                <a:cubicBezTo>
                  <a:pt x="18715" y="7304"/>
                  <a:pt x="20059" y="7714"/>
                  <a:pt x="21285" y="8101"/>
                </a:cubicBezTo>
                <a:cubicBezTo>
                  <a:pt x="23881" y="8921"/>
                  <a:pt x="26534" y="9688"/>
                  <a:pt x="28911" y="9688"/>
                </a:cubicBezTo>
                <a:cubicBezTo>
                  <a:pt x="29383" y="9688"/>
                  <a:pt x="29844" y="9657"/>
                  <a:pt x="30292" y="9591"/>
                </a:cubicBezTo>
                <a:cubicBezTo>
                  <a:pt x="33807" y="9073"/>
                  <a:pt x="35663" y="7594"/>
                  <a:pt x="36880" y="4367"/>
                </a:cubicBezTo>
                <a:cubicBezTo>
                  <a:pt x="37388" y="3014"/>
                  <a:pt x="37492" y="1545"/>
                  <a:pt x="37393" y="0"/>
                </a:cubicBezTo>
                <a:close/>
              </a:path>
            </a:pathLst>
          </a:custGeom>
          <a:solidFill>
            <a:srgbClr val="01967A">
              <a:alpha val="488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5"/>
          <p:cNvSpPr/>
          <p:nvPr/>
        </p:nvSpPr>
        <p:spPr>
          <a:xfrm rot="-5400000" flipH="1">
            <a:off x="6315959" y="1978708"/>
            <a:ext cx="4818961" cy="837104"/>
          </a:xfrm>
          <a:custGeom>
            <a:avLst/>
            <a:gdLst/>
            <a:ahLst/>
            <a:cxnLst/>
            <a:rect l="l" t="t" r="r" b="b"/>
            <a:pathLst>
              <a:path w="111634" h="19392" extrusionOk="0">
                <a:moveTo>
                  <a:pt x="17433" y="1"/>
                </a:moveTo>
                <a:cubicBezTo>
                  <a:pt x="14716" y="1"/>
                  <a:pt x="11947" y="743"/>
                  <a:pt x="9561" y="1913"/>
                </a:cubicBezTo>
                <a:cubicBezTo>
                  <a:pt x="5859" y="3735"/>
                  <a:pt x="2906" y="6473"/>
                  <a:pt x="1" y="9164"/>
                </a:cubicBezTo>
                <a:lnTo>
                  <a:pt x="13" y="19392"/>
                </a:lnTo>
                <a:lnTo>
                  <a:pt x="111634" y="19392"/>
                </a:lnTo>
                <a:cubicBezTo>
                  <a:pt x="109729" y="13701"/>
                  <a:pt x="104597" y="8878"/>
                  <a:pt x="98156" y="6747"/>
                </a:cubicBezTo>
                <a:cubicBezTo>
                  <a:pt x="95615" y="5905"/>
                  <a:pt x="92895" y="5490"/>
                  <a:pt x="90173" y="5490"/>
                </a:cubicBezTo>
                <a:cubicBezTo>
                  <a:pt x="86008" y="5490"/>
                  <a:pt x="81839" y="6461"/>
                  <a:pt x="78296" y="8355"/>
                </a:cubicBezTo>
                <a:cubicBezTo>
                  <a:pt x="74544" y="10355"/>
                  <a:pt x="70871" y="13455"/>
                  <a:pt x="66643" y="13455"/>
                </a:cubicBezTo>
                <a:cubicBezTo>
                  <a:pt x="66215" y="13455"/>
                  <a:pt x="65782" y="13423"/>
                  <a:pt x="65342" y="13355"/>
                </a:cubicBezTo>
                <a:cubicBezTo>
                  <a:pt x="60723" y="12643"/>
                  <a:pt x="57607" y="8057"/>
                  <a:pt x="52925" y="8057"/>
                </a:cubicBezTo>
                <a:cubicBezTo>
                  <a:pt x="52912" y="8057"/>
                  <a:pt x="52900" y="8057"/>
                  <a:pt x="52888" y="8057"/>
                </a:cubicBezTo>
                <a:cubicBezTo>
                  <a:pt x="48662" y="8081"/>
                  <a:pt x="45649" y="11855"/>
                  <a:pt x="41494" y="12522"/>
                </a:cubicBezTo>
                <a:cubicBezTo>
                  <a:pt x="41049" y="12593"/>
                  <a:pt x="40607" y="12627"/>
                  <a:pt x="40168" y="12627"/>
                </a:cubicBezTo>
                <a:cubicBezTo>
                  <a:pt x="36587" y="12627"/>
                  <a:pt x="33279" y="10372"/>
                  <a:pt x="30850" y="7986"/>
                </a:cubicBezTo>
                <a:cubicBezTo>
                  <a:pt x="28123" y="5295"/>
                  <a:pt x="25671" y="2151"/>
                  <a:pt x="21849" y="747"/>
                </a:cubicBezTo>
                <a:cubicBezTo>
                  <a:pt x="20443" y="231"/>
                  <a:pt x="18946" y="1"/>
                  <a:pt x="17433" y="1"/>
                </a:cubicBezTo>
                <a:close/>
              </a:path>
            </a:pathLst>
          </a:custGeom>
          <a:solidFill>
            <a:srgbClr val="01967A">
              <a:alpha val="488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5"/>
          <p:cNvSpPr/>
          <p:nvPr/>
        </p:nvSpPr>
        <p:spPr>
          <a:xfrm>
            <a:off x="6780213" y="648050"/>
            <a:ext cx="945600" cy="945600"/>
          </a:xfrm>
          <a:prstGeom prst="ellipse">
            <a:avLst/>
          </a:prstGeom>
          <a:solidFill>
            <a:srgbClr val="01967A">
              <a:alpha val="488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1" name="Google Shape;161;p15"/>
          <p:cNvGrpSpPr/>
          <p:nvPr/>
        </p:nvGrpSpPr>
        <p:grpSpPr>
          <a:xfrm>
            <a:off x="7310225" y="4644738"/>
            <a:ext cx="959175" cy="162000"/>
            <a:chOff x="447675" y="1666875"/>
            <a:chExt cx="959175" cy="162000"/>
          </a:xfrm>
        </p:grpSpPr>
        <p:sp>
          <p:nvSpPr>
            <p:cNvPr id="162" name="Google Shape;162;p15"/>
            <p:cNvSpPr/>
            <p:nvPr/>
          </p:nvSpPr>
          <p:spPr>
            <a:xfrm>
              <a:off x="44767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5"/>
            <p:cNvSpPr/>
            <p:nvPr/>
          </p:nvSpPr>
          <p:spPr>
            <a:xfrm>
              <a:off x="71340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5"/>
            <p:cNvSpPr/>
            <p:nvPr/>
          </p:nvSpPr>
          <p:spPr>
            <a:xfrm>
              <a:off x="97912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5"/>
            <p:cNvSpPr/>
            <p:nvPr/>
          </p:nvSpPr>
          <p:spPr>
            <a:xfrm>
              <a:off x="124485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" name="Google Shape;166;p15"/>
          <p:cNvGrpSpPr/>
          <p:nvPr/>
        </p:nvGrpSpPr>
        <p:grpSpPr>
          <a:xfrm>
            <a:off x="2977575" y="239238"/>
            <a:ext cx="427725" cy="162000"/>
            <a:chOff x="979125" y="1666875"/>
            <a:chExt cx="427725" cy="162000"/>
          </a:xfrm>
        </p:grpSpPr>
        <p:sp>
          <p:nvSpPr>
            <p:cNvPr id="167" name="Google Shape;167;p15"/>
            <p:cNvSpPr/>
            <p:nvPr/>
          </p:nvSpPr>
          <p:spPr>
            <a:xfrm>
              <a:off x="97912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5"/>
            <p:cNvSpPr/>
            <p:nvPr/>
          </p:nvSpPr>
          <p:spPr>
            <a:xfrm>
              <a:off x="124485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9" name="Google Shape;169;p15"/>
          <p:cNvSpPr txBox="1">
            <a:spLocks noGrp="1"/>
          </p:cNvSpPr>
          <p:nvPr>
            <p:ph type="title"/>
          </p:nvPr>
        </p:nvSpPr>
        <p:spPr>
          <a:xfrm>
            <a:off x="3272394" y="3360325"/>
            <a:ext cx="37956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15"/>
          <p:cNvSpPr txBox="1">
            <a:spLocks noGrp="1"/>
          </p:cNvSpPr>
          <p:nvPr>
            <p:ph type="subTitle" idx="1"/>
          </p:nvPr>
        </p:nvSpPr>
        <p:spPr>
          <a:xfrm>
            <a:off x="3272375" y="1328425"/>
            <a:ext cx="3795600" cy="203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9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16"/>
          <p:cNvSpPr/>
          <p:nvPr/>
        </p:nvSpPr>
        <p:spPr>
          <a:xfrm rot="10800000" flipH="1">
            <a:off x="1" y="-102"/>
            <a:ext cx="1771771" cy="693977"/>
          </a:xfrm>
          <a:custGeom>
            <a:avLst/>
            <a:gdLst/>
            <a:ahLst/>
            <a:cxnLst/>
            <a:rect l="l" t="t" r="r" b="b"/>
            <a:pathLst>
              <a:path w="141685" h="55496" extrusionOk="0">
                <a:moveTo>
                  <a:pt x="24" y="1"/>
                </a:moveTo>
                <a:lnTo>
                  <a:pt x="0" y="55495"/>
                </a:lnTo>
                <a:lnTo>
                  <a:pt x="141685" y="55495"/>
                </a:lnTo>
                <a:cubicBezTo>
                  <a:pt x="140553" y="46340"/>
                  <a:pt x="135874" y="37672"/>
                  <a:pt x="128838" y="31707"/>
                </a:cubicBezTo>
                <a:cubicBezTo>
                  <a:pt x="122188" y="26070"/>
                  <a:pt x="113497" y="22900"/>
                  <a:pt x="104784" y="22900"/>
                </a:cubicBezTo>
                <a:cubicBezTo>
                  <a:pt x="104277" y="22900"/>
                  <a:pt x="103770" y="22910"/>
                  <a:pt x="103263" y="22932"/>
                </a:cubicBezTo>
                <a:cubicBezTo>
                  <a:pt x="100036" y="23064"/>
                  <a:pt x="96758" y="23618"/>
                  <a:pt x="93542" y="23618"/>
                </a:cubicBezTo>
                <a:cubicBezTo>
                  <a:pt x="91834" y="23618"/>
                  <a:pt x="90143" y="23462"/>
                  <a:pt x="88487" y="23003"/>
                </a:cubicBezTo>
                <a:cubicBezTo>
                  <a:pt x="76986" y="19836"/>
                  <a:pt x="72247" y="3846"/>
                  <a:pt x="60508" y="1763"/>
                </a:cubicBezTo>
                <a:cubicBezTo>
                  <a:pt x="59680" y="1616"/>
                  <a:pt x="58853" y="1547"/>
                  <a:pt x="58028" y="1547"/>
                </a:cubicBezTo>
                <a:cubicBezTo>
                  <a:pt x="53367" y="1547"/>
                  <a:pt x="48791" y="3731"/>
                  <a:pt x="44815" y="6311"/>
                </a:cubicBezTo>
                <a:cubicBezTo>
                  <a:pt x="40124" y="9347"/>
                  <a:pt x="35767" y="13038"/>
                  <a:pt x="30528" y="14967"/>
                </a:cubicBezTo>
                <a:cubicBezTo>
                  <a:pt x="28164" y="15831"/>
                  <a:pt x="25685" y="16237"/>
                  <a:pt x="23200" y="16237"/>
                </a:cubicBezTo>
                <a:cubicBezTo>
                  <a:pt x="13195" y="16237"/>
                  <a:pt x="3095" y="9662"/>
                  <a:pt x="24" y="1"/>
                </a:cubicBezTo>
                <a:close/>
              </a:path>
            </a:pathLst>
          </a:custGeom>
          <a:solidFill>
            <a:srgbClr val="FF4D01">
              <a:alpha val="506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6"/>
          <p:cNvSpPr/>
          <p:nvPr/>
        </p:nvSpPr>
        <p:spPr>
          <a:xfrm rot="10800000" flipH="1">
            <a:off x="0" y="27"/>
            <a:ext cx="2581257" cy="448392"/>
          </a:xfrm>
          <a:custGeom>
            <a:avLst/>
            <a:gdLst/>
            <a:ahLst/>
            <a:cxnLst/>
            <a:rect l="l" t="t" r="r" b="b"/>
            <a:pathLst>
              <a:path w="111634" h="19392" extrusionOk="0">
                <a:moveTo>
                  <a:pt x="17433" y="1"/>
                </a:moveTo>
                <a:cubicBezTo>
                  <a:pt x="14716" y="1"/>
                  <a:pt x="11947" y="743"/>
                  <a:pt x="9561" y="1913"/>
                </a:cubicBezTo>
                <a:cubicBezTo>
                  <a:pt x="5859" y="3735"/>
                  <a:pt x="2906" y="6473"/>
                  <a:pt x="1" y="9164"/>
                </a:cubicBezTo>
                <a:lnTo>
                  <a:pt x="13" y="19392"/>
                </a:lnTo>
                <a:lnTo>
                  <a:pt x="111634" y="19392"/>
                </a:lnTo>
                <a:cubicBezTo>
                  <a:pt x="109729" y="13701"/>
                  <a:pt x="104597" y="8878"/>
                  <a:pt x="98156" y="6747"/>
                </a:cubicBezTo>
                <a:cubicBezTo>
                  <a:pt x="95615" y="5905"/>
                  <a:pt x="92895" y="5490"/>
                  <a:pt x="90173" y="5490"/>
                </a:cubicBezTo>
                <a:cubicBezTo>
                  <a:pt x="86008" y="5490"/>
                  <a:pt x="81839" y="6461"/>
                  <a:pt x="78296" y="8355"/>
                </a:cubicBezTo>
                <a:cubicBezTo>
                  <a:pt x="74544" y="10355"/>
                  <a:pt x="70871" y="13455"/>
                  <a:pt x="66643" y="13455"/>
                </a:cubicBezTo>
                <a:cubicBezTo>
                  <a:pt x="66215" y="13455"/>
                  <a:pt x="65782" y="13423"/>
                  <a:pt x="65342" y="13355"/>
                </a:cubicBezTo>
                <a:cubicBezTo>
                  <a:pt x="60723" y="12643"/>
                  <a:pt x="57607" y="8057"/>
                  <a:pt x="52925" y="8057"/>
                </a:cubicBezTo>
                <a:cubicBezTo>
                  <a:pt x="52912" y="8057"/>
                  <a:pt x="52900" y="8057"/>
                  <a:pt x="52888" y="8057"/>
                </a:cubicBezTo>
                <a:cubicBezTo>
                  <a:pt x="48662" y="8081"/>
                  <a:pt x="45649" y="11855"/>
                  <a:pt x="41494" y="12522"/>
                </a:cubicBezTo>
                <a:cubicBezTo>
                  <a:pt x="41049" y="12593"/>
                  <a:pt x="40607" y="12627"/>
                  <a:pt x="40168" y="12627"/>
                </a:cubicBezTo>
                <a:cubicBezTo>
                  <a:pt x="36587" y="12627"/>
                  <a:pt x="33279" y="10372"/>
                  <a:pt x="30850" y="7986"/>
                </a:cubicBezTo>
                <a:cubicBezTo>
                  <a:pt x="28123" y="5295"/>
                  <a:pt x="25671" y="2151"/>
                  <a:pt x="21849" y="747"/>
                </a:cubicBezTo>
                <a:cubicBezTo>
                  <a:pt x="20443" y="231"/>
                  <a:pt x="18946" y="1"/>
                  <a:pt x="17433" y="1"/>
                </a:cubicBezTo>
                <a:close/>
              </a:path>
            </a:pathLst>
          </a:custGeom>
          <a:solidFill>
            <a:srgbClr val="FF4D01">
              <a:alpha val="506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6"/>
          <p:cNvSpPr/>
          <p:nvPr/>
        </p:nvSpPr>
        <p:spPr>
          <a:xfrm>
            <a:off x="-114300" y="751025"/>
            <a:ext cx="527700" cy="527700"/>
          </a:xfrm>
          <a:prstGeom prst="ellipse">
            <a:avLst/>
          </a:prstGeom>
          <a:solidFill>
            <a:srgbClr val="FF4D01">
              <a:alpha val="506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6"/>
          <p:cNvSpPr/>
          <p:nvPr/>
        </p:nvSpPr>
        <p:spPr>
          <a:xfrm flipH="1">
            <a:off x="6178287" y="4238625"/>
            <a:ext cx="2965713" cy="904869"/>
          </a:xfrm>
          <a:custGeom>
            <a:avLst/>
            <a:gdLst/>
            <a:ahLst/>
            <a:cxnLst/>
            <a:rect l="l" t="t" r="r" b="b"/>
            <a:pathLst>
              <a:path w="237352" h="72404" extrusionOk="0">
                <a:moveTo>
                  <a:pt x="25265" y="1"/>
                </a:moveTo>
                <a:cubicBezTo>
                  <a:pt x="24946" y="1"/>
                  <a:pt x="24624" y="9"/>
                  <a:pt x="24301" y="25"/>
                </a:cubicBezTo>
                <a:cubicBezTo>
                  <a:pt x="14014" y="549"/>
                  <a:pt x="6358" y="9348"/>
                  <a:pt x="0" y="17432"/>
                </a:cubicBezTo>
                <a:lnTo>
                  <a:pt x="24" y="72403"/>
                </a:lnTo>
                <a:lnTo>
                  <a:pt x="237351" y="72403"/>
                </a:lnTo>
                <a:cubicBezTo>
                  <a:pt x="234172" y="66569"/>
                  <a:pt x="230922" y="60628"/>
                  <a:pt x="226136" y="56020"/>
                </a:cubicBezTo>
                <a:cubicBezTo>
                  <a:pt x="221955" y="51996"/>
                  <a:pt x="216340" y="49080"/>
                  <a:pt x="210615" y="49080"/>
                </a:cubicBezTo>
                <a:cubicBezTo>
                  <a:pt x="209785" y="49080"/>
                  <a:pt x="208952" y="49141"/>
                  <a:pt x="208121" y="49269"/>
                </a:cubicBezTo>
                <a:cubicBezTo>
                  <a:pt x="200930" y="50389"/>
                  <a:pt x="195084" y="56187"/>
                  <a:pt x="187857" y="57104"/>
                </a:cubicBezTo>
                <a:cubicBezTo>
                  <a:pt x="187177" y="57191"/>
                  <a:pt x="186499" y="57233"/>
                  <a:pt x="185824" y="57233"/>
                </a:cubicBezTo>
                <a:cubicBezTo>
                  <a:pt x="179715" y="57233"/>
                  <a:pt x="173869" y="53788"/>
                  <a:pt x="169355" y="49531"/>
                </a:cubicBezTo>
                <a:cubicBezTo>
                  <a:pt x="164330" y="44805"/>
                  <a:pt x="160413" y="39006"/>
                  <a:pt x="155424" y="34256"/>
                </a:cubicBezTo>
                <a:cubicBezTo>
                  <a:pt x="146597" y="25874"/>
                  <a:pt x="134399" y="21415"/>
                  <a:pt x="122252" y="21415"/>
                </a:cubicBezTo>
                <a:cubicBezTo>
                  <a:pt x="115246" y="21415"/>
                  <a:pt x="108257" y="22898"/>
                  <a:pt x="101941" y="25969"/>
                </a:cubicBezTo>
                <a:cubicBezTo>
                  <a:pt x="94274" y="29696"/>
                  <a:pt x="87154" y="35613"/>
                  <a:pt x="78629" y="35827"/>
                </a:cubicBezTo>
                <a:cubicBezTo>
                  <a:pt x="78465" y="35831"/>
                  <a:pt x="78302" y="35833"/>
                  <a:pt x="78140" y="35833"/>
                </a:cubicBezTo>
                <a:cubicBezTo>
                  <a:pt x="67113" y="35833"/>
                  <a:pt x="58547" y="26354"/>
                  <a:pt x="51554" y="17730"/>
                </a:cubicBezTo>
                <a:cubicBezTo>
                  <a:pt x="44662" y="9230"/>
                  <a:pt x="36063" y="1"/>
                  <a:pt x="2526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2_1_1_1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0"/>
          <p:cNvSpPr txBox="1">
            <a:spLocks noGrp="1"/>
          </p:cNvSpPr>
          <p:nvPr>
            <p:ph type="subTitle" idx="1"/>
          </p:nvPr>
        </p:nvSpPr>
        <p:spPr>
          <a:xfrm>
            <a:off x="5067675" y="2223150"/>
            <a:ext cx="2670000" cy="10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20"/>
          <p:cNvSpPr txBox="1">
            <a:spLocks noGrp="1"/>
          </p:cNvSpPr>
          <p:nvPr>
            <p:ph type="title"/>
          </p:nvPr>
        </p:nvSpPr>
        <p:spPr>
          <a:xfrm>
            <a:off x="5067675" y="930150"/>
            <a:ext cx="2670000" cy="129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0"/>
          <p:cNvSpPr/>
          <p:nvPr/>
        </p:nvSpPr>
        <p:spPr>
          <a:xfrm rot="10800000" flipH="1">
            <a:off x="4054" y="-6"/>
            <a:ext cx="2806438" cy="1819281"/>
          </a:xfrm>
          <a:custGeom>
            <a:avLst/>
            <a:gdLst/>
            <a:ahLst/>
            <a:cxnLst/>
            <a:rect l="l" t="t" r="r" b="b"/>
            <a:pathLst>
              <a:path w="42033" h="27248" extrusionOk="0">
                <a:moveTo>
                  <a:pt x="2981" y="1"/>
                </a:moveTo>
                <a:cubicBezTo>
                  <a:pt x="1985" y="1"/>
                  <a:pt x="989" y="68"/>
                  <a:pt x="0" y="205"/>
                </a:cubicBezTo>
                <a:lnTo>
                  <a:pt x="0" y="27248"/>
                </a:lnTo>
                <a:lnTo>
                  <a:pt x="42033" y="27242"/>
                </a:lnTo>
                <a:cubicBezTo>
                  <a:pt x="41410" y="25081"/>
                  <a:pt x="39189" y="23847"/>
                  <a:pt x="37125" y="22957"/>
                </a:cubicBezTo>
                <a:cubicBezTo>
                  <a:pt x="35062" y="22068"/>
                  <a:pt x="32786" y="21140"/>
                  <a:pt x="31721" y="19163"/>
                </a:cubicBezTo>
                <a:cubicBezTo>
                  <a:pt x="30957" y="17733"/>
                  <a:pt x="30957" y="15959"/>
                  <a:pt x="30012" y="14644"/>
                </a:cubicBezTo>
                <a:cubicBezTo>
                  <a:pt x="28773" y="12908"/>
                  <a:pt x="26382" y="12564"/>
                  <a:pt x="24505" y="11559"/>
                </a:cubicBezTo>
                <a:cubicBezTo>
                  <a:pt x="22337" y="10402"/>
                  <a:pt x="20825" y="8339"/>
                  <a:pt x="19089" y="6603"/>
                </a:cubicBezTo>
                <a:cubicBezTo>
                  <a:pt x="14872" y="2395"/>
                  <a:pt x="8929" y="1"/>
                  <a:pt x="298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20"/>
          <p:cNvSpPr/>
          <p:nvPr/>
        </p:nvSpPr>
        <p:spPr>
          <a:xfrm rot="10800000" flipH="1">
            <a:off x="3967" y="-3577"/>
            <a:ext cx="4281237" cy="1305987"/>
          </a:xfrm>
          <a:custGeom>
            <a:avLst/>
            <a:gdLst/>
            <a:ahLst/>
            <a:cxnLst/>
            <a:rect l="l" t="t" r="r" b="b"/>
            <a:pathLst>
              <a:path w="237352" h="72404" extrusionOk="0">
                <a:moveTo>
                  <a:pt x="25265" y="1"/>
                </a:moveTo>
                <a:cubicBezTo>
                  <a:pt x="24946" y="1"/>
                  <a:pt x="24624" y="9"/>
                  <a:pt x="24301" y="25"/>
                </a:cubicBezTo>
                <a:cubicBezTo>
                  <a:pt x="14014" y="549"/>
                  <a:pt x="6358" y="9348"/>
                  <a:pt x="0" y="17432"/>
                </a:cubicBezTo>
                <a:lnTo>
                  <a:pt x="24" y="72403"/>
                </a:lnTo>
                <a:lnTo>
                  <a:pt x="237351" y="72403"/>
                </a:lnTo>
                <a:cubicBezTo>
                  <a:pt x="234172" y="66569"/>
                  <a:pt x="230922" y="60628"/>
                  <a:pt x="226136" y="56020"/>
                </a:cubicBezTo>
                <a:cubicBezTo>
                  <a:pt x="221955" y="51996"/>
                  <a:pt x="216340" y="49080"/>
                  <a:pt x="210615" y="49080"/>
                </a:cubicBezTo>
                <a:cubicBezTo>
                  <a:pt x="209785" y="49080"/>
                  <a:pt x="208952" y="49141"/>
                  <a:pt x="208121" y="49269"/>
                </a:cubicBezTo>
                <a:cubicBezTo>
                  <a:pt x="200930" y="50389"/>
                  <a:pt x="195084" y="56187"/>
                  <a:pt x="187857" y="57104"/>
                </a:cubicBezTo>
                <a:cubicBezTo>
                  <a:pt x="187177" y="57191"/>
                  <a:pt x="186499" y="57233"/>
                  <a:pt x="185824" y="57233"/>
                </a:cubicBezTo>
                <a:cubicBezTo>
                  <a:pt x="179715" y="57233"/>
                  <a:pt x="173869" y="53788"/>
                  <a:pt x="169355" y="49531"/>
                </a:cubicBezTo>
                <a:cubicBezTo>
                  <a:pt x="164330" y="44805"/>
                  <a:pt x="160413" y="39006"/>
                  <a:pt x="155424" y="34256"/>
                </a:cubicBezTo>
                <a:cubicBezTo>
                  <a:pt x="146597" y="25874"/>
                  <a:pt x="134399" y="21415"/>
                  <a:pt x="122252" y="21415"/>
                </a:cubicBezTo>
                <a:cubicBezTo>
                  <a:pt x="115246" y="21415"/>
                  <a:pt x="108257" y="22898"/>
                  <a:pt x="101941" y="25969"/>
                </a:cubicBezTo>
                <a:cubicBezTo>
                  <a:pt x="94274" y="29696"/>
                  <a:pt x="87154" y="35613"/>
                  <a:pt x="78629" y="35827"/>
                </a:cubicBezTo>
                <a:cubicBezTo>
                  <a:pt x="78465" y="35831"/>
                  <a:pt x="78302" y="35833"/>
                  <a:pt x="78140" y="35833"/>
                </a:cubicBezTo>
                <a:cubicBezTo>
                  <a:pt x="67113" y="35833"/>
                  <a:pt x="58547" y="26354"/>
                  <a:pt x="51554" y="17730"/>
                </a:cubicBezTo>
                <a:cubicBezTo>
                  <a:pt x="44662" y="9230"/>
                  <a:pt x="36063" y="1"/>
                  <a:pt x="25265" y="1"/>
                </a:cubicBezTo>
                <a:close/>
              </a:path>
            </a:pathLst>
          </a:cu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0"/>
          <p:cNvSpPr/>
          <p:nvPr/>
        </p:nvSpPr>
        <p:spPr>
          <a:xfrm rot="10800000">
            <a:off x="3920" y="-41"/>
            <a:ext cx="2648083" cy="868691"/>
          </a:xfrm>
          <a:custGeom>
            <a:avLst/>
            <a:gdLst/>
            <a:ahLst/>
            <a:cxnLst/>
            <a:rect l="l" t="t" r="r" b="b"/>
            <a:pathLst>
              <a:path w="127327" h="41769" extrusionOk="0">
                <a:moveTo>
                  <a:pt x="33782" y="1"/>
                </a:moveTo>
                <a:cubicBezTo>
                  <a:pt x="29984" y="1"/>
                  <a:pt x="26138" y="938"/>
                  <a:pt x="22754" y="2656"/>
                </a:cubicBezTo>
                <a:cubicBezTo>
                  <a:pt x="15812" y="6192"/>
                  <a:pt x="10669" y="12586"/>
                  <a:pt x="7228" y="19575"/>
                </a:cubicBezTo>
                <a:cubicBezTo>
                  <a:pt x="3775" y="26564"/>
                  <a:pt x="1882" y="34184"/>
                  <a:pt x="1" y="41744"/>
                </a:cubicBezTo>
                <a:lnTo>
                  <a:pt x="127326" y="41768"/>
                </a:lnTo>
                <a:lnTo>
                  <a:pt x="127326" y="26766"/>
                </a:lnTo>
                <a:cubicBezTo>
                  <a:pt x="125115" y="27301"/>
                  <a:pt x="122843" y="27563"/>
                  <a:pt x="120569" y="27563"/>
                </a:cubicBezTo>
                <a:cubicBezTo>
                  <a:pt x="114092" y="27563"/>
                  <a:pt x="107601" y="25443"/>
                  <a:pt x="102454" y="21504"/>
                </a:cubicBezTo>
                <a:cubicBezTo>
                  <a:pt x="96791" y="17147"/>
                  <a:pt x="91803" y="10369"/>
                  <a:pt x="84703" y="10369"/>
                </a:cubicBezTo>
                <a:cubicBezTo>
                  <a:pt x="84624" y="10369"/>
                  <a:pt x="84544" y="10370"/>
                  <a:pt x="84464" y="10371"/>
                </a:cubicBezTo>
                <a:cubicBezTo>
                  <a:pt x="77370" y="10524"/>
                  <a:pt x="71793" y="17722"/>
                  <a:pt x="64740" y="17722"/>
                </a:cubicBezTo>
                <a:cubicBezTo>
                  <a:pt x="64643" y="17722"/>
                  <a:pt x="64547" y="17720"/>
                  <a:pt x="64449" y="17718"/>
                </a:cubicBezTo>
                <a:cubicBezTo>
                  <a:pt x="56187" y="17479"/>
                  <a:pt x="51829" y="7943"/>
                  <a:pt x="45007" y="3287"/>
                </a:cubicBezTo>
                <a:cubicBezTo>
                  <a:pt x="41712" y="1036"/>
                  <a:pt x="37773" y="1"/>
                  <a:pt x="33782" y="1"/>
                </a:cubicBezTo>
                <a:close/>
              </a:path>
            </a:pathLst>
          </a:cu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4050" y="3802477"/>
            <a:ext cx="9144064" cy="1341014"/>
          </a:xfrm>
          <a:custGeom>
            <a:avLst/>
            <a:gdLst/>
            <a:ahLst/>
            <a:cxnLst/>
            <a:rect l="l" t="t" r="r" b="b"/>
            <a:pathLst>
              <a:path w="142876" h="28143" extrusionOk="0">
                <a:moveTo>
                  <a:pt x="6574" y="1"/>
                </a:moveTo>
                <a:cubicBezTo>
                  <a:pt x="4253" y="1"/>
                  <a:pt x="1915" y="766"/>
                  <a:pt x="1" y="2068"/>
                </a:cubicBezTo>
                <a:lnTo>
                  <a:pt x="1" y="28142"/>
                </a:lnTo>
                <a:lnTo>
                  <a:pt x="142876" y="28142"/>
                </a:lnTo>
                <a:lnTo>
                  <a:pt x="142876" y="10652"/>
                </a:lnTo>
                <a:cubicBezTo>
                  <a:pt x="136786" y="13712"/>
                  <a:pt x="129891" y="15285"/>
                  <a:pt x="122999" y="15285"/>
                </a:cubicBezTo>
                <a:cubicBezTo>
                  <a:pt x="119192" y="15285"/>
                  <a:pt x="115386" y="14805"/>
                  <a:pt x="111717" y="13831"/>
                </a:cubicBezTo>
                <a:cubicBezTo>
                  <a:pt x="107800" y="12795"/>
                  <a:pt x="103990" y="11212"/>
                  <a:pt x="99918" y="10973"/>
                </a:cubicBezTo>
                <a:cubicBezTo>
                  <a:pt x="99531" y="10950"/>
                  <a:pt x="99145" y="10940"/>
                  <a:pt x="98759" y="10940"/>
                </a:cubicBezTo>
                <a:cubicBezTo>
                  <a:pt x="94033" y="10940"/>
                  <a:pt x="89359" y="12544"/>
                  <a:pt x="84643" y="12544"/>
                </a:cubicBezTo>
                <a:cubicBezTo>
                  <a:pt x="84194" y="12544"/>
                  <a:pt x="83746" y="12529"/>
                  <a:pt x="83297" y="12497"/>
                </a:cubicBezTo>
                <a:cubicBezTo>
                  <a:pt x="77403" y="12069"/>
                  <a:pt x="72248" y="8771"/>
                  <a:pt x="67211" y="5854"/>
                </a:cubicBezTo>
                <a:cubicBezTo>
                  <a:pt x="62811" y="3311"/>
                  <a:pt x="57903" y="904"/>
                  <a:pt x="52852" y="904"/>
                </a:cubicBezTo>
                <a:cubicBezTo>
                  <a:pt x="52109" y="904"/>
                  <a:pt x="51362" y="956"/>
                  <a:pt x="50614" y="1067"/>
                </a:cubicBezTo>
                <a:cubicBezTo>
                  <a:pt x="45721" y="1794"/>
                  <a:pt x="41684" y="4913"/>
                  <a:pt x="37529" y="7449"/>
                </a:cubicBezTo>
                <a:cubicBezTo>
                  <a:pt x="34352" y="9397"/>
                  <a:pt x="30619" y="11094"/>
                  <a:pt x="26946" y="11094"/>
                </a:cubicBezTo>
                <a:cubicBezTo>
                  <a:pt x="25815" y="11094"/>
                  <a:pt x="24689" y="10933"/>
                  <a:pt x="23587" y="10569"/>
                </a:cubicBezTo>
                <a:cubicBezTo>
                  <a:pt x="18253" y="8807"/>
                  <a:pt x="15503" y="2937"/>
                  <a:pt x="10347" y="746"/>
                </a:cubicBezTo>
                <a:cubicBezTo>
                  <a:pt x="9145" y="236"/>
                  <a:pt x="7862" y="1"/>
                  <a:pt x="6574" y="1"/>
                </a:cubicBezTo>
                <a:close/>
              </a:path>
            </a:pathLst>
          </a:custGeom>
          <a:solidFill>
            <a:srgbClr val="FED002">
              <a:alpha val="44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0"/>
          <p:cNvSpPr/>
          <p:nvPr/>
        </p:nvSpPr>
        <p:spPr>
          <a:xfrm>
            <a:off x="5586" y="3788801"/>
            <a:ext cx="9142528" cy="1354689"/>
          </a:xfrm>
          <a:custGeom>
            <a:avLst/>
            <a:gdLst/>
            <a:ahLst/>
            <a:cxnLst/>
            <a:rect l="l" t="t" r="r" b="b"/>
            <a:pathLst>
              <a:path w="142852" h="28430" extrusionOk="0">
                <a:moveTo>
                  <a:pt x="21147" y="0"/>
                </a:moveTo>
                <a:cubicBezTo>
                  <a:pt x="13697" y="0"/>
                  <a:pt x="6296" y="1895"/>
                  <a:pt x="0" y="5926"/>
                </a:cubicBezTo>
                <a:lnTo>
                  <a:pt x="0" y="28429"/>
                </a:lnTo>
                <a:lnTo>
                  <a:pt x="142852" y="28429"/>
                </a:lnTo>
                <a:lnTo>
                  <a:pt x="142852" y="12344"/>
                </a:lnTo>
                <a:cubicBezTo>
                  <a:pt x="141208" y="8629"/>
                  <a:pt x="136870" y="7022"/>
                  <a:pt x="132811" y="7022"/>
                </a:cubicBezTo>
                <a:cubicBezTo>
                  <a:pt x="132460" y="7022"/>
                  <a:pt x="132112" y="7034"/>
                  <a:pt x="131767" y="7058"/>
                </a:cubicBezTo>
                <a:cubicBezTo>
                  <a:pt x="127433" y="7355"/>
                  <a:pt x="123278" y="9010"/>
                  <a:pt x="118944" y="9391"/>
                </a:cubicBezTo>
                <a:cubicBezTo>
                  <a:pt x="118253" y="9452"/>
                  <a:pt x="117565" y="9481"/>
                  <a:pt x="116879" y="9481"/>
                </a:cubicBezTo>
                <a:cubicBezTo>
                  <a:pt x="105909" y="9481"/>
                  <a:pt x="95570" y="2116"/>
                  <a:pt x="84530" y="2116"/>
                </a:cubicBezTo>
                <a:cubicBezTo>
                  <a:pt x="84167" y="2116"/>
                  <a:pt x="83804" y="2124"/>
                  <a:pt x="83439" y="2140"/>
                </a:cubicBezTo>
                <a:cubicBezTo>
                  <a:pt x="74022" y="2554"/>
                  <a:pt x="65358" y="8595"/>
                  <a:pt x="56005" y="8595"/>
                </a:cubicBezTo>
                <a:cubicBezTo>
                  <a:pt x="55661" y="8595"/>
                  <a:pt x="55317" y="8587"/>
                  <a:pt x="54972" y="8570"/>
                </a:cubicBezTo>
                <a:cubicBezTo>
                  <a:pt x="48328" y="8236"/>
                  <a:pt x="42315" y="4724"/>
                  <a:pt x="36029" y="2533"/>
                </a:cubicBezTo>
                <a:cubicBezTo>
                  <a:pt x="31264" y="870"/>
                  <a:pt x="26194" y="0"/>
                  <a:pt x="21147" y="0"/>
                </a:cubicBezTo>
                <a:close/>
              </a:path>
            </a:pathLst>
          </a:custGeom>
          <a:solidFill>
            <a:srgbClr val="FED002">
              <a:alpha val="44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3_1_1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4"/>
          <p:cNvSpPr/>
          <p:nvPr/>
        </p:nvSpPr>
        <p:spPr>
          <a:xfrm rot="10800000" flipH="1">
            <a:off x="188" y="12"/>
            <a:ext cx="3723459" cy="1135838"/>
          </a:xfrm>
          <a:custGeom>
            <a:avLst/>
            <a:gdLst/>
            <a:ahLst/>
            <a:cxnLst/>
            <a:rect l="l" t="t" r="r" b="b"/>
            <a:pathLst>
              <a:path w="237352" h="72404" extrusionOk="0">
                <a:moveTo>
                  <a:pt x="25265" y="1"/>
                </a:moveTo>
                <a:cubicBezTo>
                  <a:pt x="24946" y="1"/>
                  <a:pt x="24624" y="9"/>
                  <a:pt x="24301" y="25"/>
                </a:cubicBezTo>
                <a:cubicBezTo>
                  <a:pt x="14014" y="549"/>
                  <a:pt x="6358" y="9348"/>
                  <a:pt x="0" y="17432"/>
                </a:cubicBezTo>
                <a:lnTo>
                  <a:pt x="24" y="72403"/>
                </a:lnTo>
                <a:lnTo>
                  <a:pt x="237351" y="72403"/>
                </a:lnTo>
                <a:cubicBezTo>
                  <a:pt x="234172" y="66569"/>
                  <a:pt x="230922" y="60628"/>
                  <a:pt x="226136" y="56020"/>
                </a:cubicBezTo>
                <a:cubicBezTo>
                  <a:pt x="221955" y="51996"/>
                  <a:pt x="216340" y="49080"/>
                  <a:pt x="210615" y="49080"/>
                </a:cubicBezTo>
                <a:cubicBezTo>
                  <a:pt x="209785" y="49080"/>
                  <a:pt x="208952" y="49141"/>
                  <a:pt x="208121" y="49269"/>
                </a:cubicBezTo>
                <a:cubicBezTo>
                  <a:pt x="200930" y="50389"/>
                  <a:pt x="195084" y="56187"/>
                  <a:pt x="187857" y="57104"/>
                </a:cubicBezTo>
                <a:cubicBezTo>
                  <a:pt x="187177" y="57191"/>
                  <a:pt x="186499" y="57233"/>
                  <a:pt x="185824" y="57233"/>
                </a:cubicBezTo>
                <a:cubicBezTo>
                  <a:pt x="179715" y="57233"/>
                  <a:pt x="173869" y="53788"/>
                  <a:pt x="169355" y="49531"/>
                </a:cubicBezTo>
                <a:cubicBezTo>
                  <a:pt x="164330" y="44805"/>
                  <a:pt x="160413" y="39006"/>
                  <a:pt x="155424" y="34256"/>
                </a:cubicBezTo>
                <a:cubicBezTo>
                  <a:pt x="146597" y="25874"/>
                  <a:pt x="134399" y="21415"/>
                  <a:pt x="122252" y="21415"/>
                </a:cubicBezTo>
                <a:cubicBezTo>
                  <a:pt x="115246" y="21415"/>
                  <a:pt x="108257" y="22898"/>
                  <a:pt x="101941" y="25969"/>
                </a:cubicBezTo>
                <a:cubicBezTo>
                  <a:pt x="94274" y="29696"/>
                  <a:pt x="87154" y="35613"/>
                  <a:pt x="78629" y="35827"/>
                </a:cubicBezTo>
                <a:cubicBezTo>
                  <a:pt x="78465" y="35831"/>
                  <a:pt x="78302" y="35833"/>
                  <a:pt x="78140" y="35833"/>
                </a:cubicBezTo>
                <a:cubicBezTo>
                  <a:pt x="67113" y="35833"/>
                  <a:pt x="58547" y="26354"/>
                  <a:pt x="51554" y="17730"/>
                </a:cubicBezTo>
                <a:cubicBezTo>
                  <a:pt x="44662" y="9230"/>
                  <a:pt x="36063" y="1"/>
                  <a:pt x="25265" y="1"/>
                </a:cubicBezTo>
                <a:close/>
              </a:path>
            </a:pathLst>
          </a:cu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24"/>
          <p:cNvSpPr/>
          <p:nvPr/>
        </p:nvSpPr>
        <p:spPr>
          <a:xfrm rot="10800000">
            <a:off x="179100" y="878926"/>
            <a:ext cx="706500" cy="706500"/>
          </a:xfrm>
          <a:prstGeom prst="ellipse">
            <a:avLst/>
          </a:pr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24"/>
          <p:cNvSpPr/>
          <p:nvPr/>
        </p:nvSpPr>
        <p:spPr>
          <a:xfrm rot="10800000" flipH="1">
            <a:off x="-1" y="19"/>
            <a:ext cx="3723831" cy="646869"/>
          </a:xfrm>
          <a:custGeom>
            <a:avLst/>
            <a:gdLst/>
            <a:ahLst/>
            <a:cxnLst/>
            <a:rect l="l" t="t" r="r" b="b"/>
            <a:pathLst>
              <a:path w="111634" h="19392" extrusionOk="0">
                <a:moveTo>
                  <a:pt x="17433" y="1"/>
                </a:moveTo>
                <a:cubicBezTo>
                  <a:pt x="14716" y="1"/>
                  <a:pt x="11947" y="743"/>
                  <a:pt x="9561" y="1913"/>
                </a:cubicBezTo>
                <a:cubicBezTo>
                  <a:pt x="5859" y="3735"/>
                  <a:pt x="2906" y="6473"/>
                  <a:pt x="1" y="9164"/>
                </a:cubicBezTo>
                <a:lnTo>
                  <a:pt x="13" y="19392"/>
                </a:lnTo>
                <a:lnTo>
                  <a:pt x="111634" y="19392"/>
                </a:lnTo>
                <a:cubicBezTo>
                  <a:pt x="109729" y="13701"/>
                  <a:pt x="104597" y="8878"/>
                  <a:pt x="98156" y="6747"/>
                </a:cubicBezTo>
                <a:cubicBezTo>
                  <a:pt x="95615" y="5905"/>
                  <a:pt x="92895" y="5490"/>
                  <a:pt x="90173" y="5490"/>
                </a:cubicBezTo>
                <a:cubicBezTo>
                  <a:pt x="86008" y="5490"/>
                  <a:pt x="81839" y="6461"/>
                  <a:pt x="78296" y="8355"/>
                </a:cubicBezTo>
                <a:cubicBezTo>
                  <a:pt x="74544" y="10355"/>
                  <a:pt x="70871" y="13455"/>
                  <a:pt x="66643" y="13455"/>
                </a:cubicBezTo>
                <a:cubicBezTo>
                  <a:pt x="66215" y="13455"/>
                  <a:pt x="65782" y="13423"/>
                  <a:pt x="65342" y="13355"/>
                </a:cubicBezTo>
                <a:cubicBezTo>
                  <a:pt x="60723" y="12643"/>
                  <a:pt x="57607" y="8057"/>
                  <a:pt x="52925" y="8057"/>
                </a:cubicBezTo>
                <a:cubicBezTo>
                  <a:pt x="52912" y="8057"/>
                  <a:pt x="52900" y="8057"/>
                  <a:pt x="52888" y="8057"/>
                </a:cubicBezTo>
                <a:cubicBezTo>
                  <a:pt x="48662" y="8081"/>
                  <a:pt x="45649" y="11855"/>
                  <a:pt x="41494" y="12522"/>
                </a:cubicBezTo>
                <a:cubicBezTo>
                  <a:pt x="41049" y="12593"/>
                  <a:pt x="40607" y="12627"/>
                  <a:pt x="40168" y="12627"/>
                </a:cubicBezTo>
                <a:cubicBezTo>
                  <a:pt x="36587" y="12627"/>
                  <a:pt x="33279" y="10372"/>
                  <a:pt x="30850" y="7986"/>
                </a:cubicBezTo>
                <a:cubicBezTo>
                  <a:pt x="28123" y="5295"/>
                  <a:pt x="25671" y="2151"/>
                  <a:pt x="21849" y="747"/>
                </a:cubicBezTo>
                <a:cubicBezTo>
                  <a:pt x="20443" y="231"/>
                  <a:pt x="18946" y="1"/>
                  <a:pt x="17433" y="1"/>
                </a:cubicBezTo>
                <a:close/>
              </a:path>
            </a:pathLst>
          </a:cu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24"/>
          <p:cNvSpPr/>
          <p:nvPr/>
        </p:nvSpPr>
        <p:spPr>
          <a:xfrm>
            <a:off x="3525" y="2124087"/>
            <a:ext cx="9142528" cy="3019408"/>
          </a:xfrm>
          <a:custGeom>
            <a:avLst/>
            <a:gdLst/>
            <a:ahLst/>
            <a:cxnLst/>
            <a:rect l="l" t="t" r="r" b="b"/>
            <a:pathLst>
              <a:path w="142852" h="28430" extrusionOk="0">
                <a:moveTo>
                  <a:pt x="21147" y="0"/>
                </a:moveTo>
                <a:cubicBezTo>
                  <a:pt x="13697" y="0"/>
                  <a:pt x="6296" y="1895"/>
                  <a:pt x="0" y="5926"/>
                </a:cubicBezTo>
                <a:lnTo>
                  <a:pt x="0" y="28429"/>
                </a:lnTo>
                <a:lnTo>
                  <a:pt x="142852" y="28429"/>
                </a:lnTo>
                <a:lnTo>
                  <a:pt x="142852" y="12344"/>
                </a:lnTo>
                <a:cubicBezTo>
                  <a:pt x="141208" y="8629"/>
                  <a:pt x="136870" y="7022"/>
                  <a:pt x="132811" y="7022"/>
                </a:cubicBezTo>
                <a:cubicBezTo>
                  <a:pt x="132460" y="7022"/>
                  <a:pt x="132112" y="7034"/>
                  <a:pt x="131767" y="7058"/>
                </a:cubicBezTo>
                <a:cubicBezTo>
                  <a:pt x="127433" y="7355"/>
                  <a:pt x="123278" y="9010"/>
                  <a:pt x="118944" y="9391"/>
                </a:cubicBezTo>
                <a:cubicBezTo>
                  <a:pt x="118253" y="9452"/>
                  <a:pt x="117565" y="9481"/>
                  <a:pt x="116879" y="9481"/>
                </a:cubicBezTo>
                <a:cubicBezTo>
                  <a:pt x="105909" y="9481"/>
                  <a:pt x="95570" y="2116"/>
                  <a:pt x="84530" y="2116"/>
                </a:cubicBezTo>
                <a:cubicBezTo>
                  <a:pt x="84167" y="2116"/>
                  <a:pt x="83804" y="2124"/>
                  <a:pt x="83439" y="2140"/>
                </a:cubicBezTo>
                <a:cubicBezTo>
                  <a:pt x="74022" y="2554"/>
                  <a:pt x="65358" y="8595"/>
                  <a:pt x="56005" y="8595"/>
                </a:cubicBezTo>
                <a:cubicBezTo>
                  <a:pt x="55661" y="8595"/>
                  <a:pt x="55317" y="8587"/>
                  <a:pt x="54972" y="8570"/>
                </a:cubicBezTo>
                <a:cubicBezTo>
                  <a:pt x="48328" y="8236"/>
                  <a:pt x="42315" y="4724"/>
                  <a:pt x="36029" y="2533"/>
                </a:cubicBezTo>
                <a:cubicBezTo>
                  <a:pt x="31264" y="870"/>
                  <a:pt x="26194" y="0"/>
                  <a:pt x="2114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24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24"/>
          <p:cNvSpPr txBox="1">
            <a:spLocks noGrp="1"/>
          </p:cNvSpPr>
          <p:nvPr>
            <p:ph type="title" idx="2"/>
          </p:nvPr>
        </p:nvSpPr>
        <p:spPr>
          <a:xfrm>
            <a:off x="1828350" y="3383863"/>
            <a:ext cx="2347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50" name="Google Shape;250;p24"/>
          <p:cNvSpPr txBox="1">
            <a:spLocks noGrp="1"/>
          </p:cNvSpPr>
          <p:nvPr>
            <p:ph type="subTitle" idx="1"/>
          </p:nvPr>
        </p:nvSpPr>
        <p:spPr>
          <a:xfrm>
            <a:off x="1828350" y="3813411"/>
            <a:ext cx="2347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24"/>
          <p:cNvSpPr txBox="1">
            <a:spLocks noGrp="1"/>
          </p:cNvSpPr>
          <p:nvPr>
            <p:ph type="title" idx="3"/>
          </p:nvPr>
        </p:nvSpPr>
        <p:spPr>
          <a:xfrm>
            <a:off x="4968451" y="3383863"/>
            <a:ext cx="2347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52" name="Google Shape;252;p24"/>
          <p:cNvSpPr txBox="1">
            <a:spLocks noGrp="1"/>
          </p:cNvSpPr>
          <p:nvPr>
            <p:ph type="subTitle" idx="4"/>
          </p:nvPr>
        </p:nvSpPr>
        <p:spPr>
          <a:xfrm>
            <a:off x="4968451" y="3813411"/>
            <a:ext cx="2347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24"/>
          <p:cNvSpPr/>
          <p:nvPr/>
        </p:nvSpPr>
        <p:spPr>
          <a:xfrm flipH="1">
            <a:off x="7246129" y="4428567"/>
            <a:ext cx="1897871" cy="743369"/>
          </a:xfrm>
          <a:custGeom>
            <a:avLst/>
            <a:gdLst/>
            <a:ahLst/>
            <a:cxnLst/>
            <a:rect l="l" t="t" r="r" b="b"/>
            <a:pathLst>
              <a:path w="141685" h="55496" extrusionOk="0">
                <a:moveTo>
                  <a:pt x="24" y="1"/>
                </a:moveTo>
                <a:lnTo>
                  <a:pt x="0" y="55495"/>
                </a:lnTo>
                <a:lnTo>
                  <a:pt x="141685" y="55495"/>
                </a:lnTo>
                <a:cubicBezTo>
                  <a:pt x="140553" y="46340"/>
                  <a:pt x="135874" y="37672"/>
                  <a:pt x="128838" y="31707"/>
                </a:cubicBezTo>
                <a:cubicBezTo>
                  <a:pt x="122188" y="26070"/>
                  <a:pt x="113497" y="22900"/>
                  <a:pt x="104784" y="22900"/>
                </a:cubicBezTo>
                <a:cubicBezTo>
                  <a:pt x="104277" y="22900"/>
                  <a:pt x="103770" y="22910"/>
                  <a:pt x="103263" y="22932"/>
                </a:cubicBezTo>
                <a:cubicBezTo>
                  <a:pt x="100036" y="23064"/>
                  <a:pt x="96758" y="23618"/>
                  <a:pt x="93542" y="23618"/>
                </a:cubicBezTo>
                <a:cubicBezTo>
                  <a:pt x="91834" y="23618"/>
                  <a:pt x="90143" y="23462"/>
                  <a:pt x="88487" y="23003"/>
                </a:cubicBezTo>
                <a:cubicBezTo>
                  <a:pt x="76986" y="19836"/>
                  <a:pt x="72247" y="3846"/>
                  <a:pt x="60508" y="1763"/>
                </a:cubicBezTo>
                <a:cubicBezTo>
                  <a:pt x="59680" y="1616"/>
                  <a:pt x="58853" y="1547"/>
                  <a:pt x="58028" y="1547"/>
                </a:cubicBezTo>
                <a:cubicBezTo>
                  <a:pt x="53367" y="1547"/>
                  <a:pt x="48791" y="3731"/>
                  <a:pt x="44815" y="6311"/>
                </a:cubicBezTo>
                <a:cubicBezTo>
                  <a:pt x="40124" y="9347"/>
                  <a:pt x="35767" y="13038"/>
                  <a:pt x="30528" y="14967"/>
                </a:cubicBezTo>
                <a:cubicBezTo>
                  <a:pt x="28164" y="15831"/>
                  <a:pt x="25685" y="16237"/>
                  <a:pt x="23200" y="16237"/>
                </a:cubicBezTo>
                <a:cubicBezTo>
                  <a:pt x="13195" y="16237"/>
                  <a:pt x="3095" y="9662"/>
                  <a:pt x="24" y="1"/>
                </a:cubicBezTo>
                <a:close/>
              </a:path>
            </a:pathLst>
          </a:cu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24"/>
          <p:cNvSpPr/>
          <p:nvPr/>
        </p:nvSpPr>
        <p:spPr>
          <a:xfrm flipH="1">
            <a:off x="5999453" y="4604733"/>
            <a:ext cx="3142497" cy="545885"/>
          </a:xfrm>
          <a:custGeom>
            <a:avLst/>
            <a:gdLst/>
            <a:ahLst/>
            <a:cxnLst/>
            <a:rect l="l" t="t" r="r" b="b"/>
            <a:pathLst>
              <a:path w="111634" h="19392" extrusionOk="0">
                <a:moveTo>
                  <a:pt x="17433" y="1"/>
                </a:moveTo>
                <a:cubicBezTo>
                  <a:pt x="14716" y="1"/>
                  <a:pt x="11947" y="743"/>
                  <a:pt x="9561" y="1913"/>
                </a:cubicBezTo>
                <a:cubicBezTo>
                  <a:pt x="5859" y="3735"/>
                  <a:pt x="2906" y="6473"/>
                  <a:pt x="1" y="9164"/>
                </a:cubicBezTo>
                <a:lnTo>
                  <a:pt x="13" y="19392"/>
                </a:lnTo>
                <a:lnTo>
                  <a:pt x="111634" y="19392"/>
                </a:lnTo>
                <a:cubicBezTo>
                  <a:pt x="109729" y="13701"/>
                  <a:pt x="104597" y="8878"/>
                  <a:pt x="98156" y="6747"/>
                </a:cubicBezTo>
                <a:cubicBezTo>
                  <a:pt x="95615" y="5905"/>
                  <a:pt x="92895" y="5490"/>
                  <a:pt x="90173" y="5490"/>
                </a:cubicBezTo>
                <a:cubicBezTo>
                  <a:pt x="86008" y="5490"/>
                  <a:pt x="81839" y="6461"/>
                  <a:pt x="78296" y="8355"/>
                </a:cubicBezTo>
                <a:cubicBezTo>
                  <a:pt x="74544" y="10355"/>
                  <a:pt x="70871" y="13455"/>
                  <a:pt x="66643" y="13455"/>
                </a:cubicBezTo>
                <a:cubicBezTo>
                  <a:pt x="66215" y="13455"/>
                  <a:pt x="65782" y="13423"/>
                  <a:pt x="65342" y="13355"/>
                </a:cubicBezTo>
                <a:cubicBezTo>
                  <a:pt x="60723" y="12643"/>
                  <a:pt x="57607" y="8057"/>
                  <a:pt x="52925" y="8057"/>
                </a:cubicBezTo>
                <a:cubicBezTo>
                  <a:pt x="52912" y="8057"/>
                  <a:pt x="52900" y="8057"/>
                  <a:pt x="52888" y="8057"/>
                </a:cubicBezTo>
                <a:cubicBezTo>
                  <a:pt x="48662" y="8081"/>
                  <a:pt x="45649" y="11855"/>
                  <a:pt x="41494" y="12522"/>
                </a:cubicBezTo>
                <a:cubicBezTo>
                  <a:pt x="41049" y="12593"/>
                  <a:pt x="40607" y="12627"/>
                  <a:pt x="40168" y="12627"/>
                </a:cubicBezTo>
                <a:cubicBezTo>
                  <a:pt x="36587" y="12627"/>
                  <a:pt x="33279" y="10372"/>
                  <a:pt x="30850" y="7986"/>
                </a:cubicBezTo>
                <a:cubicBezTo>
                  <a:pt x="28123" y="5295"/>
                  <a:pt x="25671" y="2151"/>
                  <a:pt x="21849" y="747"/>
                </a:cubicBezTo>
                <a:cubicBezTo>
                  <a:pt x="20443" y="231"/>
                  <a:pt x="18946" y="1"/>
                  <a:pt x="17433" y="1"/>
                </a:cubicBezTo>
                <a:close/>
              </a:path>
            </a:pathLst>
          </a:cu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24"/>
          <p:cNvSpPr/>
          <p:nvPr/>
        </p:nvSpPr>
        <p:spPr>
          <a:xfrm>
            <a:off x="-2050" y="4056698"/>
            <a:ext cx="3505096" cy="1069226"/>
          </a:xfrm>
          <a:custGeom>
            <a:avLst/>
            <a:gdLst/>
            <a:ahLst/>
            <a:cxnLst/>
            <a:rect l="l" t="t" r="r" b="b"/>
            <a:pathLst>
              <a:path w="237352" h="72404" extrusionOk="0">
                <a:moveTo>
                  <a:pt x="25265" y="1"/>
                </a:moveTo>
                <a:cubicBezTo>
                  <a:pt x="24946" y="1"/>
                  <a:pt x="24624" y="9"/>
                  <a:pt x="24301" y="25"/>
                </a:cubicBezTo>
                <a:cubicBezTo>
                  <a:pt x="14014" y="549"/>
                  <a:pt x="6358" y="9348"/>
                  <a:pt x="0" y="17432"/>
                </a:cubicBezTo>
                <a:lnTo>
                  <a:pt x="24" y="72403"/>
                </a:lnTo>
                <a:lnTo>
                  <a:pt x="237351" y="72403"/>
                </a:lnTo>
                <a:cubicBezTo>
                  <a:pt x="234172" y="66569"/>
                  <a:pt x="230922" y="60628"/>
                  <a:pt x="226136" y="56020"/>
                </a:cubicBezTo>
                <a:cubicBezTo>
                  <a:pt x="221955" y="51996"/>
                  <a:pt x="216340" y="49080"/>
                  <a:pt x="210615" y="49080"/>
                </a:cubicBezTo>
                <a:cubicBezTo>
                  <a:pt x="209785" y="49080"/>
                  <a:pt x="208952" y="49141"/>
                  <a:pt x="208121" y="49269"/>
                </a:cubicBezTo>
                <a:cubicBezTo>
                  <a:pt x="200930" y="50389"/>
                  <a:pt x="195084" y="56187"/>
                  <a:pt x="187857" y="57104"/>
                </a:cubicBezTo>
                <a:cubicBezTo>
                  <a:pt x="187177" y="57191"/>
                  <a:pt x="186499" y="57233"/>
                  <a:pt x="185824" y="57233"/>
                </a:cubicBezTo>
                <a:cubicBezTo>
                  <a:pt x="179715" y="57233"/>
                  <a:pt x="173869" y="53788"/>
                  <a:pt x="169355" y="49531"/>
                </a:cubicBezTo>
                <a:cubicBezTo>
                  <a:pt x="164330" y="44805"/>
                  <a:pt x="160413" y="39006"/>
                  <a:pt x="155424" y="34256"/>
                </a:cubicBezTo>
                <a:cubicBezTo>
                  <a:pt x="146597" y="25874"/>
                  <a:pt x="134399" y="21415"/>
                  <a:pt x="122252" y="21415"/>
                </a:cubicBezTo>
                <a:cubicBezTo>
                  <a:pt x="115246" y="21415"/>
                  <a:pt x="108257" y="22898"/>
                  <a:pt x="101941" y="25969"/>
                </a:cubicBezTo>
                <a:cubicBezTo>
                  <a:pt x="94274" y="29696"/>
                  <a:pt x="87154" y="35613"/>
                  <a:pt x="78629" y="35827"/>
                </a:cubicBezTo>
                <a:cubicBezTo>
                  <a:pt x="78465" y="35831"/>
                  <a:pt x="78302" y="35833"/>
                  <a:pt x="78140" y="35833"/>
                </a:cubicBezTo>
                <a:cubicBezTo>
                  <a:pt x="67113" y="35833"/>
                  <a:pt x="58547" y="26354"/>
                  <a:pt x="51554" y="17730"/>
                </a:cubicBezTo>
                <a:cubicBezTo>
                  <a:pt x="44662" y="9230"/>
                  <a:pt x="36063" y="1"/>
                  <a:pt x="25265" y="1"/>
                </a:cubicBezTo>
                <a:close/>
              </a:path>
            </a:pathLst>
          </a:custGeom>
          <a:solidFill>
            <a:srgbClr val="FF4D01">
              <a:alpha val="506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24"/>
          <p:cNvSpPr/>
          <p:nvPr/>
        </p:nvSpPr>
        <p:spPr>
          <a:xfrm>
            <a:off x="-2050" y="4470567"/>
            <a:ext cx="3885700" cy="674987"/>
          </a:xfrm>
          <a:custGeom>
            <a:avLst/>
            <a:gdLst/>
            <a:ahLst/>
            <a:cxnLst/>
            <a:rect l="l" t="t" r="r" b="b"/>
            <a:pathLst>
              <a:path w="111634" h="19392" extrusionOk="0">
                <a:moveTo>
                  <a:pt x="17433" y="1"/>
                </a:moveTo>
                <a:cubicBezTo>
                  <a:pt x="14716" y="1"/>
                  <a:pt x="11947" y="743"/>
                  <a:pt x="9561" y="1913"/>
                </a:cubicBezTo>
                <a:cubicBezTo>
                  <a:pt x="5859" y="3735"/>
                  <a:pt x="2906" y="6473"/>
                  <a:pt x="1" y="9164"/>
                </a:cubicBezTo>
                <a:lnTo>
                  <a:pt x="13" y="19392"/>
                </a:lnTo>
                <a:lnTo>
                  <a:pt x="111634" y="19392"/>
                </a:lnTo>
                <a:cubicBezTo>
                  <a:pt x="109729" y="13701"/>
                  <a:pt x="104597" y="8878"/>
                  <a:pt x="98156" y="6747"/>
                </a:cubicBezTo>
                <a:cubicBezTo>
                  <a:pt x="95615" y="5905"/>
                  <a:pt x="92895" y="5490"/>
                  <a:pt x="90173" y="5490"/>
                </a:cubicBezTo>
                <a:cubicBezTo>
                  <a:pt x="86008" y="5490"/>
                  <a:pt x="81839" y="6461"/>
                  <a:pt x="78296" y="8355"/>
                </a:cubicBezTo>
                <a:cubicBezTo>
                  <a:pt x="74544" y="10355"/>
                  <a:pt x="70871" y="13455"/>
                  <a:pt x="66643" y="13455"/>
                </a:cubicBezTo>
                <a:cubicBezTo>
                  <a:pt x="66215" y="13455"/>
                  <a:pt x="65782" y="13423"/>
                  <a:pt x="65342" y="13355"/>
                </a:cubicBezTo>
                <a:cubicBezTo>
                  <a:pt x="60723" y="12643"/>
                  <a:pt x="57607" y="8057"/>
                  <a:pt x="52925" y="8057"/>
                </a:cubicBezTo>
                <a:cubicBezTo>
                  <a:pt x="52912" y="8057"/>
                  <a:pt x="52900" y="8057"/>
                  <a:pt x="52888" y="8057"/>
                </a:cubicBezTo>
                <a:cubicBezTo>
                  <a:pt x="48662" y="8081"/>
                  <a:pt x="45649" y="11855"/>
                  <a:pt x="41494" y="12522"/>
                </a:cubicBezTo>
                <a:cubicBezTo>
                  <a:pt x="41049" y="12593"/>
                  <a:pt x="40607" y="12627"/>
                  <a:pt x="40168" y="12627"/>
                </a:cubicBezTo>
                <a:cubicBezTo>
                  <a:pt x="36587" y="12627"/>
                  <a:pt x="33279" y="10372"/>
                  <a:pt x="30850" y="7986"/>
                </a:cubicBezTo>
                <a:cubicBezTo>
                  <a:pt x="28123" y="5295"/>
                  <a:pt x="25671" y="2151"/>
                  <a:pt x="21849" y="747"/>
                </a:cubicBezTo>
                <a:cubicBezTo>
                  <a:pt x="20443" y="231"/>
                  <a:pt x="18946" y="1"/>
                  <a:pt x="17433" y="1"/>
                </a:cubicBezTo>
                <a:close/>
              </a:path>
            </a:pathLst>
          </a:custGeom>
          <a:solidFill>
            <a:srgbClr val="FF4D01">
              <a:alpha val="506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6_1_1"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0"/>
          <p:cNvSpPr/>
          <p:nvPr/>
        </p:nvSpPr>
        <p:spPr>
          <a:xfrm rot="10800000" flipH="1">
            <a:off x="12" y="17"/>
            <a:ext cx="2837951" cy="1111585"/>
          </a:xfrm>
          <a:custGeom>
            <a:avLst/>
            <a:gdLst/>
            <a:ahLst/>
            <a:cxnLst/>
            <a:rect l="l" t="t" r="r" b="b"/>
            <a:pathLst>
              <a:path w="141685" h="55496" extrusionOk="0">
                <a:moveTo>
                  <a:pt x="24" y="1"/>
                </a:moveTo>
                <a:lnTo>
                  <a:pt x="0" y="55495"/>
                </a:lnTo>
                <a:lnTo>
                  <a:pt x="141685" y="55495"/>
                </a:lnTo>
                <a:cubicBezTo>
                  <a:pt x="140553" y="46340"/>
                  <a:pt x="135874" y="37672"/>
                  <a:pt x="128838" y="31707"/>
                </a:cubicBezTo>
                <a:cubicBezTo>
                  <a:pt x="122188" y="26070"/>
                  <a:pt x="113497" y="22900"/>
                  <a:pt x="104784" y="22900"/>
                </a:cubicBezTo>
                <a:cubicBezTo>
                  <a:pt x="104277" y="22900"/>
                  <a:pt x="103770" y="22910"/>
                  <a:pt x="103263" y="22932"/>
                </a:cubicBezTo>
                <a:cubicBezTo>
                  <a:pt x="100036" y="23064"/>
                  <a:pt x="96758" y="23618"/>
                  <a:pt x="93542" y="23618"/>
                </a:cubicBezTo>
                <a:cubicBezTo>
                  <a:pt x="91834" y="23618"/>
                  <a:pt x="90143" y="23462"/>
                  <a:pt x="88487" y="23003"/>
                </a:cubicBezTo>
                <a:cubicBezTo>
                  <a:pt x="76986" y="19836"/>
                  <a:pt x="72247" y="3846"/>
                  <a:pt x="60508" y="1763"/>
                </a:cubicBezTo>
                <a:cubicBezTo>
                  <a:pt x="59680" y="1616"/>
                  <a:pt x="58853" y="1547"/>
                  <a:pt x="58028" y="1547"/>
                </a:cubicBezTo>
                <a:cubicBezTo>
                  <a:pt x="53367" y="1547"/>
                  <a:pt x="48791" y="3731"/>
                  <a:pt x="44815" y="6311"/>
                </a:cubicBezTo>
                <a:cubicBezTo>
                  <a:pt x="40124" y="9347"/>
                  <a:pt x="35767" y="13038"/>
                  <a:pt x="30528" y="14967"/>
                </a:cubicBezTo>
                <a:cubicBezTo>
                  <a:pt x="28164" y="15831"/>
                  <a:pt x="25685" y="16237"/>
                  <a:pt x="23200" y="16237"/>
                </a:cubicBezTo>
                <a:cubicBezTo>
                  <a:pt x="13195" y="16237"/>
                  <a:pt x="3095" y="9662"/>
                  <a:pt x="24" y="1"/>
                </a:cubicBezTo>
                <a:close/>
              </a:path>
            </a:pathLst>
          </a:custGeom>
          <a:solidFill>
            <a:srgbClr val="01967A">
              <a:alpha val="488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30"/>
          <p:cNvSpPr/>
          <p:nvPr/>
        </p:nvSpPr>
        <p:spPr>
          <a:xfrm rot="10800000" flipH="1">
            <a:off x="0" y="25"/>
            <a:ext cx="3474329" cy="603528"/>
          </a:xfrm>
          <a:custGeom>
            <a:avLst/>
            <a:gdLst/>
            <a:ahLst/>
            <a:cxnLst/>
            <a:rect l="l" t="t" r="r" b="b"/>
            <a:pathLst>
              <a:path w="111634" h="19392" extrusionOk="0">
                <a:moveTo>
                  <a:pt x="17433" y="1"/>
                </a:moveTo>
                <a:cubicBezTo>
                  <a:pt x="14716" y="1"/>
                  <a:pt x="11947" y="743"/>
                  <a:pt x="9561" y="1913"/>
                </a:cubicBezTo>
                <a:cubicBezTo>
                  <a:pt x="5859" y="3735"/>
                  <a:pt x="2906" y="6473"/>
                  <a:pt x="1" y="9164"/>
                </a:cubicBezTo>
                <a:lnTo>
                  <a:pt x="13" y="19392"/>
                </a:lnTo>
                <a:lnTo>
                  <a:pt x="111634" y="19392"/>
                </a:lnTo>
                <a:cubicBezTo>
                  <a:pt x="109729" y="13701"/>
                  <a:pt x="104597" y="8878"/>
                  <a:pt x="98156" y="6747"/>
                </a:cubicBezTo>
                <a:cubicBezTo>
                  <a:pt x="95615" y="5905"/>
                  <a:pt x="92895" y="5490"/>
                  <a:pt x="90173" y="5490"/>
                </a:cubicBezTo>
                <a:cubicBezTo>
                  <a:pt x="86008" y="5490"/>
                  <a:pt x="81839" y="6461"/>
                  <a:pt x="78296" y="8355"/>
                </a:cubicBezTo>
                <a:cubicBezTo>
                  <a:pt x="74544" y="10355"/>
                  <a:pt x="70871" y="13455"/>
                  <a:pt x="66643" y="13455"/>
                </a:cubicBezTo>
                <a:cubicBezTo>
                  <a:pt x="66215" y="13455"/>
                  <a:pt x="65782" y="13423"/>
                  <a:pt x="65342" y="13355"/>
                </a:cubicBezTo>
                <a:cubicBezTo>
                  <a:pt x="60723" y="12643"/>
                  <a:pt x="57607" y="8057"/>
                  <a:pt x="52925" y="8057"/>
                </a:cubicBezTo>
                <a:cubicBezTo>
                  <a:pt x="52912" y="8057"/>
                  <a:pt x="52900" y="8057"/>
                  <a:pt x="52888" y="8057"/>
                </a:cubicBezTo>
                <a:cubicBezTo>
                  <a:pt x="48662" y="8081"/>
                  <a:pt x="45649" y="11855"/>
                  <a:pt x="41494" y="12522"/>
                </a:cubicBezTo>
                <a:cubicBezTo>
                  <a:pt x="41049" y="12593"/>
                  <a:pt x="40607" y="12627"/>
                  <a:pt x="40168" y="12627"/>
                </a:cubicBezTo>
                <a:cubicBezTo>
                  <a:pt x="36587" y="12627"/>
                  <a:pt x="33279" y="10372"/>
                  <a:pt x="30850" y="7986"/>
                </a:cubicBezTo>
                <a:cubicBezTo>
                  <a:pt x="28123" y="5295"/>
                  <a:pt x="25671" y="2151"/>
                  <a:pt x="21849" y="747"/>
                </a:cubicBezTo>
                <a:cubicBezTo>
                  <a:pt x="20443" y="231"/>
                  <a:pt x="18946" y="1"/>
                  <a:pt x="17433" y="1"/>
                </a:cubicBezTo>
                <a:close/>
              </a:path>
            </a:pathLst>
          </a:custGeom>
          <a:solidFill>
            <a:srgbClr val="01967A">
              <a:alpha val="488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30"/>
          <p:cNvSpPr/>
          <p:nvPr/>
        </p:nvSpPr>
        <p:spPr>
          <a:xfrm>
            <a:off x="124800" y="1018300"/>
            <a:ext cx="738900" cy="738900"/>
          </a:xfrm>
          <a:prstGeom prst="ellipse">
            <a:avLst/>
          </a:prstGeom>
          <a:solidFill>
            <a:srgbClr val="01967A">
              <a:alpha val="488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30"/>
          <p:cNvSpPr/>
          <p:nvPr/>
        </p:nvSpPr>
        <p:spPr>
          <a:xfrm>
            <a:off x="0" y="4222582"/>
            <a:ext cx="2406520" cy="942461"/>
          </a:xfrm>
          <a:custGeom>
            <a:avLst/>
            <a:gdLst/>
            <a:ahLst/>
            <a:cxnLst/>
            <a:rect l="l" t="t" r="r" b="b"/>
            <a:pathLst>
              <a:path w="141685" h="55496" extrusionOk="0">
                <a:moveTo>
                  <a:pt x="24" y="1"/>
                </a:moveTo>
                <a:lnTo>
                  <a:pt x="0" y="55495"/>
                </a:lnTo>
                <a:lnTo>
                  <a:pt x="141685" y="55495"/>
                </a:lnTo>
                <a:cubicBezTo>
                  <a:pt x="140553" y="46340"/>
                  <a:pt x="135874" y="37672"/>
                  <a:pt x="128838" y="31707"/>
                </a:cubicBezTo>
                <a:cubicBezTo>
                  <a:pt x="122188" y="26070"/>
                  <a:pt x="113497" y="22900"/>
                  <a:pt x="104784" y="22900"/>
                </a:cubicBezTo>
                <a:cubicBezTo>
                  <a:pt x="104277" y="22900"/>
                  <a:pt x="103770" y="22910"/>
                  <a:pt x="103263" y="22932"/>
                </a:cubicBezTo>
                <a:cubicBezTo>
                  <a:pt x="100036" y="23064"/>
                  <a:pt x="96758" y="23618"/>
                  <a:pt x="93542" y="23618"/>
                </a:cubicBezTo>
                <a:cubicBezTo>
                  <a:pt x="91834" y="23618"/>
                  <a:pt x="90143" y="23462"/>
                  <a:pt x="88487" y="23003"/>
                </a:cubicBezTo>
                <a:cubicBezTo>
                  <a:pt x="76986" y="19836"/>
                  <a:pt x="72247" y="3846"/>
                  <a:pt x="60508" y="1763"/>
                </a:cubicBezTo>
                <a:cubicBezTo>
                  <a:pt x="59680" y="1616"/>
                  <a:pt x="58853" y="1547"/>
                  <a:pt x="58028" y="1547"/>
                </a:cubicBezTo>
                <a:cubicBezTo>
                  <a:pt x="53367" y="1547"/>
                  <a:pt x="48791" y="3731"/>
                  <a:pt x="44815" y="6311"/>
                </a:cubicBezTo>
                <a:cubicBezTo>
                  <a:pt x="40124" y="9347"/>
                  <a:pt x="35767" y="13038"/>
                  <a:pt x="30528" y="14967"/>
                </a:cubicBezTo>
                <a:cubicBezTo>
                  <a:pt x="28164" y="15831"/>
                  <a:pt x="25685" y="16237"/>
                  <a:pt x="23200" y="16237"/>
                </a:cubicBezTo>
                <a:cubicBezTo>
                  <a:pt x="13195" y="16237"/>
                  <a:pt x="3095" y="9662"/>
                  <a:pt x="2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30"/>
          <p:cNvSpPr/>
          <p:nvPr/>
        </p:nvSpPr>
        <p:spPr>
          <a:xfrm rot="10800000">
            <a:off x="6880103" y="-28"/>
            <a:ext cx="2263897" cy="1467577"/>
          </a:xfrm>
          <a:custGeom>
            <a:avLst/>
            <a:gdLst/>
            <a:ahLst/>
            <a:cxnLst/>
            <a:rect l="l" t="t" r="r" b="b"/>
            <a:pathLst>
              <a:path w="42033" h="27248" extrusionOk="0">
                <a:moveTo>
                  <a:pt x="2981" y="1"/>
                </a:moveTo>
                <a:cubicBezTo>
                  <a:pt x="1985" y="1"/>
                  <a:pt x="989" y="68"/>
                  <a:pt x="0" y="205"/>
                </a:cubicBezTo>
                <a:lnTo>
                  <a:pt x="0" y="27248"/>
                </a:lnTo>
                <a:lnTo>
                  <a:pt x="42033" y="27242"/>
                </a:lnTo>
                <a:cubicBezTo>
                  <a:pt x="41410" y="25081"/>
                  <a:pt x="39189" y="23847"/>
                  <a:pt x="37125" y="22957"/>
                </a:cubicBezTo>
                <a:cubicBezTo>
                  <a:pt x="35062" y="22068"/>
                  <a:pt x="32786" y="21140"/>
                  <a:pt x="31721" y="19163"/>
                </a:cubicBezTo>
                <a:cubicBezTo>
                  <a:pt x="30957" y="17733"/>
                  <a:pt x="30957" y="15959"/>
                  <a:pt x="30012" y="14644"/>
                </a:cubicBezTo>
                <a:cubicBezTo>
                  <a:pt x="28773" y="12908"/>
                  <a:pt x="26382" y="12564"/>
                  <a:pt x="24505" y="11559"/>
                </a:cubicBezTo>
                <a:cubicBezTo>
                  <a:pt x="22337" y="10402"/>
                  <a:pt x="20825" y="8339"/>
                  <a:pt x="19089" y="6603"/>
                </a:cubicBezTo>
                <a:cubicBezTo>
                  <a:pt x="14872" y="2395"/>
                  <a:pt x="8929" y="1"/>
                  <a:pt x="298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30"/>
          <p:cNvSpPr txBox="1">
            <a:spLocks noGrp="1"/>
          </p:cNvSpPr>
          <p:nvPr>
            <p:ph type="title" hasCustomPrompt="1"/>
          </p:nvPr>
        </p:nvSpPr>
        <p:spPr>
          <a:xfrm>
            <a:off x="1277475" y="1836100"/>
            <a:ext cx="14532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59" name="Google Shape;359;p30"/>
          <p:cNvSpPr txBox="1">
            <a:spLocks noGrp="1"/>
          </p:cNvSpPr>
          <p:nvPr>
            <p:ph type="title" idx="2" hasCustomPrompt="1"/>
          </p:nvPr>
        </p:nvSpPr>
        <p:spPr>
          <a:xfrm>
            <a:off x="3845425" y="1836100"/>
            <a:ext cx="14532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60" name="Google Shape;360;p30"/>
          <p:cNvSpPr txBox="1">
            <a:spLocks noGrp="1"/>
          </p:cNvSpPr>
          <p:nvPr>
            <p:ph type="title" idx="3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61" name="Google Shape;361;p30"/>
          <p:cNvSpPr txBox="1">
            <a:spLocks noGrp="1"/>
          </p:cNvSpPr>
          <p:nvPr>
            <p:ph type="title" idx="4"/>
          </p:nvPr>
        </p:nvSpPr>
        <p:spPr>
          <a:xfrm>
            <a:off x="1023985" y="3257188"/>
            <a:ext cx="1960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62" name="Google Shape;362;p30"/>
          <p:cNvSpPr txBox="1">
            <a:spLocks noGrp="1"/>
          </p:cNvSpPr>
          <p:nvPr>
            <p:ph type="subTitle" idx="1"/>
          </p:nvPr>
        </p:nvSpPr>
        <p:spPr>
          <a:xfrm>
            <a:off x="1023985" y="3686737"/>
            <a:ext cx="1960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30"/>
          <p:cNvSpPr txBox="1">
            <a:spLocks noGrp="1"/>
          </p:cNvSpPr>
          <p:nvPr>
            <p:ph type="title" idx="5"/>
          </p:nvPr>
        </p:nvSpPr>
        <p:spPr>
          <a:xfrm>
            <a:off x="3591935" y="3257187"/>
            <a:ext cx="1960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64" name="Google Shape;364;p30"/>
          <p:cNvSpPr txBox="1">
            <a:spLocks noGrp="1"/>
          </p:cNvSpPr>
          <p:nvPr>
            <p:ph type="subTitle" idx="6"/>
          </p:nvPr>
        </p:nvSpPr>
        <p:spPr>
          <a:xfrm>
            <a:off x="3591926" y="3686738"/>
            <a:ext cx="1960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5" name="Google Shape;365;p30"/>
          <p:cNvSpPr txBox="1">
            <a:spLocks noGrp="1"/>
          </p:cNvSpPr>
          <p:nvPr>
            <p:ph type="title" idx="7" hasCustomPrompt="1"/>
          </p:nvPr>
        </p:nvSpPr>
        <p:spPr>
          <a:xfrm>
            <a:off x="6413325" y="1836100"/>
            <a:ext cx="14532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66" name="Google Shape;366;p30"/>
          <p:cNvSpPr txBox="1">
            <a:spLocks noGrp="1"/>
          </p:cNvSpPr>
          <p:nvPr>
            <p:ph type="title" idx="8"/>
          </p:nvPr>
        </p:nvSpPr>
        <p:spPr>
          <a:xfrm>
            <a:off x="6159835" y="3257187"/>
            <a:ext cx="1960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67" name="Google Shape;367;p30"/>
          <p:cNvSpPr txBox="1">
            <a:spLocks noGrp="1"/>
          </p:cNvSpPr>
          <p:nvPr>
            <p:ph type="subTitle" idx="9"/>
          </p:nvPr>
        </p:nvSpPr>
        <p:spPr>
          <a:xfrm>
            <a:off x="6159826" y="3686738"/>
            <a:ext cx="1960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8" name="Google Shape;368;p30"/>
          <p:cNvSpPr/>
          <p:nvPr/>
        </p:nvSpPr>
        <p:spPr>
          <a:xfrm flipH="1">
            <a:off x="6106160" y="4615802"/>
            <a:ext cx="3037840" cy="527705"/>
          </a:xfrm>
          <a:custGeom>
            <a:avLst/>
            <a:gdLst/>
            <a:ahLst/>
            <a:cxnLst/>
            <a:rect l="l" t="t" r="r" b="b"/>
            <a:pathLst>
              <a:path w="111634" h="19392" extrusionOk="0">
                <a:moveTo>
                  <a:pt x="17433" y="1"/>
                </a:moveTo>
                <a:cubicBezTo>
                  <a:pt x="14716" y="1"/>
                  <a:pt x="11947" y="743"/>
                  <a:pt x="9561" y="1913"/>
                </a:cubicBezTo>
                <a:cubicBezTo>
                  <a:pt x="5859" y="3735"/>
                  <a:pt x="2906" y="6473"/>
                  <a:pt x="1" y="9164"/>
                </a:cubicBezTo>
                <a:lnTo>
                  <a:pt x="13" y="19392"/>
                </a:lnTo>
                <a:lnTo>
                  <a:pt x="111634" y="19392"/>
                </a:lnTo>
                <a:cubicBezTo>
                  <a:pt x="109729" y="13701"/>
                  <a:pt x="104597" y="8878"/>
                  <a:pt x="98156" y="6747"/>
                </a:cubicBezTo>
                <a:cubicBezTo>
                  <a:pt x="95615" y="5905"/>
                  <a:pt x="92895" y="5490"/>
                  <a:pt x="90173" y="5490"/>
                </a:cubicBezTo>
                <a:cubicBezTo>
                  <a:pt x="86008" y="5490"/>
                  <a:pt x="81839" y="6461"/>
                  <a:pt x="78296" y="8355"/>
                </a:cubicBezTo>
                <a:cubicBezTo>
                  <a:pt x="74544" y="10355"/>
                  <a:pt x="70871" y="13455"/>
                  <a:pt x="66643" y="13455"/>
                </a:cubicBezTo>
                <a:cubicBezTo>
                  <a:pt x="66215" y="13455"/>
                  <a:pt x="65782" y="13423"/>
                  <a:pt x="65342" y="13355"/>
                </a:cubicBezTo>
                <a:cubicBezTo>
                  <a:pt x="60723" y="12643"/>
                  <a:pt x="57607" y="8057"/>
                  <a:pt x="52925" y="8057"/>
                </a:cubicBezTo>
                <a:cubicBezTo>
                  <a:pt x="52912" y="8057"/>
                  <a:pt x="52900" y="8057"/>
                  <a:pt x="52888" y="8057"/>
                </a:cubicBezTo>
                <a:cubicBezTo>
                  <a:pt x="48662" y="8081"/>
                  <a:pt x="45649" y="11855"/>
                  <a:pt x="41494" y="12522"/>
                </a:cubicBezTo>
                <a:cubicBezTo>
                  <a:pt x="41049" y="12593"/>
                  <a:pt x="40607" y="12627"/>
                  <a:pt x="40168" y="12627"/>
                </a:cubicBezTo>
                <a:cubicBezTo>
                  <a:pt x="36587" y="12627"/>
                  <a:pt x="33279" y="10372"/>
                  <a:pt x="30850" y="7986"/>
                </a:cubicBezTo>
                <a:cubicBezTo>
                  <a:pt x="28123" y="5295"/>
                  <a:pt x="25671" y="2151"/>
                  <a:pt x="21849" y="747"/>
                </a:cubicBezTo>
                <a:cubicBezTo>
                  <a:pt x="20443" y="231"/>
                  <a:pt x="18946" y="1"/>
                  <a:pt x="17433" y="1"/>
                </a:cubicBezTo>
                <a:close/>
              </a:path>
            </a:pathLst>
          </a:custGeom>
          <a:solidFill>
            <a:srgbClr val="FF4D01">
              <a:alpha val="506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30"/>
          <p:cNvSpPr/>
          <p:nvPr/>
        </p:nvSpPr>
        <p:spPr>
          <a:xfrm flipH="1">
            <a:off x="5935595" y="4164723"/>
            <a:ext cx="3208406" cy="978721"/>
          </a:xfrm>
          <a:custGeom>
            <a:avLst/>
            <a:gdLst/>
            <a:ahLst/>
            <a:cxnLst/>
            <a:rect l="l" t="t" r="r" b="b"/>
            <a:pathLst>
              <a:path w="237352" h="72404" extrusionOk="0">
                <a:moveTo>
                  <a:pt x="25265" y="1"/>
                </a:moveTo>
                <a:cubicBezTo>
                  <a:pt x="24946" y="1"/>
                  <a:pt x="24624" y="9"/>
                  <a:pt x="24301" y="25"/>
                </a:cubicBezTo>
                <a:cubicBezTo>
                  <a:pt x="14014" y="549"/>
                  <a:pt x="6358" y="9348"/>
                  <a:pt x="0" y="17432"/>
                </a:cubicBezTo>
                <a:lnTo>
                  <a:pt x="24" y="72403"/>
                </a:lnTo>
                <a:lnTo>
                  <a:pt x="237351" y="72403"/>
                </a:lnTo>
                <a:cubicBezTo>
                  <a:pt x="234172" y="66569"/>
                  <a:pt x="230922" y="60628"/>
                  <a:pt x="226136" y="56020"/>
                </a:cubicBezTo>
                <a:cubicBezTo>
                  <a:pt x="221955" y="51996"/>
                  <a:pt x="216340" y="49080"/>
                  <a:pt x="210615" y="49080"/>
                </a:cubicBezTo>
                <a:cubicBezTo>
                  <a:pt x="209785" y="49080"/>
                  <a:pt x="208952" y="49141"/>
                  <a:pt x="208121" y="49269"/>
                </a:cubicBezTo>
                <a:cubicBezTo>
                  <a:pt x="200930" y="50389"/>
                  <a:pt x="195084" y="56187"/>
                  <a:pt x="187857" y="57104"/>
                </a:cubicBezTo>
                <a:cubicBezTo>
                  <a:pt x="187177" y="57191"/>
                  <a:pt x="186499" y="57233"/>
                  <a:pt x="185824" y="57233"/>
                </a:cubicBezTo>
                <a:cubicBezTo>
                  <a:pt x="179715" y="57233"/>
                  <a:pt x="173869" y="53788"/>
                  <a:pt x="169355" y="49531"/>
                </a:cubicBezTo>
                <a:cubicBezTo>
                  <a:pt x="164330" y="44805"/>
                  <a:pt x="160413" y="39006"/>
                  <a:pt x="155424" y="34256"/>
                </a:cubicBezTo>
                <a:cubicBezTo>
                  <a:pt x="146597" y="25874"/>
                  <a:pt x="134399" y="21415"/>
                  <a:pt x="122252" y="21415"/>
                </a:cubicBezTo>
                <a:cubicBezTo>
                  <a:pt x="115246" y="21415"/>
                  <a:pt x="108257" y="22898"/>
                  <a:pt x="101941" y="25969"/>
                </a:cubicBezTo>
                <a:cubicBezTo>
                  <a:pt x="94274" y="29696"/>
                  <a:pt x="87154" y="35613"/>
                  <a:pt x="78629" y="35827"/>
                </a:cubicBezTo>
                <a:cubicBezTo>
                  <a:pt x="78465" y="35831"/>
                  <a:pt x="78302" y="35833"/>
                  <a:pt x="78140" y="35833"/>
                </a:cubicBezTo>
                <a:cubicBezTo>
                  <a:pt x="67113" y="35833"/>
                  <a:pt x="58547" y="26354"/>
                  <a:pt x="51554" y="17730"/>
                </a:cubicBezTo>
                <a:cubicBezTo>
                  <a:pt x="44662" y="9230"/>
                  <a:pt x="36063" y="1"/>
                  <a:pt x="25265" y="1"/>
                </a:cubicBezTo>
                <a:close/>
              </a:path>
            </a:pathLst>
          </a:custGeom>
          <a:solidFill>
            <a:srgbClr val="FF4D01">
              <a:alpha val="506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0" name="Google Shape;370;p30"/>
          <p:cNvGrpSpPr/>
          <p:nvPr/>
        </p:nvGrpSpPr>
        <p:grpSpPr>
          <a:xfrm>
            <a:off x="598588" y="4523088"/>
            <a:ext cx="959175" cy="162000"/>
            <a:chOff x="447675" y="1666875"/>
            <a:chExt cx="959175" cy="162000"/>
          </a:xfrm>
        </p:grpSpPr>
        <p:sp>
          <p:nvSpPr>
            <p:cNvPr id="371" name="Google Shape;371;p30"/>
            <p:cNvSpPr/>
            <p:nvPr/>
          </p:nvSpPr>
          <p:spPr>
            <a:xfrm>
              <a:off x="44767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0"/>
            <p:cNvSpPr/>
            <p:nvPr/>
          </p:nvSpPr>
          <p:spPr>
            <a:xfrm>
              <a:off x="71340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0"/>
            <p:cNvSpPr/>
            <p:nvPr/>
          </p:nvSpPr>
          <p:spPr>
            <a:xfrm>
              <a:off x="97912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0"/>
            <p:cNvSpPr/>
            <p:nvPr/>
          </p:nvSpPr>
          <p:spPr>
            <a:xfrm>
              <a:off x="124485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5" name="Google Shape;375;p30"/>
          <p:cNvGrpSpPr/>
          <p:nvPr/>
        </p:nvGrpSpPr>
        <p:grpSpPr>
          <a:xfrm>
            <a:off x="8533463" y="197988"/>
            <a:ext cx="427725" cy="162000"/>
            <a:chOff x="979125" y="1666875"/>
            <a:chExt cx="427725" cy="162000"/>
          </a:xfrm>
        </p:grpSpPr>
        <p:sp>
          <p:nvSpPr>
            <p:cNvPr id="376" name="Google Shape;376;p30"/>
            <p:cNvSpPr/>
            <p:nvPr/>
          </p:nvSpPr>
          <p:spPr>
            <a:xfrm>
              <a:off x="97912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0"/>
            <p:cNvSpPr/>
            <p:nvPr/>
          </p:nvSpPr>
          <p:spPr>
            <a:xfrm>
              <a:off x="124485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7"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1"/>
          <p:cNvSpPr/>
          <p:nvPr/>
        </p:nvSpPr>
        <p:spPr>
          <a:xfrm>
            <a:off x="5834675" y="-25"/>
            <a:ext cx="3309317" cy="2987238"/>
          </a:xfrm>
          <a:custGeom>
            <a:avLst/>
            <a:gdLst/>
            <a:ahLst/>
            <a:cxnLst/>
            <a:rect l="l" t="t" r="r" b="b"/>
            <a:pathLst>
              <a:path w="32972" h="29763" extrusionOk="0">
                <a:moveTo>
                  <a:pt x="798" y="1"/>
                </a:moveTo>
                <a:cubicBezTo>
                  <a:pt x="1" y="1054"/>
                  <a:pt x="366" y="2627"/>
                  <a:pt x="1201" y="3647"/>
                </a:cubicBezTo>
                <a:cubicBezTo>
                  <a:pt x="2042" y="4668"/>
                  <a:pt x="3243" y="5301"/>
                  <a:pt x="4335" y="6038"/>
                </a:cubicBezTo>
                <a:cubicBezTo>
                  <a:pt x="5432" y="6775"/>
                  <a:pt x="6496" y="7736"/>
                  <a:pt x="6791" y="9024"/>
                </a:cubicBezTo>
                <a:cubicBezTo>
                  <a:pt x="7091" y="10340"/>
                  <a:pt x="6496" y="11715"/>
                  <a:pt x="5667" y="12774"/>
                </a:cubicBezTo>
                <a:cubicBezTo>
                  <a:pt x="4832" y="13839"/>
                  <a:pt x="3762" y="14696"/>
                  <a:pt x="2877" y="15717"/>
                </a:cubicBezTo>
                <a:cubicBezTo>
                  <a:pt x="1316" y="17518"/>
                  <a:pt x="355" y="19947"/>
                  <a:pt x="716" y="22305"/>
                </a:cubicBezTo>
                <a:cubicBezTo>
                  <a:pt x="1081" y="24664"/>
                  <a:pt x="2959" y="26831"/>
                  <a:pt x="5328" y="27120"/>
                </a:cubicBezTo>
                <a:cubicBezTo>
                  <a:pt x="5540" y="27146"/>
                  <a:pt x="5753" y="27157"/>
                  <a:pt x="5965" y="27157"/>
                </a:cubicBezTo>
                <a:cubicBezTo>
                  <a:pt x="7523" y="27157"/>
                  <a:pt x="9087" y="26549"/>
                  <a:pt x="10638" y="26549"/>
                </a:cubicBezTo>
                <a:cubicBezTo>
                  <a:pt x="10943" y="26549"/>
                  <a:pt x="11247" y="26572"/>
                  <a:pt x="11551" y="26629"/>
                </a:cubicBezTo>
                <a:cubicBezTo>
                  <a:pt x="13287" y="26956"/>
                  <a:pt x="14646" y="28283"/>
                  <a:pt x="16246" y="29036"/>
                </a:cubicBezTo>
                <a:cubicBezTo>
                  <a:pt x="17313" y="29538"/>
                  <a:pt x="18460" y="29763"/>
                  <a:pt x="19623" y="29763"/>
                </a:cubicBezTo>
                <a:cubicBezTo>
                  <a:pt x="21898" y="29763"/>
                  <a:pt x="24227" y="28901"/>
                  <a:pt x="26110" y="27568"/>
                </a:cubicBezTo>
                <a:cubicBezTo>
                  <a:pt x="28959" y="25553"/>
                  <a:pt x="30995" y="22617"/>
                  <a:pt x="32971" y="19745"/>
                </a:cubicBezTo>
                <a:lnTo>
                  <a:pt x="32971" y="6"/>
                </a:lnTo>
                <a:lnTo>
                  <a:pt x="79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31"/>
          <p:cNvSpPr/>
          <p:nvPr/>
        </p:nvSpPr>
        <p:spPr>
          <a:xfrm rot="10800000">
            <a:off x="0" y="2156025"/>
            <a:ext cx="3309317" cy="2987238"/>
          </a:xfrm>
          <a:custGeom>
            <a:avLst/>
            <a:gdLst/>
            <a:ahLst/>
            <a:cxnLst/>
            <a:rect l="l" t="t" r="r" b="b"/>
            <a:pathLst>
              <a:path w="32972" h="29763" extrusionOk="0">
                <a:moveTo>
                  <a:pt x="798" y="1"/>
                </a:moveTo>
                <a:cubicBezTo>
                  <a:pt x="1" y="1054"/>
                  <a:pt x="366" y="2627"/>
                  <a:pt x="1201" y="3647"/>
                </a:cubicBezTo>
                <a:cubicBezTo>
                  <a:pt x="2042" y="4668"/>
                  <a:pt x="3243" y="5301"/>
                  <a:pt x="4335" y="6038"/>
                </a:cubicBezTo>
                <a:cubicBezTo>
                  <a:pt x="5432" y="6775"/>
                  <a:pt x="6496" y="7736"/>
                  <a:pt x="6791" y="9024"/>
                </a:cubicBezTo>
                <a:cubicBezTo>
                  <a:pt x="7091" y="10340"/>
                  <a:pt x="6496" y="11715"/>
                  <a:pt x="5667" y="12774"/>
                </a:cubicBezTo>
                <a:cubicBezTo>
                  <a:pt x="4832" y="13839"/>
                  <a:pt x="3762" y="14696"/>
                  <a:pt x="2877" y="15717"/>
                </a:cubicBezTo>
                <a:cubicBezTo>
                  <a:pt x="1316" y="17518"/>
                  <a:pt x="355" y="19947"/>
                  <a:pt x="716" y="22305"/>
                </a:cubicBezTo>
                <a:cubicBezTo>
                  <a:pt x="1081" y="24664"/>
                  <a:pt x="2959" y="26831"/>
                  <a:pt x="5328" y="27120"/>
                </a:cubicBezTo>
                <a:cubicBezTo>
                  <a:pt x="5540" y="27146"/>
                  <a:pt x="5753" y="27157"/>
                  <a:pt x="5965" y="27157"/>
                </a:cubicBezTo>
                <a:cubicBezTo>
                  <a:pt x="7523" y="27157"/>
                  <a:pt x="9087" y="26549"/>
                  <a:pt x="10638" y="26549"/>
                </a:cubicBezTo>
                <a:cubicBezTo>
                  <a:pt x="10943" y="26549"/>
                  <a:pt x="11247" y="26572"/>
                  <a:pt x="11551" y="26629"/>
                </a:cubicBezTo>
                <a:cubicBezTo>
                  <a:pt x="13287" y="26956"/>
                  <a:pt x="14646" y="28283"/>
                  <a:pt x="16246" y="29036"/>
                </a:cubicBezTo>
                <a:cubicBezTo>
                  <a:pt x="17313" y="29538"/>
                  <a:pt x="18460" y="29763"/>
                  <a:pt x="19623" y="29763"/>
                </a:cubicBezTo>
                <a:cubicBezTo>
                  <a:pt x="21898" y="29763"/>
                  <a:pt x="24227" y="28901"/>
                  <a:pt x="26110" y="27568"/>
                </a:cubicBezTo>
                <a:cubicBezTo>
                  <a:pt x="28959" y="25553"/>
                  <a:pt x="30995" y="22617"/>
                  <a:pt x="32971" y="19745"/>
                </a:cubicBezTo>
                <a:lnTo>
                  <a:pt x="32971" y="6"/>
                </a:lnTo>
                <a:lnTo>
                  <a:pt x="79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31"/>
          <p:cNvSpPr/>
          <p:nvPr/>
        </p:nvSpPr>
        <p:spPr>
          <a:xfrm rot="10800000" flipH="1">
            <a:off x="4936300" y="-19"/>
            <a:ext cx="4207839" cy="1074716"/>
          </a:xfrm>
          <a:custGeom>
            <a:avLst/>
            <a:gdLst/>
            <a:ahLst/>
            <a:cxnLst/>
            <a:rect l="l" t="t" r="r" b="b"/>
            <a:pathLst>
              <a:path w="127327" h="41769" extrusionOk="0">
                <a:moveTo>
                  <a:pt x="33782" y="1"/>
                </a:moveTo>
                <a:cubicBezTo>
                  <a:pt x="29984" y="1"/>
                  <a:pt x="26138" y="938"/>
                  <a:pt x="22754" y="2656"/>
                </a:cubicBezTo>
                <a:cubicBezTo>
                  <a:pt x="15812" y="6192"/>
                  <a:pt x="10669" y="12586"/>
                  <a:pt x="7228" y="19575"/>
                </a:cubicBezTo>
                <a:cubicBezTo>
                  <a:pt x="3775" y="26564"/>
                  <a:pt x="1882" y="34184"/>
                  <a:pt x="1" y="41744"/>
                </a:cubicBezTo>
                <a:lnTo>
                  <a:pt x="127326" y="41768"/>
                </a:lnTo>
                <a:lnTo>
                  <a:pt x="127326" y="26766"/>
                </a:lnTo>
                <a:cubicBezTo>
                  <a:pt x="125115" y="27301"/>
                  <a:pt x="122843" y="27563"/>
                  <a:pt x="120569" y="27563"/>
                </a:cubicBezTo>
                <a:cubicBezTo>
                  <a:pt x="114092" y="27563"/>
                  <a:pt x="107601" y="25443"/>
                  <a:pt x="102454" y="21504"/>
                </a:cubicBezTo>
                <a:cubicBezTo>
                  <a:pt x="96791" y="17147"/>
                  <a:pt x="91803" y="10369"/>
                  <a:pt x="84703" y="10369"/>
                </a:cubicBezTo>
                <a:cubicBezTo>
                  <a:pt x="84624" y="10369"/>
                  <a:pt x="84544" y="10370"/>
                  <a:pt x="84464" y="10371"/>
                </a:cubicBezTo>
                <a:cubicBezTo>
                  <a:pt x="77370" y="10524"/>
                  <a:pt x="71793" y="17722"/>
                  <a:pt x="64740" y="17722"/>
                </a:cubicBezTo>
                <a:cubicBezTo>
                  <a:pt x="64643" y="17722"/>
                  <a:pt x="64547" y="17720"/>
                  <a:pt x="64449" y="17718"/>
                </a:cubicBezTo>
                <a:cubicBezTo>
                  <a:pt x="56187" y="17479"/>
                  <a:pt x="51829" y="7943"/>
                  <a:pt x="45007" y="3287"/>
                </a:cubicBezTo>
                <a:cubicBezTo>
                  <a:pt x="41712" y="1036"/>
                  <a:pt x="37773" y="1"/>
                  <a:pt x="33782" y="1"/>
                </a:cubicBezTo>
                <a:close/>
              </a:path>
            </a:pathLst>
          </a:custGeom>
          <a:solidFill>
            <a:srgbClr val="FED002">
              <a:alpha val="44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31"/>
          <p:cNvSpPr/>
          <p:nvPr/>
        </p:nvSpPr>
        <p:spPr>
          <a:xfrm rot="10800000">
            <a:off x="-468900" y="-12"/>
            <a:ext cx="3558131" cy="1211312"/>
          </a:xfrm>
          <a:custGeom>
            <a:avLst/>
            <a:gdLst/>
            <a:ahLst/>
            <a:cxnLst/>
            <a:rect l="l" t="t" r="r" b="b"/>
            <a:pathLst>
              <a:path w="29571" h="10067" extrusionOk="0">
                <a:moveTo>
                  <a:pt x="10181" y="0"/>
                </a:moveTo>
                <a:cubicBezTo>
                  <a:pt x="5410" y="0"/>
                  <a:pt x="2293" y="2806"/>
                  <a:pt x="0" y="10066"/>
                </a:cubicBezTo>
                <a:lnTo>
                  <a:pt x="29570" y="10066"/>
                </a:lnTo>
                <a:cubicBezTo>
                  <a:pt x="16901" y="4324"/>
                  <a:pt x="15443" y="0"/>
                  <a:pt x="10181" y="0"/>
                </a:cubicBezTo>
                <a:close/>
              </a:path>
            </a:pathLst>
          </a:cu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31"/>
          <p:cNvSpPr/>
          <p:nvPr/>
        </p:nvSpPr>
        <p:spPr>
          <a:xfrm>
            <a:off x="-611300" y="3437299"/>
            <a:ext cx="5593200" cy="1706200"/>
          </a:xfrm>
          <a:custGeom>
            <a:avLst/>
            <a:gdLst/>
            <a:ahLst/>
            <a:cxnLst/>
            <a:rect l="l" t="t" r="r" b="b"/>
            <a:pathLst>
              <a:path w="237352" h="72404" extrusionOk="0">
                <a:moveTo>
                  <a:pt x="25265" y="1"/>
                </a:moveTo>
                <a:cubicBezTo>
                  <a:pt x="24946" y="1"/>
                  <a:pt x="24624" y="9"/>
                  <a:pt x="24301" y="25"/>
                </a:cubicBezTo>
                <a:cubicBezTo>
                  <a:pt x="14014" y="549"/>
                  <a:pt x="6358" y="9348"/>
                  <a:pt x="0" y="17432"/>
                </a:cubicBezTo>
                <a:lnTo>
                  <a:pt x="24" y="72403"/>
                </a:lnTo>
                <a:lnTo>
                  <a:pt x="237351" y="72403"/>
                </a:lnTo>
                <a:cubicBezTo>
                  <a:pt x="234172" y="66569"/>
                  <a:pt x="230922" y="60628"/>
                  <a:pt x="226136" y="56020"/>
                </a:cubicBezTo>
                <a:cubicBezTo>
                  <a:pt x="221955" y="51996"/>
                  <a:pt x="216340" y="49080"/>
                  <a:pt x="210615" y="49080"/>
                </a:cubicBezTo>
                <a:cubicBezTo>
                  <a:pt x="209785" y="49080"/>
                  <a:pt x="208952" y="49141"/>
                  <a:pt x="208121" y="49269"/>
                </a:cubicBezTo>
                <a:cubicBezTo>
                  <a:pt x="200930" y="50389"/>
                  <a:pt x="195084" y="56187"/>
                  <a:pt x="187857" y="57104"/>
                </a:cubicBezTo>
                <a:cubicBezTo>
                  <a:pt x="187177" y="57191"/>
                  <a:pt x="186499" y="57233"/>
                  <a:pt x="185824" y="57233"/>
                </a:cubicBezTo>
                <a:cubicBezTo>
                  <a:pt x="179715" y="57233"/>
                  <a:pt x="173869" y="53788"/>
                  <a:pt x="169355" y="49531"/>
                </a:cubicBezTo>
                <a:cubicBezTo>
                  <a:pt x="164330" y="44805"/>
                  <a:pt x="160413" y="39006"/>
                  <a:pt x="155424" y="34256"/>
                </a:cubicBezTo>
                <a:cubicBezTo>
                  <a:pt x="146597" y="25874"/>
                  <a:pt x="134399" y="21415"/>
                  <a:pt x="122252" y="21415"/>
                </a:cubicBezTo>
                <a:cubicBezTo>
                  <a:pt x="115246" y="21415"/>
                  <a:pt x="108257" y="22898"/>
                  <a:pt x="101941" y="25969"/>
                </a:cubicBezTo>
                <a:cubicBezTo>
                  <a:pt x="94274" y="29696"/>
                  <a:pt x="87154" y="35613"/>
                  <a:pt x="78629" y="35827"/>
                </a:cubicBezTo>
                <a:cubicBezTo>
                  <a:pt x="78465" y="35831"/>
                  <a:pt x="78302" y="35833"/>
                  <a:pt x="78140" y="35833"/>
                </a:cubicBezTo>
                <a:cubicBezTo>
                  <a:pt x="67113" y="35833"/>
                  <a:pt x="58547" y="26354"/>
                  <a:pt x="51554" y="17730"/>
                </a:cubicBezTo>
                <a:cubicBezTo>
                  <a:pt x="44662" y="9230"/>
                  <a:pt x="36063" y="1"/>
                  <a:pt x="25265" y="1"/>
                </a:cubicBezTo>
                <a:close/>
              </a:path>
            </a:pathLst>
          </a:custGeom>
          <a:solidFill>
            <a:srgbClr val="FF4D01">
              <a:alpha val="506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31"/>
          <p:cNvSpPr/>
          <p:nvPr/>
        </p:nvSpPr>
        <p:spPr>
          <a:xfrm>
            <a:off x="0" y="4158047"/>
            <a:ext cx="5672961" cy="985453"/>
          </a:xfrm>
          <a:custGeom>
            <a:avLst/>
            <a:gdLst/>
            <a:ahLst/>
            <a:cxnLst/>
            <a:rect l="l" t="t" r="r" b="b"/>
            <a:pathLst>
              <a:path w="111634" h="19392" extrusionOk="0">
                <a:moveTo>
                  <a:pt x="17433" y="1"/>
                </a:moveTo>
                <a:cubicBezTo>
                  <a:pt x="14716" y="1"/>
                  <a:pt x="11947" y="743"/>
                  <a:pt x="9561" y="1913"/>
                </a:cubicBezTo>
                <a:cubicBezTo>
                  <a:pt x="5859" y="3735"/>
                  <a:pt x="2906" y="6473"/>
                  <a:pt x="1" y="9164"/>
                </a:cubicBezTo>
                <a:lnTo>
                  <a:pt x="13" y="19392"/>
                </a:lnTo>
                <a:lnTo>
                  <a:pt x="111634" y="19392"/>
                </a:lnTo>
                <a:cubicBezTo>
                  <a:pt x="109729" y="13701"/>
                  <a:pt x="104597" y="8878"/>
                  <a:pt x="98156" y="6747"/>
                </a:cubicBezTo>
                <a:cubicBezTo>
                  <a:pt x="95615" y="5905"/>
                  <a:pt x="92895" y="5490"/>
                  <a:pt x="90173" y="5490"/>
                </a:cubicBezTo>
                <a:cubicBezTo>
                  <a:pt x="86008" y="5490"/>
                  <a:pt x="81839" y="6461"/>
                  <a:pt x="78296" y="8355"/>
                </a:cubicBezTo>
                <a:cubicBezTo>
                  <a:pt x="74544" y="10355"/>
                  <a:pt x="70871" y="13455"/>
                  <a:pt x="66643" y="13455"/>
                </a:cubicBezTo>
                <a:cubicBezTo>
                  <a:pt x="66215" y="13455"/>
                  <a:pt x="65782" y="13423"/>
                  <a:pt x="65342" y="13355"/>
                </a:cubicBezTo>
                <a:cubicBezTo>
                  <a:pt x="60723" y="12643"/>
                  <a:pt x="57607" y="8057"/>
                  <a:pt x="52925" y="8057"/>
                </a:cubicBezTo>
                <a:cubicBezTo>
                  <a:pt x="52912" y="8057"/>
                  <a:pt x="52900" y="8057"/>
                  <a:pt x="52888" y="8057"/>
                </a:cubicBezTo>
                <a:cubicBezTo>
                  <a:pt x="48662" y="8081"/>
                  <a:pt x="45649" y="11855"/>
                  <a:pt x="41494" y="12522"/>
                </a:cubicBezTo>
                <a:cubicBezTo>
                  <a:pt x="41049" y="12593"/>
                  <a:pt x="40607" y="12627"/>
                  <a:pt x="40168" y="12627"/>
                </a:cubicBezTo>
                <a:cubicBezTo>
                  <a:pt x="36587" y="12627"/>
                  <a:pt x="33279" y="10372"/>
                  <a:pt x="30850" y="7986"/>
                </a:cubicBezTo>
                <a:cubicBezTo>
                  <a:pt x="28123" y="5295"/>
                  <a:pt x="25671" y="2151"/>
                  <a:pt x="21849" y="747"/>
                </a:cubicBezTo>
                <a:cubicBezTo>
                  <a:pt x="20443" y="231"/>
                  <a:pt x="18946" y="1"/>
                  <a:pt x="17433" y="1"/>
                </a:cubicBezTo>
                <a:close/>
              </a:path>
            </a:pathLst>
          </a:custGeom>
          <a:solidFill>
            <a:srgbClr val="FF4D01">
              <a:alpha val="506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31"/>
          <p:cNvSpPr/>
          <p:nvPr/>
        </p:nvSpPr>
        <p:spPr>
          <a:xfrm flipH="1">
            <a:off x="7482446" y="4409700"/>
            <a:ext cx="2155504" cy="733809"/>
          </a:xfrm>
          <a:custGeom>
            <a:avLst/>
            <a:gdLst/>
            <a:ahLst/>
            <a:cxnLst/>
            <a:rect l="l" t="t" r="r" b="b"/>
            <a:pathLst>
              <a:path w="29571" h="10067" extrusionOk="0">
                <a:moveTo>
                  <a:pt x="10181" y="0"/>
                </a:moveTo>
                <a:cubicBezTo>
                  <a:pt x="5410" y="0"/>
                  <a:pt x="2293" y="2806"/>
                  <a:pt x="0" y="10066"/>
                </a:cubicBezTo>
                <a:lnTo>
                  <a:pt x="29570" y="10066"/>
                </a:lnTo>
                <a:cubicBezTo>
                  <a:pt x="16901" y="4324"/>
                  <a:pt x="15443" y="0"/>
                  <a:pt x="10181" y="0"/>
                </a:cubicBezTo>
                <a:close/>
              </a:path>
            </a:pathLst>
          </a:custGeom>
          <a:solidFill>
            <a:srgbClr val="01967A">
              <a:alpha val="488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31"/>
          <p:cNvSpPr/>
          <p:nvPr/>
        </p:nvSpPr>
        <p:spPr>
          <a:xfrm>
            <a:off x="1082725" y="746825"/>
            <a:ext cx="6988200" cy="36420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31"/>
          <p:cNvSpPr/>
          <p:nvPr/>
        </p:nvSpPr>
        <p:spPr>
          <a:xfrm>
            <a:off x="8678850" y="1481754"/>
            <a:ext cx="959100" cy="959100"/>
          </a:xfrm>
          <a:prstGeom prst="ellipse">
            <a:avLst/>
          </a:prstGeom>
          <a:solidFill>
            <a:srgbClr val="FED002">
              <a:alpha val="44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31"/>
          <p:cNvSpPr/>
          <p:nvPr/>
        </p:nvSpPr>
        <p:spPr>
          <a:xfrm flipH="1">
            <a:off x="5765502" y="0"/>
            <a:ext cx="3378498" cy="1310416"/>
          </a:xfrm>
          <a:custGeom>
            <a:avLst/>
            <a:gdLst/>
            <a:ahLst/>
            <a:cxnLst/>
            <a:rect l="l" t="t" r="r" b="b"/>
            <a:pathLst>
              <a:path w="37492" h="14542" extrusionOk="0">
                <a:moveTo>
                  <a:pt x="1" y="0"/>
                </a:moveTo>
                <a:lnTo>
                  <a:pt x="1" y="10099"/>
                </a:lnTo>
                <a:cubicBezTo>
                  <a:pt x="1128" y="12447"/>
                  <a:pt x="3160" y="14542"/>
                  <a:pt x="5531" y="14542"/>
                </a:cubicBezTo>
                <a:cubicBezTo>
                  <a:pt x="5928" y="14542"/>
                  <a:pt x="6335" y="14483"/>
                  <a:pt x="6748" y="14357"/>
                </a:cubicBezTo>
                <a:cubicBezTo>
                  <a:pt x="10645" y="13167"/>
                  <a:pt x="12048" y="9013"/>
                  <a:pt x="15247" y="7703"/>
                </a:cubicBezTo>
                <a:cubicBezTo>
                  <a:pt x="15945" y="7416"/>
                  <a:pt x="16655" y="7304"/>
                  <a:pt x="17363" y="7304"/>
                </a:cubicBezTo>
                <a:cubicBezTo>
                  <a:pt x="18715" y="7304"/>
                  <a:pt x="20059" y="7714"/>
                  <a:pt x="21285" y="8101"/>
                </a:cubicBezTo>
                <a:cubicBezTo>
                  <a:pt x="23881" y="8921"/>
                  <a:pt x="26534" y="9688"/>
                  <a:pt x="28911" y="9688"/>
                </a:cubicBezTo>
                <a:cubicBezTo>
                  <a:pt x="29383" y="9688"/>
                  <a:pt x="29844" y="9657"/>
                  <a:pt x="30292" y="9591"/>
                </a:cubicBezTo>
                <a:cubicBezTo>
                  <a:pt x="33807" y="9073"/>
                  <a:pt x="35663" y="7594"/>
                  <a:pt x="36880" y="4367"/>
                </a:cubicBezTo>
                <a:cubicBezTo>
                  <a:pt x="37388" y="3014"/>
                  <a:pt x="37492" y="1545"/>
                  <a:pt x="37393" y="0"/>
                </a:cubicBezTo>
                <a:close/>
              </a:path>
            </a:pathLst>
          </a:custGeom>
          <a:solidFill>
            <a:srgbClr val="FED002">
              <a:alpha val="44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31"/>
          <p:cNvSpPr txBox="1"/>
          <p:nvPr/>
        </p:nvSpPr>
        <p:spPr>
          <a:xfrm>
            <a:off x="2055750" y="3354075"/>
            <a:ext cx="5032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including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200"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0" name="Google Shape;390;p31"/>
          <p:cNvSpPr txBox="1">
            <a:spLocks noGrp="1"/>
          </p:cNvSpPr>
          <p:nvPr>
            <p:ph type="title"/>
          </p:nvPr>
        </p:nvSpPr>
        <p:spPr>
          <a:xfrm>
            <a:off x="2692500" y="863000"/>
            <a:ext cx="3759000" cy="95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>
            <a:endParaRPr/>
          </a:p>
        </p:txBody>
      </p:sp>
      <p:sp>
        <p:nvSpPr>
          <p:cNvPr id="391" name="Google Shape;391;p31"/>
          <p:cNvSpPr txBox="1">
            <a:spLocks noGrp="1"/>
          </p:cNvSpPr>
          <p:nvPr>
            <p:ph type="title" idx="2"/>
          </p:nvPr>
        </p:nvSpPr>
        <p:spPr>
          <a:xfrm>
            <a:off x="2693649" y="1656350"/>
            <a:ext cx="3757800" cy="11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92" name="Google Shape;392;p31"/>
          <p:cNvSpPr/>
          <p:nvPr/>
        </p:nvSpPr>
        <p:spPr>
          <a:xfrm>
            <a:off x="667913" y="2721625"/>
            <a:ext cx="959100" cy="959100"/>
          </a:xfrm>
          <a:prstGeom prst="ellipse">
            <a:avLst/>
          </a:prstGeom>
          <a:solidFill>
            <a:srgbClr val="FF4D01">
              <a:alpha val="506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"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3"/>
          <p:cNvSpPr/>
          <p:nvPr/>
        </p:nvSpPr>
        <p:spPr>
          <a:xfrm rot="10800000">
            <a:off x="3979357" y="0"/>
            <a:ext cx="5164646" cy="5154850"/>
          </a:xfrm>
          <a:custGeom>
            <a:avLst/>
            <a:gdLst/>
            <a:ahLst/>
            <a:cxnLst/>
            <a:rect l="l" t="t" r="r" b="b"/>
            <a:pathLst>
              <a:path w="31634" h="40931" extrusionOk="0">
                <a:moveTo>
                  <a:pt x="23855" y="1"/>
                </a:moveTo>
                <a:lnTo>
                  <a:pt x="0" y="17"/>
                </a:lnTo>
                <a:lnTo>
                  <a:pt x="0" y="40931"/>
                </a:lnTo>
                <a:lnTo>
                  <a:pt x="31601" y="40931"/>
                </a:lnTo>
                <a:cubicBezTo>
                  <a:pt x="31634" y="34790"/>
                  <a:pt x="29576" y="28659"/>
                  <a:pt x="25935" y="24080"/>
                </a:cubicBezTo>
                <a:cubicBezTo>
                  <a:pt x="25001" y="22900"/>
                  <a:pt x="23959" y="21814"/>
                  <a:pt x="23205" y="20477"/>
                </a:cubicBezTo>
                <a:cubicBezTo>
                  <a:pt x="22452" y="19145"/>
                  <a:pt x="22015" y="17474"/>
                  <a:pt x="22436" y="15968"/>
                </a:cubicBezTo>
                <a:cubicBezTo>
                  <a:pt x="22998" y="13959"/>
                  <a:pt x="24958" y="12567"/>
                  <a:pt x="25040" y="10465"/>
                </a:cubicBezTo>
                <a:cubicBezTo>
                  <a:pt x="25121" y="8134"/>
                  <a:pt x="22867" y="6541"/>
                  <a:pt x="22343" y="4286"/>
                </a:cubicBezTo>
                <a:cubicBezTo>
                  <a:pt x="21977" y="2692"/>
                  <a:pt x="22616" y="874"/>
                  <a:pt x="2385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33"/>
          <p:cNvSpPr/>
          <p:nvPr/>
        </p:nvSpPr>
        <p:spPr>
          <a:xfrm rot="-5400000">
            <a:off x="4930657" y="935962"/>
            <a:ext cx="5145931" cy="3280896"/>
          </a:xfrm>
          <a:custGeom>
            <a:avLst/>
            <a:gdLst/>
            <a:ahLst/>
            <a:cxnLst/>
            <a:rect l="l" t="t" r="r" b="b"/>
            <a:pathLst>
              <a:path w="160735" h="128524" extrusionOk="0">
                <a:moveTo>
                  <a:pt x="131935" y="1"/>
                </a:moveTo>
                <a:cubicBezTo>
                  <a:pt x="130608" y="1"/>
                  <a:pt x="129280" y="147"/>
                  <a:pt x="127969" y="461"/>
                </a:cubicBezTo>
                <a:cubicBezTo>
                  <a:pt x="120492" y="2235"/>
                  <a:pt x="115170" y="8783"/>
                  <a:pt x="109824" y="14450"/>
                </a:cubicBezTo>
                <a:cubicBezTo>
                  <a:pt x="105031" y="19520"/>
                  <a:pt x="98894" y="24438"/>
                  <a:pt x="92241" y="24438"/>
                </a:cubicBezTo>
                <a:cubicBezTo>
                  <a:pt x="91457" y="24438"/>
                  <a:pt x="90666" y="24370"/>
                  <a:pt x="89869" y="24225"/>
                </a:cubicBezTo>
                <a:cubicBezTo>
                  <a:pt x="82820" y="22951"/>
                  <a:pt x="77772" y="16082"/>
                  <a:pt x="70807" y="14415"/>
                </a:cubicBezTo>
                <a:cubicBezTo>
                  <a:pt x="69666" y="14141"/>
                  <a:pt x="68527" y="14016"/>
                  <a:pt x="67394" y="14016"/>
                </a:cubicBezTo>
                <a:cubicBezTo>
                  <a:pt x="61032" y="14016"/>
                  <a:pt x="54850" y="17965"/>
                  <a:pt x="49423" y="21785"/>
                </a:cubicBezTo>
                <a:cubicBezTo>
                  <a:pt x="43880" y="25697"/>
                  <a:pt x="37639" y="29806"/>
                  <a:pt x="31135" y="29806"/>
                </a:cubicBezTo>
                <a:cubicBezTo>
                  <a:pt x="30137" y="29806"/>
                  <a:pt x="29132" y="29709"/>
                  <a:pt x="28123" y="29500"/>
                </a:cubicBezTo>
                <a:cubicBezTo>
                  <a:pt x="22956" y="28428"/>
                  <a:pt x="18789" y="24583"/>
                  <a:pt x="13978" y="22392"/>
                </a:cubicBezTo>
                <a:cubicBezTo>
                  <a:pt x="12122" y="21544"/>
                  <a:pt x="9961" y="21056"/>
                  <a:pt x="7875" y="21056"/>
                </a:cubicBezTo>
                <a:cubicBezTo>
                  <a:pt x="4545" y="21056"/>
                  <a:pt x="1406" y="22300"/>
                  <a:pt x="1" y="25309"/>
                </a:cubicBezTo>
                <a:lnTo>
                  <a:pt x="1" y="128524"/>
                </a:lnTo>
                <a:lnTo>
                  <a:pt x="160735" y="128524"/>
                </a:lnTo>
                <a:lnTo>
                  <a:pt x="160735" y="21820"/>
                </a:lnTo>
                <a:cubicBezTo>
                  <a:pt x="156865" y="16070"/>
                  <a:pt x="152317" y="10212"/>
                  <a:pt x="146971" y="5878"/>
                </a:cubicBezTo>
                <a:cubicBezTo>
                  <a:pt x="142692" y="2411"/>
                  <a:pt x="137317" y="1"/>
                  <a:pt x="131935" y="1"/>
                </a:cubicBezTo>
                <a:close/>
              </a:path>
            </a:pathLst>
          </a:cu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33"/>
          <p:cNvSpPr/>
          <p:nvPr/>
        </p:nvSpPr>
        <p:spPr>
          <a:xfrm rot="-5400000">
            <a:off x="5510311" y="1512572"/>
            <a:ext cx="5143251" cy="2124220"/>
          </a:xfrm>
          <a:custGeom>
            <a:avLst/>
            <a:gdLst/>
            <a:ahLst/>
            <a:cxnLst/>
            <a:rect l="l" t="t" r="r" b="b"/>
            <a:pathLst>
              <a:path w="160890" h="83213" extrusionOk="0">
                <a:moveTo>
                  <a:pt x="86296" y="0"/>
                </a:moveTo>
                <a:cubicBezTo>
                  <a:pt x="78520" y="0"/>
                  <a:pt x="70747" y="4949"/>
                  <a:pt x="65056" y="11061"/>
                </a:cubicBezTo>
                <a:cubicBezTo>
                  <a:pt x="57984" y="18669"/>
                  <a:pt x="52769" y="28159"/>
                  <a:pt x="45233" y="35219"/>
                </a:cubicBezTo>
                <a:cubicBezTo>
                  <a:pt x="41283" y="38911"/>
                  <a:pt x="36209" y="41946"/>
                  <a:pt x="31144" y="41946"/>
                </a:cubicBezTo>
                <a:cubicBezTo>
                  <a:pt x="29889" y="41946"/>
                  <a:pt x="28634" y="41760"/>
                  <a:pt x="27397" y="41351"/>
                </a:cubicBezTo>
                <a:cubicBezTo>
                  <a:pt x="20170" y="38958"/>
                  <a:pt x="16717" y="30349"/>
                  <a:pt x="14002" y="22741"/>
                </a:cubicBezTo>
                <a:cubicBezTo>
                  <a:pt x="11300" y="15145"/>
                  <a:pt x="7383" y="6596"/>
                  <a:pt x="1" y="4882"/>
                </a:cubicBezTo>
                <a:lnTo>
                  <a:pt x="1" y="83213"/>
                </a:lnTo>
                <a:lnTo>
                  <a:pt x="160854" y="83213"/>
                </a:lnTo>
                <a:lnTo>
                  <a:pt x="160890" y="7037"/>
                </a:lnTo>
                <a:lnTo>
                  <a:pt x="160890" y="7037"/>
                </a:lnTo>
                <a:cubicBezTo>
                  <a:pt x="155306" y="13038"/>
                  <a:pt x="149615" y="19122"/>
                  <a:pt x="142650" y="23098"/>
                </a:cubicBezTo>
                <a:cubicBezTo>
                  <a:pt x="138302" y="25573"/>
                  <a:pt x="133332" y="27125"/>
                  <a:pt x="128450" y="27125"/>
                </a:cubicBezTo>
                <a:cubicBezTo>
                  <a:pt x="125512" y="27125"/>
                  <a:pt x="122605" y="26563"/>
                  <a:pt x="119885" y="25301"/>
                </a:cubicBezTo>
                <a:cubicBezTo>
                  <a:pt x="108764" y="20122"/>
                  <a:pt x="103478" y="4894"/>
                  <a:pt x="91929" y="929"/>
                </a:cubicBezTo>
                <a:cubicBezTo>
                  <a:pt x="90071" y="292"/>
                  <a:pt x="88183" y="0"/>
                  <a:pt x="86296" y="0"/>
                </a:cubicBezTo>
                <a:close/>
              </a:path>
            </a:pathLst>
          </a:cu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33"/>
          <p:cNvSpPr/>
          <p:nvPr/>
        </p:nvSpPr>
        <p:spPr>
          <a:xfrm rot="-5400000">
            <a:off x="5764530" y="1747750"/>
            <a:ext cx="5127267" cy="1631743"/>
          </a:xfrm>
          <a:custGeom>
            <a:avLst/>
            <a:gdLst/>
            <a:ahLst/>
            <a:cxnLst/>
            <a:rect l="l" t="t" r="r" b="b"/>
            <a:pathLst>
              <a:path w="160390" h="63921" extrusionOk="0">
                <a:moveTo>
                  <a:pt x="25594" y="1"/>
                </a:moveTo>
                <a:cubicBezTo>
                  <a:pt x="24854" y="1"/>
                  <a:pt x="24109" y="50"/>
                  <a:pt x="23360" y="151"/>
                </a:cubicBezTo>
                <a:cubicBezTo>
                  <a:pt x="17014" y="1020"/>
                  <a:pt x="11549" y="5616"/>
                  <a:pt x="7882" y="11176"/>
                </a:cubicBezTo>
                <a:cubicBezTo>
                  <a:pt x="4215" y="16737"/>
                  <a:pt x="2084" y="23249"/>
                  <a:pt x="0" y="29679"/>
                </a:cubicBezTo>
                <a:lnTo>
                  <a:pt x="24" y="63921"/>
                </a:lnTo>
                <a:lnTo>
                  <a:pt x="160294" y="63921"/>
                </a:lnTo>
                <a:lnTo>
                  <a:pt x="160294" y="59647"/>
                </a:lnTo>
                <a:cubicBezTo>
                  <a:pt x="160389" y="56503"/>
                  <a:pt x="158079" y="53789"/>
                  <a:pt x="155460" y="52301"/>
                </a:cubicBezTo>
                <a:cubicBezTo>
                  <a:pt x="152852" y="50812"/>
                  <a:pt x="149888" y="50193"/>
                  <a:pt x="147149" y="48979"/>
                </a:cubicBezTo>
                <a:cubicBezTo>
                  <a:pt x="139410" y="45550"/>
                  <a:pt x="134303" y="37834"/>
                  <a:pt x="128504" y="31405"/>
                </a:cubicBezTo>
                <a:cubicBezTo>
                  <a:pt x="123628" y="25989"/>
                  <a:pt x="117052" y="21086"/>
                  <a:pt x="110283" y="21086"/>
                </a:cubicBezTo>
                <a:cubicBezTo>
                  <a:pt x="109002" y="21086"/>
                  <a:pt x="107714" y="21261"/>
                  <a:pt x="106430" y="21642"/>
                </a:cubicBezTo>
                <a:cubicBezTo>
                  <a:pt x="98441" y="23999"/>
                  <a:pt x="93952" y="33322"/>
                  <a:pt x="86368" y="36906"/>
                </a:cubicBezTo>
                <a:cubicBezTo>
                  <a:pt x="84111" y="37971"/>
                  <a:pt x="81720" y="38448"/>
                  <a:pt x="79303" y="38448"/>
                </a:cubicBezTo>
                <a:cubicBezTo>
                  <a:pt x="73482" y="38448"/>
                  <a:pt x="67511" y="35682"/>
                  <a:pt x="62901" y="31703"/>
                </a:cubicBezTo>
                <a:cubicBezTo>
                  <a:pt x="56245" y="25952"/>
                  <a:pt x="51637" y="17999"/>
                  <a:pt x="45780" y="11331"/>
                </a:cubicBezTo>
                <a:cubicBezTo>
                  <a:pt x="40448" y="5250"/>
                  <a:pt x="33274" y="1"/>
                  <a:pt x="25594" y="1"/>
                </a:cubicBezTo>
                <a:close/>
              </a:path>
            </a:pathLst>
          </a:cu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loo 2"/>
              <a:buNone/>
              <a:defRPr sz="3600" b="1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loo 2"/>
              <a:buNone/>
              <a:defRPr sz="3600" b="1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loo 2"/>
              <a:buNone/>
              <a:defRPr sz="3600" b="1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loo 2"/>
              <a:buNone/>
              <a:defRPr sz="3600" b="1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loo 2"/>
              <a:buNone/>
              <a:defRPr sz="3600" b="1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loo 2"/>
              <a:buNone/>
              <a:defRPr sz="3600" b="1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loo 2"/>
              <a:buNone/>
              <a:defRPr sz="3600" b="1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loo 2"/>
              <a:buNone/>
              <a:defRPr sz="3600" b="1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loo 2"/>
              <a:buNone/>
              <a:defRPr sz="3600" b="1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7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8" r:id="rId3"/>
    <p:sldLayoutId id="2147483659" r:id="rId4"/>
    <p:sldLayoutId id="2147483661" r:id="rId5"/>
    <p:sldLayoutId id="2147483662" r:id="rId6"/>
    <p:sldLayoutId id="2147483666" r:id="rId7"/>
    <p:sldLayoutId id="2147483670" r:id="rId8"/>
    <p:sldLayoutId id="2147483676" r:id="rId9"/>
    <p:sldLayoutId id="2147483677" r:id="rId10"/>
    <p:sldLayoutId id="214748367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2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pn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png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.png"/><Relationship Id="rId4" Type="http://schemas.openxmlformats.org/officeDocument/2006/relationships/image" Target="../media/image2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647160-D48D-F5F6-DF67-7DAA46DB4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1" y="0"/>
            <a:ext cx="9131318" cy="5143500"/>
          </a:xfrm>
          <a:prstGeom prst="rect">
            <a:avLst/>
          </a:prstGeom>
        </p:spPr>
      </p:pic>
      <p:sp>
        <p:nvSpPr>
          <p:cNvPr id="2" name="Google Shape;1482;p72">
            <a:extLst>
              <a:ext uri="{FF2B5EF4-FFF2-40B4-BE49-F238E27FC236}">
                <a16:creationId xmlns:a16="http://schemas.microsoft.com/office/drawing/2014/main" id="{8794FBC5-59E2-23BD-7BC2-EA4BEE3867A6}"/>
              </a:ext>
            </a:extLst>
          </p:cNvPr>
          <p:cNvSpPr/>
          <p:nvPr/>
        </p:nvSpPr>
        <p:spPr>
          <a:xfrm rot="10800000">
            <a:off x="6684577" y="-1"/>
            <a:ext cx="2459422" cy="1198179"/>
          </a:xfrm>
          <a:custGeom>
            <a:avLst/>
            <a:gdLst/>
            <a:ahLst/>
            <a:cxnLst/>
            <a:rect l="l" t="t" r="r" b="b"/>
            <a:pathLst>
              <a:path w="83881" h="31706" extrusionOk="0">
                <a:moveTo>
                  <a:pt x="14118" y="0"/>
                </a:moveTo>
                <a:cubicBezTo>
                  <a:pt x="8435" y="0"/>
                  <a:pt x="3418" y="4125"/>
                  <a:pt x="1" y="7679"/>
                </a:cubicBezTo>
                <a:lnTo>
                  <a:pt x="1" y="31706"/>
                </a:lnTo>
                <a:lnTo>
                  <a:pt x="83880" y="31706"/>
                </a:lnTo>
                <a:cubicBezTo>
                  <a:pt x="80944" y="26024"/>
                  <a:pt x="77237" y="24734"/>
                  <a:pt x="73573" y="24734"/>
                </a:cubicBezTo>
                <a:cubicBezTo>
                  <a:pt x="70528" y="24734"/>
                  <a:pt x="67513" y="25625"/>
                  <a:pt x="64995" y="25625"/>
                </a:cubicBezTo>
                <a:cubicBezTo>
                  <a:pt x="62632" y="25625"/>
                  <a:pt x="60706" y="24841"/>
                  <a:pt x="59603" y="21800"/>
                </a:cubicBezTo>
                <a:cubicBezTo>
                  <a:pt x="57498" y="16010"/>
                  <a:pt x="54174" y="14242"/>
                  <a:pt x="51158" y="14242"/>
                </a:cubicBezTo>
                <a:cubicBezTo>
                  <a:pt x="48835" y="14242"/>
                  <a:pt x="46694" y="15291"/>
                  <a:pt x="45435" y="16359"/>
                </a:cubicBezTo>
                <a:cubicBezTo>
                  <a:pt x="43692" y="17841"/>
                  <a:pt x="41866" y="18874"/>
                  <a:pt x="39798" y="18874"/>
                </a:cubicBezTo>
                <a:cubicBezTo>
                  <a:pt x="36569" y="18874"/>
                  <a:pt x="32751" y="16355"/>
                  <a:pt x="27742" y="9096"/>
                </a:cubicBezTo>
                <a:cubicBezTo>
                  <a:pt x="23089" y="2356"/>
                  <a:pt x="18413" y="0"/>
                  <a:pt x="14118" y="0"/>
                </a:cubicBezTo>
                <a:close/>
              </a:path>
            </a:pathLst>
          </a:cu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427;p72">
            <a:extLst>
              <a:ext uri="{FF2B5EF4-FFF2-40B4-BE49-F238E27FC236}">
                <a16:creationId xmlns:a16="http://schemas.microsoft.com/office/drawing/2014/main" id="{23BF52B7-A851-662C-B389-E855365F6805}"/>
              </a:ext>
            </a:extLst>
          </p:cNvPr>
          <p:cNvSpPr/>
          <p:nvPr/>
        </p:nvSpPr>
        <p:spPr>
          <a:xfrm>
            <a:off x="0" y="3698215"/>
            <a:ext cx="2638097" cy="1445285"/>
          </a:xfrm>
          <a:custGeom>
            <a:avLst/>
            <a:gdLst/>
            <a:ahLst/>
            <a:cxnLst/>
            <a:rect l="l" t="t" r="r" b="b"/>
            <a:pathLst>
              <a:path w="43113" h="31707" extrusionOk="0">
                <a:moveTo>
                  <a:pt x="0" y="0"/>
                </a:moveTo>
                <a:lnTo>
                  <a:pt x="0" y="31707"/>
                </a:lnTo>
                <a:lnTo>
                  <a:pt x="43113" y="31707"/>
                </a:lnTo>
                <a:cubicBezTo>
                  <a:pt x="40315" y="29206"/>
                  <a:pt x="37422" y="26194"/>
                  <a:pt x="36219" y="23527"/>
                </a:cubicBezTo>
                <a:cubicBezTo>
                  <a:pt x="34588" y="19904"/>
                  <a:pt x="31949" y="19060"/>
                  <a:pt x="28948" y="19060"/>
                </a:cubicBezTo>
                <a:cubicBezTo>
                  <a:pt x="26326" y="19060"/>
                  <a:pt x="23428" y="19704"/>
                  <a:pt x="20682" y="19704"/>
                </a:cubicBezTo>
                <a:cubicBezTo>
                  <a:pt x="16498" y="19704"/>
                  <a:pt x="12670" y="18208"/>
                  <a:pt x="10716" y="10656"/>
                </a:cubicBezTo>
                <a:cubicBezTo>
                  <a:pt x="8561" y="2334"/>
                  <a:pt x="4144" y="48"/>
                  <a:pt x="0" y="0"/>
                </a:cubicBezTo>
                <a:close/>
              </a:path>
            </a:pathLst>
          </a:custGeom>
          <a:solidFill>
            <a:srgbClr val="01967A">
              <a:alpha val="488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" name="Google Shape;594;p46">
            <a:extLst>
              <a:ext uri="{FF2B5EF4-FFF2-40B4-BE49-F238E27FC236}">
                <a16:creationId xmlns:a16="http://schemas.microsoft.com/office/drawing/2014/main" id="{3FF30BF1-2E71-9FD2-A130-1BF9CF185BB4}"/>
              </a:ext>
            </a:extLst>
          </p:cNvPr>
          <p:cNvGrpSpPr/>
          <p:nvPr/>
        </p:nvGrpSpPr>
        <p:grpSpPr>
          <a:xfrm>
            <a:off x="891323" y="1283285"/>
            <a:ext cx="427725" cy="162000"/>
            <a:chOff x="447675" y="1666875"/>
            <a:chExt cx="427725" cy="162000"/>
          </a:xfrm>
        </p:grpSpPr>
        <p:sp>
          <p:nvSpPr>
            <p:cNvPr id="6" name="Google Shape;595;p46">
              <a:extLst>
                <a:ext uri="{FF2B5EF4-FFF2-40B4-BE49-F238E27FC236}">
                  <a16:creationId xmlns:a16="http://schemas.microsoft.com/office/drawing/2014/main" id="{4BED9D88-E44F-6E02-E305-643DAEA9F93C}"/>
                </a:ext>
              </a:extLst>
            </p:cNvPr>
            <p:cNvSpPr/>
            <p:nvPr/>
          </p:nvSpPr>
          <p:spPr>
            <a:xfrm>
              <a:off x="44767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7" name="Google Shape;596;p46">
              <a:extLst>
                <a:ext uri="{FF2B5EF4-FFF2-40B4-BE49-F238E27FC236}">
                  <a16:creationId xmlns:a16="http://schemas.microsoft.com/office/drawing/2014/main" id="{4417CC9E-68CF-64EA-2FFF-EF8C565BD0FC}"/>
                </a:ext>
              </a:extLst>
            </p:cNvPr>
            <p:cNvSpPr/>
            <p:nvPr/>
          </p:nvSpPr>
          <p:spPr>
            <a:xfrm>
              <a:off x="71340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</p:grpSp>
      <p:grpSp>
        <p:nvGrpSpPr>
          <p:cNvPr id="8" name="Google Shape;597;p46">
            <a:extLst>
              <a:ext uri="{FF2B5EF4-FFF2-40B4-BE49-F238E27FC236}">
                <a16:creationId xmlns:a16="http://schemas.microsoft.com/office/drawing/2014/main" id="{31A4AD02-A25C-E252-B0D6-CF8FFCCA0F1F}"/>
              </a:ext>
            </a:extLst>
          </p:cNvPr>
          <p:cNvGrpSpPr/>
          <p:nvPr/>
        </p:nvGrpSpPr>
        <p:grpSpPr>
          <a:xfrm>
            <a:off x="6011141" y="1445285"/>
            <a:ext cx="959175" cy="162000"/>
            <a:chOff x="447675" y="1666875"/>
            <a:chExt cx="959175" cy="162000"/>
          </a:xfrm>
        </p:grpSpPr>
        <p:sp>
          <p:nvSpPr>
            <p:cNvPr id="9" name="Google Shape;598;p46">
              <a:extLst>
                <a:ext uri="{FF2B5EF4-FFF2-40B4-BE49-F238E27FC236}">
                  <a16:creationId xmlns:a16="http://schemas.microsoft.com/office/drawing/2014/main" id="{EA4AD537-91EB-EC5F-9064-FBE8DF9AB762}"/>
                </a:ext>
              </a:extLst>
            </p:cNvPr>
            <p:cNvSpPr/>
            <p:nvPr/>
          </p:nvSpPr>
          <p:spPr>
            <a:xfrm>
              <a:off x="44767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10" name="Google Shape;599;p46">
              <a:extLst>
                <a:ext uri="{FF2B5EF4-FFF2-40B4-BE49-F238E27FC236}">
                  <a16:creationId xmlns:a16="http://schemas.microsoft.com/office/drawing/2014/main" id="{0FE3BEFC-93D1-6DD0-2D58-6148C11E4E91}"/>
                </a:ext>
              </a:extLst>
            </p:cNvPr>
            <p:cNvSpPr/>
            <p:nvPr/>
          </p:nvSpPr>
          <p:spPr>
            <a:xfrm>
              <a:off x="71340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11" name="Google Shape;600;p46">
              <a:extLst>
                <a:ext uri="{FF2B5EF4-FFF2-40B4-BE49-F238E27FC236}">
                  <a16:creationId xmlns:a16="http://schemas.microsoft.com/office/drawing/2014/main" id="{FF42F305-9696-6FAB-0E3F-33CE656AC0A0}"/>
                </a:ext>
              </a:extLst>
            </p:cNvPr>
            <p:cNvSpPr/>
            <p:nvPr/>
          </p:nvSpPr>
          <p:spPr>
            <a:xfrm>
              <a:off x="97912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12" name="Google Shape;601;p46">
              <a:extLst>
                <a:ext uri="{FF2B5EF4-FFF2-40B4-BE49-F238E27FC236}">
                  <a16:creationId xmlns:a16="http://schemas.microsoft.com/office/drawing/2014/main" id="{9A638F63-D803-2A86-0BFC-4DEB20D3949F}"/>
                </a:ext>
              </a:extLst>
            </p:cNvPr>
            <p:cNvSpPr/>
            <p:nvPr/>
          </p:nvSpPr>
          <p:spPr>
            <a:xfrm>
              <a:off x="124485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</p:grpSp>
      <p:sp>
        <p:nvSpPr>
          <p:cNvPr id="13" name="Google Shape;893;p61">
            <a:extLst>
              <a:ext uri="{FF2B5EF4-FFF2-40B4-BE49-F238E27FC236}">
                <a16:creationId xmlns:a16="http://schemas.microsoft.com/office/drawing/2014/main" id="{46D24452-AF95-3316-14F2-9503E939F22B}"/>
              </a:ext>
            </a:extLst>
          </p:cNvPr>
          <p:cNvSpPr/>
          <p:nvPr/>
        </p:nvSpPr>
        <p:spPr>
          <a:xfrm flipH="1">
            <a:off x="7914288" y="3930507"/>
            <a:ext cx="980700" cy="980700"/>
          </a:xfrm>
          <a:prstGeom prst="ellipse">
            <a:avLst/>
          </a:prstGeom>
          <a:solidFill>
            <a:srgbClr val="FED002">
              <a:alpha val="44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14" name="Google Shape;1263;p65">
            <a:extLst>
              <a:ext uri="{FF2B5EF4-FFF2-40B4-BE49-F238E27FC236}">
                <a16:creationId xmlns:a16="http://schemas.microsoft.com/office/drawing/2014/main" id="{0B4B8CD7-A47D-368B-ABFD-7D701BEB9EF8}"/>
              </a:ext>
            </a:extLst>
          </p:cNvPr>
          <p:cNvSpPr/>
          <p:nvPr/>
        </p:nvSpPr>
        <p:spPr>
          <a:xfrm>
            <a:off x="218382" y="1597685"/>
            <a:ext cx="792000" cy="792000"/>
          </a:xfrm>
          <a:prstGeom prst="ellipse">
            <a:avLst/>
          </a:prstGeom>
          <a:solidFill>
            <a:srgbClr val="FF4D01">
              <a:alpha val="506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15" name="Google Shape;1264;p65">
            <a:extLst>
              <a:ext uri="{FF2B5EF4-FFF2-40B4-BE49-F238E27FC236}">
                <a16:creationId xmlns:a16="http://schemas.microsoft.com/office/drawing/2014/main" id="{D30E865F-5647-669A-7319-577CB1F3F37B}"/>
              </a:ext>
            </a:extLst>
          </p:cNvPr>
          <p:cNvSpPr/>
          <p:nvPr/>
        </p:nvSpPr>
        <p:spPr>
          <a:xfrm>
            <a:off x="5217907" y="583479"/>
            <a:ext cx="614700" cy="614700"/>
          </a:xfrm>
          <a:prstGeom prst="ellipse">
            <a:avLst/>
          </a:pr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loo 2" panose="020B0604020202020204" charset="0"/>
              <a:cs typeface="Baloo 2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7338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1"/>
          <p:cNvSpPr txBox="1">
            <a:spLocks noGrp="1"/>
          </p:cNvSpPr>
          <p:nvPr>
            <p:ph type="title"/>
          </p:nvPr>
        </p:nvSpPr>
        <p:spPr>
          <a:xfrm>
            <a:off x="3272394" y="3360325"/>
            <a:ext cx="37956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—Shampoo JIAKHH</a:t>
            </a:r>
            <a:endParaRPr dirty="0"/>
          </a:p>
        </p:txBody>
      </p:sp>
      <p:sp>
        <p:nvSpPr>
          <p:cNvPr id="720" name="Google Shape;720;p51"/>
          <p:cNvSpPr txBox="1">
            <a:spLocks noGrp="1"/>
          </p:cNvSpPr>
          <p:nvPr>
            <p:ph type="subTitle" idx="1"/>
          </p:nvPr>
        </p:nvSpPr>
        <p:spPr>
          <a:xfrm>
            <a:off x="2759528" y="1328425"/>
            <a:ext cx="5127171" cy="203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Baloo 2" panose="020B0604020202020204" charset="0"/>
                <a:cs typeface="Baloo 2" panose="020B0604020202020204" charset="0"/>
              </a:rPr>
              <a:t>“</a:t>
            </a:r>
            <a:r>
              <a:rPr lang="en-US" sz="2400" dirty="0" err="1">
                <a:latin typeface="Baloo 2" panose="020B0604020202020204" charset="0"/>
                <a:cs typeface="Baloo 2" panose="020B0604020202020204" charset="0"/>
              </a:rPr>
              <a:t>Menjadi</a:t>
            </a:r>
            <a:r>
              <a:rPr lang="en-US" sz="2400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US" sz="2400" dirty="0" err="1">
                <a:latin typeface="Baloo 2" panose="020B0604020202020204" charset="0"/>
                <a:cs typeface="Baloo 2" panose="020B0604020202020204" charset="0"/>
              </a:rPr>
              <a:t>perusahaan</a:t>
            </a:r>
            <a:r>
              <a:rPr lang="en-US" sz="2400" dirty="0">
                <a:latin typeface="Baloo 2" panose="020B0604020202020204" charset="0"/>
                <a:cs typeface="Baloo 2" panose="020B0604020202020204" charset="0"/>
              </a:rPr>
              <a:t> yang </a:t>
            </a:r>
            <a:r>
              <a:rPr lang="en-US" sz="2400" dirty="0" err="1">
                <a:latin typeface="Baloo 2" panose="020B0604020202020204" charset="0"/>
                <a:cs typeface="Baloo 2" panose="020B0604020202020204" charset="0"/>
              </a:rPr>
              <a:t>membawakan</a:t>
            </a:r>
            <a:r>
              <a:rPr lang="en-US" sz="2400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US" sz="2400" dirty="0" err="1">
                <a:latin typeface="Baloo 2" panose="020B0604020202020204" charset="0"/>
                <a:cs typeface="Baloo 2" panose="020B0604020202020204" charset="0"/>
              </a:rPr>
              <a:t>solusi</a:t>
            </a:r>
            <a:r>
              <a:rPr lang="en-US" sz="2400" dirty="0">
                <a:latin typeface="Baloo 2" panose="020B0604020202020204" charset="0"/>
                <a:cs typeface="Baloo 2" panose="020B0604020202020204" charset="0"/>
              </a:rPr>
              <a:t> dan </a:t>
            </a:r>
            <a:r>
              <a:rPr lang="en-US" sz="2400" dirty="0" err="1">
                <a:latin typeface="Baloo 2" panose="020B0604020202020204" charset="0"/>
                <a:cs typeface="Baloo 2" panose="020B0604020202020204" charset="0"/>
              </a:rPr>
              <a:t>inovasi</a:t>
            </a:r>
            <a:r>
              <a:rPr lang="en-US" sz="2400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US" sz="2400" dirty="0" err="1">
                <a:latin typeface="Baloo 2" panose="020B0604020202020204" charset="0"/>
                <a:cs typeface="Baloo 2" panose="020B0604020202020204" charset="0"/>
              </a:rPr>
              <a:t>terbaru</a:t>
            </a:r>
            <a:r>
              <a:rPr lang="en-US" sz="2400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US" sz="2400" dirty="0" err="1">
                <a:latin typeface="Baloo 2" panose="020B0604020202020204" charset="0"/>
                <a:cs typeface="Baloo 2" panose="020B0604020202020204" charset="0"/>
              </a:rPr>
              <a:t>terhadap</a:t>
            </a:r>
            <a:r>
              <a:rPr lang="en-US" sz="2400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US" sz="2400" dirty="0" err="1">
                <a:latin typeface="Baloo 2" panose="020B0604020202020204" charset="0"/>
                <a:cs typeface="Baloo 2" panose="020B0604020202020204" charset="0"/>
              </a:rPr>
              <a:t>kondisi</a:t>
            </a:r>
            <a:r>
              <a:rPr lang="en-US" sz="2400" dirty="0">
                <a:latin typeface="Baloo 2" panose="020B0604020202020204" charset="0"/>
                <a:cs typeface="Baloo 2" panose="020B0604020202020204" charset="0"/>
              </a:rPr>
              <a:t> Kesehatan </a:t>
            </a:r>
            <a:r>
              <a:rPr lang="en-US" sz="2400" dirty="0" err="1">
                <a:latin typeface="Baloo 2" panose="020B0604020202020204" charset="0"/>
                <a:cs typeface="Baloo 2" panose="020B0604020202020204" charset="0"/>
              </a:rPr>
              <a:t>rambut</a:t>
            </a:r>
            <a:r>
              <a:rPr lang="en-US" sz="2400" dirty="0">
                <a:latin typeface="Baloo 2" panose="020B0604020202020204" charset="0"/>
                <a:cs typeface="Baloo 2" panose="020B0604020202020204" charset="0"/>
              </a:rPr>
              <a:t> dan </a:t>
            </a:r>
            <a:r>
              <a:rPr lang="en-US" sz="2400" dirty="0" err="1">
                <a:latin typeface="Baloo 2" panose="020B0604020202020204" charset="0"/>
                <a:cs typeface="Baloo 2" panose="020B0604020202020204" charset="0"/>
              </a:rPr>
              <a:t>kulit</a:t>
            </a:r>
            <a:r>
              <a:rPr lang="en-US" sz="2400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US" sz="2400" dirty="0" err="1">
                <a:latin typeface="Baloo 2" panose="020B0604020202020204" charset="0"/>
                <a:cs typeface="Baloo 2" panose="020B0604020202020204" charset="0"/>
              </a:rPr>
              <a:t>kepala</a:t>
            </a:r>
            <a:r>
              <a:rPr lang="en-US" sz="2400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US" sz="2400" dirty="0" err="1">
                <a:latin typeface="Baloo 2" panose="020B0604020202020204" charset="0"/>
                <a:cs typeface="Baloo 2" panose="020B0604020202020204" charset="0"/>
              </a:rPr>
              <a:t>si</a:t>
            </a:r>
            <a:r>
              <a:rPr lang="en-US" sz="2400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US" sz="2400" dirty="0" err="1">
                <a:latin typeface="Baloo 2" panose="020B0604020202020204" charset="0"/>
                <a:cs typeface="Baloo 2" panose="020B0604020202020204" charset="0"/>
              </a:rPr>
              <a:t>pemakai</a:t>
            </a:r>
            <a:r>
              <a:rPr lang="en-US" sz="2400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US" sz="2400" dirty="0" err="1">
                <a:latin typeface="Baloo 2" panose="020B0604020202020204" charset="0"/>
                <a:cs typeface="Baloo 2" panose="020B0604020202020204" charset="0"/>
              </a:rPr>
              <a:t>produk</a:t>
            </a:r>
            <a:r>
              <a:rPr lang="en-US" sz="2400" dirty="0">
                <a:latin typeface="Baloo 2" panose="020B0604020202020204" charset="0"/>
                <a:cs typeface="Baloo 2" panose="020B0604020202020204" charset="0"/>
              </a:rPr>
              <a:t> kami.”</a:t>
            </a:r>
            <a:endParaRPr dirty="0">
              <a:latin typeface="Baloo 2" panose="020B0604020202020204" charset="0"/>
              <a:cs typeface="Baloo 2" panose="020B0604020202020204" charset="0"/>
            </a:endParaRPr>
          </a:p>
        </p:txBody>
      </p:sp>
      <p:pic>
        <p:nvPicPr>
          <p:cNvPr id="5" name="Picture 4" descr="Logo&#10;&#10;Description automatically generated with medium confidence">
            <a:extLst>
              <a:ext uri="{FF2B5EF4-FFF2-40B4-BE49-F238E27FC236}">
                <a16:creationId xmlns:a16="http://schemas.microsoft.com/office/drawing/2014/main" id="{8369DD13-2264-3793-DFCD-10F16CE32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68755"/>
            <a:ext cx="1597180" cy="15971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57"/>
          <p:cNvSpPr txBox="1">
            <a:spLocks noGrp="1"/>
          </p:cNvSpPr>
          <p:nvPr>
            <p:ph type="title" idx="3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P</a:t>
            </a:r>
            <a:r>
              <a:rPr lang="en" dirty="0"/>
              <a:t>eluang pasar</a:t>
            </a:r>
            <a:endParaRPr dirty="0"/>
          </a:p>
        </p:txBody>
      </p:sp>
      <p:grpSp>
        <p:nvGrpSpPr>
          <p:cNvPr id="813" name="Google Shape;813;p57"/>
          <p:cNvGrpSpPr/>
          <p:nvPr/>
        </p:nvGrpSpPr>
        <p:grpSpPr>
          <a:xfrm>
            <a:off x="2625463" y="2785138"/>
            <a:ext cx="427725" cy="162000"/>
            <a:chOff x="979125" y="1666875"/>
            <a:chExt cx="427725" cy="162000"/>
          </a:xfrm>
        </p:grpSpPr>
        <p:sp>
          <p:nvSpPr>
            <p:cNvPr id="814" name="Google Shape;814;p57"/>
            <p:cNvSpPr/>
            <p:nvPr/>
          </p:nvSpPr>
          <p:spPr>
            <a:xfrm>
              <a:off x="97912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57"/>
            <p:cNvSpPr/>
            <p:nvPr/>
          </p:nvSpPr>
          <p:spPr>
            <a:xfrm>
              <a:off x="124485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 descr="Logo&#10;&#10;Description automatically generated with medium confidence">
            <a:extLst>
              <a:ext uri="{FF2B5EF4-FFF2-40B4-BE49-F238E27FC236}">
                <a16:creationId xmlns:a16="http://schemas.microsoft.com/office/drawing/2014/main" id="{A7AA2D7D-4ABE-265E-2198-87B1C0917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68755"/>
            <a:ext cx="1597180" cy="1597180"/>
          </a:xfrm>
          <a:prstGeom prst="rect">
            <a:avLst/>
          </a:prstGeom>
        </p:spPr>
      </p:pic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2593E08F-74D2-50E6-126A-CDE1EFB2C0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1741147"/>
              </p:ext>
            </p:extLst>
          </p:nvPr>
        </p:nvGraphicFramePr>
        <p:xfrm>
          <a:off x="372033" y="814475"/>
          <a:ext cx="4641944" cy="37270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3CF5CCFD-938D-0314-9B25-A89F7FA3D82E}"/>
              </a:ext>
            </a:extLst>
          </p:cNvPr>
          <p:cNvSpPr txBox="1"/>
          <p:nvPr/>
        </p:nvSpPr>
        <p:spPr>
          <a:xfrm>
            <a:off x="4386822" y="1183925"/>
            <a:ext cx="4316085" cy="3242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lnSpc>
                <a:spcPct val="107000"/>
              </a:lnSpc>
            </a:pP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Peluang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pasar pada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produk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kita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dapat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diproyeksikan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pada diagram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lingkaran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sebagai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berikut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. Hasil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penjualan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akan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didominasi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oleh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anak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remaja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,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yaitu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sekitar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58%. Hal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tersebut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bisa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terjadi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karena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anak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remaja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cenderung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lebih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sering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melakukan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perawatan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diri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,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sehingga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mereka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akan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membeli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produk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perawatan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.</a:t>
            </a:r>
          </a:p>
          <a:p>
            <a:pPr marL="457200">
              <a:lnSpc>
                <a:spcPct val="107000"/>
              </a:lnSpc>
            </a:pP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Lalu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diikuti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oleh orang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dewasa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sekitar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23%,, dan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sisanya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diisi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oleh orang yang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memiliki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kebutuhan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masing-masing (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Pemilik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usaha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, </a:t>
            </a:r>
            <a:r>
              <a:rPr lang="en-US" sz="16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dll</a:t>
            </a:r>
            <a:r>
              <a:rPr lang="en-US" sz="16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) </a:t>
            </a:r>
            <a:endParaRPr lang="en-ID" sz="1600" dirty="0">
              <a:effectLst/>
              <a:latin typeface="Baloo 2" panose="020B0604020202020204" charset="0"/>
              <a:ea typeface="Calibri" panose="020F0502020204030204" pitchFamily="34" charset="0"/>
              <a:cs typeface="Baloo 2" panose="020B060402020202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7DBB1-B070-A347-656F-416F86BCC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50" y="0"/>
            <a:ext cx="7717500" cy="996146"/>
          </a:xfrm>
        </p:spPr>
        <p:txBody>
          <a:bodyPr/>
          <a:lstStyle/>
          <a:p>
            <a:pPr algn="ctr"/>
            <a:r>
              <a:rPr lang="en-US" dirty="0"/>
              <a:t>Target Pasar</a:t>
            </a:r>
            <a:endParaRPr lang="en-ID" dirty="0"/>
          </a:p>
        </p:txBody>
      </p:sp>
      <p:graphicFrame>
        <p:nvGraphicFramePr>
          <p:cNvPr id="3" name="Google Shape;1314;p67">
            <a:extLst>
              <a:ext uri="{FF2B5EF4-FFF2-40B4-BE49-F238E27FC236}">
                <a16:creationId xmlns:a16="http://schemas.microsoft.com/office/drawing/2014/main" id="{A9642791-84FB-E965-5A87-1A548D0EE4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4698808"/>
              </p:ext>
            </p:extLst>
          </p:nvPr>
        </p:nvGraphicFramePr>
        <p:xfrm>
          <a:off x="583747" y="594971"/>
          <a:ext cx="7976506" cy="4311423"/>
        </p:xfrm>
        <a:graphic>
          <a:graphicData uri="http://schemas.openxmlformats.org/drawingml/2006/table">
            <a:tbl>
              <a:tblPr firstCol="1">
                <a:noFill/>
                <a:tableStyleId>{54360D01-938F-46CD-A0B9-3CD1AC6BF4D9}</a:tableStyleId>
              </a:tblPr>
              <a:tblGrid>
                <a:gridCol w="2713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15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15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395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Target </a:t>
                      </a:r>
                      <a:r>
                        <a:rPr lang="en-US" sz="1800" b="1" dirty="0" err="1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Konsumen</a:t>
                      </a:r>
                      <a:endParaRPr sz="1800" b="1" dirty="0">
                        <a:solidFill>
                          <a:schemeClr val="accent4"/>
                        </a:solidFill>
                        <a:latin typeface="Baloo 2" panose="020B0604020202020204" charset="0"/>
                        <a:ea typeface="Baloo 2"/>
                        <a:cs typeface="Baloo 2" panose="020B0604020202020204" charset="0"/>
                        <a:sym typeface="Baloo 2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karakteristik</a:t>
                      </a:r>
                      <a:endParaRPr sz="1800" b="1" dirty="0">
                        <a:solidFill>
                          <a:schemeClr val="accent4"/>
                        </a:solidFill>
                        <a:latin typeface="Baloo 2" panose="020B0604020202020204" charset="0"/>
                        <a:ea typeface="Baloo 2"/>
                        <a:cs typeface="Baloo 2" panose="020B0604020202020204" charset="0"/>
                        <a:sym typeface="Baloo 2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Alasan membeli</a:t>
                      </a:r>
                      <a:endParaRPr sz="1800" b="1" dirty="0">
                        <a:solidFill>
                          <a:schemeClr val="accent4"/>
                        </a:solidFill>
                        <a:latin typeface="Baloo 2" panose="020B0604020202020204" charset="0"/>
                        <a:ea typeface="Baloo 2"/>
                        <a:cs typeface="Baloo 2" panose="020B0604020202020204" charset="0"/>
                        <a:sym typeface="Baloo 2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9567">
                <a:tc>
                  <a:txBody>
                    <a:bodyPr/>
                    <a:lstStyle/>
                    <a:p>
                      <a:pPr marL="1397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Open Sans"/>
                        <a:buNone/>
                      </a:pP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Remaja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/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anak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muda</a:t>
                      </a:r>
                      <a:endParaRPr dirty="0">
                        <a:solidFill>
                          <a:schemeClr val="dk1"/>
                        </a:solidFill>
                        <a:latin typeface="Baloo 2" panose="020B0604020202020204" charset="0"/>
                        <a:ea typeface="Open Sans"/>
                        <a:cs typeface="Baloo 2" panose="020B0604020202020204" charset="0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Tingkat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ekonomi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menengah-rendah</a:t>
                      </a:r>
                      <a:endParaRPr lang="en-ID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Baloo 2" panose="020B0604020202020204" charset="0"/>
                        <a:ea typeface="Arial"/>
                        <a:cs typeface="Baloo 2" panose="020B0604020202020204" charset="0"/>
                        <a:sym typeface="Arial"/>
                      </a:endParaRP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Lebih sabar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menunggu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hasil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dari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produk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kesehatan</a:t>
                      </a:r>
                      <a:endParaRPr lang="en-ID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Baloo 2" panose="020B0604020202020204" charset="0"/>
                        <a:ea typeface="Arial"/>
                        <a:cs typeface="Baloo 2" panose="020B0604020202020204" charset="0"/>
                        <a:sym typeface="Arial"/>
                      </a:endParaRPr>
                    </a:p>
                    <a:p>
                      <a:pPr marL="1397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Open Sans"/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Baloo 2" panose="020B0604020202020204" charset="0"/>
                        <a:ea typeface="Open Sans"/>
                        <a:cs typeface="Baloo 2" panose="020B0604020202020204" charset="0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397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Open Sans"/>
                        <a:buNone/>
                      </a:pP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Membeli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produk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ini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dikarenakan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konsumen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lebih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memiliki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kepedulian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tinggi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pada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kesehatan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rambut</a:t>
                      </a:r>
                      <a:endParaRPr dirty="0">
                        <a:solidFill>
                          <a:schemeClr val="dk1"/>
                        </a:solidFill>
                        <a:latin typeface="Baloo 2" panose="020B0604020202020204" charset="0"/>
                        <a:ea typeface="Open Sans"/>
                        <a:cs typeface="Baloo 2" panose="020B0604020202020204" charset="0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779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Salon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rambut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</a:t>
                      </a:r>
                      <a:endParaRPr dirty="0">
                        <a:solidFill>
                          <a:schemeClr val="dk1"/>
                        </a:solidFill>
                        <a:latin typeface="Baloo 2" panose="020B0604020202020204" charset="0"/>
                        <a:ea typeface="Open Sans"/>
                        <a:cs typeface="Baloo 2" panose="020B0604020202020204" charset="0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Tingkat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ekonomi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tinggi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</a:t>
                      </a:r>
                      <a:endParaRPr lang="en-ID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Baloo 2" panose="020B0604020202020204" charset="0"/>
                        <a:ea typeface="Arial"/>
                        <a:cs typeface="Baloo 2" panose="020B0604020202020204" charset="0"/>
                        <a:sym typeface="Arial"/>
                      </a:endParaRP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Peduli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pada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kepuasaan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konsumen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salonnya</a:t>
                      </a:r>
                      <a:endParaRPr lang="en-ID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Baloo 2" panose="020B0604020202020204" charset="0"/>
                        <a:ea typeface="Arial"/>
                        <a:cs typeface="Baloo 2" panose="020B0604020202020204" charset="0"/>
                        <a:sym typeface="Arial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Baloo 2" panose="020B0604020202020204" charset="0"/>
                        <a:ea typeface="Open Sans"/>
                        <a:cs typeface="Baloo 2" panose="020B0604020202020204" charset="0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Membeli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produk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secara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bulk  untuk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stok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produk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kesehatan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rambut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berbahan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dasar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herbal</a:t>
                      </a:r>
                      <a:endParaRPr dirty="0">
                        <a:solidFill>
                          <a:schemeClr val="dk1"/>
                        </a:solidFill>
                        <a:latin typeface="Baloo 2" panose="020B0604020202020204" charset="0"/>
                        <a:ea typeface="Open Sans"/>
                        <a:cs typeface="Baloo 2" panose="020B0604020202020204" charset="0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995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ID" dirty="0" err="1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Konsumen</a:t>
                      </a:r>
                      <a:r>
                        <a:rPr lang="en-ID" dirty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dengan</a:t>
                      </a:r>
                      <a:r>
                        <a:rPr lang="en-ID" dirty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masalah</a:t>
                      </a:r>
                      <a:r>
                        <a:rPr lang="en-ID" dirty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rambut</a:t>
                      </a:r>
                      <a:endParaRPr dirty="0">
                        <a:solidFill>
                          <a:schemeClr val="dk1"/>
                        </a:solidFill>
                        <a:latin typeface="Baloo 2" panose="020B0604020202020204" charset="0"/>
                        <a:ea typeface="Open Sans"/>
                        <a:cs typeface="Baloo 2" panose="020B0604020202020204" charset="0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dirty="0" err="1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Khawatir</a:t>
                      </a:r>
                      <a:r>
                        <a:rPr lang="en-ID" dirty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terhadap</a:t>
                      </a:r>
                      <a:r>
                        <a:rPr lang="en-ID" dirty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kerusakan</a:t>
                      </a:r>
                      <a:r>
                        <a:rPr lang="en-ID" dirty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rambut</a:t>
                      </a:r>
                      <a:endParaRPr lang="en-ID" dirty="0">
                        <a:solidFill>
                          <a:schemeClr val="dk1"/>
                        </a:solidFill>
                        <a:latin typeface="Baloo 2" panose="020B0604020202020204" charset="0"/>
                        <a:ea typeface="Open Sans"/>
                        <a:cs typeface="Baloo 2" panose="020B0604020202020204" charset="0"/>
                        <a:sym typeface="Open Sans"/>
                      </a:endParaRP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dirty="0" err="1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Ingin</a:t>
                      </a:r>
                      <a:r>
                        <a:rPr lang="en-ID" dirty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hasil</a:t>
                      </a:r>
                      <a:r>
                        <a:rPr lang="en-ID" dirty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secepatnya</a:t>
                      </a:r>
                      <a:endParaRPr lang="en-ID" dirty="0">
                        <a:solidFill>
                          <a:schemeClr val="dk1"/>
                        </a:solidFill>
                        <a:latin typeface="Baloo 2" panose="020B0604020202020204" charset="0"/>
                        <a:ea typeface="Open Sans"/>
                        <a:cs typeface="Baloo 2" panose="020B0604020202020204" charset="0"/>
                        <a:sym typeface="Open Sans"/>
                      </a:endParaRP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D" dirty="0" err="1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Bersedia</a:t>
                      </a:r>
                      <a:r>
                        <a:rPr lang="en-ID" dirty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mengeluarkan</a:t>
                      </a:r>
                      <a:r>
                        <a:rPr lang="en-ID" dirty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 uang </a:t>
                      </a:r>
                      <a:r>
                        <a:rPr lang="en-ID" dirty="0" err="1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lebih</a:t>
                      </a:r>
                      <a:r>
                        <a:rPr lang="en-ID" dirty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untuk</a:t>
                      </a:r>
                      <a:r>
                        <a:rPr lang="en-ID" dirty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 </a:t>
                      </a:r>
                      <a:r>
                        <a:rPr lang="en-ID" dirty="0" err="1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hasil</a:t>
                      </a:r>
                      <a:r>
                        <a:rPr lang="en-ID" dirty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 yang </a:t>
                      </a:r>
                      <a:r>
                        <a:rPr lang="en-ID" dirty="0" err="1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diinginkan</a:t>
                      </a:r>
                      <a:endParaRPr dirty="0">
                        <a:solidFill>
                          <a:schemeClr val="dk1"/>
                        </a:solidFill>
                        <a:latin typeface="Baloo 2" panose="020B0604020202020204" charset="0"/>
                        <a:ea typeface="Open Sans"/>
                        <a:cs typeface="Baloo 2" panose="020B0604020202020204" charset="0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K</a:t>
                      </a:r>
                      <a:r>
                        <a:rPr lang="id-ID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arena mereka percaya bahwa produk</a:t>
                      </a:r>
                      <a:r>
                        <a:rPr lang="en-ID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 herbal </a:t>
                      </a:r>
                      <a:r>
                        <a:rPr lang="id-ID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loo 2" panose="020B0604020202020204" charset="0"/>
                          <a:ea typeface="Arial"/>
                          <a:cs typeface="Baloo 2" panose="020B0604020202020204" charset="0"/>
                          <a:sym typeface="Arial"/>
                        </a:rPr>
                        <a:t>lebih alami dan lebih aman daripada shampoo yang mengandung bahan kimia.</a:t>
                      </a:r>
                      <a:endParaRPr dirty="0">
                        <a:solidFill>
                          <a:schemeClr val="dk1"/>
                        </a:solidFill>
                        <a:latin typeface="Baloo 2" panose="020B0604020202020204" charset="0"/>
                        <a:ea typeface="Open Sans"/>
                        <a:cs typeface="Baloo 2" panose="020B0604020202020204" charset="0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8271766"/>
                  </a:ext>
                </a:extLst>
              </a:tr>
            </a:tbl>
          </a:graphicData>
        </a:graphic>
      </p:graphicFrame>
      <p:pic>
        <p:nvPicPr>
          <p:cNvPr id="4" name="Picture 3" descr="Logo&#10;&#10;Description automatically generated with medium confidence">
            <a:extLst>
              <a:ext uri="{FF2B5EF4-FFF2-40B4-BE49-F238E27FC236}">
                <a16:creationId xmlns:a16="http://schemas.microsoft.com/office/drawing/2014/main" id="{94CDD9A0-B9EF-8715-1813-18E8E7893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0091" y="-300517"/>
            <a:ext cx="1597180" cy="159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353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9"/>
          <p:cNvSpPr/>
          <p:nvPr/>
        </p:nvSpPr>
        <p:spPr>
          <a:xfrm>
            <a:off x="794795" y="1317750"/>
            <a:ext cx="3718500" cy="15684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450" name="Google Shape;450;p39"/>
          <p:cNvSpPr/>
          <p:nvPr/>
        </p:nvSpPr>
        <p:spPr>
          <a:xfrm>
            <a:off x="4630705" y="1317750"/>
            <a:ext cx="3718500" cy="15684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451" name="Google Shape;451;p39"/>
          <p:cNvSpPr/>
          <p:nvPr/>
        </p:nvSpPr>
        <p:spPr>
          <a:xfrm>
            <a:off x="794795" y="3019975"/>
            <a:ext cx="3718500" cy="15684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452" name="Google Shape;452;p39"/>
          <p:cNvSpPr/>
          <p:nvPr/>
        </p:nvSpPr>
        <p:spPr>
          <a:xfrm>
            <a:off x="4630705" y="3019975"/>
            <a:ext cx="3718500" cy="15684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457" name="Google Shape;457;p39"/>
          <p:cNvSpPr txBox="1">
            <a:spLocks noGrp="1"/>
          </p:cNvSpPr>
          <p:nvPr>
            <p:ph type="title"/>
          </p:nvPr>
        </p:nvSpPr>
        <p:spPr>
          <a:xfrm>
            <a:off x="2183729" y="548825"/>
            <a:ext cx="47826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aloo 2" panose="020B0604020202020204" charset="0"/>
                <a:cs typeface="Baloo 2" panose="020B0604020202020204" charset="0"/>
              </a:rPr>
              <a:t>Unique Selling Point</a:t>
            </a:r>
            <a:endParaRPr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458" name="Google Shape;458;p39"/>
          <p:cNvSpPr txBox="1">
            <a:spLocks noGrp="1"/>
          </p:cNvSpPr>
          <p:nvPr>
            <p:ph type="title" idx="2"/>
          </p:nvPr>
        </p:nvSpPr>
        <p:spPr>
          <a:xfrm>
            <a:off x="2010670" y="1582913"/>
            <a:ext cx="2223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aloo 2" panose="020B0604020202020204" charset="0"/>
                <a:cs typeface="Baloo 2" panose="020B0604020202020204" charset="0"/>
              </a:rPr>
              <a:t>Lidah buaya</a:t>
            </a:r>
            <a:endParaRPr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459" name="Google Shape;459;p39"/>
          <p:cNvSpPr txBox="1">
            <a:spLocks noGrp="1"/>
          </p:cNvSpPr>
          <p:nvPr>
            <p:ph type="subTitle" idx="1"/>
          </p:nvPr>
        </p:nvSpPr>
        <p:spPr>
          <a:xfrm>
            <a:off x="2010670" y="1846763"/>
            <a:ext cx="245159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Memiliki</a:t>
            </a:r>
            <a:r>
              <a:rPr lang="en-US" sz="105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05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Bahan</a:t>
            </a:r>
            <a:r>
              <a:rPr lang="en-US" sz="105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05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dasar</a:t>
            </a:r>
            <a:r>
              <a:rPr lang="en-US" sz="105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Aloe Vera yang </a:t>
            </a:r>
            <a:r>
              <a:rPr lang="en-US" sz="105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berfungsi</a:t>
            </a:r>
            <a:r>
              <a:rPr lang="en-US" sz="105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untuk </a:t>
            </a:r>
            <a:r>
              <a:rPr lang="en-US" sz="105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memperkuat</a:t>
            </a:r>
            <a:r>
              <a:rPr lang="en-US" sz="105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05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rambut</a:t>
            </a:r>
            <a:r>
              <a:rPr lang="en-US" sz="105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, dan </a:t>
            </a:r>
            <a:r>
              <a:rPr lang="en-US" sz="105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memiliki</a:t>
            </a:r>
            <a:r>
              <a:rPr lang="en-US" sz="105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vitamin A, C, dan E yang </a:t>
            </a:r>
            <a:r>
              <a:rPr lang="en-US" sz="105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mampu</a:t>
            </a:r>
            <a:r>
              <a:rPr lang="en-US" sz="105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05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mempercepat</a:t>
            </a:r>
            <a:r>
              <a:rPr lang="en-US" sz="105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05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regenerasi</a:t>
            </a:r>
            <a:r>
              <a:rPr lang="en-US" sz="105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05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sel</a:t>
            </a:r>
            <a:r>
              <a:rPr lang="en-US" sz="105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05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rambut</a:t>
            </a:r>
            <a:endParaRPr sz="1050"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460" name="Google Shape;460;p39"/>
          <p:cNvSpPr txBox="1">
            <a:spLocks noGrp="1"/>
          </p:cNvSpPr>
          <p:nvPr>
            <p:ph type="title" idx="3"/>
          </p:nvPr>
        </p:nvSpPr>
        <p:spPr>
          <a:xfrm>
            <a:off x="5849971" y="1582913"/>
            <a:ext cx="2223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aloo 2" panose="020B0604020202020204" charset="0"/>
                <a:cs typeface="Baloo 2" panose="020B0604020202020204" charset="0"/>
              </a:rPr>
              <a:t>Kemiri</a:t>
            </a:r>
            <a:endParaRPr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461" name="Google Shape;461;p39"/>
          <p:cNvSpPr txBox="1">
            <a:spLocks noGrp="1"/>
          </p:cNvSpPr>
          <p:nvPr>
            <p:ph type="subTitle" idx="4"/>
          </p:nvPr>
        </p:nvSpPr>
        <p:spPr>
          <a:xfrm>
            <a:off x="5933613" y="1874150"/>
            <a:ext cx="2277475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 dirty="0" err="1">
                <a:latin typeface="Baloo 2" panose="020B0604020202020204" charset="0"/>
                <a:cs typeface="Baloo 2" panose="020B0604020202020204" charset="0"/>
              </a:rPr>
              <a:t>Ditambah</a:t>
            </a:r>
            <a:r>
              <a:rPr lang="en-ID" sz="1000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sz="1000" dirty="0" err="1">
                <a:latin typeface="Baloo 2" panose="020B0604020202020204" charset="0"/>
                <a:cs typeface="Baloo 2" panose="020B0604020202020204" charset="0"/>
              </a:rPr>
              <a:t>bahan</a:t>
            </a:r>
            <a:r>
              <a:rPr lang="en-ID" sz="1000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sz="1000" dirty="0" err="1">
                <a:latin typeface="Baloo 2" panose="020B0604020202020204" charset="0"/>
                <a:cs typeface="Baloo 2" panose="020B0604020202020204" charset="0"/>
              </a:rPr>
              <a:t>alami</a:t>
            </a:r>
            <a:r>
              <a:rPr lang="en-ID" sz="1000" dirty="0">
                <a:latin typeface="Baloo 2" panose="020B0604020202020204" charset="0"/>
                <a:cs typeface="Baloo 2" panose="020B0604020202020204" charset="0"/>
              </a:rPr>
              <a:t> lain </a:t>
            </a:r>
            <a:r>
              <a:rPr lang="en-ID" sz="1000" dirty="0" err="1">
                <a:latin typeface="Baloo 2" panose="020B0604020202020204" charset="0"/>
                <a:cs typeface="Baloo 2" panose="020B0604020202020204" charset="0"/>
              </a:rPr>
              <a:t>seperti</a:t>
            </a:r>
            <a:r>
              <a:rPr lang="en-ID" sz="1000" dirty="0">
                <a:latin typeface="Baloo 2" panose="020B0604020202020204" charset="0"/>
                <a:cs typeface="Baloo 2" panose="020B0604020202020204" charset="0"/>
              </a:rPr>
              <a:t> Kemiri, yang </a:t>
            </a:r>
            <a:r>
              <a:rPr lang="en-ID" sz="1000" dirty="0" err="1">
                <a:latin typeface="Baloo 2" panose="020B0604020202020204" charset="0"/>
                <a:cs typeface="Baloo 2" panose="020B0604020202020204" charset="0"/>
              </a:rPr>
              <a:t>berfungsi</a:t>
            </a:r>
            <a:r>
              <a:rPr lang="en-ID" sz="1000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sz="1000" dirty="0" err="1">
                <a:latin typeface="Baloo 2" panose="020B0604020202020204" charset="0"/>
                <a:cs typeface="Baloo 2" panose="020B0604020202020204" charset="0"/>
              </a:rPr>
              <a:t>sebagai</a:t>
            </a:r>
            <a:r>
              <a:rPr lang="en-ID" sz="1000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sz="1000" dirty="0" err="1">
                <a:latin typeface="Baloo 2" panose="020B0604020202020204" charset="0"/>
                <a:cs typeface="Baloo 2" panose="020B0604020202020204" charset="0"/>
              </a:rPr>
              <a:t>menumbuhkan</a:t>
            </a:r>
            <a:r>
              <a:rPr lang="en-ID" sz="1000" dirty="0">
                <a:latin typeface="Baloo 2" panose="020B0604020202020204" charset="0"/>
                <a:cs typeface="Baloo 2" panose="020B0604020202020204" charset="0"/>
              </a:rPr>
              <a:t> dan </a:t>
            </a:r>
            <a:r>
              <a:rPr lang="en-ID" sz="1000" dirty="0" err="1">
                <a:latin typeface="Baloo 2" panose="020B0604020202020204" charset="0"/>
                <a:cs typeface="Baloo 2" panose="020B0604020202020204" charset="0"/>
              </a:rPr>
              <a:t>melebatkan</a:t>
            </a:r>
            <a:r>
              <a:rPr lang="en-ID" sz="1000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sz="1000" dirty="0" err="1">
                <a:latin typeface="Baloo 2" panose="020B0604020202020204" charset="0"/>
                <a:cs typeface="Baloo 2" panose="020B0604020202020204" charset="0"/>
              </a:rPr>
              <a:t>rambur</a:t>
            </a:r>
            <a:r>
              <a:rPr lang="en-ID" sz="1000" dirty="0">
                <a:latin typeface="Baloo 2" panose="020B0604020202020204" charset="0"/>
                <a:cs typeface="Baloo 2" panose="020B0604020202020204" charset="0"/>
              </a:rPr>
              <a:t>. Serta </a:t>
            </a:r>
            <a:r>
              <a:rPr lang="en-ID" sz="1000" dirty="0" err="1">
                <a:latin typeface="Baloo 2" panose="020B0604020202020204" charset="0"/>
                <a:cs typeface="Baloo 2" panose="020B0604020202020204" charset="0"/>
              </a:rPr>
              <a:t>membuat</a:t>
            </a:r>
            <a:r>
              <a:rPr lang="en-ID" sz="1000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sz="1000" dirty="0" err="1">
                <a:latin typeface="Baloo 2" panose="020B0604020202020204" charset="0"/>
                <a:cs typeface="Baloo 2" panose="020B0604020202020204" charset="0"/>
              </a:rPr>
              <a:t>rambut</a:t>
            </a:r>
            <a:r>
              <a:rPr lang="en-ID" sz="1000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sz="1000" dirty="0" err="1">
                <a:latin typeface="Baloo 2" panose="020B0604020202020204" charset="0"/>
                <a:cs typeface="Baloo 2" panose="020B0604020202020204" charset="0"/>
              </a:rPr>
              <a:t>tetap</a:t>
            </a:r>
            <a:r>
              <a:rPr lang="en-ID" sz="1000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sz="1000" dirty="0" err="1">
                <a:latin typeface="Baloo 2" panose="020B0604020202020204" charset="0"/>
                <a:cs typeface="Baloo 2" panose="020B0604020202020204" charset="0"/>
              </a:rPr>
              <a:t>berkilau</a:t>
            </a:r>
            <a:r>
              <a:rPr lang="en-ID" sz="1000" dirty="0">
                <a:latin typeface="Baloo 2" panose="020B0604020202020204" charset="0"/>
                <a:cs typeface="Baloo 2" panose="020B0604020202020204" charset="0"/>
              </a:rPr>
              <a:t>.</a:t>
            </a:r>
            <a:endParaRPr sz="1000"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462" name="Google Shape;462;p39"/>
          <p:cNvSpPr txBox="1">
            <a:spLocks noGrp="1"/>
          </p:cNvSpPr>
          <p:nvPr>
            <p:ph type="title" idx="5"/>
          </p:nvPr>
        </p:nvSpPr>
        <p:spPr>
          <a:xfrm>
            <a:off x="2010670" y="3285131"/>
            <a:ext cx="2223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aloo 2" panose="020B0604020202020204" charset="0"/>
                <a:cs typeface="Baloo 2" panose="020B0604020202020204" charset="0"/>
              </a:rPr>
              <a:t>Madu</a:t>
            </a:r>
            <a:endParaRPr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463" name="Google Shape;463;p39"/>
          <p:cNvSpPr txBox="1">
            <a:spLocks noGrp="1"/>
          </p:cNvSpPr>
          <p:nvPr>
            <p:ph type="subTitle" idx="6"/>
          </p:nvPr>
        </p:nvSpPr>
        <p:spPr>
          <a:xfrm>
            <a:off x="2026662" y="3609625"/>
            <a:ext cx="22230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0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Selain</a:t>
            </a:r>
            <a:r>
              <a:rPr lang="en-US" sz="10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itu, </a:t>
            </a:r>
            <a:r>
              <a:rPr lang="en-US" sz="10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dilengkapi</a:t>
            </a:r>
            <a:r>
              <a:rPr lang="en-US" sz="10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juga dengan </a:t>
            </a:r>
            <a:r>
              <a:rPr lang="en-US" sz="10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Madu</a:t>
            </a:r>
            <a:r>
              <a:rPr lang="en-US" sz="10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. </a:t>
            </a:r>
            <a:r>
              <a:rPr lang="en-US" sz="10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Madu</a:t>
            </a:r>
            <a:r>
              <a:rPr lang="en-US" sz="10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0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berfungsi</a:t>
            </a:r>
            <a:r>
              <a:rPr lang="en-US" sz="10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0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sebagai</a:t>
            </a:r>
            <a:r>
              <a:rPr lang="en-US" sz="10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0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pelembab</a:t>
            </a:r>
            <a:r>
              <a:rPr lang="en-US" sz="10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0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rambut</a:t>
            </a:r>
            <a:r>
              <a:rPr lang="en-US" sz="10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agar </a:t>
            </a:r>
            <a:r>
              <a:rPr lang="en-US" sz="10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tetap</a:t>
            </a:r>
            <a:r>
              <a:rPr lang="en-US" sz="10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sz="1000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terlihat</a:t>
            </a:r>
            <a:r>
              <a:rPr lang="en-US" sz="10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segar.</a:t>
            </a:r>
            <a:endParaRPr lang="en-ID" sz="1000" dirty="0">
              <a:effectLst/>
              <a:latin typeface="Baloo 2" panose="020B0604020202020204" charset="0"/>
              <a:ea typeface="Calibri" panose="020F0502020204030204" pitchFamily="34" charset="0"/>
              <a:cs typeface="Baloo 2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464" name="Google Shape;464;p39"/>
          <p:cNvSpPr txBox="1">
            <a:spLocks noGrp="1"/>
          </p:cNvSpPr>
          <p:nvPr>
            <p:ph type="title" idx="7"/>
          </p:nvPr>
        </p:nvSpPr>
        <p:spPr>
          <a:xfrm>
            <a:off x="5849971" y="3285132"/>
            <a:ext cx="2223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aloo 2" panose="020B0604020202020204" charset="0"/>
                <a:cs typeface="Baloo 2" panose="020B0604020202020204" charset="0"/>
              </a:rPr>
              <a:t>Melon </a:t>
            </a:r>
            <a:endParaRPr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465" name="Google Shape;465;p39"/>
          <p:cNvSpPr txBox="1">
            <a:spLocks noGrp="1"/>
          </p:cNvSpPr>
          <p:nvPr>
            <p:ph type="subTitle" idx="8"/>
          </p:nvPr>
        </p:nvSpPr>
        <p:spPr>
          <a:xfrm>
            <a:off x="5933613" y="3609625"/>
            <a:ext cx="22230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 b="0" i="0" dirty="0">
                <a:solidFill>
                  <a:srgbClr val="111111"/>
                </a:solidFill>
                <a:effectLst/>
                <a:latin typeface="Baloo 2" panose="020B0604020202020204" charset="0"/>
                <a:cs typeface="Baloo 2" panose="020B0604020202020204" charset="0"/>
              </a:rPr>
              <a:t>melon </a:t>
            </a:r>
            <a:r>
              <a:rPr lang="en-ID" sz="1000" b="0" i="0" dirty="0" err="1">
                <a:solidFill>
                  <a:srgbClr val="111111"/>
                </a:solidFill>
                <a:effectLst/>
                <a:latin typeface="Baloo 2" panose="020B0604020202020204" charset="0"/>
                <a:cs typeface="Baloo 2" panose="020B0604020202020204" charset="0"/>
              </a:rPr>
              <a:t>mengandung</a:t>
            </a:r>
            <a:r>
              <a:rPr lang="en-ID" sz="1000" b="0" i="0" dirty="0">
                <a:solidFill>
                  <a:srgbClr val="111111"/>
                </a:solidFill>
                <a:effectLst/>
                <a:latin typeface="Baloo 2" panose="020B0604020202020204" charset="0"/>
                <a:cs typeface="Baloo 2" panose="020B0604020202020204" charset="0"/>
              </a:rPr>
              <a:t> vitamin A yang </a:t>
            </a:r>
            <a:r>
              <a:rPr lang="en-ID" sz="1000" b="0" i="0" dirty="0" err="1">
                <a:solidFill>
                  <a:srgbClr val="111111"/>
                </a:solidFill>
                <a:effectLst/>
                <a:latin typeface="Baloo 2" panose="020B0604020202020204" charset="0"/>
                <a:cs typeface="Baloo 2" panose="020B0604020202020204" charset="0"/>
              </a:rPr>
              <a:t>berfungsi</a:t>
            </a:r>
            <a:r>
              <a:rPr lang="en-ID" sz="1000" b="0" i="0" dirty="0">
                <a:solidFill>
                  <a:srgbClr val="111111"/>
                </a:solidFill>
                <a:effectLst/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sz="1000" b="0" i="0" dirty="0" err="1">
                <a:solidFill>
                  <a:srgbClr val="111111"/>
                </a:solidFill>
                <a:effectLst/>
                <a:latin typeface="Baloo 2" panose="020B0604020202020204" charset="0"/>
                <a:cs typeface="Baloo 2" panose="020B0604020202020204" charset="0"/>
              </a:rPr>
              <a:t>sebagai</a:t>
            </a:r>
            <a:r>
              <a:rPr lang="en-ID" sz="1000" b="0" i="0" dirty="0">
                <a:solidFill>
                  <a:srgbClr val="111111"/>
                </a:solidFill>
                <a:effectLst/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sz="1000" b="0" i="0" dirty="0" err="1">
                <a:solidFill>
                  <a:srgbClr val="111111"/>
                </a:solidFill>
                <a:effectLst/>
                <a:latin typeface="Baloo 2" panose="020B0604020202020204" charset="0"/>
                <a:cs typeface="Baloo 2" panose="020B0604020202020204" charset="0"/>
              </a:rPr>
              <a:t>betakaroten</a:t>
            </a:r>
            <a:r>
              <a:rPr lang="en-ID" sz="1000" b="0" i="0" dirty="0">
                <a:solidFill>
                  <a:srgbClr val="111111"/>
                </a:solidFill>
                <a:effectLst/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sz="1000" b="0" i="0" dirty="0" err="1">
                <a:solidFill>
                  <a:srgbClr val="111111"/>
                </a:solidFill>
                <a:effectLst/>
                <a:latin typeface="Baloo 2" panose="020B0604020202020204" charset="0"/>
                <a:cs typeface="Baloo 2" panose="020B0604020202020204" charset="0"/>
              </a:rPr>
              <a:t>untuk</a:t>
            </a:r>
            <a:r>
              <a:rPr lang="en-ID" sz="1000" b="1" i="0" dirty="0">
                <a:solidFill>
                  <a:srgbClr val="111111"/>
                </a:solidFill>
                <a:effectLst/>
                <a:latin typeface="Baloo 2" panose="020B0604020202020204" charset="0"/>
                <a:cs typeface="Baloo 2" panose="020B0604020202020204" charset="0"/>
              </a:rPr>
              <a:t> </a:t>
            </a:r>
            <a:r>
              <a:rPr lang="en-ID" sz="1000" i="0" dirty="0" err="1">
                <a:solidFill>
                  <a:srgbClr val="111111"/>
                </a:solidFill>
                <a:effectLst/>
                <a:latin typeface="Baloo 2" panose="020B0604020202020204" charset="0"/>
                <a:cs typeface="Baloo 2" panose="020B0604020202020204" charset="0"/>
              </a:rPr>
              <a:t>menjaga</a:t>
            </a:r>
            <a:r>
              <a:rPr lang="en-ID" sz="1000" i="0" dirty="0">
                <a:solidFill>
                  <a:srgbClr val="111111"/>
                </a:solidFill>
                <a:effectLst/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sz="1000" i="0" dirty="0" err="1">
                <a:solidFill>
                  <a:srgbClr val="111111"/>
                </a:solidFill>
                <a:effectLst/>
                <a:latin typeface="Baloo 2" panose="020B0604020202020204" charset="0"/>
                <a:cs typeface="Baloo 2" panose="020B0604020202020204" charset="0"/>
              </a:rPr>
              <a:t>Kekuatan</a:t>
            </a:r>
            <a:r>
              <a:rPr lang="en-ID" sz="1000" i="0" dirty="0">
                <a:solidFill>
                  <a:srgbClr val="111111"/>
                </a:solidFill>
                <a:effectLst/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sz="1000" i="0" dirty="0" err="1">
                <a:solidFill>
                  <a:srgbClr val="111111"/>
                </a:solidFill>
                <a:effectLst/>
                <a:latin typeface="Baloo 2" panose="020B0604020202020204" charset="0"/>
                <a:cs typeface="Baloo 2" panose="020B0604020202020204" charset="0"/>
              </a:rPr>
              <a:t>rambut</a:t>
            </a:r>
            <a:endParaRPr sz="1000" dirty="0">
              <a:latin typeface="Baloo 2" panose="020B0604020202020204" charset="0"/>
              <a:cs typeface="Baloo 2" panose="020B060402020202020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F9CC81-8692-90A9-8805-943DC3D5B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703" y="1628895"/>
            <a:ext cx="1129910" cy="929505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470" name="Google Shape;470;p39"/>
          <p:cNvSpPr/>
          <p:nvPr/>
        </p:nvSpPr>
        <p:spPr>
          <a:xfrm>
            <a:off x="7511846" y="1065300"/>
            <a:ext cx="615600" cy="615600"/>
          </a:xfrm>
          <a:prstGeom prst="ellipse">
            <a:avLst/>
          </a:pr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loo 2" panose="020B0604020202020204" charset="0"/>
              <a:cs typeface="Baloo 2" panose="020B060402020202020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99CC302-9CE9-54A3-7AF1-4A3F0A20026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348" t="7135" r="2850" b="11133"/>
          <a:stretch/>
        </p:blipFill>
        <p:spPr>
          <a:xfrm>
            <a:off x="958972" y="1582913"/>
            <a:ext cx="1124232" cy="1014581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6B84A9-D845-0022-4212-23BA477B86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151" y="3308867"/>
            <a:ext cx="1097510" cy="1023133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1BF9876-2F05-2967-B03A-1D498B7531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6768" y="3240514"/>
            <a:ext cx="1116845" cy="10827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1" name="Picture 10" descr="Logo&#10;&#10;Description automatically generated with medium confidence">
            <a:extLst>
              <a:ext uri="{FF2B5EF4-FFF2-40B4-BE49-F238E27FC236}">
                <a16:creationId xmlns:a16="http://schemas.microsoft.com/office/drawing/2014/main" id="{84F5201A-D658-DC25-2B72-1FE8E8E520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-268755"/>
            <a:ext cx="1597180" cy="15971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46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aloo 2" panose="020B0604020202020204" charset="0"/>
                <a:cs typeface="Baloo 2" panose="020B0604020202020204" charset="0"/>
              </a:rPr>
              <a:t>Strategi Pemasaran</a:t>
            </a:r>
            <a:endParaRPr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588" name="Google Shape;588;p46"/>
          <p:cNvSpPr txBox="1">
            <a:spLocks noGrp="1"/>
          </p:cNvSpPr>
          <p:nvPr>
            <p:ph type="title" idx="2"/>
          </p:nvPr>
        </p:nvSpPr>
        <p:spPr>
          <a:xfrm>
            <a:off x="1362575" y="2917125"/>
            <a:ext cx="2809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aloo 2" panose="020B0604020202020204" charset="0"/>
                <a:cs typeface="Baloo 2" panose="020B0604020202020204" charset="0"/>
              </a:rPr>
              <a:t>Saluran distribusi</a:t>
            </a:r>
            <a:endParaRPr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589" name="Google Shape;589;p46"/>
          <p:cNvSpPr txBox="1">
            <a:spLocks noGrp="1"/>
          </p:cNvSpPr>
          <p:nvPr>
            <p:ph type="subTitle" idx="1"/>
          </p:nvPr>
        </p:nvSpPr>
        <p:spPr>
          <a:xfrm>
            <a:off x="1028700" y="3346673"/>
            <a:ext cx="3143375" cy="10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>
                <a:latin typeface="Baloo 2" panose="020B0604020202020204" charset="0"/>
                <a:cs typeface="Baloo 2" panose="020B0604020202020204" charset="0"/>
              </a:rPr>
              <a:t>~ </a:t>
            </a:r>
            <a:r>
              <a:rPr lang="en-ID" dirty="0" err="1">
                <a:latin typeface="Baloo 2" panose="020B0604020202020204" charset="0"/>
                <a:cs typeface="Baloo 2" panose="020B0604020202020204" charset="0"/>
              </a:rPr>
              <a:t>Penjualan</a:t>
            </a:r>
            <a:r>
              <a:rPr lang="en-ID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dirty="0" err="1">
                <a:latin typeface="Baloo 2" panose="020B0604020202020204" charset="0"/>
                <a:cs typeface="Baloo 2" panose="020B0604020202020204" charset="0"/>
              </a:rPr>
              <a:t>secara</a:t>
            </a:r>
            <a:r>
              <a:rPr lang="en-ID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dirty="0" err="1">
                <a:latin typeface="Baloo 2" panose="020B0604020202020204" charset="0"/>
                <a:cs typeface="Baloo 2" panose="020B0604020202020204" charset="0"/>
              </a:rPr>
              <a:t>langsung</a:t>
            </a:r>
            <a:endParaRPr lang="en-ID" dirty="0">
              <a:latin typeface="Baloo 2" panose="020B0604020202020204" charset="0"/>
              <a:cs typeface="Baloo 2" panose="020B0604020202020204" charset="0"/>
            </a:endParaRPr>
          </a:p>
          <a:p>
            <a:pPr marL="0" indent="0"/>
            <a:r>
              <a:rPr lang="en-ID" dirty="0">
                <a:latin typeface="Baloo 2" panose="020B0604020202020204" charset="0"/>
                <a:cs typeface="Baloo 2" panose="020B0604020202020204" charset="0"/>
              </a:rPr>
              <a:t>(Supermarket &amp; Minimart)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>
                <a:latin typeface="Baloo 2" panose="020B0604020202020204" charset="0"/>
                <a:cs typeface="Baloo 2" panose="020B0604020202020204" charset="0"/>
              </a:rPr>
              <a:t>~ </a:t>
            </a:r>
            <a:r>
              <a:rPr lang="en-ID" dirty="0" err="1">
                <a:latin typeface="Baloo 2" panose="020B0604020202020204" charset="0"/>
                <a:cs typeface="Baloo 2" panose="020B0604020202020204" charset="0"/>
              </a:rPr>
              <a:t>Penjualan</a:t>
            </a:r>
            <a:r>
              <a:rPr lang="en-ID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dirty="0" err="1">
                <a:latin typeface="Baloo 2" panose="020B0604020202020204" charset="0"/>
                <a:cs typeface="Baloo 2" panose="020B0604020202020204" charset="0"/>
              </a:rPr>
              <a:t>tidak</a:t>
            </a:r>
            <a:r>
              <a:rPr lang="en-ID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dirty="0" err="1">
                <a:latin typeface="Baloo 2" panose="020B0604020202020204" charset="0"/>
                <a:cs typeface="Baloo 2" panose="020B0604020202020204" charset="0"/>
              </a:rPr>
              <a:t>langsung</a:t>
            </a:r>
            <a:endParaRPr lang="en-ID" dirty="0">
              <a:latin typeface="Baloo 2" panose="020B0604020202020204" charset="0"/>
              <a:cs typeface="Baloo 2" panose="020B060402020202020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>
                <a:latin typeface="Baloo 2" panose="020B0604020202020204" charset="0"/>
                <a:cs typeface="Baloo 2" panose="020B0604020202020204" charset="0"/>
              </a:rPr>
              <a:t>(E-Commerce dan Online Retail)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590" name="Google Shape;590;p46"/>
          <p:cNvSpPr txBox="1">
            <a:spLocks noGrp="1"/>
          </p:cNvSpPr>
          <p:nvPr>
            <p:ph type="title" idx="3"/>
          </p:nvPr>
        </p:nvSpPr>
        <p:spPr>
          <a:xfrm>
            <a:off x="4971975" y="2917125"/>
            <a:ext cx="34588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aloo 2" panose="020B0604020202020204" charset="0"/>
                <a:cs typeface="Baloo 2" panose="020B0604020202020204" charset="0"/>
              </a:rPr>
              <a:t>Pelayanan pelanganan</a:t>
            </a:r>
            <a:endParaRPr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591" name="Google Shape;591;p46"/>
          <p:cNvSpPr txBox="1">
            <a:spLocks noGrp="1"/>
          </p:cNvSpPr>
          <p:nvPr>
            <p:ph type="subTitle" idx="4"/>
          </p:nvPr>
        </p:nvSpPr>
        <p:spPr>
          <a:xfrm>
            <a:off x="4971975" y="3346672"/>
            <a:ext cx="3171500" cy="14539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>
                <a:latin typeface="Baloo 2" panose="020B0604020202020204" charset="0"/>
                <a:cs typeface="Baloo 2" panose="020B0604020202020204" charset="0"/>
              </a:rPr>
              <a:t>~ </a:t>
            </a:r>
            <a:r>
              <a:rPr lang="en-ID" dirty="0" err="1">
                <a:latin typeface="Baloo 2" panose="020B0604020202020204" charset="0"/>
                <a:cs typeface="Baloo 2" panose="020B0604020202020204" charset="0"/>
              </a:rPr>
              <a:t>Layanan</a:t>
            </a:r>
            <a:r>
              <a:rPr lang="en-ID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dirty="0" err="1">
                <a:latin typeface="Baloo 2" panose="020B0604020202020204" charset="0"/>
                <a:cs typeface="Baloo 2" panose="020B0604020202020204" charset="0"/>
              </a:rPr>
              <a:t>konsultasi</a:t>
            </a:r>
            <a:r>
              <a:rPr lang="en-ID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dirty="0" err="1">
                <a:latin typeface="Baloo 2" panose="020B0604020202020204" charset="0"/>
                <a:cs typeface="Baloo 2" panose="020B0604020202020204" charset="0"/>
              </a:rPr>
              <a:t>masalah</a:t>
            </a:r>
            <a:r>
              <a:rPr lang="en-ID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dirty="0" err="1">
                <a:latin typeface="Baloo 2" panose="020B0604020202020204" charset="0"/>
                <a:cs typeface="Baloo 2" panose="020B0604020202020204" charset="0"/>
              </a:rPr>
              <a:t>rambut</a:t>
            </a:r>
            <a:r>
              <a:rPr lang="en-ID" dirty="0">
                <a:latin typeface="Baloo 2" panose="020B0604020202020204" charset="0"/>
                <a:cs typeface="Baloo 2" panose="020B0604020202020204" charset="0"/>
              </a:rPr>
              <a:t> yang </a:t>
            </a:r>
            <a:r>
              <a:rPr lang="en-ID" dirty="0" err="1">
                <a:latin typeface="Baloo 2" panose="020B0604020202020204" charset="0"/>
                <a:cs typeface="Baloo 2" panose="020B0604020202020204" charset="0"/>
              </a:rPr>
              <a:t>dialami</a:t>
            </a:r>
            <a:endParaRPr lang="en-ID" dirty="0">
              <a:latin typeface="Baloo 2" panose="020B0604020202020204" charset="0"/>
              <a:cs typeface="Baloo 2" panose="020B060402020202020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>
                <a:latin typeface="Baloo 2" panose="020B0604020202020204" charset="0"/>
                <a:cs typeface="Baloo 2" panose="020B0604020202020204" charset="0"/>
              </a:rPr>
              <a:t>~ Tips </a:t>
            </a:r>
            <a:r>
              <a:rPr lang="en-ID" dirty="0" err="1">
                <a:latin typeface="Baloo 2" panose="020B0604020202020204" charset="0"/>
                <a:cs typeface="Baloo 2" panose="020B0604020202020204" charset="0"/>
              </a:rPr>
              <a:t>perawatan</a:t>
            </a:r>
            <a:r>
              <a:rPr lang="en-ID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dirty="0" err="1">
                <a:latin typeface="Baloo 2" panose="020B0604020202020204" charset="0"/>
                <a:cs typeface="Baloo 2" panose="020B0604020202020204" charset="0"/>
              </a:rPr>
              <a:t>rambut</a:t>
            </a:r>
            <a:r>
              <a:rPr lang="en-ID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dirty="0" err="1">
                <a:latin typeface="Baloo 2" panose="020B0604020202020204" charset="0"/>
                <a:cs typeface="Baloo 2" panose="020B0604020202020204" charset="0"/>
              </a:rPr>
              <a:t>disegala</a:t>
            </a:r>
            <a:r>
              <a:rPr lang="en-ID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dirty="0" err="1">
                <a:latin typeface="Baloo 2" panose="020B0604020202020204" charset="0"/>
                <a:cs typeface="Baloo 2" panose="020B0604020202020204" charset="0"/>
              </a:rPr>
              <a:t>situasi</a:t>
            </a:r>
            <a:r>
              <a:rPr lang="en-ID" dirty="0">
                <a:latin typeface="Baloo 2" panose="020B0604020202020204" charset="0"/>
                <a:cs typeface="Baloo 2" panose="020B0604020202020204" charset="0"/>
              </a:rPr>
              <a:t> (</a:t>
            </a:r>
            <a:r>
              <a:rPr lang="en-ID" dirty="0" err="1">
                <a:latin typeface="Baloo 2" panose="020B0604020202020204" charset="0"/>
                <a:cs typeface="Baloo 2" panose="020B0604020202020204" charset="0"/>
              </a:rPr>
              <a:t>Instagram,Tiktok,Youtube</a:t>
            </a:r>
            <a:r>
              <a:rPr lang="en-ID" dirty="0">
                <a:latin typeface="Baloo 2" panose="020B0604020202020204" charset="0"/>
                <a:cs typeface="Baloo 2" panose="020B0604020202020204" charset="0"/>
              </a:rPr>
              <a:t>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592" name="Google Shape;592;p46"/>
          <p:cNvSpPr/>
          <p:nvPr/>
        </p:nvSpPr>
        <p:spPr>
          <a:xfrm>
            <a:off x="2124550" y="1498175"/>
            <a:ext cx="1285500" cy="1285500"/>
          </a:xfrm>
          <a:prstGeom prst="ellipse">
            <a:avLst/>
          </a:prstGeom>
          <a:solidFill>
            <a:srgbClr val="01967A">
              <a:alpha val="488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593" name="Google Shape;593;p46"/>
          <p:cNvSpPr/>
          <p:nvPr/>
        </p:nvSpPr>
        <p:spPr>
          <a:xfrm>
            <a:off x="5733950" y="1555711"/>
            <a:ext cx="1285500" cy="1285500"/>
          </a:xfrm>
          <a:prstGeom prst="ellipse">
            <a:avLst/>
          </a:prstGeom>
          <a:solidFill>
            <a:srgbClr val="FF4D01">
              <a:alpha val="506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loo 2" panose="020B0604020202020204" charset="0"/>
              <a:cs typeface="Baloo 2" panose="020B0604020202020204" charset="0"/>
            </a:endParaRPr>
          </a:p>
        </p:txBody>
      </p:sp>
      <p:grpSp>
        <p:nvGrpSpPr>
          <p:cNvPr id="594" name="Google Shape;594;p46"/>
          <p:cNvGrpSpPr/>
          <p:nvPr/>
        </p:nvGrpSpPr>
        <p:grpSpPr>
          <a:xfrm>
            <a:off x="1362575" y="1498175"/>
            <a:ext cx="427725" cy="162000"/>
            <a:chOff x="447675" y="1666875"/>
            <a:chExt cx="427725" cy="162000"/>
          </a:xfrm>
        </p:grpSpPr>
        <p:sp>
          <p:nvSpPr>
            <p:cNvPr id="595" name="Google Shape;595;p46"/>
            <p:cNvSpPr/>
            <p:nvPr/>
          </p:nvSpPr>
          <p:spPr>
            <a:xfrm>
              <a:off x="44767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596" name="Google Shape;596;p46"/>
            <p:cNvSpPr/>
            <p:nvPr/>
          </p:nvSpPr>
          <p:spPr>
            <a:xfrm>
              <a:off x="71340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</p:grpSp>
      <p:grpSp>
        <p:nvGrpSpPr>
          <p:cNvPr id="597" name="Google Shape;597;p46"/>
          <p:cNvGrpSpPr/>
          <p:nvPr/>
        </p:nvGrpSpPr>
        <p:grpSpPr>
          <a:xfrm>
            <a:off x="5054700" y="2490750"/>
            <a:ext cx="959175" cy="162000"/>
            <a:chOff x="447675" y="1666875"/>
            <a:chExt cx="959175" cy="162000"/>
          </a:xfrm>
        </p:grpSpPr>
        <p:sp>
          <p:nvSpPr>
            <p:cNvPr id="598" name="Google Shape;598;p46"/>
            <p:cNvSpPr/>
            <p:nvPr/>
          </p:nvSpPr>
          <p:spPr>
            <a:xfrm>
              <a:off x="44767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599" name="Google Shape;599;p46"/>
            <p:cNvSpPr/>
            <p:nvPr/>
          </p:nvSpPr>
          <p:spPr>
            <a:xfrm>
              <a:off x="71340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600" name="Google Shape;600;p46"/>
            <p:cNvSpPr/>
            <p:nvPr/>
          </p:nvSpPr>
          <p:spPr>
            <a:xfrm>
              <a:off x="97912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601" name="Google Shape;601;p46"/>
            <p:cNvSpPr/>
            <p:nvPr/>
          </p:nvSpPr>
          <p:spPr>
            <a:xfrm>
              <a:off x="124485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</p:grpSp>
      <p:sp>
        <p:nvSpPr>
          <p:cNvPr id="602" name="Google Shape;602;p46"/>
          <p:cNvSpPr/>
          <p:nvPr/>
        </p:nvSpPr>
        <p:spPr>
          <a:xfrm>
            <a:off x="7981475" y="1970425"/>
            <a:ext cx="162000" cy="1620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loo 2" panose="020B0604020202020204" charset="0"/>
              <a:cs typeface="Baloo 2" panose="020B0604020202020204" charset="0"/>
            </a:endParaRPr>
          </a:p>
        </p:txBody>
      </p:sp>
      <p:grpSp>
        <p:nvGrpSpPr>
          <p:cNvPr id="2" name="Google Shape;11182;p90">
            <a:extLst>
              <a:ext uri="{FF2B5EF4-FFF2-40B4-BE49-F238E27FC236}">
                <a16:creationId xmlns:a16="http://schemas.microsoft.com/office/drawing/2014/main" id="{B50E1F05-204D-2FAB-3D67-E24CD4FF50D4}"/>
              </a:ext>
            </a:extLst>
          </p:cNvPr>
          <p:cNvGrpSpPr/>
          <p:nvPr/>
        </p:nvGrpSpPr>
        <p:grpSpPr>
          <a:xfrm>
            <a:off x="2600387" y="1956367"/>
            <a:ext cx="420796" cy="423033"/>
            <a:chOff x="-3852025" y="2764950"/>
            <a:chExt cx="291450" cy="293000"/>
          </a:xfrm>
        </p:grpSpPr>
        <p:sp>
          <p:nvSpPr>
            <p:cNvPr id="3" name="Google Shape;11183;p90">
              <a:extLst>
                <a:ext uri="{FF2B5EF4-FFF2-40B4-BE49-F238E27FC236}">
                  <a16:creationId xmlns:a16="http://schemas.microsoft.com/office/drawing/2014/main" id="{5B2CF1E2-88FC-39A1-0A01-C2CA1EB1CA0E}"/>
                </a:ext>
              </a:extLst>
            </p:cNvPr>
            <p:cNvSpPr/>
            <p:nvPr/>
          </p:nvSpPr>
          <p:spPr>
            <a:xfrm>
              <a:off x="-3852025" y="2764950"/>
              <a:ext cx="291450" cy="293000"/>
            </a:xfrm>
            <a:custGeom>
              <a:avLst/>
              <a:gdLst/>
              <a:ahLst/>
              <a:cxnLst/>
              <a:rect l="l" t="t" r="r" b="b"/>
              <a:pathLst>
                <a:path w="11658" h="11720" extrusionOk="0">
                  <a:moveTo>
                    <a:pt x="4380" y="693"/>
                  </a:moveTo>
                  <a:cubicBezTo>
                    <a:pt x="6774" y="693"/>
                    <a:pt x="8161" y="1355"/>
                    <a:pt x="8161" y="1733"/>
                  </a:cubicBezTo>
                  <a:cubicBezTo>
                    <a:pt x="8161" y="2080"/>
                    <a:pt x="6774" y="2741"/>
                    <a:pt x="4380" y="2741"/>
                  </a:cubicBezTo>
                  <a:cubicBezTo>
                    <a:pt x="1986" y="2741"/>
                    <a:pt x="599" y="2080"/>
                    <a:pt x="599" y="1733"/>
                  </a:cubicBezTo>
                  <a:cubicBezTo>
                    <a:pt x="631" y="1355"/>
                    <a:pt x="2017" y="693"/>
                    <a:pt x="4380" y="693"/>
                  </a:cubicBezTo>
                  <a:close/>
                  <a:moveTo>
                    <a:pt x="8224" y="2710"/>
                  </a:moveTo>
                  <a:lnTo>
                    <a:pt x="8224" y="4190"/>
                  </a:lnTo>
                  <a:lnTo>
                    <a:pt x="7845" y="4190"/>
                  </a:lnTo>
                  <a:cubicBezTo>
                    <a:pt x="7815" y="4189"/>
                    <a:pt x="7784" y="4189"/>
                    <a:pt x="7753" y="4189"/>
                  </a:cubicBezTo>
                  <a:cubicBezTo>
                    <a:pt x="6625" y="4189"/>
                    <a:pt x="5622" y="4748"/>
                    <a:pt x="4947" y="5545"/>
                  </a:cubicBezTo>
                  <a:cubicBezTo>
                    <a:pt x="4743" y="5555"/>
                    <a:pt x="4544" y="5560"/>
                    <a:pt x="4352" y="5560"/>
                  </a:cubicBezTo>
                  <a:cubicBezTo>
                    <a:pt x="2081" y="5560"/>
                    <a:pt x="662" y="4912"/>
                    <a:pt x="662" y="4505"/>
                  </a:cubicBezTo>
                  <a:lnTo>
                    <a:pt x="662" y="2710"/>
                  </a:lnTo>
                  <a:cubicBezTo>
                    <a:pt x="1639" y="3308"/>
                    <a:pt x="3246" y="3466"/>
                    <a:pt x="4443" y="3466"/>
                  </a:cubicBezTo>
                  <a:cubicBezTo>
                    <a:pt x="5577" y="3466"/>
                    <a:pt x="7215" y="3308"/>
                    <a:pt x="8224" y="2710"/>
                  </a:cubicBezTo>
                  <a:close/>
                  <a:moveTo>
                    <a:pt x="631" y="5514"/>
                  </a:moveTo>
                  <a:cubicBezTo>
                    <a:pt x="1639" y="6081"/>
                    <a:pt x="3309" y="6238"/>
                    <a:pt x="4474" y="6238"/>
                  </a:cubicBezTo>
                  <a:cubicBezTo>
                    <a:pt x="4222" y="6711"/>
                    <a:pt x="4065" y="7309"/>
                    <a:pt x="4065" y="7939"/>
                  </a:cubicBezTo>
                  <a:lnTo>
                    <a:pt x="4065" y="8286"/>
                  </a:lnTo>
                  <a:cubicBezTo>
                    <a:pt x="1860" y="8223"/>
                    <a:pt x="631" y="7624"/>
                    <a:pt x="631" y="7278"/>
                  </a:cubicBezTo>
                  <a:lnTo>
                    <a:pt x="631" y="5514"/>
                  </a:lnTo>
                  <a:close/>
                  <a:moveTo>
                    <a:pt x="631" y="8223"/>
                  </a:moveTo>
                  <a:cubicBezTo>
                    <a:pt x="1576" y="8759"/>
                    <a:pt x="3120" y="8979"/>
                    <a:pt x="4222" y="8979"/>
                  </a:cubicBezTo>
                  <a:cubicBezTo>
                    <a:pt x="4474" y="9798"/>
                    <a:pt x="4947" y="10460"/>
                    <a:pt x="5609" y="10964"/>
                  </a:cubicBezTo>
                  <a:cubicBezTo>
                    <a:pt x="5199" y="11005"/>
                    <a:pt x="4802" y="11024"/>
                    <a:pt x="4424" y="11024"/>
                  </a:cubicBezTo>
                  <a:cubicBezTo>
                    <a:pt x="2216" y="11024"/>
                    <a:pt x="631" y="10391"/>
                    <a:pt x="631" y="9987"/>
                  </a:cubicBezTo>
                  <a:lnTo>
                    <a:pt x="631" y="8223"/>
                  </a:lnTo>
                  <a:close/>
                  <a:moveTo>
                    <a:pt x="7814" y="4852"/>
                  </a:moveTo>
                  <a:cubicBezTo>
                    <a:pt x="9515" y="4852"/>
                    <a:pt x="10933" y="6238"/>
                    <a:pt x="10933" y="7939"/>
                  </a:cubicBezTo>
                  <a:cubicBezTo>
                    <a:pt x="10964" y="9641"/>
                    <a:pt x="9547" y="11027"/>
                    <a:pt x="7814" y="11027"/>
                  </a:cubicBezTo>
                  <a:cubicBezTo>
                    <a:pt x="6113" y="11027"/>
                    <a:pt x="4726" y="9641"/>
                    <a:pt x="4726" y="7939"/>
                  </a:cubicBezTo>
                  <a:cubicBezTo>
                    <a:pt x="4726" y="6238"/>
                    <a:pt x="6113" y="4852"/>
                    <a:pt x="7814" y="4852"/>
                  </a:cubicBezTo>
                  <a:close/>
                  <a:moveTo>
                    <a:pt x="4411" y="0"/>
                  </a:moveTo>
                  <a:cubicBezTo>
                    <a:pt x="3277" y="0"/>
                    <a:pt x="2206" y="158"/>
                    <a:pt x="1418" y="410"/>
                  </a:cubicBezTo>
                  <a:cubicBezTo>
                    <a:pt x="253" y="819"/>
                    <a:pt x="1" y="1323"/>
                    <a:pt x="1" y="1733"/>
                  </a:cubicBezTo>
                  <a:lnTo>
                    <a:pt x="1" y="9987"/>
                  </a:lnTo>
                  <a:cubicBezTo>
                    <a:pt x="1" y="10334"/>
                    <a:pt x="253" y="10901"/>
                    <a:pt x="1418" y="11279"/>
                  </a:cubicBezTo>
                  <a:cubicBezTo>
                    <a:pt x="2269" y="11562"/>
                    <a:pt x="3309" y="11720"/>
                    <a:pt x="4411" y="11720"/>
                  </a:cubicBezTo>
                  <a:cubicBezTo>
                    <a:pt x="5199" y="11720"/>
                    <a:pt x="5955" y="11657"/>
                    <a:pt x="6617" y="11531"/>
                  </a:cubicBezTo>
                  <a:cubicBezTo>
                    <a:pt x="7026" y="11657"/>
                    <a:pt x="7404" y="11720"/>
                    <a:pt x="7845" y="11720"/>
                  </a:cubicBezTo>
                  <a:cubicBezTo>
                    <a:pt x="9925" y="11720"/>
                    <a:pt x="11658" y="10019"/>
                    <a:pt x="11658" y="7939"/>
                  </a:cubicBezTo>
                  <a:cubicBezTo>
                    <a:pt x="11626" y="6175"/>
                    <a:pt x="10397" y="4757"/>
                    <a:pt x="8822" y="4316"/>
                  </a:cubicBezTo>
                  <a:lnTo>
                    <a:pt x="8822" y="1733"/>
                  </a:lnTo>
                  <a:cubicBezTo>
                    <a:pt x="8822" y="1355"/>
                    <a:pt x="8602" y="819"/>
                    <a:pt x="7404" y="410"/>
                  </a:cubicBezTo>
                  <a:cubicBezTo>
                    <a:pt x="6585" y="158"/>
                    <a:pt x="5514" y="0"/>
                    <a:pt x="441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4" name="Google Shape;11184;p90">
              <a:extLst>
                <a:ext uri="{FF2B5EF4-FFF2-40B4-BE49-F238E27FC236}">
                  <a16:creationId xmlns:a16="http://schemas.microsoft.com/office/drawing/2014/main" id="{1FFFC9CA-0631-B69A-66BF-488A94E06D76}"/>
                </a:ext>
              </a:extLst>
            </p:cNvPr>
            <p:cNvSpPr/>
            <p:nvPr/>
          </p:nvSpPr>
          <p:spPr>
            <a:xfrm>
              <a:off x="-3707100" y="2937425"/>
              <a:ext cx="103200" cy="67775"/>
            </a:xfrm>
            <a:custGeom>
              <a:avLst/>
              <a:gdLst/>
              <a:ahLst/>
              <a:cxnLst/>
              <a:rect l="l" t="t" r="r" b="b"/>
              <a:pathLst>
                <a:path w="4128" h="2711" extrusionOk="0">
                  <a:moveTo>
                    <a:pt x="3785" y="1"/>
                  </a:moveTo>
                  <a:cubicBezTo>
                    <a:pt x="3695" y="1"/>
                    <a:pt x="3608" y="32"/>
                    <a:pt x="3561" y="95"/>
                  </a:cubicBezTo>
                  <a:lnTo>
                    <a:pt x="1733" y="1923"/>
                  </a:lnTo>
                  <a:lnTo>
                    <a:pt x="599" y="757"/>
                  </a:lnTo>
                  <a:cubicBezTo>
                    <a:pt x="536" y="710"/>
                    <a:pt x="450" y="686"/>
                    <a:pt x="363" y="686"/>
                  </a:cubicBezTo>
                  <a:cubicBezTo>
                    <a:pt x="276" y="686"/>
                    <a:pt x="190" y="710"/>
                    <a:pt x="127" y="757"/>
                  </a:cubicBezTo>
                  <a:cubicBezTo>
                    <a:pt x="1" y="883"/>
                    <a:pt x="1" y="1135"/>
                    <a:pt x="127" y="1229"/>
                  </a:cubicBezTo>
                  <a:lnTo>
                    <a:pt x="1513" y="2616"/>
                  </a:lnTo>
                  <a:cubicBezTo>
                    <a:pt x="1560" y="2679"/>
                    <a:pt x="1647" y="2710"/>
                    <a:pt x="1737" y="2710"/>
                  </a:cubicBezTo>
                  <a:cubicBezTo>
                    <a:pt x="1828" y="2710"/>
                    <a:pt x="1922" y="2679"/>
                    <a:pt x="1985" y="2616"/>
                  </a:cubicBezTo>
                  <a:lnTo>
                    <a:pt x="4033" y="568"/>
                  </a:lnTo>
                  <a:cubicBezTo>
                    <a:pt x="4128" y="442"/>
                    <a:pt x="4128" y="221"/>
                    <a:pt x="4033" y="95"/>
                  </a:cubicBezTo>
                  <a:cubicBezTo>
                    <a:pt x="3970" y="32"/>
                    <a:pt x="3876" y="1"/>
                    <a:pt x="3785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i="0" u="none" strike="noStrike" kern="0" normalizeH="0" baseline="0" noProof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Baloo 2" panose="020B0604020202020204" charset="0"/>
                <a:cs typeface="Baloo 2" panose="020B0604020202020204" charset="0"/>
              </a:endParaRPr>
            </a:p>
          </p:txBody>
        </p:sp>
      </p:grpSp>
      <p:sp>
        <p:nvSpPr>
          <p:cNvPr id="6" name="Google Shape;11186;p90">
            <a:extLst>
              <a:ext uri="{FF2B5EF4-FFF2-40B4-BE49-F238E27FC236}">
                <a16:creationId xmlns:a16="http://schemas.microsoft.com/office/drawing/2014/main" id="{35E95C02-2210-D18E-6CB0-3555AFC8DB6A}"/>
              </a:ext>
            </a:extLst>
          </p:cNvPr>
          <p:cNvSpPr/>
          <p:nvPr/>
        </p:nvSpPr>
        <p:spPr>
          <a:xfrm>
            <a:off x="6170272" y="1956367"/>
            <a:ext cx="421914" cy="420759"/>
          </a:xfrm>
          <a:custGeom>
            <a:avLst/>
            <a:gdLst/>
            <a:ahLst/>
            <a:cxnLst/>
            <a:rect l="l" t="t" r="r" b="b"/>
            <a:pathLst>
              <a:path w="11689" h="11657" extrusionOk="0">
                <a:moveTo>
                  <a:pt x="5860" y="662"/>
                </a:moveTo>
                <a:cubicBezTo>
                  <a:pt x="6080" y="662"/>
                  <a:pt x="6238" y="851"/>
                  <a:pt x="6238" y="1040"/>
                </a:cubicBezTo>
                <a:lnTo>
                  <a:pt x="6238" y="1386"/>
                </a:lnTo>
                <a:lnTo>
                  <a:pt x="756" y="1386"/>
                </a:lnTo>
                <a:lnTo>
                  <a:pt x="756" y="1040"/>
                </a:lnTo>
                <a:cubicBezTo>
                  <a:pt x="725" y="851"/>
                  <a:pt x="882" y="662"/>
                  <a:pt x="1071" y="662"/>
                </a:cubicBezTo>
                <a:close/>
                <a:moveTo>
                  <a:pt x="6175" y="2048"/>
                </a:moveTo>
                <a:lnTo>
                  <a:pt x="6175" y="3686"/>
                </a:lnTo>
                <a:cubicBezTo>
                  <a:pt x="5639" y="3686"/>
                  <a:pt x="5198" y="4096"/>
                  <a:pt x="5198" y="4663"/>
                </a:cubicBezTo>
                <a:cubicBezTo>
                  <a:pt x="4820" y="4694"/>
                  <a:pt x="4505" y="4883"/>
                  <a:pt x="4348" y="5261"/>
                </a:cubicBezTo>
                <a:lnTo>
                  <a:pt x="3592" y="4505"/>
                </a:lnTo>
                <a:cubicBezTo>
                  <a:pt x="3403" y="4300"/>
                  <a:pt x="3135" y="4198"/>
                  <a:pt x="2867" y="4198"/>
                </a:cubicBezTo>
                <a:cubicBezTo>
                  <a:pt x="2599" y="4198"/>
                  <a:pt x="2331" y="4300"/>
                  <a:pt x="2142" y="4505"/>
                </a:cubicBezTo>
                <a:cubicBezTo>
                  <a:pt x="1733" y="4883"/>
                  <a:pt x="1733" y="5576"/>
                  <a:pt x="2142" y="5954"/>
                </a:cubicBezTo>
                <a:lnTo>
                  <a:pt x="4505" y="8317"/>
                </a:lnTo>
                <a:lnTo>
                  <a:pt x="4316" y="8317"/>
                </a:lnTo>
                <a:cubicBezTo>
                  <a:pt x="3875" y="8317"/>
                  <a:pt x="3466" y="8601"/>
                  <a:pt x="3308" y="9042"/>
                </a:cubicBezTo>
                <a:lnTo>
                  <a:pt x="725" y="9042"/>
                </a:lnTo>
                <a:lnTo>
                  <a:pt x="725" y="8979"/>
                </a:lnTo>
                <a:lnTo>
                  <a:pt x="725" y="2048"/>
                </a:lnTo>
                <a:close/>
                <a:moveTo>
                  <a:pt x="7640" y="3907"/>
                </a:moveTo>
                <a:cubicBezTo>
                  <a:pt x="7727" y="3907"/>
                  <a:pt x="7813" y="3938"/>
                  <a:pt x="7876" y="4001"/>
                </a:cubicBezTo>
                <a:lnTo>
                  <a:pt x="8664" y="4789"/>
                </a:lnTo>
                <a:cubicBezTo>
                  <a:pt x="9325" y="5450"/>
                  <a:pt x="9861" y="6238"/>
                  <a:pt x="10113" y="7026"/>
                </a:cubicBezTo>
                <a:lnTo>
                  <a:pt x="7530" y="9609"/>
                </a:lnTo>
                <a:lnTo>
                  <a:pt x="4222" y="9609"/>
                </a:lnTo>
                <a:cubicBezTo>
                  <a:pt x="4033" y="9609"/>
                  <a:pt x="3875" y="9451"/>
                  <a:pt x="3875" y="9262"/>
                </a:cubicBezTo>
                <a:cubicBezTo>
                  <a:pt x="3875" y="9073"/>
                  <a:pt x="4033" y="8916"/>
                  <a:pt x="4222" y="8916"/>
                </a:cubicBezTo>
                <a:lnTo>
                  <a:pt x="5230" y="8916"/>
                </a:lnTo>
                <a:cubicBezTo>
                  <a:pt x="5387" y="8916"/>
                  <a:pt x="5513" y="8821"/>
                  <a:pt x="5545" y="8695"/>
                </a:cubicBezTo>
                <a:cubicBezTo>
                  <a:pt x="5608" y="8601"/>
                  <a:pt x="5608" y="8443"/>
                  <a:pt x="5482" y="8349"/>
                </a:cubicBezTo>
                <a:lnTo>
                  <a:pt x="2520" y="5387"/>
                </a:lnTo>
                <a:cubicBezTo>
                  <a:pt x="2394" y="5293"/>
                  <a:pt x="2394" y="5041"/>
                  <a:pt x="2520" y="4915"/>
                </a:cubicBezTo>
                <a:cubicBezTo>
                  <a:pt x="2583" y="4868"/>
                  <a:pt x="2670" y="4844"/>
                  <a:pt x="2757" y="4844"/>
                </a:cubicBezTo>
                <a:cubicBezTo>
                  <a:pt x="2843" y="4844"/>
                  <a:pt x="2930" y="4868"/>
                  <a:pt x="2993" y="4915"/>
                </a:cubicBezTo>
                <a:lnTo>
                  <a:pt x="4442" y="6395"/>
                </a:lnTo>
                <a:lnTo>
                  <a:pt x="5450" y="7372"/>
                </a:lnTo>
                <a:cubicBezTo>
                  <a:pt x="5498" y="7435"/>
                  <a:pt x="5584" y="7467"/>
                  <a:pt x="5675" y="7467"/>
                </a:cubicBezTo>
                <a:cubicBezTo>
                  <a:pt x="5765" y="7467"/>
                  <a:pt x="5860" y="7435"/>
                  <a:pt x="5923" y="7372"/>
                </a:cubicBezTo>
                <a:cubicBezTo>
                  <a:pt x="6017" y="7246"/>
                  <a:pt x="6017" y="7026"/>
                  <a:pt x="5923" y="6900"/>
                </a:cubicBezTo>
                <a:lnTo>
                  <a:pt x="4915" y="5923"/>
                </a:lnTo>
                <a:cubicBezTo>
                  <a:pt x="4820" y="5797"/>
                  <a:pt x="4820" y="5545"/>
                  <a:pt x="4915" y="5450"/>
                </a:cubicBezTo>
                <a:cubicBezTo>
                  <a:pt x="4978" y="5387"/>
                  <a:pt x="5072" y="5356"/>
                  <a:pt x="5163" y="5356"/>
                </a:cubicBezTo>
                <a:cubicBezTo>
                  <a:pt x="5253" y="5356"/>
                  <a:pt x="5340" y="5387"/>
                  <a:pt x="5387" y="5450"/>
                </a:cubicBezTo>
                <a:lnTo>
                  <a:pt x="6396" y="6427"/>
                </a:lnTo>
                <a:cubicBezTo>
                  <a:pt x="6443" y="6490"/>
                  <a:pt x="6529" y="6522"/>
                  <a:pt x="6620" y="6522"/>
                </a:cubicBezTo>
                <a:cubicBezTo>
                  <a:pt x="6711" y="6522"/>
                  <a:pt x="6805" y="6490"/>
                  <a:pt x="6868" y="6427"/>
                </a:cubicBezTo>
                <a:cubicBezTo>
                  <a:pt x="6963" y="6301"/>
                  <a:pt x="6963" y="6080"/>
                  <a:pt x="6868" y="5954"/>
                </a:cubicBezTo>
                <a:lnTo>
                  <a:pt x="5860" y="4978"/>
                </a:lnTo>
                <a:cubicBezTo>
                  <a:pt x="5765" y="4852"/>
                  <a:pt x="5765" y="4631"/>
                  <a:pt x="5860" y="4505"/>
                </a:cubicBezTo>
                <a:cubicBezTo>
                  <a:pt x="5923" y="4442"/>
                  <a:pt x="6017" y="4411"/>
                  <a:pt x="6108" y="4411"/>
                </a:cubicBezTo>
                <a:cubicBezTo>
                  <a:pt x="6199" y="4411"/>
                  <a:pt x="6285" y="4442"/>
                  <a:pt x="6333" y="4505"/>
                </a:cubicBezTo>
                <a:lnTo>
                  <a:pt x="7341" y="5482"/>
                </a:lnTo>
                <a:cubicBezTo>
                  <a:pt x="7388" y="5545"/>
                  <a:pt x="7475" y="5576"/>
                  <a:pt x="7565" y="5576"/>
                </a:cubicBezTo>
                <a:cubicBezTo>
                  <a:pt x="7656" y="5576"/>
                  <a:pt x="7750" y="5545"/>
                  <a:pt x="7813" y="5482"/>
                </a:cubicBezTo>
                <a:cubicBezTo>
                  <a:pt x="7908" y="5356"/>
                  <a:pt x="7908" y="5135"/>
                  <a:pt x="7813" y="5009"/>
                </a:cubicBezTo>
                <a:lnTo>
                  <a:pt x="7341" y="4537"/>
                </a:lnTo>
                <a:cubicBezTo>
                  <a:pt x="7278" y="4348"/>
                  <a:pt x="7278" y="4096"/>
                  <a:pt x="7404" y="4001"/>
                </a:cubicBezTo>
                <a:cubicBezTo>
                  <a:pt x="7467" y="3938"/>
                  <a:pt x="7553" y="3907"/>
                  <a:pt x="7640" y="3907"/>
                </a:cubicBezTo>
                <a:close/>
                <a:moveTo>
                  <a:pt x="10554" y="7624"/>
                </a:moveTo>
                <a:lnTo>
                  <a:pt x="10806" y="7845"/>
                </a:lnTo>
                <a:cubicBezTo>
                  <a:pt x="10964" y="8002"/>
                  <a:pt x="10964" y="8191"/>
                  <a:pt x="10806" y="8317"/>
                </a:cubicBezTo>
                <a:lnTo>
                  <a:pt x="8853" y="10239"/>
                </a:lnTo>
                <a:cubicBezTo>
                  <a:pt x="8806" y="10302"/>
                  <a:pt x="8719" y="10334"/>
                  <a:pt x="8628" y="10334"/>
                </a:cubicBezTo>
                <a:cubicBezTo>
                  <a:pt x="8538" y="10334"/>
                  <a:pt x="8443" y="10302"/>
                  <a:pt x="8380" y="10239"/>
                </a:cubicBezTo>
                <a:lnTo>
                  <a:pt x="8160" y="10019"/>
                </a:lnTo>
                <a:lnTo>
                  <a:pt x="10554" y="7624"/>
                </a:lnTo>
                <a:close/>
                <a:moveTo>
                  <a:pt x="3277" y="9672"/>
                </a:moveTo>
                <a:cubicBezTo>
                  <a:pt x="3434" y="10050"/>
                  <a:pt x="3781" y="10334"/>
                  <a:pt x="4222" y="10334"/>
                </a:cubicBezTo>
                <a:lnTo>
                  <a:pt x="6143" y="10334"/>
                </a:lnTo>
                <a:lnTo>
                  <a:pt x="6143" y="10680"/>
                </a:lnTo>
                <a:lnTo>
                  <a:pt x="6175" y="10680"/>
                </a:lnTo>
                <a:cubicBezTo>
                  <a:pt x="6175" y="10869"/>
                  <a:pt x="6017" y="11027"/>
                  <a:pt x="5828" y="11027"/>
                </a:cubicBezTo>
                <a:lnTo>
                  <a:pt x="1040" y="11027"/>
                </a:lnTo>
                <a:cubicBezTo>
                  <a:pt x="819" y="11027"/>
                  <a:pt x="662" y="10869"/>
                  <a:pt x="662" y="10680"/>
                </a:cubicBezTo>
                <a:lnTo>
                  <a:pt x="662" y="9672"/>
                </a:lnTo>
                <a:close/>
                <a:moveTo>
                  <a:pt x="1040" y="0"/>
                </a:moveTo>
                <a:cubicBezTo>
                  <a:pt x="473" y="0"/>
                  <a:pt x="0" y="473"/>
                  <a:pt x="0" y="1040"/>
                </a:cubicBezTo>
                <a:lnTo>
                  <a:pt x="0" y="10649"/>
                </a:lnTo>
                <a:cubicBezTo>
                  <a:pt x="0" y="11184"/>
                  <a:pt x="473" y="11657"/>
                  <a:pt x="1040" y="11657"/>
                </a:cubicBezTo>
                <a:lnTo>
                  <a:pt x="5828" y="11657"/>
                </a:lnTo>
                <a:cubicBezTo>
                  <a:pt x="6396" y="11657"/>
                  <a:pt x="6868" y="11184"/>
                  <a:pt x="6868" y="10649"/>
                </a:cubicBezTo>
                <a:lnTo>
                  <a:pt x="6868" y="10334"/>
                </a:lnTo>
                <a:lnTo>
                  <a:pt x="7467" y="10334"/>
                </a:lnTo>
                <a:lnTo>
                  <a:pt x="7876" y="10775"/>
                </a:lnTo>
                <a:cubicBezTo>
                  <a:pt x="8081" y="10964"/>
                  <a:pt x="8349" y="11058"/>
                  <a:pt x="8613" y="11058"/>
                </a:cubicBezTo>
                <a:cubicBezTo>
                  <a:pt x="8877" y="11058"/>
                  <a:pt x="9136" y="10964"/>
                  <a:pt x="9325" y="10775"/>
                </a:cubicBezTo>
                <a:lnTo>
                  <a:pt x="11279" y="8821"/>
                </a:lnTo>
                <a:cubicBezTo>
                  <a:pt x="11688" y="8443"/>
                  <a:pt x="11688" y="7782"/>
                  <a:pt x="11310" y="7372"/>
                </a:cubicBezTo>
                <a:lnTo>
                  <a:pt x="10869" y="6931"/>
                </a:lnTo>
                <a:cubicBezTo>
                  <a:pt x="10554" y="6080"/>
                  <a:pt x="10082" y="5261"/>
                  <a:pt x="9420" y="4505"/>
                </a:cubicBezTo>
                <a:lnTo>
                  <a:pt x="8380" y="3466"/>
                </a:lnTo>
                <a:cubicBezTo>
                  <a:pt x="8191" y="3277"/>
                  <a:pt x="7931" y="3182"/>
                  <a:pt x="7668" y="3182"/>
                </a:cubicBezTo>
                <a:cubicBezTo>
                  <a:pt x="7404" y="3182"/>
                  <a:pt x="7136" y="3277"/>
                  <a:pt x="6931" y="3466"/>
                </a:cubicBezTo>
                <a:lnTo>
                  <a:pt x="6868" y="3560"/>
                </a:lnTo>
                <a:lnTo>
                  <a:pt x="6868" y="1040"/>
                </a:lnTo>
                <a:cubicBezTo>
                  <a:pt x="6868" y="473"/>
                  <a:pt x="6396" y="0"/>
                  <a:pt x="582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aloo 2" panose="020B0604020202020204" charset="0"/>
              <a:cs typeface="Baloo 2" panose="020B0604020202020204" charset="0"/>
            </a:endParaRPr>
          </a:p>
        </p:txBody>
      </p:sp>
      <p:pic>
        <p:nvPicPr>
          <p:cNvPr id="7" name="Picture 6" descr="Logo&#10;&#10;Description automatically generated with medium confidence">
            <a:extLst>
              <a:ext uri="{FF2B5EF4-FFF2-40B4-BE49-F238E27FC236}">
                <a16:creationId xmlns:a16="http://schemas.microsoft.com/office/drawing/2014/main" id="{26FB6CBA-8537-3ADF-DFDA-05E47B2A21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68755"/>
            <a:ext cx="1597180" cy="15971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65"/>
          <p:cNvSpPr/>
          <p:nvPr/>
        </p:nvSpPr>
        <p:spPr>
          <a:xfrm>
            <a:off x="3851675" y="2189250"/>
            <a:ext cx="792000" cy="792000"/>
          </a:xfrm>
          <a:prstGeom prst="ellipse">
            <a:avLst/>
          </a:prstGeom>
          <a:solidFill>
            <a:srgbClr val="FED002">
              <a:alpha val="44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1245" name="Google Shape;1245;p65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aloo 2" panose="020B0604020202020204" charset="0"/>
                <a:cs typeface="Baloo 2" panose="020B0604020202020204" charset="0"/>
              </a:rPr>
              <a:t>Customer Buying Journey</a:t>
            </a:r>
            <a:endParaRPr dirty="0">
              <a:latin typeface="Baloo 2" panose="020B0604020202020204" charset="0"/>
              <a:cs typeface="Baloo 2" panose="020B0604020202020204" charset="0"/>
            </a:endParaRPr>
          </a:p>
        </p:txBody>
      </p:sp>
      <p:cxnSp>
        <p:nvCxnSpPr>
          <p:cNvPr id="1246" name="Google Shape;1246;p65"/>
          <p:cNvCxnSpPr>
            <a:stCxn id="1247" idx="3"/>
            <a:endCxn id="1248" idx="1"/>
          </p:cNvCxnSpPr>
          <p:nvPr/>
        </p:nvCxnSpPr>
        <p:spPr>
          <a:xfrm flipV="1">
            <a:off x="4110313" y="2332500"/>
            <a:ext cx="788237" cy="179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9" name="Google Shape;1249;p65"/>
          <p:cNvCxnSpPr>
            <a:endCxn id="1250" idx="1"/>
          </p:cNvCxnSpPr>
          <p:nvPr/>
        </p:nvCxnSpPr>
        <p:spPr>
          <a:xfrm>
            <a:off x="-406547" y="2332500"/>
            <a:ext cx="1005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1" name="Google Shape;1251;p65"/>
          <p:cNvCxnSpPr>
            <a:stCxn id="1250" idx="3"/>
            <a:endCxn id="1247" idx="1"/>
          </p:cNvCxnSpPr>
          <p:nvPr/>
        </p:nvCxnSpPr>
        <p:spPr>
          <a:xfrm>
            <a:off x="1922653" y="2332500"/>
            <a:ext cx="863760" cy="179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2" name="Google Shape;1252;p65"/>
          <p:cNvCxnSpPr>
            <a:stCxn id="1248" idx="3"/>
            <a:endCxn id="1253" idx="1"/>
          </p:cNvCxnSpPr>
          <p:nvPr/>
        </p:nvCxnSpPr>
        <p:spPr>
          <a:xfrm>
            <a:off x="6222450" y="2332500"/>
            <a:ext cx="86184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50" name="Google Shape;1250;p65"/>
          <p:cNvSpPr/>
          <p:nvPr/>
        </p:nvSpPr>
        <p:spPr>
          <a:xfrm>
            <a:off x="598753" y="1670550"/>
            <a:ext cx="1323900" cy="13239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 dirty="0">
                <a:solidFill>
                  <a:schemeClr val="accent4"/>
                </a:solidFill>
                <a:latin typeface="Baloo 2" panose="020B0604020202020204" charset="0"/>
                <a:cs typeface="Baloo 2" panose="020B0604020202020204" charset="0"/>
                <a:sym typeface="Baloo 2"/>
              </a:rPr>
              <a:t>1</a:t>
            </a:r>
            <a:endParaRPr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1254" name="Google Shape;1254;p65"/>
          <p:cNvSpPr txBox="1"/>
          <p:nvPr/>
        </p:nvSpPr>
        <p:spPr>
          <a:xfrm>
            <a:off x="483379" y="3123693"/>
            <a:ext cx="1757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400" b="1" dirty="0">
                <a:solidFill>
                  <a:schemeClr val="dk1"/>
                </a:solidFill>
                <a:latin typeface="Baloo 2" panose="020B0604020202020204" charset="0"/>
                <a:ea typeface="Baloo 2"/>
                <a:cs typeface="Baloo 2" panose="020B0604020202020204" charset="0"/>
                <a:sym typeface="Baloo 2"/>
              </a:rPr>
              <a:t>Awareness</a:t>
            </a:r>
            <a:endParaRPr sz="2400" b="1" dirty="0">
              <a:solidFill>
                <a:schemeClr val="dk1"/>
              </a:solidFill>
              <a:latin typeface="Baloo 2" panose="020B0604020202020204" charset="0"/>
              <a:ea typeface="Baloo 2"/>
              <a:cs typeface="Baloo 2" panose="020B0604020202020204" charset="0"/>
              <a:sym typeface="Baloo 2"/>
            </a:endParaRPr>
          </a:p>
        </p:txBody>
      </p:sp>
      <p:sp>
        <p:nvSpPr>
          <p:cNvPr id="1255" name="Google Shape;1255;p65"/>
          <p:cNvSpPr txBox="1"/>
          <p:nvPr/>
        </p:nvSpPr>
        <p:spPr>
          <a:xfrm>
            <a:off x="53378" y="3582875"/>
            <a:ext cx="241465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Calon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pembeli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dapat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melihat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Instagram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atau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E-commerce kami (@shampoojiakhh</a:t>
            </a:r>
            <a:r>
              <a:rPr lang="en-ID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Baloo 2" panose="020B0604020202020204" charset="0"/>
              <a:ea typeface="Open Sans"/>
              <a:cs typeface="Baloo 2" panose="020B0604020202020204" charset="0"/>
              <a:sym typeface="Open Sans"/>
            </a:endParaRPr>
          </a:p>
        </p:txBody>
      </p:sp>
      <p:sp>
        <p:nvSpPr>
          <p:cNvPr id="1256" name="Google Shape;1256;p65"/>
          <p:cNvSpPr txBox="1"/>
          <p:nvPr/>
        </p:nvSpPr>
        <p:spPr>
          <a:xfrm>
            <a:off x="2335366" y="3144963"/>
            <a:ext cx="2279814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D" sz="2400" b="1" dirty="0">
              <a:solidFill>
                <a:schemeClr val="dk1"/>
              </a:solidFill>
              <a:latin typeface="Baloo 2" panose="020B0604020202020204" charset="0"/>
              <a:ea typeface="Baloo 2"/>
              <a:cs typeface="Baloo 2" panose="020B0604020202020204" charset="0"/>
              <a:sym typeface="Baloo 2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400" b="1" dirty="0">
                <a:solidFill>
                  <a:schemeClr val="dk1"/>
                </a:solidFill>
                <a:latin typeface="Baloo 2" panose="020B0604020202020204" charset="0"/>
                <a:ea typeface="Baloo 2"/>
                <a:cs typeface="Baloo 2" panose="020B0604020202020204" charset="0"/>
                <a:sym typeface="Baloo 2"/>
              </a:rPr>
              <a:t>Consideration</a:t>
            </a:r>
            <a:endParaRPr sz="2400" b="1" dirty="0">
              <a:solidFill>
                <a:schemeClr val="dk1"/>
              </a:solidFill>
              <a:latin typeface="Baloo 2" panose="020B0604020202020204" charset="0"/>
              <a:ea typeface="Baloo 2"/>
              <a:cs typeface="Baloo 2" panose="020B0604020202020204" charset="0"/>
              <a:sym typeface="Baloo 2"/>
            </a:endParaRPr>
          </a:p>
        </p:txBody>
      </p:sp>
      <p:sp>
        <p:nvSpPr>
          <p:cNvPr id="1257" name="Google Shape;1257;p65"/>
          <p:cNvSpPr txBox="1"/>
          <p:nvPr/>
        </p:nvSpPr>
        <p:spPr>
          <a:xfrm>
            <a:off x="2386201" y="3582875"/>
            <a:ext cx="2279813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Calon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pembeli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dapat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melihat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review/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testimoni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pada Instagram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atau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Tiktok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kami. Serta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dapat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bertanya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kepada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penjual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terkait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produk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yang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akan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dibeli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.</a:t>
            </a:r>
          </a:p>
        </p:txBody>
      </p:sp>
      <p:sp>
        <p:nvSpPr>
          <p:cNvPr id="1258" name="Google Shape;1258;p65"/>
          <p:cNvSpPr txBox="1"/>
          <p:nvPr/>
        </p:nvSpPr>
        <p:spPr>
          <a:xfrm>
            <a:off x="4569238" y="3182607"/>
            <a:ext cx="220045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Baloo 2" panose="020B0604020202020204" charset="0"/>
                <a:ea typeface="Baloo 2"/>
                <a:cs typeface="Baloo 2" panose="020B0604020202020204" charset="0"/>
                <a:sym typeface="Baloo 2"/>
              </a:rPr>
              <a:t>Conversation</a:t>
            </a:r>
            <a:endParaRPr sz="2400" b="1" dirty="0">
              <a:solidFill>
                <a:schemeClr val="dk1"/>
              </a:solidFill>
              <a:latin typeface="Baloo 2" panose="020B0604020202020204" charset="0"/>
              <a:ea typeface="Baloo 2"/>
              <a:cs typeface="Baloo 2" panose="020B0604020202020204" charset="0"/>
              <a:sym typeface="Baloo 2"/>
            </a:endParaRPr>
          </a:p>
        </p:txBody>
      </p:sp>
      <p:sp>
        <p:nvSpPr>
          <p:cNvPr id="1259" name="Google Shape;1259;p65"/>
          <p:cNvSpPr txBox="1"/>
          <p:nvPr/>
        </p:nvSpPr>
        <p:spPr>
          <a:xfrm>
            <a:off x="4643675" y="3621832"/>
            <a:ext cx="213168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Calon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pembeli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dapat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menghubungi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penjual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melalui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Social Media @shampoojiakhh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untuk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mendiskusikan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yang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cocok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untuk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 </a:t>
            </a:r>
            <a:r>
              <a:rPr lang="en-ID" sz="1200" dirty="0" err="1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dibeli</a:t>
            </a:r>
            <a:r>
              <a:rPr lang="en-ID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Baloo 2" panose="020B0604020202020204" charset="0"/>
              <a:ea typeface="Open Sans"/>
              <a:cs typeface="Baloo 2" panose="020B0604020202020204" charset="0"/>
              <a:sym typeface="Open Sans"/>
            </a:endParaRPr>
          </a:p>
        </p:txBody>
      </p:sp>
      <p:sp>
        <p:nvSpPr>
          <p:cNvPr id="1260" name="Google Shape;1260;p65"/>
          <p:cNvSpPr txBox="1"/>
          <p:nvPr/>
        </p:nvSpPr>
        <p:spPr>
          <a:xfrm>
            <a:off x="6902921" y="3163243"/>
            <a:ext cx="1757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400" b="1" dirty="0">
                <a:solidFill>
                  <a:schemeClr val="dk1"/>
                </a:solidFill>
                <a:latin typeface="Baloo 2" panose="020B0604020202020204" charset="0"/>
                <a:ea typeface="Baloo 2"/>
                <a:cs typeface="Baloo 2" panose="020B0604020202020204" charset="0"/>
                <a:sym typeface="Baloo 2"/>
              </a:rPr>
              <a:t>Advocacy</a:t>
            </a:r>
            <a:endParaRPr sz="2400" b="1" dirty="0">
              <a:solidFill>
                <a:schemeClr val="dk1"/>
              </a:solidFill>
              <a:latin typeface="Baloo 2" panose="020B0604020202020204" charset="0"/>
              <a:ea typeface="Baloo 2"/>
              <a:cs typeface="Baloo 2" panose="020B0604020202020204" charset="0"/>
              <a:sym typeface="Baloo 2"/>
            </a:endParaRPr>
          </a:p>
        </p:txBody>
      </p:sp>
      <p:sp>
        <p:nvSpPr>
          <p:cNvPr id="1261" name="Google Shape;1261;p65"/>
          <p:cNvSpPr txBox="1"/>
          <p:nvPr/>
        </p:nvSpPr>
        <p:spPr>
          <a:xfrm>
            <a:off x="6684625" y="3677793"/>
            <a:ext cx="2317013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n-NO" sz="1200" dirty="0">
                <a:solidFill>
                  <a:schemeClr val="dk1"/>
                </a:solidFill>
                <a:latin typeface="Baloo 2" panose="020B0604020202020204" charset="0"/>
                <a:ea typeface="Open Sans"/>
                <a:cs typeface="Baloo 2" panose="020B0604020202020204" charset="0"/>
                <a:sym typeface="Open Sans"/>
              </a:rPr>
              <a:t>Pembeli memberikan review di Tiktok dan Shopee dengan cara membuat komentar baik dan memberi tahu efek hasil yang diberikan setelah memakai produk yang dibeli..</a:t>
            </a:r>
            <a:endParaRPr sz="1200" dirty="0">
              <a:solidFill>
                <a:schemeClr val="dk1"/>
              </a:solidFill>
              <a:latin typeface="Baloo 2" panose="020B0604020202020204" charset="0"/>
              <a:ea typeface="Open Sans"/>
              <a:cs typeface="Baloo 2" panose="020B0604020202020204" charset="0"/>
              <a:sym typeface="Open Sans"/>
            </a:endParaRPr>
          </a:p>
        </p:txBody>
      </p:sp>
      <p:sp>
        <p:nvSpPr>
          <p:cNvPr id="1247" name="Google Shape;1247;p65"/>
          <p:cNvSpPr/>
          <p:nvPr/>
        </p:nvSpPr>
        <p:spPr>
          <a:xfrm>
            <a:off x="2786413" y="1672348"/>
            <a:ext cx="1323900" cy="1323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accent4"/>
                </a:solidFill>
                <a:latin typeface="Baloo 2" panose="020B0604020202020204" charset="0"/>
                <a:ea typeface="Baloo 2"/>
                <a:cs typeface="Baloo 2" panose="020B0604020202020204" charset="0"/>
                <a:sym typeface="Baloo 2"/>
              </a:rPr>
              <a:t>2</a:t>
            </a:r>
            <a:endParaRPr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1248" name="Google Shape;1248;p65"/>
          <p:cNvSpPr/>
          <p:nvPr/>
        </p:nvSpPr>
        <p:spPr>
          <a:xfrm>
            <a:off x="4898550" y="1670550"/>
            <a:ext cx="1323900" cy="1323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accent4"/>
                </a:solidFill>
                <a:latin typeface="Baloo 2" panose="020B0604020202020204" charset="0"/>
                <a:cs typeface="Baloo 2" panose="020B0604020202020204" charset="0"/>
                <a:sym typeface="Baloo 2"/>
              </a:rPr>
              <a:t>3</a:t>
            </a:r>
            <a:endParaRPr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1253" name="Google Shape;1253;p65"/>
          <p:cNvSpPr/>
          <p:nvPr/>
        </p:nvSpPr>
        <p:spPr>
          <a:xfrm>
            <a:off x="7084295" y="1670550"/>
            <a:ext cx="1323900" cy="13239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accent4"/>
                </a:solidFill>
                <a:latin typeface="Baloo 2" panose="020B0604020202020204" charset="0"/>
                <a:cs typeface="Baloo 2" panose="020B0604020202020204" charset="0"/>
                <a:sym typeface="Baloo 2"/>
              </a:rPr>
              <a:t>4</a:t>
            </a:r>
            <a:endParaRPr dirty="0">
              <a:latin typeface="Baloo 2" panose="020B0604020202020204" charset="0"/>
              <a:cs typeface="Baloo 2" panose="020B0604020202020204" charset="0"/>
            </a:endParaRPr>
          </a:p>
        </p:txBody>
      </p:sp>
      <p:cxnSp>
        <p:nvCxnSpPr>
          <p:cNvPr id="1262" name="Google Shape;1262;p65"/>
          <p:cNvCxnSpPr>
            <a:stCxn id="1253" idx="3"/>
          </p:cNvCxnSpPr>
          <p:nvPr/>
        </p:nvCxnSpPr>
        <p:spPr>
          <a:xfrm>
            <a:off x="8408195" y="2332500"/>
            <a:ext cx="978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3" name="Google Shape;1263;p65"/>
          <p:cNvSpPr/>
          <p:nvPr/>
        </p:nvSpPr>
        <p:spPr>
          <a:xfrm>
            <a:off x="1682550" y="1452475"/>
            <a:ext cx="792000" cy="792000"/>
          </a:xfrm>
          <a:prstGeom prst="ellipse">
            <a:avLst/>
          </a:prstGeom>
          <a:solidFill>
            <a:srgbClr val="FF4D01">
              <a:alpha val="506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1264" name="Google Shape;1264;p65"/>
          <p:cNvSpPr/>
          <p:nvPr/>
        </p:nvSpPr>
        <p:spPr>
          <a:xfrm>
            <a:off x="6377275" y="1300075"/>
            <a:ext cx="614700" cy="614700"/>
          </a:xfrm>
          <a:prstGeom prst="ellipse">
            <a:avLst/>
          </a:pr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loo 2" panose="020B0604020202020204" charset="0"/>
              <a:cs typeface="Baloo 2" panose="020B0604020202020204" charset="0"/>
            </a:endParaRPr>
          </a:p>
        </p:txBody>
      </p:sp>
      <p:grpSp>
        <p:nvGrpSpPr>
          <p:cNvPr id="1265" name="Google Shape;1265;p65"/>
          <p:cNvGrpSpPr/>
          <p:nvPr/>
        </p:nvGrpSpPr>
        <p:grpSpPr>
          <a:xfrm>
            <a:off x="6076238" y="2973082"/>
            <a:ext cx="959175" cy="162000"/>
            <a:chOff x="447675" y="1666875"/>
            <a:chExt cx="959175" cy="162000"/>
          </a:xfrm>
        </p:grpSpPr>
        <p:sp>
          <p:nvSpPr>
            <p:cNvPr id="1266" name="Google Shape;1266;p65"/>
            <p:cNvSpPr/>
            <p:nvPr/>
          </p:nvSpPr>
          <p:spPr>
            <a:xfrm>
              <a:off x="44767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1267" name="Google Shape;1267;p65"/>
            <p:cNvSpPr/>
            <p:nvPr/>
          </p:nvSpPr>
          <p:spPr>
            <a:xfrm>
              <a:off x="71340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1268" name="Google Shape;1268;p65"/>
            <p:cNvSpPr/>
            <p:nvPr/>
          </p:nvSpPr>
          <p:spPr>
            <a:xfrm>
              <a:off x="97912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1269" name="Google Shape;1269;p65"/>
            <p:cNvSpPr/>
            <p:nvPr/>
          </p:nvSpPr>
          <p:spPr>
            <a:xfrm>
              <a:off x="124485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</p:grpSp>
      <p:pic>
        <p:nvPicPr>
          <p:cNvPr id="3" name="Picture 2" descr="Logo&#10;&#10;Description automatically generated with medium confidence">
            <a:extLst>
              <a:ext uri="{FF2B5EF4-FFF2-40B4-BE49-F238E27FC236}">
                <a16:creationId xmlns:a16="http://schemas.microsoft.com/office/drawing/2014/main" id="{62F3CF94-30A8-41A3-1BBB-E3DE381DA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68755"/>
            <a:ext cx="1597180" cy="1597180"/>
          </a:xfrm>
          <a:prstGeom prst="rect">
            <a:avLst/>
          </a:prstGeom>
        </p:spPr>
      </p:pic>
      <p:grpSp>
        <p:nvGrpSpPr>
          <p:cNvPr id="2" name="Google Shape;1265;p65">
            <a:extLst>
              <a:ext uri="{FF2B5EF4-FFF2-40B4-BE49-F238E27FC236}">
                <a16:creationId xmlns:a16="http://schemas.microsoft.com/office/drawing/2014/main" id="{5580BFE4-038A-D91B-F14E-11540A0D57AC}"/>
              </a:ext>
            </a:extLst>
          </p:cNvPr>
          <p:cNvGrpSpPr/>
          <p:nvPr/>
        </p:nvGrpSpPr>
        <p:grpSpPr>
          <a:xfrm>
            <a:off x="2108462" y="1486775"/>
            <a:ext cx="959175" cy="162000"/>
            <a:chOff x="447675" y="1666875"/>
            <a:chExt cx="959175" cy="162000"/>
          </a:xfrm>
        </p:grpSpPr>
        <p:sp>
          <p:nvSpPr>
            <p:cNvPr id="4" name="Google Shape;1266;p65">
              <a:extLst>
                <a:ext uri="{FF2B5EF4-FFF2-40B4-BE49-F238E27FC236}">
                  <a16:creationId xmlns:a16="http://schemas.microsoft.com/office/drawing/2014/main" id="{9EE4A162-FEEF-C446-55BE-EC7E8000706E}"/>
                </a:ext>
              </a:extLst>
            </p:cNvPr>
            <p:cNvSpPr/>
            <p:nvPr/>
          </p:nvSpPr>
          <p:spPr>
            <a:xfrm>
              <a:off x="44767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5" name="Google Shape;1267;p65">
              <a:extLst>
                <a:ext uri="{FF2B5EF4-FFF2-40B4-BE49-F238E27FC236}">
                  <a16:creationId xmlns:a16="http://schemas.microsoft.com/office/drawing/2014/main" id="{CDC98C80-C01B-EB13-FC25-962AD366024D}"/>
                </a:ext>
              </a:extLst>
            </p:cNvPr>
            <p:cNvSpPr/>
            <p:nvPr/>
          </p:nvSpPr>
          <p:spPr>
            <a:xfrm>
              <a:off x="71340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6" name="Google Shape;1268;p65">
              <a:extLst>
                <a:ext uri="{FF2B5EF4-FFF2-40B4-BE49-F238E27FC236}">
                  <a16:creationId xmlns:a16="http://schemas.microsoft.com/office/drawing/2014/main" id="{0993D6F8-734F-B75E-9247-842EFB5BCAD2}"/>
                </a:ext>
              </a:extLst>
            </p:cNvPr>
            <p:cNvSpPr/>
            <p:nvPr/>
          </p:nvSpPr>
          <p:spPr>
            <a:xfrm>
              <a:off x="97912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7" name="Google Shape;1269;p65">
              <a:extLst>
                <a:ext uri="{FF2B5EF4-FFF2-40B4-BE49-F238E27FC236}">
                  <a16:creationId xmlns:a16="http://schemas.microsoft.com/office/drawing/2014/main" id="{2C400116-1818-186C-C913-4AC67974A1B8}"/>
                </a:ext>
              </a:extLst>
            </p:cNvPr>
            <p:cNvSpPr/>
            <p:nvPr/>
          </p:nvSpPr>
          <p:spPr>
            <a:xfrm>
              <a:off x="124485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67"/>
          <p:cNvSpPr txBox="1">
            <a:spLocks noGrp="1"/>
          </p:cNvSpPr>
          <p:nvPr>
            <p:ph type="title"/>
          </p:nvPr>
        </p:nvSpPr>
        <p:spPr>
          <a:xfrm>
            <a:off x="487243" y="0"/>
            <a:ext cx="8125925" cy="7321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Kompetitor</a:t>
            </a:r>
            <a:endParaRPr dirty="0"/>
          </a:p>
        </p:txBody>
      </p:sp>
      <p:graphicFrame>
        <p:nvGraphicFramePr>
          <p:cNvPr id="1314" name="Google Shape;1314;p67"/>
          <p:cNvGraphicFramePr/>
          <p:nvPr>
            <p:extLst>
              <p:ext uri="{D42A27DB-BD31-4B8C-83A1-F6EECF244321}">
                <p14:modId xmlns:p14="http://schemas.microsoft.com/office/powerpoint/2010/main" val="3049285470"/>
              </p:ext>
            </p:extLst>
          </p:nvPr>
        </p:nvGraphicFramePr>
        <p:xfrm>
          <a:off x="265120" y="809865"/>
          <a:ext cx="8471338" cy="4105262"/>
        </p:xfrm>
        <a:graphic>
          <a:graphicData uri="http://schemas.openxmlformats.org/drawingml/2006/table">
            <a:tbl>
              <a:tblPr>
                <a:noFill/>
                <a:tableStyleId>{54360D01-938F-46CD-A0B9-3CD1AC6BF4D9}</a:tableStyleId>
              </a:tblPr>
              <a:tblGrid>
                <a:gridCol w="15123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16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0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2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62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87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spc="0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perbandingan</a:t>
                      </a:r>
                      <a:endParaRPr sz="1200" b="1" spc="0" dirty="0">
                        <a:solidFill>
                          <a:schemeClr val="accent4"/>
                        </a:solidFill>
                        <a:latin typeface="Baloo 2" panose="020B0604020202020204" charset="0"/>
                        <a:ea typeface="Baloo 2"/>
                        <a:cs typeface="Baloo 2" panose="020B0604020202020204" charset="0"/>
                        <a:sym typeface="Baloo 2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spc="0" dirty="0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Shampoo Jiakhh</a:t>
                      </a:r>
                      <a:endParaRPr sz="1200" b="1" spc="0" dirty="0">
                        <a:solidFill>
                          <a:schemeClr val="accent4"/>
                        </a:solidFill>
                        <a:latin typeface="Baloo 2" panose="020B0604020202020204" charset="0"/>
                        <a:ea typeface="Baloo 2"/>
                        <a:cs typeface="Baloo 2" panose="020B0604020202020204" charset="0"/>
                        <a:sym typeface="Baloo 2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spc="0" dirty="0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Green Angelica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spc="0" dirty="0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Nature Ginseng</a:t>
                      </a:r>
                      <a:endParaRPr sz="1200" b="1" spc="0" dirty="0">
                        <a:solidFill>
                          <a:schemeClr val="accent4"/>
                        </a:solidFill>
                        <a:latin typeface="Baloo 2" panose="020B0604020202020204" charset="0"/>
                        <a:ea typeface="Baloo 2"/>
                        <a:cs typeface="Baloo 2" panose="020B0604020202020204" charset="0"/>
                        <a:sym typeface="Baloo 2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spc="0" dirty="0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Olive Herbal</a:t>
                      </a:r>
                      <a:endParaRPr sz="1200" b="1" spc="0" dirty="0">
                        <a:solidFill>
                          <a:schemeClr val="accent4"/>
                        </a:solidFill>
                        <a:latin typeface="Baloo 2" panose="020B0604020202020204" charset="0"/>
                        <a:ea typeface="Baloo 2"/>
                        <a:cs typeface="Baloo 2" panose="020B0604020202020204" charset="0"/>
                        <a:sym typeface="Baloo 2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62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spc="0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Best</a:t>
                      </a:r>
                      <a:r>
                        <a:rPr lang="en-US" sz="1200" b="1" spc="0" baseline="0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 seller</a:t>
                      </a:r>
                      <a:endParaRPr sz="1200" b="1" spc="0" dirty="0">
                        <a:solidFill>
                          <a:schemeClr val="accent4"/>
                        </a:solidFill>
                        <a:latin typeface="Baloo 2" panose="020B0604020202020204" charset="0"/>
                        <a:ea typeface="Baloo 2"/>
                        <a:cs typeface="Baloo 2" panose="020B0604020202020204" charset="0"/>
                        <a:sym typeface="Baloo 2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200" b="1" spc="0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- Jiakh</a:t>
                      </a:r>
                      <a:r>
                        <a:rPr lang="en-US" sz="1200" b="1" spc="0" baseline="0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 shampoo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200" b="1" spc="0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- Hair loss</a:t>
                      </a:r>
                      <a:r>
                        <a:rPr lang="en-US" sz="1200" b="1" spc="0" baseline="0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 shampoo</a:t>
                      </a:r>
                      <a:endParaRPr sz="1200" b="1" spc="0" dirty="0">
                        <a:solidFill>
                          <a:schemeClr val="accent4"/>
                        </a:solidFill>
                        <a:latin typeface="Baloo 2" panose="020B0604020202020204" charset="0"/>
                        <a:ea typeface="Baloo 2"/>
                        <a:cs typeface="Baloo 2" panose="020B0604020202020204" charset="0"/>
                        <a:sym typeface="Baloo 2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200" b="1" spc="0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- H</a:t>
                      </a:r>
                      <a:r>
                        <a:rPr lang="en" sz="1200" b="1" spc="0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air tonic and serum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" sz="1200" b="1" spc="0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-</a:t>
                      </a:r>
                      <a:r>
                        <a:rPr lang="en" sz="1200" b="1" spc="0" baseline="0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 </a:t>
                      </a:r>
                      <a:r>
                        <a:rPr lang="en-US" sz="1200" b="1" spc="0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shampoo</a:t>
                      </a:r>
                      <a:endParaRPr lang="en" sz="1200" b="1" spc="0" dirty="0">
                        <a:solidFill>
                          <a:schemeClr val="accent4"/>
                        </a:solidFill>
                        <a:latin typeface="Baloo 2" panose="020B0604020202020204" charset="0"/>
                        <a:ea typeface="Baloo 2"/>
                        <a:cs typeface="Baloo 2" panose="020B0604020202020204" charset="0"/>
                        <a:sym typeface="Baloo 2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1" spc="0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- Hair tonic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1" spc="0" baseline="0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- shampoo</a:t>
                      </a:r>
                      <a:endParaRPr lang="en-US" sz="1200" b="1" spc="0">
                        <a:solidFill>
                          <a:schemeClr val="accent4"/>
                        </a:solidFill>
                        <a:latin typeface="Baloo 2" panose="020B0604020202020204" charset="0"/>
                        <a:ea typeface="Baloo 2"/>
                        <a:cs typeface="Baloo 2" panose="020B0604020202020204" charset="0"/>
                        <a:sym typeface="Baloo 2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200" b="1" spc="0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 -Olive hil</a:t>
                      </a:r>
                      <a:r>
                        <a:rPr lang="en-US" sz="1200" b="1" spc="0" baseline="0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 nutrient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200" b="1" spc="0" baseline="0">
                          <a:solidFill>
                            <a:schemeClr val="accent4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 -Herbal shampoo</a:t>
                      </a:r>
                      <a:endParaRPr sz="1200" b="1" spc="0" dirty="0">
                        <a:solidFill>
                          <a:schemeClr val="accent4"/>
                        </a:solidFill>
                        <a:latin typeface="Baloo 2" panose="020B0604020202020204" charset="0"/>
                        <a:ea typeface="Baloo 2"/>
                        <a:cs typeface="Baloo 2" panose="020B0604020202020204" charset="0"/>
                        <a:sym typeface="Baloo 2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spc="0">
                          <a:solidFill>
                            <a:schemeClr val="tx1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Keunggulan produk</a:t>
                      </a:r>
                      <a:endParaRPr sz="1200" b="0" spc="0" dirty="0">
                        <a:solidFill>
                          <a:schemeClr val="tx1"/>
                        </a:solidFill>
                        <a:latin typeface="Baloo 2" panose="020B0604020202020204" charset="0"/>
                        <a:ea typeface="Baloo 2"/>
                        <a:cs typeface="Baloo 2" panose="020B0604020202020204" charset="0"/>
                        <a:sym typeface="Baloo 2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spc="0">
                          <a:solidFill>
                            <a:schemeClr val="tx1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Kandungan campuran aloe vera, kemiri,</a:t>
                      </a:r>
                      <a:r>
                        <a:rPr lang="en-US" sz="1200" b="0" spc="0" baseline="0">
                          <a:solidFill>
                            <a:schemeClr val="tx1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 </a:t>
                      </a:r>
                      <a:r>
                        <a:rPr lang="en-US" sz="1200" b="0" spc="0">
                          <a:solidFill>
                            <a:schemeClr val="tx1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dan madu yang</a:t>
                      </a:r>
                      <a:r>
                        <a:rPr lang="en-US" sz="1200" b="0" spc="0" baseline="0">
                          <a:solidFill>
                            <a:schemeClr val="tx1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 membuat rambut lebih tebal, kuat  dan melembabkan rambut</a:t>
                      </a:r>
                      <a:endParaRPr sz="1200" b="0" spc="0" dirty="0">
                        <a:solidFill>
                          <a:schemeClr val="tx1"/>
                        </a:solidFill>
                        <a:latin typeface="Baloo 2" panose="020B0604020202020204" charset="0"/>
                        <a:ea typeface="Baloo 2"/>
                        <a:cs typeface="Baloo 2" panose="020B0604020202020204" charset="0"/>
                        <a:sym typeface="Baloo 2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spc="0">
                          <a:solidFill>
                            <a:schemeClr val="tx1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K</a:t>
                      </a:r>
                      <a:r>
                        <a:rPr lang="en" sz="1200" b="0" spc="0">
                          <a:solidFill>
                            <a:schemeClr val="tx1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andunga</a:t>
                      </a:r>
                      <a:r>
                        <a:rPr lang="en" sz="1200" b="0" spc="0" baseline="0">
                          <a:solidFill>
                            <a:schemeClr val="tx1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n yang dimiliki membuat tidak ada kesan lengket danmudah diserap akar rambut</a:t>
                      </a:r>
                      <a:endParaRPr lang="en" sz="1200" b="0" spc="0" dirty="0">
                        <a:solidFill>
                          <a:schemeClr val="tx1"/>
                        </a:solidFill>
                        <a:latin typeface="Baloo 2" panose="020B0604020202020204" charset="0"/>
                        <a:ea typeface="Baloo 2"/>
                        <a:cs typeface="Baloo 2" panose="020B0604020202020204" charset="0"/>
                        <a:sym typeface="Baloo 2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spc="0">
                          <a:solidFill>
                            <a:schemeClr val="tx1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Kandungan ekstrak gingseng yang</a:t>
                      </a:r>
                      <a:r>
                        <a:rPr lang="en-US" sz="1200" b="0" spc="0" baseline="0">
                          <a:solidFill>
                            <a:schemeClr val="tx1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 membuat akar rambut kuat </a:t>
                      </a:r>
                      <a:endParaRPr sz="1200" b="0" spc="0" dirty="0">
                        <a:solidFill>
                          <a:schemeClr val="tx1"/>
                        </a:solidFill>
                        <a:latin typeface="Baloo 2" panose="020B0604020202020204" charset="0"/>
                        <a:ea typeface="Baloo 2"/>
                        <a:cs typeface="Baloo 2" panose="020B0604020202020204" charset="0"/>
                        <a:sym typeface="Baloo 2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spc="0">
                          <a:solidFill>
                            <a:schemeClr val="tx1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Mengandung</a:t>
                      </a:r>
                      <a:r>
                        <a:rPr lang="en-US" sz="1200" b="0" spc="0" baseline="0">
                          <a:solidFill>
                            <a:schemeClr val="tx1"/>
                          </a:solidFill>
                          <a:latin typeface="Baloo 2" panose="020B0604020202020204" charset="0"/>
                          <a:ea typeface="Baloo 2"/>
                          <a:cs typeface="Baloo 2" panose="020B0604020202020204" charset="0"/>
                          <a:sym typeface="Baloo 2"/>
                        </a:rPr>
                        <a:t> virgin olive oil yang bermanfaat sabegai moisturizer alami bagi kulit kepala</a:t>
                      </a:r>
                      <a:endParaRPr sz="1200" b="0" spc="0" dirty="0">
                        <a:solidFill>
                          <a:schemeClr val="tx1"/>
                        </a:solidFill>
                        <a:latin typeface="Baloo 2" panose="020B0604020202020204" charset="0"/>
                        <a:ea typeface="Baloo 2"/>
                        <a:cs typeface="Baloo 2" panose="020B0604020202020204" charset="0"/>
                        <a:sym typeface="Baloo 2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503">
                <a:tc>
                  <a:txBody>
                    <a:bodyPr/>
                    <a:lstStyle/>
                    <a:p>
                      <a:pPr marL="1397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Open Sans"/>
                        <a:buNone/>
                      </a:pPr>
                      <a:r>
                        <a:rPr lang="en-US" sz="1200" spc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Kisaran harga</a:t>
                      </a:r>
                      <a:endParaRPr sz="1200" spc="0">
                        <a:solidFill>
                          <a:schemeClr val="dk1"/>
                        </a:solidFill>
                        <a:latin typeface="Baloo 2" panose="020B0604020202020204" charset="0"/>
                        <a:ea typeface="Open Sans"/>
                        <a:cs typeface="Baloo 2" panose="020B0604020202020204" charset="0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97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Open Sans"/>
                        <a:buNone/>
                      </a:pPr>
                      <a:r>
                        <a:rPr lang="en-US" sz="1200" spc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50k-300k</a:t>
                      </a:r>
                      <a:endParaRPr sz="1200" spc="0">
                        <a:solidFill>
                          <a:schemeClr val="dk1"/>
                        </a:solidFill>
                        <a:latin typeface="Baloo 2" panose="020B0604020202020204" charset="0"/>
                        <a:ea typeface="Open Sans"/>
                        <a:cs typeface="Baloo 2" panose="020B0604020202020204" charset="0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97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Open Sans"/>
                        <a:buNone/>
                      </a:pPr>
                      <a:r>
                        <a:rPr lang="en-US" sz="1200" spc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149k-655k</a:t>
                      </a:r>
                      <a:endParaRPr sz="1200" spc="0">
                        <a:solidFill>
                          <a:schemeClr val="dk1"/>
                        </a:solidFill>
                        <a:latin typeface="Baloo 2" panose="020B0604020202020204" charset="0"/>
                        <a:ea typeface="Open Sans"/>
                        <a:cs typeface="Baloo 2" panose="020B0604020202020204" charset="0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97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Open Sans"/>
                        <a:buNone/>
                      </a:pPr>
                      <a:r>
                        <a:rPr lang="en-US" sz="1200" spc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13k-140k</a:t>
                      </a:r>
                      <a:endParaRPr sz="1200" spc="0">
                        <a:solidFill>
                          <a:schemeClr val="dk1"/>
                        </a:solidFill>
                        <a:latin typeface="Baloo 2" panose="020B0604020202020204" charset="0"/>
                        <a:ea typeface="Open Sans"/>
                        <a:cs typeface="Baloo 2" panose="020B0604020202020204" charset="0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97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Open Sans"/>
                        <a:buNone/>
                      </a:pPr>
                      <a:r>
                        <a:rPr lang="en-US" sz="1200" spc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50k-200k</a:t>
                      </a:r>
                      <a:endParaRPr sz="1200" spc="0" dirty="0">
                        <a:solidFill>
                          <a:schemeClr val="dk1"/>
                        </a:solidFill>
                        <a:latin typeface="Baloo 2" panose="020B0604020202020204" charset="0"/>
                        <a:ea typeface="Open Sans"/>
                        <a:cs typeface="Baloo 2" panose="020B0604020202020204" charset="0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spc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review</a:t>
                      </a:r>
                      <a:endParaRPr sz="1200" spc="0">
                        <a:solidFill>
                          <a:schemeClr val="dk1"/>
                        </a:solidFill>
                        <a:latin typeface="Baloo 2" panose="020B0604020202020204" charset="0"/>
                        <a:ea typeface="Open Sans"/>
                        <a:cs typeface="Baloo 2" panose="020B0604020202020204" charset="0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spc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Dengan review 4.</a:t>
                      </a:r>
                      <a:r>
                        <a:rPr lang="en-US" sz="1200" spc="0" baseline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 5 banyak yang merasa puas dengan produk kami.Tetapi manfaat dari produk ini tidak dapat maksimal kepada konsumen yang tidak cocok</a:t>
                      </a:r>
                      <a:endParaRPr sz="1200" spc="0">
                        <a:solidFill>
                          <a:schemeClr val="dk1"/>
                        </a:solidFill>
                        <a:latin typeface="Baloo 2" panose="020B0604020202020204" charset="0"/>
                        <a:ea typeface="Open Sans"/>
                        <a:cs typeface="Baloo 2" panose="020B0604020202020204" charset="0"/>
                        <a:sym typeface="Open San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spc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Dengan</a:t>
                      </a:r>
                      <a:r>
                        <a:rPr lang="en-US" sz="1200" spc="0" baseline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 review 4.7 produk ini cocok untuk banyak kalangan tetapi bagi yg tidak cocok maka efek dari pengunaannya tidak terasa</a:t>
                      </a:r>
                      <a:endParaRPr sz="1200" spc="0">
                        <a:solidFill>
                          <a:schemeClr val="dk1"/>
                        </a:solidFill>
                        <a:latin typeface="Baloo 2" panose="020B0604020202020204" charset="0"/>
                        <a:ea typeface="Open Sans"/>
                        <a:cs typeface="Baloo 2" panose="020B0604020202020204" charset="0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spc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Dengan revive 3.4  rambut rontok memang berkurang tetapi banyak keluhan terhadap ketombe dan rambut kusut setekah pemakaian</a:t>
                      </a:r>
                      <a:endParaRPr sz="1200" spc="0">
                        <a:solidFill>
                          <a:schemeClr val="dk1"/>
                        </a:solidFill>
                        <a:latin typeface="Baloo 2" panose="020B0604020202020204" charset="0"/>
                        <a:ea typeface="Open Sans"/>
                        <a:cs typeface="Baloo 2" panose="020B0604020202020204" charset="0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spc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Dengan</a:t>
                      </a:r>
                      <a:r>
                        <a:rPr lang="en-US" sz="1200" spc="0" baseline="0">
                          <a:solidFill>
                            <a:schemeClr val="dk1"/>
                          </a:solidFill>
                          <a:latin typeface="Baloo 2" panose="020B0604020202020204" charset="0"/>
                          <a:ea typeface="Open Sans"/>
                          <a:cs typeface="Baloo 2" panose="020B0604020202020204" charset="0"/>
                          <a:sym typeface="Open Sans"/>
                        </a:rPr>
                        <a:t> review sempurna 5.0 tetapi walai dengan review sebagus ini pembeli produk ini masih sangatlah sedikit</a:t>
                      </a:r>
                      <a:endParaRPr sz="1200" spc="0" dirty="0">
                        <a:solidFill>
                          <a:schemeClr val="dk1"/>
                        </a:solidFill>
                        <a:latin typeface="Baloo 2" panose="020B0604020202020204" charset="0"/>
                        <a:ea typeface="Open Sans"/>
                        <a:cs typeface="Baloo 2" panose="020B0604020202020204" charset="0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" name="Picture 1" descr="Logo&#10;&#10;Description automatically generated with medium confidence">
            <a:extLst>
              <a:ext uri="{FF2B5EF4-FFF2-40B4-BE49-F238E27FC236}">
                <a16:creationId xmlns:a16="http://schemas.microsoft.com/office/drawing/2014/main" id="{3517EDAA-E2A0-B511-E9BA-1640DFA4C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32523"/>
            <a:ext cx="1597180" cy="15971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61"/>
          <p:cNvSpPr/>
          <p:nvPr/>
        </p:nvSpPr>
        <p:spPr>
          <a:xfrm>
            <a:off x="3506187" y="843398"/>
            <a:ext cx="5519844" cy="311764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886" name="Google Shape;886;p61"/>
          <p:cNvSpPr txBox="1">
            <a:spLocks noGrp="1"/>
          </p:cNvSpPr>
          <p:nvPr>
            <p:ph type="title"/>
          </p:nvPr>
        </p:nvSpPr>
        <p:spPr>
          <a:xfrm>
            <a:off x="5288017" y="913148"/>
            <a:ext cx="2554701" cy="66188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loo 2" panose="020B0604020202020204" charset="0"/>
                <a:cs typeface="Baloo 2" panose="020B0604020202020204" charset="0"/>
              </a:rPr>
              <a:t>Bio-</a:t>
            </a:r>
            <a:r>
              <a:rPr lang="en-US" dirty="0" err="1">
                <a:latin typeface="Baloo 2" panose="020B0604020202020204" charset="0"/>
                <a:cs typeface="Baloo 2" panose="020B0604020202020204" charset="0"/>
              </a:rPr>
              <a:t>Produk</a:t>
            </a:r>
            <a:endParaRPr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887" name="Google Shape;887;p61"/>
          <p:cNvSpPr txBox="1">
            <a:spLocks noGrp="1"/>
          </p:cNvSpPr>
          <p:nvPr>
            <p:ph type="subTitle" idx="1"/>
          </p:nvPr>
        </p:nvSpPr>
        <p:spPr>
          <a:xfrm>
            <a:off x="3782976" y="1154621"/>
            <a:ext cx="4893224" cy="20766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 </a:t>
            </a:r>
            <a:endParaRPr lang="en-ID" sz="1200" dirty="0">
              <a:effectLst/>
              <a:latin typeface="Baloo 2" panose="020B0604020202020204" charset="0"/>
              <a:ea typeface="Calibri" panose="020F0502020204030204" pitchFamily="34" charset="0"/>
              <a:cs typeface="Baloo 2" panose="020B060402020202020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	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Dibuat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dari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ekstrak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aloevera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manfaat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aloevera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untuk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kesehatan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tidak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diragukan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lagi. Tidak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hanya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bagi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tubuh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,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tanaman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yang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satu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ini juga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bermanfaat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untuk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kesehatan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rambut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. Ada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sejumlah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permasalahan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pada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rambut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dan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kulit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kepala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yang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bisa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ditangani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dengan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memanfaatkan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aloe vera. Hal itu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berkat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kandungan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nutrisi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yang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ada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di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dalam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tanaman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ini. Aloe vera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memiliki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banyak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kandungan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yang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baik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untuk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kesehatan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rambut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dan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kulit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kepala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, </a:t>
            </a:r>
            <a:r>
              <a:rPr lang="en-US" dirty="0" err="1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yaitu</a:t>
            </a:r>
            <a:r>
              <a:rPr lang="en-US" dirty="0">
                <a:effectLst/>
                <a:latin typeface="Baloo 2" panose="020B0604020202020204" charset="0"/>
                <a:ea typeface="Calibri" panose="020F0502020204030204" pitchFamily="34" charset="0"/>
                <a:cs typeface="Baloo 2" panose="020B0604020202020204" charset="0"/>
              </a:rPr>
              <a:t> vitamin A, B12, C, dan E.</a:t>
            </a:r>
            <a:endParaRPr lang="en-ID" dirty="0">
              <a:effectLst/>
              <a:latin typeface="Baloo 2" panose="020B0604020202020204" charset="0"/>
              <a:ea typeface="Calibri" panose="020F0502020204030204" pitchFamily="34" charset="0"/>
              <a:cs typeface="Baloo 2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891" name="Google Shape;891;p61"/>
          <p:cNvSpPr/>
          <p:nvPr/>
        </p:nvSpPr>
        <p:spPr>
          <a:xfrm>
            <a:off x="2252753" y="4296092"/>
            <a:ext cx="103941" cy="103802"/>
          </a:xfrm>
          <a:custGeom>
            <a:avLst/>
            <a:gdLst/>
            <a:ahLst/>
            <a:cxnLst/>
            <a:rect l="l" t="t" r="r" b="b"/>
            <a:pathLst>
              <a:path w="730" h="729" extrusionOk="0">
                <a:moveTo>
                  <a:pt x="511" y="84"/>
                </a:moveTo>
                <a:cubicBezTo>
                  <a:pt x="587" y="84"/>
                  <a:pt x="645" y="143"/>
                  <a:pt x="645" y="218"/>
                </a:cubicBezTo>
                <a:lnTo>
                  <a:pt x="645" y="511"/>
                </a:lnTo>
                <a:cubicBezTo>
                  <a:pt x="645" y="586"/>
                  <a:pt x="587" y="653"/>
                  <a:pt x="511" y="653"/>
                </a:cubicBezTo>
                <a:lnTo>
                  <a:pt x="219" y="653"/>
                </a:lnTo>
                <a:cubicBezTo>
                  <a:pt x="143" y="653"/>
                  <a:pt x="76" y="586"/>
                  <a:pt x="76" y="511"/>
                </a:cubicBezTo>
                <a:lnTo>
                  <a:pt x="76" y="218"/>
                </a:lnTo>
                <a:cubicBezTo>
                  <a:pt x="76" y="143"/>
                  <a:pt x="143" y="84"/>
                  <a:pt x="219" y="84"/>
                </a:cubicBezTo>
                <a:close/>
                <a:moveTo>
                  <a:pt x="219" y="0"/>
                </a:moveTo>
                <a:cubicBezTo>
                  <a:pt x="101" y="0"/>
                  <a:pt x="1" y="101"/>
                  <a:pt x="1" y="218"/>
                </a:cubicBezTo>
                <a:lnTo>
                  <a:pt x="1" y="511"/>
                </a:lnTo>
                <a:cubicBezTo>
                  <a:pt x="1" y="628"/>
                  <a:pt x="101" y="729"/>
                  <a:pt x="219" y="729"/>
                </a:cubicBezTo>
                <a:lnTo>
                  <a:pt x="511" y="729"/>
                </a:lnTo>
                <a:cubicBezTo>
                  <a:pt x="629" y="729"/>
                  <a:pt x="729" y="628"/>
                  <a:pt x="729" y="511"/>
                </a:cubicBezTo>
                <a:lnTo>
                  <a:pt x="729" y="218"/>
                </a:lnTo>
                <a:cubicBezTo>
                  <a:pt x="729" y="101"/>
                  <a:pt x="629" y="0"/>
                  <a:pt x="51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893" name="Google Shape;893;p61"/>
          <p:cNvSpPr/>
          <p:nvPr/>
        </p:nvSpPr>
        <p:spPr>
          <a:xfrm flipH="1">
            <a:off x="3287120" y="1910423"/>
            <a:ext cx="980700" cy="980700"/>
          </a:xfrm>
          <a:prstGeom prst="ellipse">
            <a:avLst/>
          </a:prstGeom>
          <a:solidFill>
            <a:srgbClr val="FED002">
              <a:alpha val="446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loo 2" panose="020B0604020202020204" charset="0"/>
              <a:cs typeface="Baloo 2" panose="020B0604020202020204" charset="0"/>
            </a:endParaRPr>
          </a:p>
        </p:txBody>
      </p:sp>
      <p:grpSp>
        <p:nvGrpSpPr>
          <p:cNvPr id="894" name="Google Shape;894;p61"/>
          <p:cNvGrpSpPr/>
          <p:nvPr/>
        </p:nvGrpSpPr>
        <p:grpSpPr>
          <a:xfrm>
            <a:off x="7622375" y="717188"/>
            <a:ext cx="959175" cy="162000"/>
            <a:chOff x="447675" y="1666875"/>
            <a:chExt cx="959175" cy="162000"/>
          </a:xfrm>
        </p:grpSpPr>
        <p:sp>
          <p:nvSpPr>
            <p:cNvPr id="895" name="Google Shape;895;p61"/>
            <p:cNvSpPr/>
            <p:nvPr/>
          </p:nvSpPr>
          <p:spPr>
            <a:xfrm>
              <a:off x="44767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896" name="Google Shape;896;p61"/>
            <p:cNvSpPr/>
            <p:nvPr/>
          </p:nvSpPr>
          <p:spPr>
            <a:xfrm>
              <a:off x="71340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897" name="Google Shape;897;p61"/>
            <p:cNvSpPr/>
            <p:nvPr/>
          </p:nvSpPr>
          <p:spPr>
            <a:xfrm>
              <a:off x="97912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898" name="Google Shape;898;p61"/>
            <p:cNvSpPr/>
            <p:nvPr/>
          </p:nvSpPr>
          <p:spPr>
            <a:xfrm>
              <a:off x="124485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</p:grpSp>
      <p:grpSp>
        <p:nvGrpSpPr>
          <p:cNvPr id="899" name="Google Shape;899;p61"/>
          <p:cNvGrpSpPr/>
          <p:nvPr/>
        </p:nvGrpSpPr>
        <p:grpSpPr>
          <a:xfrm>
            <a:off x="467800" y="3231238"/>
            <a:ext cx="427725" cy="162000"/>
            <a:chOff x="979125" y="1666875"/>
            <a:chExt cx="427725" cy="162000"/>
          </a:xfrm>
        </p:grpSpPr>
        <p:sp>
          <p:nvSpPr>
            <p:cNvPr id="900" name="Google Shape;900;p61"/>
            <p:cNvSpPr/>
            <p:nvPr/>
          </p:nvSpPr>
          <p:spPr>
            <a:xfrm>
              <a:off x="97912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901" name="Google Shape;901;p61"/>
            <p:cNvSpPr/>
            <p:nvPr/>
          </p:nvSpPr>
          <p:spPr>
            <a:xfrm>
              <a:off x="124485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78E233DA-BD5A-67C5-C926-AE7F043678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1800" l="10000" r="90000">
                        <a14:foregroundMark x1="57000" y1="11800" x2="41400" y2="11000"/>
                        <a14:foregroundMark x1="38800" y1="91000" x2="62600" y2="918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1552" y="717188"/>
            <a:ext cx="3437810" cy="3437810"/>
          </a:xfrm>
          <a:prstGeom prst="rect">
            <a:avLst/>
          </a:prstGeom>
          <a:ln>
            <a:noFill/>
          </a:ln>
        </p:spPr>
      </p:pic>
      <p:pic>
        <p:nvPicPr>
          <p:cNvPr id="5" name="Picture 4" descr="Logo&#10;&#10;Description automatically generated with medium confidence">
            <a:extLst>
              <a:ext uri="{FF2B5EF4-FFF2-40B4-BE49-F238E27FC236}">
                <a16:creationId xmlns:a16="http://schemas.microsoft.com/office/drawing/2014/main" id="{CAD71545-8C60-CE6C-7A72-D4D9098B8B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268755"/>
            <a:ext cx="1597180" cy="15971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81797" cy="652318"/>
            <a:chOff x="0" y="0"/>
            <a:chExt cx="4484792" cy="1739515"/>
          </a:xfrm>
        </p:grpSpPr>
        <p:sp>
          <p:nvSpPr>
            <p:cNvPr id="3" name="Freeform 3"/>
            <p:cNvSpPr/>
            <p:nvPr/>
          </p:nvSpPr>
          <p:spPr>
            <a:xfrm>
              <a:off x="127" y="0"/>
              <a:ext cx="4484624" cy="1739519"/>
            </a:xfrm>
            <a:custGeom>
              <a:avLst/>
              <a:gdLst/>
              <a:ahLst/>
              <a:cxnLst/>
              <a:rect l="l" t="t" r="r" b="b"/>
              <a:pathLst>
                <a:path w="4484624" h="1739519">
                  <a:moveTo>
                    <a:pt x="0" y="0"/>
                  </a:moveTo>
                  <a:lnTo>
                    <a:pt x="0" y="1208024"/>
                  </a:lnTo>
                  <a:cubicBezTo>
                    <a:pt x="134874" y="1488948"/>
                    <a:pt x="377825" y="1739519"/>
                    <a:pt x="661543" y="1739519"/>
                  </a:cubicBezTo>
                  <a:cubicBezTo>
                    <a:pt x="709041" y="1739519"/>
                    <a:pt x="757682" y="1732407"/>
                    <a:pt x="807085" y="1717421"/>
                  </a:cubicBezTo>
                  <a:cubicBezTo>
                    <a:pt x="1273302" y="1575054"/>
                    <a:pt x="1441069" y="1078230"/>
                    <a:pt x="1823720" y="921512"/>
                  </a:cubicBezTo>
                  <a:cubicBezTo>
                    <a:pt x="1907159" y="887222"/>
                    <a:pt x="1992122" y="873760"/>
                    <a:pt x="2076831" y="873760"/>
                  </a:cubicBezTo>
                  <a:cubicBezTo>
                    <a:pt x="2238502" y="873760"/>
                    <a:pt x="2399284" y="922782"/>
                    <a:pt x="2545969" y="969137"/>
                  </a:cubicBezTo>
                  <a:cubicBezTo>
                    <a:pt x="2856484" y="1067181"/>
                    <a:pt x="3173857" y="1159002"/>
                    <a:pt x="3458210" y="1159002"/>
                  </a:cubicBezTo>
                  <a:cubicBezTo>
                    <a:pt x="3514725" y="1159002"/>
                    <a:pt x="3569843" y="1155319"/>
                    <a:pt x="3623437" y="1147445"/>
                  </a:cubicBezTo>
                  <a:cubicBezTo>
                    <a:pt x="4043934" y="1085469"/>
                    <a:pt x="4265930" y="908558"/>
                    <a:pt x="4411472" y="522605"/>
                  </a:cubicBezTo>
                  <a:cubicBezTo>
                    <a:pt x="4472178" y="360807"/>
                    <a:pt x="4484624" y="185039"/>
                    <a:pt x="4472813" y="254"/>
                  </a:cubicBezTo>
                  <a:close/>
                </a:path>
              </a:pathLst>
            </a:custGeom>
            <a:solidFill>
              <a:srgbClr val="01967A">
                <a:alpha val="48627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2006414" cy="529209"/>
            <a:chOff x="0" y="0"/>
            <a:chExt cx="5350437" cy="1411224"/>
          </a:xfrm>
        </p:grpSpPr>
        <p:sp>
          <p:nvSpPr>
            <p:cNvPr id="5" name="Freeform 5"/>
            <p:cNvSpPr/>
            <p:nvPr/>
          </p:nvSpPr>
          <p:spPr>
            <a:xfrm>
              <a:off x="0" y="-127"/>
              <a:ext cx="5350383" cy="1411351"/>
            </a:xfrm>
            <a:custGeom>
              <a:avLst/>
              <a:gdLst/>
              <a:ahLst/>
              <a:cxnLst/>
              <a:rect l="l" t="t" r="r" b="b"/>
              <a:pathLst>
                <a:path w="5350383" h="1411351">
                  <a:moveTo>
                    <a:pt x="0" y="127"/>
                  </a:moveTo>
                  <a:lnTo>
                    <a:pt x="0" y="981075"/>
                  </a:lnTo>
                  <a:cubicBezTo>
                    <a:pt x="145923" y="1233170"/>
                    <a:pt x="361950" y="1411351"/>
                    <a:pt x="658495" y="1411351"/>
                  </a:cubicBezTo>
                  <a:cubicBezTo>
                    <a:pt x="663956" y="1411351"/>
                    <a:pt x="669544" y="1411224"/>
                    <a:pt x="675005" y="1411224"/>
                  </a:cubicBezTo>
                  <a:cubicBezTo>
                    <a:pt x="993521" y="1404366"/>
                    <a:pt x="1316990" y="1159383"/>
                    <a:pt x="1610233" y="975995"/>
                  </a:cubicBezTo>
                  <a:cubicBezTo>
                    <a:pt x="1931162" y="775843"/>
                    <a:pt x="2515743" y="279781"/>
                    <a:pt x="2945892" y="261239"/>
                  </a:cubicBezTo>
                  <a:cubicBezTo>
                    <a:pt x="2955798" y="260985"/>
                    <a:pt x="2965831" y="260604"/>
                    <a:pt x="2975864" y="260604"/>
                  </a:cubicBezTo>
                  <a:cubicBezTo>
                    <a:pt x="3401314" y="260604"/>
                    <a:pt x="3921379" y="620649"/>
                    <a:pt x="4229227" y="737743"/>
                  </a:cubicBezTo>
                  <a:cubicBezTo>
                    <a:pt x="4391279" y="799084"/>
                    <a:pt x="4551172" y="832104"/>
                    <a:pt x="4696714" y="832104"/>
                  </a:cubicBezTo>
                  <a:cubicBezTo>
                    <a:pt x="4978400" y="832104"/>
                    <a:pt x="5207000" y="708025"/>
                    <a:pt x="5296154" y="423291"/>
                  </a:cubicBezTo>
                  <a:cubicBezTo>
                    <a:pt x="5339334" y="283972"/>
                    <a:pt x="5350383" y="141097"/>
                    <a:pt x="5343525" y="0"/>
                  </a:cubicBezTo>
                  <a:close/>
                </a:path>
              </a:pathLst>
            </a:custGeom>
            <a:solidFill>
              <a:srgbClr val="01967A">
                <a:alpha val="48627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-239600" y="742325"/>
            <a:ext cx="441600" cy="441600"/>
            <a:chOff x="0" y="0"/>
            <a:chExt cx="1177600" cy="1177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77544" cy="1177544"/>
            </a:xfrm>
            <a:custGeom>
              <a:avLst/>
              <a:gdLst/>
              <a:ahLst/>
              <a:cxnLst/>
              <a:rect l="l" t="t" r="r" b="b"/>
              <a:pathLst>
                <a:path w="1177544" h="1177544">
                  <a:moveTo>
                    <a:pt x="0" y="588772"/>
                  </a:moveTo>
                  <a:cubicBezTo>
                    <a:pt x="0" y="263652"/>
                    <a:pt x="263652" y="0"/>
                    <a:pt x="588772" y="0"/>
                  </a:cubicBezTo>
                  <a:cubicBezTo>
                    <a:pt x="913892" y="0"/>
                    <a:pt x="1177544" y="263652"/>
                    <a:pt x="1177544" y="588772"/>
                  </a:cubicBezTo>
                  <a:cubicBezTo>
                    <a:pt x="1177544" y="913892"/>
                    <a:pt x="914019" y="1177544"/>
                    <a:pt x="588772" y="1177544"/>
                  </a:cubicBezTo>
                  <a:cubicBezTo>
                    <a:pt x="263525" y="1177544"/>
                    <a:pt x="0" y="914019"/>
                    <a:pt x="0" y="588772"/>
                  </a:cubicBezTo>
                  <a:close/>
                </a:path>
              </a:pathLst>
            </a:custGeom>
            <a:solidFill>
              <a:srgbClr val="01967A">
                <a:alpha val="48627"/>
              </a:srgbClr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7137540" y="4491209"/>
            <a:ext cx="2006465" cy="652281"/>
            <a:chOff x="0" y="0"/>
            <a:chExt cx="5350573" cy="1739416"/>
          </a:xfrm>
        </p:grpSpPr>
        <p:sp>
          <p:nvSpPr>
            <p:cNvPr id="9" name="Freeform 9"/>
            <p:cNvSpPr/>
            <p:nvPr/>
          </p:nvSpPr>
          <p:spPr>
            <a:xfrm>
              <a:off x="0" y="-254"/>
              <a:ext cx="5350510" cy="1739646"/>
            </a:xfrm>
            <a:custGeom>
              <a:avLst/>
              <a:gdLst/>
              <a:ahLst/>
              <a:cxnLst/>
              <a:rect l="l" t="t" r="r" b="b"/>
              <a:pathLst>
                <a:path w="5350510" h="1739646">
                  <a:moveTo>
                    <a:pt x="5349113" y="254"/>
                  </a:moveTo>
                  <a:lnTo>
                    <a:pt x="5350510" y="1739646"/>
                  </a:lnTo>
                  <a:lnTo>
                    <a:pt x="0" y="1739646"/>
                  </a:lnTo>
                  <a:cubicBezTo>
                    <a:pt x="217678" y="1462786"/>
                    <a:pt x="439928" y="1182370"/>
                    <a:pt x="726440" y="978027"/>
                  </a:cubicBezTo>
                  <a:cubicBezTo>
                    <a:pt x="951484" y="818007"/>
                    <a:pt x="1224661" y="709422"/>
                    <a:pt x="1496822" y="709422"/>
                  </a:cubicBezTo>
                  <a:cubicBezTo>
                    <a:pt x="1572133" y="709422"/>
                    <a:pt x="1647317" y="717804"/>
                    <a:pt x="1721485" y="735584"/>
                  </a:cubicBezTo>
                  <a:cubicBezTo>
                    <a:pt x="1931035" y="786257"/>
                    <a:pt x="2125853" y="909828"/>
                    <a:pt x="2341245" y="909828"/>
                  </a:cubicBezTo>
                  <a:cubicBezTo>
                    <a:pt x="2341880" y="909828"/>
                    <a:pt x="2342515" y="909828"/>
                    <a:pt x="2343150" y="909828"/>
                  </a:cubicBezTo>
                  <a:cubicBezTo>
                    <a:pt x="2783078" y="908304"/>
                    <a:pt x="3088259" y="403352"/>
                    <a:pt x="3526663" y="374142"/>
                  </a:cubicBezTo>
                  <a:cubicBezTo>
                    <a:pt x="3540506" y="373253"/>
                    <a:pt x="3554349" y="372745"/>
                    <a:pt x="3568065" y="372745"/>
                  </a:cubicBezTo>
                  <a:cubicBezTo>
                    <a:pt x="3837432" y="372745"/>
                    <a:pt x="4082669" y="546481"/>
                    <a:pt x="4350385" y="596265"/>
                  </a:cubicBezTo>
                  <a:cubicBezTo>
                    <a:pt x="4391787" y="603885"/>
                    <a:pt x="4432681" y="607568"/>
                    <a:pt x="4473067" y="607568"/>
                  </a:cubicBezTo>
                  <a:cubicBezTo>
                    <a:pt x="4838065" y="607568"/>
                    <a:pt x="5152390" y="309245"/>
                    <a:pt x="5349113" y="0"/>
                  </a:cubicBezTo>
                  <a:close/>
                </a:path>
              </a:pathLst>
            </a:custGeom>
            <a:solidFill>
              <a:srgbClr val="7CACE1">
                <a:alpha val="46667"/>
              </a:srgbClr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6316473" y="4433225"/>
            <a:ext cx="2827548" cy="710276"/>
            <a:chOff x="0" y="0"/>
            <a:chExt cx="7540128" cy="189406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540117" cy="1894078"/>
            </a:xfrm>
            <a:custGeom>
              <a:avLst/>
              <a:gdLst/>
              <a:ahLst/>
              <a:cxnLst/>
              <a:rect l="l" t="t" r="r" b="b"/>
              <a:pathLst>
                <a:path w="7540117" h="1894078">
                  <a:moveTo>
                    <a:pt x="7200138" y="0"/>
                  </a:moveTo>
                  <a:cubicBezTo>
                    <a:pt x="6804152" y="0"/>
                    <a:pt x="6406769" y="164719"/>
                    <a:pt x="6137021" y="456819"/>
                  </a:cubicBezTo>
                  <a:cubicBezTo>
                    <a:pt x="5897245" y="717169"/>
                    <a:pt x="5711317" y="1092962"/>
                    <a:pt x="5361051" y="1143000"/>
                  </a:cubicBezTo>
                  <a:cubicBezTo>
                    <a:pt x="5335270" y="1146683"/>
                    <a:pt x="5309616" y="1148461"/>
                    <a:pt x="5284216" y="1148461"/>
                  </a:cubicBezTo>
                  <a:cubicBezTo>
                    <a:pt x="4979035" y="1148461"/>
                    <a:pt x="4698238" y="903224"/>
                    <a:pt x="4385564" y="903224"/>
                  </a:cubicBezTo>
                  <a:cubicBezTo>
                    <a:pt x="4385183" y="903224"/>
                    <a:pt x="4384802" y="903224"/>
                    <a:pt x="4384421" y="903224"/>
                  </a:cubicBezTo>
                  <a:cubicBezTo>
                    <a:pt x="3837686" y="904494"/>
                    <a:pt x="3505835" y="1630680"/>
                    <a:pt x="2959100" y="1642491"/>
                  </a:cubicBezTo>
                  <a:cubicBezTo>
                    <a:pt x="2954909" y="1642491"/>
                    <a:pt x="2950718" y="1642618"/>
                    <a:pt x="2946400" y="1642618"/>
                  </a:cubicBezTo>
                  <a:cubicBezTo>
                    <a:pt x="2594356" y="1642618"/>
                    <a:pt x="2320544" y="1346073"/>
                    <a:pt x="2011426" y="1173988"/>
                  </a:cubicBezTo>
                  <a:cubicBezTo>
                    <a:pt x="1800225" y="1056259"/>
                    <a:pt x="1558163" y="996061"/>
                    <a:pt x="1316101" y="996061"/>
                  </a:cubicBezTo>
                  <a:cubicBezTo>
                    <a:pt x="1155319" y="996061"/>
                    <a:pt x="994537" y="1022604"/>
                    <a:pt x="842899" y="1076706"/>
                  </a:cubicBezTo>
                  <a:cubicBezTo>
                    <a:pt x="463931" y="1211961"/>
                    <a:pt x="148463" y="1516253"/>
                    <a:pt x="0" y="1890776"/>
                  </a:cubicBezTo>
                  <a:lnTo>
                    <a:pt x="7540117" y="1894078"/>
                  </a:lnTo>
                  <a:lnTo>
                    <a:pt x="7540117" y="42164"/>
                  </a:lnTo>
                  <a:cubicBezTo>
                    <a:pt x="7428992" y="13843"/>
                    <a:pt x="7314692" y="0"/>
                    <a:pt x="7200138" y="0"/>
                  </a:cubicBezTo>
                  <a:close/>
                </a:path>
              </a:pathLst>
            </a:custGeom>
            <a:solidFill>
              <a:srgbClr val="7CACE1">
                <a:alpha val="46667"/>
              </a:srgbClr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8804600" y="3637850"/>
            <a:ext cx="652200" cy="652200"/>
            <a:chOff x="0" y="0"/>
            <a:chExt cx="1739200" cy="1739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39138" cy="1739138"/>
            </a:xfrm>
            <a:custGeom>
              <a:avLst/>
              <a:gdLst/>
              <a:ahLst/>
              <a:cxnLst/>
              <a:rect l="l" t="t" r="r" b="b"/>
              <a:pathLst>
                <a:path w="1739138" h="1739138">
                  <a:moveTo>
                    <a:pt x="0" y="869569"/>
                  </a:moveTo>
                  <a:cubicBezTo>
                    <a:pt x="0" y="389382"/>
                    <a:pt x="389382" y="0"/>
                    <a:pt x="869569" y="0"/>
                  </a:cubicBezTo>
                  <a:cubicBezTo>
                    <a:pt x="1349756" y="0"/>
                    <a:pt x="1739138" y="389382"/>
                    <a:pt x="1739138" y="869569"/>
                  </a:cubicBezTo>
                  <a:cubicBezTo>
                    <a:pt x="1739138" y="1349756"/>
                    <a:pt x="1349756" y="1739138"/>
                    <a:pt x="869569" y="1739138"/>
                  </a:cubicBezTo>
                  <a:cubicBezTo>
                    <a:pt x="389382" y="1739138"/>
                    <a:pt x="0" y="1349883"/>
                    <a:pt x="0" y="869569"/>
                  </a:cubicBezTo>
                  <a:close/>
                </a:path>
              </a:pathLst>
            </a:custGeom>
            <a:solidFill>
              <a:srgbClr val="7CACE1">
                <a:alpha val="46667"/>
              </a:srgbClr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7946376" y="224251"/>
            <a:ext cx="171525" cy="171525"/>
            <a:chOff x="0" y="0"/>
            <a:chExt cx="457400" cy="457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57454" cy="457454"/>
            </a:xfrm>
            <a:custGeom>
              <a:avLst/>
              <a:gdLst/>
              <a:ahLst/>
              <a:cxnLst/>
              <a:rect l="l" t="t" r="r" b="b"/>
              <a:pathLst>
                <a:path w="457454" h="457454">
                  <a:moveTo>
                    <a:pt x="0" y="228727"/>
                  </a:moveTo>
                  <a:cubicBezTo>
                    <a:pt x="0" y="102362"/>
                    <a:pt x="102362" y="0"/>
                    <a:pt x="228727" y="0"/>
                  </a:cubicBezTo>
                  <a:lnTo>
                    <a:pt x="228727" y="12700"/>
                  </a:lnTo>
                  <a:lnTo>
                    <a:pt x="228727" y="0"/>
                  </a:lnTo>
                  <a:cubicBezTo>
                    <a:pt x="355092" y="0"/>
                    <a:pt x="457454" y="102362"/>
                    <a:pt x="457454" y="228727"/>
                  </a:cubicBezTo>
                  <a:cubicBezTo>
                    <a:pt x="457454" y="355092"/>
                    <a:pt x="354965" y="457454"/>
                    <a:pt x="228727" y="457454"/>
                  </a:cubicBezTo>
                  <a:lnTo>
                    <a:pt x="228727" y="444754"/>
                  </a:lnTo>
                  <a:lnTo>
                    <a:pt x="228727" y="457454"/>
                  </a:lnTo>
                  <a:cubicBezTo>
                    <a:pt x="102362" y="457454"/>
                    <a:pt x="0" y="354965"/>
                    <a:pt x="0" y="228727"/>
                  </a:cubicBezTo>
                  <a:lnTo>
                    <a:pt x="12700" y="228727"/>
                  </a:lnTo>
                  <a:lnTo>
                    <a:pt x="23622" y="235204"/>
                  </a:lnTo>
                  <a:cubicBezTo>
                    <a:pt x="20701" y="240157"/>
                    <a:pt x="14859" y="242443"/>
                    <a:pt x="9398" y="240919"/>
                  </a:cubicBezTo>
                  <a:cubicBezTo>
                    <a:pt x="3937" y="239395"/>
                    <a:pt x="0" y="234442"/>
                    <a:pt x="0" y="228727"/>
                  </a:cubicBezTo>
                  <a:moveTo>
                    <a:pt x="25400" y="228727"/>
                  </a:moveTo>
                  <a:lnTo>
                    <a:pt x="12700" y="228727"/>
                  </a:lnTo>
                  <a:lnTo>
                    <a:pt x="1778" y="222250"/>
                  </a:lnTo>
                  <a:cubicBezTo>
                    <a:pt x="4699" y="217297"/>
                    <a:pt x="10541" y="215011"/>
                    <a:pt x="16002" y="216535"/>
                  </a:cubicBezTo>
                  <a:cubicBezTo>
                    <a:pt x="21463" y="218059"/>
                    <a:pt x="25400" y="223012"/>
                    <a:pt x="25400" y="228727"/>
                  </a:cubicBezTo>
                  <a:cubicBezTo>
                    <a:pt x="25400" y="340995"/>
                    <a:pt x="116459" y="432054"/>
                    <a:pt x="228727" y="432054"/>
                  </a:cubicBezTo>
                  <a:cubicBezTo>
                    <a:pt x="340995" y="432054"/>
                    <a:pt x="432054" y="340995"/>
                    <a:pt x="432054" y="228727"/>
                  </a:cubicBezTo>
                  <a:lnTo>
                    <a:pt x="444754" y="228727"/>
                  </a:lnTo>
                  <a:lnTo>
                    <a:pt x="432054" y="228727"/>
                  </a:lnTo>
                  <a:cubicBezTo>
                    <a:pt x="432054" y="116459"/>
                    <a:pt x="340995" y="25400"/>
                    <a:pt x="228727" y="25400"/>
                  </a:cubicBezTo>
                  <a:lnTo>
                    <a:pt x="228727" y="12700"/>
                  </a:lnTo>
                  <a:lnTo>
                    <a:pt x="228727" y="25400"/>
                  </a:lnTo>
                  <a:cubicBezTo>
                    <a:pt x="116459" y="25400"/>
                    <a:pt x="25400" y="116459"/>
                    <a:pt x="25400" y="22872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8212101" y="224251"/>
            <a:ext cx="171525" cy="171525"/>
            <a:chOff x="0" y="0"/>
            <a:chExt cx="457400" cy="457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57454" cy="457454"/>
            </a:xfrm>
            <a:custGeom>
              <a:avLst/>
              <a:gdLst/>
              <a:ahLst/>
              <a:cxnLst/>
              <a:rect l="l" t="t" r="r" b="b"/>
              <a:pathLst>
                <a:path w="457454" h="457454">
                  <a:moveTo>
                    <a:pt x="0" y="228727"/>
                  </a:moveTo>
                  <a:cubicBezTo>
                    <a:pt x="0" y="102362"/>
                    <a:pt x="102362" y="0"/>
                    <a:pt x="228727" y="0"/>
                  </a:cubicBezTo>
                  <a:lnTo>
                    <a:pt x="228727" y="12700"/>
                  </a:lnTo>
                  <a:lnTo>
                    <a:pt x="228727" y="0"/>
                  </a:lnTo>
                  <a:cubicBezTo>
                    <a:pt x="355092" y="0"/>
                    <a:pt x="457454" y="102362"/>
                    <a:pt x="457454" y="228727"/>
                  </a:cubicBezTo>
                  <a:cubicBezTo>
                    <a:pt x="457454" y="355092"/>
                    <a:pt x="354965" y="457454"/>
                    <a:pt x="228727" y="457454"/>
                  </a:cubicBezTo>
                  <a:lnTo>
                    <a:pt x="228727" y="444754"/>
                  </a:lnTo>
                  <a:lnTo>
                    <a:pt x="228727" y="457454"/>
                  </a:lnTo>
                  <a:cubicBezTo>
                    <a:pt x="102362" y="457454"/>
                    <a:pt x="0" y="354965"/>
                    <a:pt x="0" y="228727"/>
                  </a:cubicBezTo>
                  <a:lnTo>
                    <a:pt x="12700" y="228727"/>
                  </a:lnTo>
                  <a:lnTo>
                    <a:pt x="23622" y="235204"/>
                  </a:lnTo>
                  <a:cubicBezTo>
                    <a:pt x="20701" y="240157"/>
                    <a:pt x="14859" y="242443"/>
                    <a:pt x="9398" y="240919"/>
                  </a:cubicBezTo>
                  <a:cubicBezTo>
                    <a:pt x="3937" y="239395"/>
                    <a:pt x="0" y="234442"/>
                    <a:pt x="0" y="228727"/>
                  </a:cubicBezTo>
                  <a:moveTo>
                    <a:pt x="25400" y="228727"/>
                  </a:moveTo>
                  <a:lnTo>
                    <a:pt x="12700" y="228727"/>
                  </a:lnTo>
                  <a:lnTo>
                    <a:pt x="1778" y="222250"/>
                  </a:lnTo>
                  <a:cubicBezTo>
                    <a:pt x="4699" y="217297"/>
                    <a:pt x="10541" y="215011"/>
                    <a:pt x="16002" y="216535"/>
                  </a:cubicBezTo>
                  <a:cubicBezTo>
                    <a:pt x="21463" y="218059"/>
                    <a:pt x="25400" y="223012"/>
                    <a:pt x="25400" y="228727"/>
                  </a:cubicBezTo>
                  <a:cubicBezTo>
                    <a:pt x="25400" y="340995"/>
                    <a:pt x="116459" y="432054"/>
                    <a:pt x="228727" y="432054"/>
                  </a:cubicBezTo>
                  <a:cubicBezTo>
                    <a:pt x="340995" y="432054"/>
                    <a:pt x="432054" y="340995"/>
                    <a:pt x="432054" y="228727"/>
                  </a:cubicBezTo>
                  <a:lnTo>
                    <a:pt x="444754" y="228727"/>
                  </a:lnTo>
                  <a:lnTo>
                    <a:pt x="432054" y="228727"/>
                  </a:lnTo>
                  <a:cubicBezTo>
                    <a:pt x="432054" y="116459"/>
                    <a:pt x="340995" y="25400"/>
                    <a:pt x="228727" y="25400"/>
                  </a:cubicBezTo>
                  <a:lnTo>
                    <a:pt x="228727" y="12700"/>
                  </a:lnTo>
                  <a:lnTo>
                    <a:pt x="228727" y="25400"/>
                  </a:lnTo>
                  <a:cubicBezTo>
                    <a:pt x="116459" y="25400"/>
                    <a:pt x="25400" y="116459"/>
                    <a:pt x="25400" y="22872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8477826" y="224251"/>
            <a:ext cx="171525" cy="171525"/>
            <a:chOff x="0" y="0"/>
            <a:chExt cx="457400" cy="457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57454" cy="457454"/>
            </a:xfrm>
            <a:custGeom>
              <a:avLst/>
              <a:gdLst/>
              <a:ahLst/>
              <a:cxnLst/>
              <a:rect l="l" t="t" r="r" b="b"/>
              <a:pathLst>
                <a:path w="457454" h="457454">
                  <a:moveTo>
                    <a:pt x="0" y="228727"/>
                  </a:moveTo>
                  <a:cubicBezTo>
                    <a:pt x="0" y="102362"/>
                    <a:pt x="102362" y="0"/>
                    <a:pt x="228727" y="0"/>
                  </a:cubicBezTo>
                  <a:lnTo>
                    <a:pt x="228727" y="12700"/>
                  </a:lnTo>
                  <a:lnTo>
                    <a:pt x="228727" y="0"/>
                  </a:lnTo>
                  <a:cubicBezTo>
                    <a:pt x="355092" y="0"/>
                    <a:pt x="457454" y="102362"/>
                    <a:pt x="457454" y="228727"/>
                  </a:cubicBezTo>
                  <a:cubicBezTo>
                    <a:pt x="457454" y="355092"/>
                    <a:pt x="354965" y="457454"/>
                    <a:pt x="228727" y="457454"/>
                  </a:cubicBezTo>
                  <a:lnTo>
                    <a:pt x="228727" y="444754"/>
                  </a:lnTo>
                  <a:lnTo>
                    <a:pt x="228727" y="457454"/>
                  </a:lnTo>
                  <a:cubicBezTo>
                    <a:pt x="102362" y="457454"/>
                    <a:pt x="0" y="354965"/>
                    <a:pt x="0" y="228727"/>
                  </a:cubicBezTo>
                  <a:lnTo>
                    <a:pt x="12700" y="228727"/>
                  </a:lnTo>
                  <a:lnTo>
                    <a:pt x="23622" y="235204"/>
                  </a:lnTo>
                  <a:cubicBezTo>
                    <a:pt x="20701" y="240157"/>
                    <a:pt x="14859" y="242443"/>
                    <a:pt x="9398" y="240919"/>
                  </a:cubicBezTo>
                  <a:cubicBezTo>
                    <a:pt x="3937" y="239395"/>
                    <a:pt x="0" y="234442"/>
                    <a:pt x="0" y="228727"/>
                  </a:cubicBezTo>
                  <a:moveTo>
                    <a:pt x="25400" y="228727"/>
                  </a:moveTo>
                  <a:lnTo>
                    <a:pt x="12700" y="228727"/>
                  </a:lnTo>
                  <a:lnTo>
                    <a:pt x="1778" y="222250"/>
                  </a:lnTo>
                  <a:cubicBezTo>
                    <a:pt x="4699" y="217297"/>
                    <a:pt x="10541" y="215011"/>
                    <a:pt x="16002" y="216535"/>
                  </a:cubicBezTo>
                  <a:cubicBezTo>
                    <a:pt x="21463" y="218059"/>
                    <a:pt x="25400" y="223012"/>
                    <a:pt x="25400" y="228727"/>
                  </a:cubicBezTo>
                  <a:cubicBezTo>
                    <a:pt x="25400" y="340995"/>
                    <a:pt x="116459" y="432054"/>
                    <a:pt x="228727" y="432054"/>
                  </a:cubicBezTo>
                  <a:cubicBezTo>
                    <a:pt x="340995" y="432054"/>
                    <a:pt x="432054" y="340995"/>
                    <a:pt x="432054" y="228727"/>
                  </a:cubicBezTo>
                  <a:lnTo>
                    <a:pt x="444754" y="228727"/>
                  </a:lnTo>
                  <a:lnTo>
                    <a:pt x="432054" y="228727"/>
                  </a:lnTo>
                  <a:cubicBezTo>
                    <a:pt x="432054" y="116459"/>
                    <a:pt x="340995" y="25400"/>
                    <a:pt x="228727" y="25400"/>
                  </a:cubicBezTo>
                  <a:lnTo>
                    <a:pt x="228727" y="12700"/>
                  </a:lnTo>
                  <a:lnTo>
                    <a:pt x="228727" y="25400"/>
                  </a:lnTo>
                  <a:cubicBezTo>
                    <a:pt x="116459" y="25400"/>
                    <a:pt x="25400" y="116459"/>
                    <a:pt x="25400" y="22872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8743551" y="224251"/>
            <a:ext cx="171525" cy="171525"/>
            <a:chOff x="0" y="0"/>
            <a:chExt cx="457400" cy="457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57454" cy="457454"/>
            </a:xfrm>
            <a:custGeom>
              <a:avLst/>
              <a:gdLst/>
              <a:ahLst/>
              <a:cxnLst/>
              <a:rect l="l" t="t" r="r" b="b"/>
              <a:pathLst>
                <a:path w="457454" h="457454">
                  <a:moveTo>
                    <a:pt x="0" y="228727"/>
                  </a:moveTo>
                  <a:cubicBezTo>
                    <a:pt x="0" y="102362"/>
                    <a:pt x="102362" y="0"/>
                    <a:pt x="228727" y="0"/>
                  </a:cubicBezTo>
                  <a:lnTo>
                    <a:pt x="228727" y="12700"/>
                  </a:lnTo>
                  <a:lnTo>
                    <a:pt x="228727" y="0"/>
                  </a:lnTo>
                  <a:cubicBezTo>
                    <a:pt x="355092" y="0"/>
                    <a:pt x="457454" y="102362"/>
                    <a:pt x="457454" y="228727"/>
                  </a:cubicBezTo>
                  <a:cubicBezTo>
                    <a:pt x="457454" y="355092"/>
                    <a:pt x="354965" y="457454"/>
                    <a:pt x="228727" y="457454"/>
                  </a:cubicBezTo>
                  <a:lnTo>
                    <a:pt x="228727" y="444754"/>
                  </a:lnTo>
                  <a:lnTo>
                    <a:pt x="228727" y="457454"/>
                  </a:lnTo>
                  <a:cubicBezTo>
                    <a:pt x="102362" y="457454"/>
                    <a:pt x="0" y="354965"/>
                    <a:pt x="0" y="228727"/>
                  </a:cubicBezTo>
                  <a:lnTo>
                    <a:pt x="12700" y="228727"/>
                  </a:lnTo>
                  <a:lnTo>
                    <a:pt x="23622" y="235204"/>
                  </a:lnTo>
                  <a:cubicBezTo>
                    <a:pt x="20701" y="240157"/>
                    <a:pt x="14859" y="242443"/>
                    <a:pt x="9398" y="240919"/>
                  </a:cubicBezTo>
                  <a:cubicBezTo>
                    <a:pt x="3937" y="239395"/>
                    <a:pt x="0" y="234442"/>
                    <a:pt x="0" y="228727"/>
                  </a:cubicBezTo>
                  <a:moveTo>
                    <a:pt x="25400" y="228727"/>
                  </a:moveTo>
                  <a:lnTo>
                    <a:pt x="12700" y="228727"/>
                  </a:lnTo>
                  <a:lnTo>
                    <a:pt x="1778" y="222250"/>
                  </a:lnTo>
                  <a:cubicBezTo>
                    <a:pt x="4699" y="217297"/>
                    <a:pt x="10541" y="215011"/>
                    <a:pt x="16002" y="216535"/>
                  </a:cubicBezTo>
                  <a:cubicBezTo>
                    <a:pt x="21463" y="218059"/>
                    <a:pt x="25400" y="223012"/>
                    <a:pt x="25400" y="228727"/>
                  </a:cubicBezTo>
                  <a:cubicBezTo>
                    <a:pt x="25400" y="340995"/>
                    <a:pt x="116459" y="432054"/>
                    <a:pt x="228727" y="432054"/>
                  </a:cubicBezTo>
                  <a:cubicBezTo>
                    <a:pt x="340995" y="432054"/>
                    <a:pt x="432054" y="340995"/>
                    <a:pt x="432054" y="228727"/>
                  </a:cubicBezTo>
                  <a:lnTo>
                    <a:pt x="444754" y="228727"/>
                  </a:lnTo>
                  <a:lnTo>
                    <a:pt x="432054" y="228727"/>
                  </a:lnTo>
                  <a:cubicBezTo>
                    <a:pt x="432054" y="116459"/>
                    <a:pt x="340995" y="25400"/>
                    <a:pt x="228727" y="25400"/>
                  </a:cubicBezTo>
                  <a:lnTo>
                    <a:pt x="228727" y="12700"/>
                  </a:lnTo>
                  <a:lnTo>
                    <a:pt x="228727" y="25400"/>
                  </a:lnTo>
                  <a:cubicBezTo>
                    <a:pt x="116459" y="25400"/>
                    <a:pt x="25400" y="116459"/>
                    <a:pt x="25400" y="22872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60501" y="1017151"/>
            <a:ext cx="171525" cy="171525"/>
            <a:chOff x="0" y="0"/>
            <a:chExt cx="457400" cy="457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57454" cy="457454"/>
            </a:xfrm>
            <a:custGeom>
              <a:avLst/>
              <a:gdLst/>
              <a:ahLst/>
              <a:cxnLst/>
              <a:rect l="l" t="t" r="r" b="b"/>
              <a:pathLst>
                <a:path w="457454" h="457454">
                  <a:moveTo>
                    <a:pt x="0" y="228727"/>
                  </a:moveTo>
                  <a:cubicBezTo>
                    <a:pt x="0" y="102362"/>
                    <a:pt x="102362" y="0"/>
                    <a:pt x="228727" y="0"/>
                  </a:cubicBezTo>
                  <a:lnTo>
                    <a:pt x="228727" y="12700"/>
                  </a:lnTo>
                  <a:lnTo>
                    <a:pt x="228727" y="0"/>
                  </a:lnTo>
                  <a:cubicBezTo>
                    <a:pt x="355092" y="0"/>
                    <a:pt x="457454" y="102362"/>
                    <a:pt x="457454" y="228727"/>
                  </a:cubicBezTo>
                  <a:cubicBezTo>
                    <a:pt x="457454" y="355092"/>
                    <a:pt x="354965" y="457454"/>
                    <a:pt x="228727" y="457454"/>
                  </a:cubicBezTo>
                  <a:lnTo>
                    <a:pt x="228727" y="444754"/>
                  </a:lnTo>
                  <a:lnTo>
                    <a:pt x="228727" y="457454"/>
                  </a:lnTo>
                  <a:cubicBezTo>
                    <a:pt x="102362" y="457454"/>
                    <a:pt x="0" y="354965"/>
                    <a:pt x="0" y="228727"/>
                  </a:cubicBezTo>
                  <a:lnTo>
                    <a:pt x="12700" y="228727"/>
                  </a:lnTo>
                  <a:lnTo>
                    <a:pt x="23622" y="235204"/>
                  </a:lnTo>
                  <a:cubicBezTo>
                    <a:pt x="20701" y="240157"/>
                    <a:pt x="14859" y="242443"/>
                    <a:pt x="9398" y="240919"/>
                  </a:cubicBezTo>
                  <a:cubicBezTo>
                    <a:pt x="3937" y="239395"/>
                    <a:pt x="0" y="234442"/>
                    <a:pt x="0" y="228727"/>
                  </a:cubicBezTo>
                  <a:moveTo>
                    <a:pt x="25400" y="228727"/>
                  </a:moveTo>
                  <a:lnTo>
                    <a:pt x="12700" y="228727"/>
                  </a:lnTo>
                  <a:lnTo>
                    <a:pt x="1778" y="222250"/>
                  </a:lnTo>
                  <a:cubicBezTo>
                    <a:pt x="4699" y="217297"/>
                    <a:pt x="10541" y="215011"/>
                    <a:pt x="16002" y="216535"/>
                  </a:cubicBezTo>
                  <a:cubicBezTo>
                    <a:pt x="21463" y="218059"/>
                    <a:pt x="25400" y="223012"/>
                    <a:pt x="25400" y="228727"/>
                  </a:cubicBezTo>
                  <a:cubicBezTo>
                    <a:pt x="25400" y="340995"/>
                    <a:pt x="116459" y="432054"/>
                    <a:pt x="228727" y="432054"/>
                  </a:cubicBezTo>
                  <a:cubicBezTo>
                    <a:pt x="340995" y="432054"/>
                    <a:pt x="432054" y="340995"/>
                    <a:pt x="432054" y="228727"/>
                  </a:cubicBezTo>
                  <a:lnTo>
                    <a:pt x="444754" y="228727"/>
                  </a:lnTo>
                  <a:lnTo>
                    <a:pt x="432054" y="228727"/>
                  </a:lnTo>
                  <a:cubicBezTo>
                    <a:pt x="432054" y="116459"/>
                    <a:pt x="340995" y="25400"/>
                    <a:pt x="228727" y="25400"/>
                  </a:cubicBezTo>
                  <a:lnTo>
                    <a:pt x="228727" y="12700"/>
                  </a:lnTo>
                  <a:lnTo>
                    <a:pt x="228727" y="25400"/>
                  </a:lnTo>
                  <a:cubicBezTo>
                    <a:pt x="116459" y="25400"/>
                    <a:pt x="25400" y="116459"/>
                    <a:pt x="25400" y="22872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6099776" y="4853551"/>
            <a:ext cx="171525" cy="171525"/>
            <a:chOff x="0" y="0"/>
            <a:chExt cx="457400" cy="4574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57454" cy="457454"/>
            </a:xfrm>
            <a:custGeom>
              <a:avLst/>
              <a:gdLst/>
              <a:ahLst/>
              <a:cxnLst/>
              <a:rect l="l" t="t" r="r" b="b"/>
              <a:pathLst>
                <a:path w="457454" h="457454">
                  <a:moveTo>
                    <a:pt x="0" y="228727"/>
                  </a:moveTo>
                  <a:cubicBezTo>
                    <a:pt x="0" y="102362"/>
                    <a:pt x="102362" y="0"/>
                    <a:pt x="228727" y="0"/>
                  </a:cubicBezTo>
                  <a:lnTo>
                    <a:pt x="228727" y="12700"/>
                  </a:lnTo>
                  <a:lnTo>
                    <a:pt x="228727" y="0"/>
                  </a:lnTo>
                  <a:cubicBezTo>
                    <a:pt x="355092" y="0"/>
                    <a:pt x="457454" y="102362"/>
                    <a:pt x="457454" y="228727"/>
                  </a:cubicBezTo>
                  <a:cubicBezTo>
                    <a:pt x="457454" y="355092"/>
                    <a:pt x="354965" y="457454"/>
                    <a:pt x="228727" y="457454"/>
                  </a:cubicBezTo>
                  <a:lnTo>
                    <a:pt x="228727" y="444754"/>
                  </a:lnTo>
                  <a:lnTo>
                    <a:pt x="228727" y="457454"/>
                  </a:lnTo>
                  <a:cubicBezTo>
                    <a:pt x="102362" y="457454"/>
                    <a:pt x="0" y="354965"/>
                    <a:pt x="0" y="228727"/>
                  </a:cubicBezTo>
                  <a:lnTo>
                    <a:pt x="12700" y="228727"/>
                  </a:lnTo>
                  <a:lnTo>
                    <a:pt x="23622" y="235204"/>
                  </a:lnTo>
                  <a:cubicBezTo>
                    <a:pt x="20701" y="240157"/>
                    <a:pt x="14859" y="242443"/>
                    <a:pt x="9398" y="240919"/>
                  </a:cubicBezTo>
                  <a:cubicBezTo>
                    <a:pt x="3937" y="239395"/>
                    <a:pt x="0" y="234442"/>
                    <a:pt x="0" y="228727"/>
                  </a:cubicBezTo>
                  <a:moveTo>
                    <a:pt x="25400" y="228727"/>
                  </a:moveTo>
                  <a:lnTo>
                    <a:pt x="12700" y="228727"/>
                  </a:lnTo>
                  <a:lnTo>
                    <a:pt x="1778" y="222250"/>
                  </a:lnTo>
                  <a:cubicBezTo>
                    <a:pt x="4699" y="217297"/>
                    <a:pt x="10541" y="215011"/>
                    <a:pt x="16002" y="216535"/>
                  </a:cubicBezTo>
                  <a:cubicBezTo>
                    <a:pt x="21463" y="218059"/>
                    <a:pt x="25400" y="223012"/>
                    <a:pt x="25400" y="228727"/>
                  </a:cubicBezTo>
                  <a:cubicBezTo>
                    <a:pt x="25400" y="340995"/>
                    <a:pt x="116459" y="432054"/>
                    <a:pt x="228727" y="432054"/>
                  </a:cubicBezTo>
                  <a:cubicBezTo>
                    <a:pt x="340995" y="432054"/>
                    <a:pt x="432054" y="340995"/>
                    <a:pt x="432054" y="228727"/>
                  </a:cubicBezTo>
                  <a:lnTo>
                    <a:pt x="444754" y="228727"/>
                  </a:lnTo>
                  <a:lnTo>
                    <a:pt x="432054" y="228727"/>
                  </a:lnTo>
                  <a:cubicBezTo>
                    <a:pt x="432054" y="116459"/>
                    <a:pt x="340995" y="25400"/>
                    <a:pt x="228727" y="25400"/>
                  </a:cubicBezTo>
                  <a:lnTo>
                    <a:pt x="228727" y="12700"/>
                  </a:lnTo>
                  <a:lnTo>
                    <a:pt x="228727" y="25400"/>
                  </a:lnTo>
                  <a:cubicBezTo>
                    <a:pt x="116459" y="25400"/>
                    <a:pt x="25400" y="116459"/>
                    <a:pt x="25400" y="22872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6365501" y="4853551"/>
            <a:ext cx="171525" cy="171525"/>
            <a:chOff x="0" y="0"/>
            <a:chExt cx="457400" cy="4574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57454" cy="457454"/>
            </a:xfrm>
            <a:custGeom>
              <a:avLst/>
              <a:gdLst/>
              <a:ahLst/>
              <a:cxnLst/>
              <a:rect l="l" t="t" r="r" b="b"/>
              <a:pathLst>
                <a:path w="457454" h="457454">
                  <a:moveTo>
                    <a:pt x="0" y="228727"/>
                  </a:moveTo>
                  <a:cubicBezTo>
                    <a:pt x="0" y="102362"/>
                    <a:pt x="102362" y="0"/>
                    <a:pt x="228727" y="0"/>
                  </a:cubicBezTo>
                  <a:lnTo>
                    <a:pt x="228727" y="12700"/>
                  </a:lnTo>
                  <a:lnTo>
                    <a:pt x="228727" y="0"/>
                  </a:lnTo>
                  <a:cubicBezTo>
                    <a:pt x="355092" y="0"/>
                    <a:pt x="457454" y="102362"/>
                    <a:pt x="457454" y="228727"/>
                  </a:cubicBezTo>
                  <a:cubicBezTo>
                    <a:pt x="457454" y="355092"/>
                    <a:pt x="354965" y="457454"/>
                    <a:pt x="228727" y="457454"/>
                  </a:cubicBezTo>
                  <a:lnTo>
                    <a:pt x="228727" y="444754"/>
                  </a:lnTo>
                  <a:lnTo>
                    <a:pt x="228727" y="457454"/>
                  </a:lnTo>
                  <a:cubicBezTo>
                    <a:pt x="102362" y="457454"/>
                    <a:pt x="0" y="354965"/>
                    <a:pt x="0" y="228727"/>
                  </a:cubicBezTo>
                  <a:lnTo>
                    <a:pt x="12700" y="228727"/>
                  </a:lnTo>
                  <a:lnTo>
                    <a:pt x="23622" y="235204"/>
                  </a:lnTo>
                  <a:cubicBezTo>
                    <a:pt x="20701" y="240157"/>
                    <a:pt x="14859" y="242443"/>
                    <a:pt x="9398" y="240919"/>
                  </a:cubicBezTo>
                  <a:cubicBezTo>
                    <a:pt x="3937" y="239395"/>
                    <a:pt x="0" y="234442"/>
                    <a:pt x="0" y="228727"/>
                  </a:cubicBezTo>
                  <a:moveTo>
                    <a:pt x="25400" y="228727"/>
                  </a:moveTo>
                  <a:lnTo>
                    <a:pt x="12700" y="228727"/>
                  </a:lnTo>
                  <a:lnTo>
                    <a:pt x="1778" y="222250"/>
                  </a:lnTo>
                  <a:cubicBezTo>
                    <a:pt x="4699" y="217297"/>
                    <a:pt x="10541" y="215011"/>
                    <a:pt x="16002" y="216535"/>
                  </a:cubicBezTo>
                  <a:cubicBezTo>
                    <a:pt x="21463" y="218059"/>
                    <a:pt x="25400" y="223012"/>
                    <a:pt x="25400" y="228727"/>
                  </a:cubicBezTo>
                  <a:cubicBezTo>
                    <a:pt x="25400" y="340995"/>
                    <a:pt x="116459" y="432054"/>
                    <a:pt x="228727" y="432054"/>
                  </a:cubicBezTo>
                  <a:cubicBezTo>
                    <a:pt x="340995" y="432054"/>
                    <a:pt x="432054" y="340995"/>
                    <a:pt x="432054" y="228727"/>
                  </a:cubicBezTo>
                  <a:lnTo>
                    <a:pt x="444754" y="228727"/>
                  </a:lnTo>
                  <a:lnTo>
                    <a:pt x="432054" y="228727"/>
                  </a:lnTo>
                  <a:cubicBezTo>
                    <a:pt x="432054" y="116459"/>
                    <a:pt x="340995" y="25400"/>
                    <a:pt x="228727" y="25400"/>
                  </a:cubicBezTo>
                  <a:lnTo>
                    <a:pt x="228727" y="12700"/>
                  </a:lnTo>
                  <a:lnTo>
                    <a:pt x="228727" y="25400"/>
                  </a:lnTo>
                  <a:cubicBezTo>
                    <a:pt x="116459" y="25400"/>
                    <a:pt x="25400" y="116459"/>
                    <a:pt x="25400" y="22872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28" name="AutoShape 28"/>
          <p:cNvSpPr/>
          <p:nvPr/>
        </p:nvSpPr>
        <p:spPr>
          <a:xfrm rot="-10621951">
            <a:off x="3721346" y="7148513"/>
            <a:ext cx="1054880" cy="0"/>
          </a:xfrm>
          <a:prstGeom prst="line">
            <a:avLst/>
          </a:prstGeom>
          <a:ln w="9525" cap="rnd">
            <a:solidFill>
              <a:srgbClr val="01967A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29" name="Group 29"/>
          <p:cNvGrpSpPr/>
          <p:nvPr/>
        </p:nvGrpSpPr>
        <p:grpSpPr>
          <a:xfrm>
            <a:off x="278311" y="1154255"/>
            <a:ext cx="2696732" cy="1421613"/>
            <a:chOff x="0" y="0"/>
            <a:chExt cx="1420500" cy="74883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420501" cy="748833"/>
            </a:xfrm>
            <a:custGeom>
              <a:avLst/>
              <a:gdLst/>
              <a:ahLst/>
              <a:cxnLst/>
              <a:rect l="l" t="t" r="r" b="b"/>
              <a:pathLst>
                <a:path w="1420501" h="748833">
                  <a:moveTo>
                    <a:pt x="73207" y="0"/>
                  </a:moveTo>
                  <a:lnTo>
                    <a:pt x="1347294" y="0"/>
                  </a:lnTo>
                  <a:cubicBezTo>
                    <a:pt x="1387725" y="0"/>
                    <a:pt x="1420501" y="32776"/>
                    <a:pt x="1420501" y="73207"/>
                  </a:cubicBezTo>
                  <a:lnTo>
                    <a:pt x="1420501" y="675627"/>
                  </a:lnTo>
                  <a:cubicBezTo>
                    <a:pt x="1420501" y="716058"/>
                    <a:pt x="1387725" y="748833"/>
                    <a:pt x="1347294" y="748833"/>
                  </a:cubicBezTo>
                  <a:lnTo>
                    <a:pt x="73207" y="748833"/>
                  </a:lnTo>
                  <a:cubicBezTo>
                    <a:pt x="32776" y="748833"/>
                    <a:pt x="0" y="716058"/>
                    <a:pt x="0" y="675627"/>
                  </a:cubicBezTo>
                  <a:lnTo>
                    <a:pt x="0" y="73207"/>
                  </a:lnTo>
                  <a:cubicBezTo>
                    <a:pt x="0" y="32776"/>
                    <a:pt x="32776" y="0"/>
                    <a:pt x="73207" y="0"/>
                  </a:cubicBezTo>
                  <a:close/>
                </a:path>
              </a:pathLst>
            </a:custGeom>
            <a:solidFill>
              <a:srgbClr val="FCE9C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lIns="19050" tIns="19050" rIns="19050" bIns="19050" rtlCol="0" anchor="b"/>
            <a:lstStyle/>
            <a:p>
              <a:pPr algn="ctr">
                <a:lnSpc>
                  <a:spcPts val="1680"/>
                </a:lnSpc>
              </a:pPr>
              <a:endParaRPr sz="700">
                <a:latin typeface="Baloo 2" panose="020B0604020202020204" charset="0"/>
                <a:cs typeface="Baloo 2" panose="020B0604020202020204" charset="0"/>
              </a:endParaRPr>
            </a:p>
          </p:txBody>
        </p:sp>
      </p:grpSp>
      <p:pic>
        <p:nvPicPr>
          <p:cNvPr id="32" name="Picture 3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543130" y="1213534"/>
            <a:ext cx="598721" cy="584569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584985" y="1888248"/>
            <a:ext cx="735704" cy="588563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40899" y="1888248"/>
            <a:ext cx="527271" cy="577041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 rot="71914">
            <a:off x="3061207" y="1810894"/>
            <a:ext cx="1223095" cy="1845"/>
          </a:xfrm>
          <a:prstGeom prst="line">
            <a:avLst/>
          </a:prstGeom>
          <a:ln w="38100" cap="flat">
            <a:solidFill>
              <a:srgbClr val="01967A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6" name="Group 36"/>
          <p:cNvGrpSpPr/>
          <p:nvPr/>
        </p:nvGrpSpPr>
        <p:grpSpPr>
          <a:xfrm>
            <a:off x="4295547" y="1102913"/>
            <a:ext cx="2277358" cy="1439206"/>
            <a:chOff x="0" y="0"/>
            <a:chExt cx="1199596" cy="7581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199596" cy="758100"/>
            </a:xfrm>
            <a:custGeom>
              <a:avLst/>
              <a:gdLst/>
              <a:ahLst/>
              <a:cxnLst/>
              <a:rect l="l" t="t" r="r" b="b"/>
              <a:pathLst>
                <a:path w="1199596" h="758100">
                  <a:moveTo>
                    <a:pt x="86688" y="0"/>
                  </a:moveTo>
                  <a:lnTo>
                    <a:pt x="1112908" y="0"/>
                  </a:lnTo>
                  <a:cubicBezTo>
                    <a:pt x="1135899" y="0"/>
                    <a:pt x="1157949" y="9133"/>
                    <a:pt x="1174206" y="25390"/>
                  </a:cubicBezTo>
                  <a:cubicBezTo>
                    <a:pt x="1190463" y="41647"/>
                    <a:pt x="1199596" y="63697"/>
                    <a:pt x="1199596" y="86688"/>
                  </a:cubicBezTo>
                  <a:lnTo>
                    <a:pt x="1199596" y="671412"/>
                  </a:lnTo>
                  <a:cubicBezTo>
                    <a:pt x="1199596" y="694403"/>
                    <a:pt x="1190463" y="716453"/>
                    <a:pt x="1174206" y="732710"/>
                  </a:cubicBezTo>
                  <a:cubicBezTo>
                    <a:pt x="1157949" y="748967"/>
                    <a:pt x="1135899" y="758100"/>
                    <a:pt x="1112908" y="758100"/>
                  </a:cubicBezTo>
                  <a:lnTo>
                    <a:pt x="86688" y="758100"/>
                  </a:lnTo>
                  <a:cubicBezTo>
                    <a:pt x="63697" y="758100"/>
                    <a:pt x="41647" y="748967"/>
                    <a:pt x="25390" y="732710"/>
                  </a:cubicBezTo>
                  <a:cubicBezTo>
                    <a:pt x="9133" y="716453"/>
                    <a:pt x="0" y="694403"/>
                    <a:pt x="0" y="671412"/>
                  </a:cubicBezTo>
                  <a:lnTo>
                    <a:pt x="0" y="86688"/>
                  </a:lnTo>
                  <a:cubicBezTo>
                    <a:pt x="0" y="63697"/>
                    <a:pt x="9133" y="41647"/>
                    <a:pt x="25390" y="25390"/>
                  </a:cubicBezTo>
                  <a:cubicBezTo>
                    <a:pt x="41647" y="9133"/>
                    <a:pt x="63697" y="0"/>
                    <a:pt x="86688" y="0"/>
                  </a:cubicBezTo>
                  <a:close/>
                </a:path>
              </a:pathLst>
            </a:custGeom>
            <a:solidFill>
              <a:srgbClr val="FCE9CA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lIns="25400" tIns="25400" rIns="25400" bIns="25400" rtlCol="0" anchor="b"/>
            <a:lstStyle/>
            <a:p>
              <a:pPr algn="ctr">
                <a:lnSpc>
                  <a:spcPts val="1680"/>
                </a:lnSpc>
              </a:pPr>
              <a:endParaRPr sz="700">
                <a:latin typeface="Baloo 2" panose="020B0604020202020204" charset="0"/>
                <a:cs typeface="Baloo 2" panose="020B0604020202020204" charset="0"/>
              </a:endParaRPr>
            </a:p>
          </p:txBody>
        </p:sp>
      </p:grpSp>
      <p:pic>
        <p:nvPicPr>
          <p:cNvPr id="39" name="Picture 3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4785195" y="1303646"/>
            <a:ext cx="575225" cy="521886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944376" y="1202486"/>
            <a:ext cx="320316" cy="633718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>
          <a:xfrm>
            <a:off x="6117304" y="1253127"/>
            <a:ext cx="466999" cy="538468"/>
          </a:xfrm>
          <a:prstGeom prst="rect">
            <a:avLst/>
          </a:prstGeom>
        </p:spPr>
      </p:pic>
      <p:grpSp>
        <p:nvGrpSpPr>
          <p:cNvPr id="42" name="Group 42"/>
          <p:cNvGrpSpPr/>
          <p:nvPr/>
        </p:nvGrpSpPr>
        <p:grpSpPr>
          <a:xfrm rot="-10800000">
            <a:off x="5420518" y="1342061"/>
            <a:ext cx="509512" cy="390220"/>
            <a:chOff x="0" y="0"/>
            <a:chExt cx="1061277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061277" cy="812800"/>
            </a:xfrm>
            <a:custGeom>
              <a:avLst/>
              <a:gdLst/>
              <a:ahLst/>
              <a:cxnLst/>
              <a:rect l="l" t="t" r="r" b="b"/>
              <a:pathLst>
                <a:path w="1061277" h="812800">
                  <a:moveTo>
                    <a:pt x="1061277" y="406400"/>
                  </a:moveTo>
                  <a:lnTo>
                    <a:pt x="654877" y="0"/>
                  </a:lnTo>
                  <a:lnTo>
                    <a:pt x="654877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654877" y="609600"/>
                  </a:lnTo>
                  <a:lnTo>
                    <a:pt x="654877" y="812800"/>
                  </a:lnTo>
                  <a:lnTo>
                    <a:pt x="1061277" y="406400"/>
                  </a:lnTo>
                  <a:close/>
                </a:path>
              </a:pathLst>
            </a:custGeom>
            <a:solidFill>
              <a:srgbClr val="CADD9A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193675"/>
              <a:ext cx="711200" cy="415925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200"/>
                </a:lnSpc>
              </a:pPr>
              <a:endParaRPr sz="700">
                <a:latin typeface="Baloo 2" panose="020B0604020202020204" charset="0"/>
                <a:cs typeface="Baloo 2" panose="020B0604020202020204" charset="0"/>
              </a:endParaRPr>
            </a:p>
          </p:txBody>
        </p:sp>
      </p:grpSp>
      <p:sp>
        <p:nvSpPr>
          <p:cNvPr id="45" name="AutoShape 45"/>
          <p:cNvSpPr/>
          <p:nvPr/>
        </p:nvSpPr>
        <p:spPr>
          <a:xfrm rot="54996" flipV="1">
            <a:off x="6876538" y="1769366"/>
            <a:ext cx="907957" cy="4978"/>
          </a:xfrm>
          <a:prstGeom prst="line">
            <a:avLst/>
          </a:prstGeom>
          <a:ln w="38100" cap="flat">
            <a:solidFill>
              <a:srgbClr val="01967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6" name="AutoShape 46"/>
          <p:cNvSpPr/>
          <p:nvPr/>
        </p:nvSpPr>
        <p:spPr>
          <a:xfrm rot="5366192">
            <a:off x="7290042" y="2263336"/>
            <a:ext cx="968564" cy="0"/>
          </a:xfrm>
          <a:prstGeom prst="line">
            <a:avLst/>
          </a:prstGeom>
          <a:ln w="38100" cap="flat">
            <a:solidFill>
              <a:srgbClr val="01967A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47" name="Group 47"/>
          <p:cNvGrpSpPr/>
          <p:nvPr/>
        </p:nvGrpSpPr>
        <p:grpSpPr>
          <a:xfrm>
            <a:off x="5677569" y="3033099"/>
            <a:ext cx="2822315" cy="1543050"/>
            <a:chOff x="0" y="0"/>
            <a:chExt cx="1486651" cy="8128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486651" cy="812800"/>
            </a:xfrm>
            <a:custGeom>
              <a:avLst/>
              <a:gdLst/>
              <a:ahLst/>
              <a:cxnLst/>
              <a:rect l="l" t="t" r="r" b="b"/>
              <a:pathLst>
                <a:path w="1486651" h="812800">
                  <a:moveTo>
                    <a:pt x="69949" y="0"/>
                  </a:moveTo>
                  <a:lnTo>
                    <a:pt x="1416702" y="0"/>
                  </a:lnTo>
                  <a:cubicBezTo>
                    <a:pt x="1435254" y="0"/>
                    <a:pt x="1453046" y="7370"/>
                    <a:pt x="1466164" y="20488"/>
                  </a:cubicBezTo>
                  <a:cubicBezTo>
                    <a:pt x="1479282" y="33606"/>
                    <a:pt x="1486651" y="51398"/>
                    <a:pt x="1486651" y="69949"/>
                  </a:cubicBezTo>
                  <a:lnTo>
                    <a:pt x="1486651" y="742851"/>
                  </a:lnTo>
                  <a:cubicBezTo>
                    <a:pt x="1486651" y="781483"/>
                    <a:pt x="1455334" y="812800"/>
                    <a:pt x="1416702" y="812800"/>
                  </a:cubicBezTo>
                  <a:lnTo>
                    <a:pt x="69949" y="812800"/>
                  </a:lnTo>
                  <a:cubicBezTo>
                    <a:pt x="31317" y="812800"/>
                    <a:pt x="0" y="781483"/>
                    <a:pt x="0" y="742851"/>
                  </a:cubicBezTo>
                  <a:lnTo>
                    <a:pt x="0" y="69949"/>
                  </a:lnTo>
                  <a:cubicBezTo>
                    <a:pt x="0" y="31317"/>
                    <a:pt x="31317" y="0"/>
                    <a:pt x="69949" y="0"/>
                  </a:cubicBezTo>
                  <a:close/>
                </a:path>
              </a:pathLst>
            </a:custGeom>
            <a:solidFill>
              <a:srgbClr val="FCE9CA"/>
            </a:solidFill>
          </p:spPr>
        </p:sp>
        <p:sp>
          <p:nvSpPr>
            <p:cNvPr id="49" name="TextBox 49"/>
            <p:cNvSpPr txBox="1"/>
            <p:nvPr/>
          </p:nvSpPr>
          <p:spPr>
            <a:xfrm>
              <a:off x="0" y="-9525"/>
              <a:ext cx="812800" cy="822325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200"/>
                </a:lnSpc>
              </a:pPr>
              <a:endParaRPr sz="700">
                <a:latin typeface="Baloo 2" panose="020B0604020202020204" charset="0"/>
                <a:cs typeface="Baloo 2" panose="020B0604020202020204" charset="0"/>
              </a:endParaRPr>
            </a:p>
          </p:txBody>
        </p:sp>
      </p:grpSp>
      <p:pic>
        <p:nvPicPr>
          <p:cNvPr id="50" name="Picture 5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>
          <a:xfrm>
            <a:off x="5991849" y="3358098"/>
            <a:ext cx="680920" cy="559119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7634872" y="3258977"/>
            <a:ext cx="663001" cy="620675"/>
          </a:xfrm>
          <a:prstGeom prst="rect">
            <a:avLst/>
          </a:prstGeom>
        </p:spPr>
      </p:pic>
      <p:sp>
        <p:nvSpPr>
          <p:cNvPr id="52" name="AutoShape 52"/>
          <p:cNvSpPr/>
          <p:nvPr/>
        </p:nvSpPr>
        <p:spPr>
          <a:xfrm rot="-67888">
            <a:off x="6721128" y="3701360"/>
            <a:ext cx="913655" cy="18044"/>
          </a:xfrm>
          <a:prstGeom prst="line">
            <a:avLst/>
          </a:prstGeom>
          <a:ln w="38100" cap="flat">
            <a:solidFill>
              <a:srgbClr val="111111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53" name="AutoShape 53"/>
          <p:cNvSpPr/>
          <p:nvPr/>
        </p:nvSpPr>
        <p:spPr>
          <a:xfrm rot="-10800000">
            <a:off x="4139566" y="3889175"/>
            <a:ext cx="1489733" cy="0"/>
          </a:xfrm>
          <a:prstGeom prst="line">
            <a:avLst/>
          </a:prstGeom>
          <a:ln w="38100" cap="flat">
            <a:solidFill>
              <a:srgbClr val="01967A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54" name="Group 54"/>
          <p:cNvGrpSpPr/>
          <p:nvPr/>
        </p:nvGrpSpPr>
        <p:grpSpPr>
          <a:xfrm>
            <a:off x="1543130" y="3029588"/>
            <a:ext cx="2437339" cy="1543050"/>
            <a:chOff x="0" y="0"/>
            <a:chExt cx="1283866" cy="8128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283866" cy="812800"/>
            </a:xfrm>
            <a:custGeom>
              <a:avLst/>
              <a:gdLst/>
              <a:ahLst/>
              <a:cxnLst/>
              <a:rect l="l" t="t" r="r" b="b"/>
              <a:pathLst>
                <a:path w="1283866" h="812800">
                  <a:moveTo>
                    <a:pt x="80998" y="0"/>
                  </a:moveTo>
                  <a:lnTo>
                    <a:pt x="1202868" y="0"/>
                  </a:lnTo>
                  <a:cubicBezTo>
                    <a:pt x="1224350" y="0"/>
                    <a:pt x="1244952" y="8534"/>
                    <a:pt x="1260142" y="23724"/>
                  </a:cubicBezTo>
                  <a:cubicBezTo>
                    <a:pt x="1275332" y="38914"/>
                    <a:pt x="1283866" y="59516"/>
                    <a:pt x="1283866" y="80998"/>
                  </a:cubicBezTo>
                  <a:lnTo>
                    <a:pt x="1283866" y="731802"/>
                  </a:lnTo>
                  <a:cubicBezTo>
                    <a:pt x="1283866" y="753284"/>
                    <a:pt x="1275332" y="773886"/>
                    <a:pt x="1260142" y="789076"/>
                  </a:cubicBezTo>
                  <a:cubicBezTo>
                    <a:pt x="1244952" y="804266"/>
                    <a:pt x="1224350" y="812800"/>
                    <a:pt x="1202868" y="812800"/>
                  </a:cubicBezTo>
                  <a:lnTo>
                    <a:pt x="80998" y="812800"/>
                  </a:lnTo>
                  <a:cubicBezTo>
                    <a:pt x="59516" y="812800"/>
                    <a:pt x="38914" y="804266"/>
                    <a:pt x="23724" y="789076"/>
                  </a:cubicBezTo>
                  <a:cubicBezTo>
                    <a:pt x="8534" y="773886"/>
                    <a:pt x="0" y="753284"/>
                    <a:pt x="0" y="731802"/>
                  </a:cubicBezTo>
                  <a:lnTo>
                    <a:pt x="0" y="80998"/>
                  </a:lnTo>
                  <a:cubicBezTo>
                    <a:pt x="0" y="59516"/>
                    <a:pt x="8534" y="38914"/>
                    <a:pt x="23724" y="23724"/>
                  </a:cubicBezTo>
                  <a:cubicBezTo>
                    <a:pt x="38914" y="8534"/>
                    <a:pt x="59516" y="0"/>
                    <a:pt x="80998" y="0"/>
                  </a:cubicBezTo>
                  <a:close/>
                </a:path>
              </a:pathLst>
            </a:custGeom>
            <a:solidFill>
              <a:srgbClr val="FCE9CA"/>
            </a:solidFill>
          </p:spPr>
        </p:sp>
        <p:sp>
          <p:nvSpPr>
            <p:cNvPr id="56" name="TextBox 56"/>
            <p:cNvSpPr txBox="1"/>
            <p:nvPr/>
          </p:nvSpPr>
          <p:spPr>
            <a:xfrm>
              <a:off x="0" y="-9525"/>
              <a:ext cx="812800" cy="822325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200"/>
                </a:lnSpc>
              </a:pPr>
              <a:endParaRPr sz="700">
                <a:latin typeface="Baloo 2" panose="020B0604020202020204" charset="0"/>
                <a:cs typeface="Baloo 2" panose="020B0604020202020204" charset="0"/>
              </a:endParaRP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952837" y="296033"/>
            <a:ext cx="5238326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4340" lvl="1" algn="ctr">
              <a:lnSpc>
                <a:spcPts val="4320"/>
              </a:lnSpc>
            </a:pPr>
            <a:r>
              <a:rPr lang="en-US" sz="3600" b="1" spc="53" dirty="0">
                <a:latin typeface="Baloo 2" panose="020B0604020202020204" charset="0"/>
                <a:cs typeface="Baloo 2" panose="020B0604020202020204" charset="0"/>
              </a:rPr>
              <a:t>Alur </a:t>
            </a:r>
            <a:r>
              <a:rPr lang="en-US" sz="3600" b="1" spc="53" dirty="0" err="1">
                <a:latin typeface="Baloo 2" panose="020B0604020202020204" charset="0"/>
                <a:cs typeface="Baloo 2" panose="020B0604020202020204" charset="0"/>
              </a:rPr>
              <a:t>Produksi</a:t>
            </a:r>
            <a:endParaRPr lang="en-US" sz="3600" b="1" spc="53"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3116197" y="1422263"/>
            <a:ext cx="1130974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1200" dirty="0" err="1">
                <a:latin typeface="Baloo 2" panose="020B0604020202020204" charset="0"/>
                <a:cs typeface="Baloo 2" panose="020B0604020202020204" charset="0"/>
              </a:rPr>
              <a:t>Pengolahan</a:t>
            </a:r>
            <a:r>
              <a:rPr lang="en-US" sz="1200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US" sz="1200" dirty="0" err="1">
                <a:latin typeface="Baloo 2" panose="020B0604020202020204" charset="0"/>
                <a:cs typeface="Baloo 2" panose="020B0604020202020204" charset="0"/>
              </a:rPr>
              <a:t>Bahan</a:t>
            </a:r>
            <a:endParaRPr lang="en-US" sz="1200"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2432364" y="1486538"/>
            <a:ext cx="629549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0"/>
              </a:lnSpc>
              <a:spcBef>
                <a:spcPct val="0"/>
              </a:spcBef>
            </a:pPr>
            <a:r>
              <a:rPr lang="en-US" dirty="0">
                <a:latin typeface="Baloo 2" panose="020B0604020202020204" charset="0"/>
                <a:cs typeface="Baloo 2" panose="020B0604020202020204" charset="0"/>
              </a:rPr>
              <a:t>Alat dan </a:t>
            </a:r>
            <a:r>
              <a:rPr lang="en-US" dirty="0" err="1">
                <a:latin typeface="Baloo 2" panose="020B0604020202020204" charset="0"/>
                <a:cs typeface="Baloo 2" panose="020B0604020202020204" charset="0"/>
              </a:rPr>
              <a:t>Bahan</a:t>
            </a:r>
            <a:endParaRPr lang="en-US"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4645725" y="1970234"/>
            <a:ext cx="2109193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  <a:spcBef>
                <a:spcPct val="0"/>
              </a:spcBef>
            </a:pPr>
            <a:r>
              <a:rPr lang="en-US" dirty="0" err="1">
                <a:latin typeface="Baloo 2" panose="020B0604020202020204" charset="0"/>
                <a:cs typeface="Baloo 2" panose="020B0604020202020204" charset="0"/>
              </a:rPr>
              <a:t>Bahan</a:t>
            </a:r>
            <a:r>
              <a:rPr lang="en-US" dirty="0">
                <a:latin typeface="Baloo 2" panose="020B0604020202020204" charset="0"/>
                <a:cs typeface="Baloo 2" panose="020B0604020202020204" charset="0"/>
              </a:rPr>
              <a:t> yang </a:t>
            </a:r>
            <a:r>
              <a:rPr lang="en-US" dirty="0" err="1">
                <a:latin typeface="Baloo 2" panose="020B0604020202020204" charset="0"/>
                <a:cs typeface="Baloo 2" panose="020B0604020202020204" charset="0"/>
              </a:rPr>
              <a:t>telah</a:t>
            </a:r>
            <a:r>
              <a:rPr lang="en-US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US" dirty="0" err="1">
                <a:latin typeface="Baloo 2" panose="020B0604020202020204" charset="0"/>
                <a:cs typeface="Baloo 2" panose="020B0604020202020204" charset="0"/>
              </a:rPr>
              <a:t>diolah</a:t>
            </a:r>
            <a:r>
              <a:rPr lang="en-US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US" dirty="0" err="1">
                <a:latin typeface="Baloo 2" panose="020B0604020202020204" charset="0"/>
                <a:cs typeface="Baloo 2" panose="020B0604020202020204" charset="0"/>
              </a:rPr>
              <a:t>ditambahkan</a:t>
            </a:r>
            <a:r>
              <a:rPr lang="en-US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US" dirty="0" err="1">
                <a:latin typeface="Baloo 2" panose="020B0604020202020204" charset="0"/>
                <a:cs typeface="Baloo 2" panose="020B0604020202020204" charset="0"/>
              </a:rPr>
              <a:t>sedikit</a:t>
            </a:r>
            <a:r>
              <a:rPr lang="en-US" dirty="0">
                <a:latin typeface="Baloo 2" panose="020B0604020202020204" charset="0"/>
                <a:cs typeface="Baloo 2" panose="020B0604020202020204" charset="0"/>
              </a:rPr>
              <a:t> air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747200" y="3530629"/>
            <a:ext cx="735314" cy="1327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"/>
              </a:lnSpc>
              <a:spcBef>
                <a:spcPct val="0"/>
              </a:spcBef>
            </a:pPr>
            <a:r>
              <a:rPr lang="en-US" sz="1200" dirty="0" err="1">
                <a:latin typeface="Baloo 2" panose="020B0604020202020204" charset="0"/>
                <a:cs typeface="Baloo 2" panose="020B0604020202020204" charset="0"/>
              </a:rPr>
              <a:t>Direbus</a:t>
            </a:r>
            <a:endParaRPr lang="en-US" sz="1200"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62" name="TextBox 62"/>
          <p:cNvSpPr txBox="1"/>
          <p:nvPr/>
        </p:nvSpPr>
        <p:spPr>
          <a:xfrm>
            <a:off x="5993895" y="4055863"/>
            <a:ext cx="2394537" cy="51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"/>
              </a:lnSpc>
              <a:spcBef>
                <a:spcPct val="0"/>
              </a:spcBef>
            </a:pPr>
            <a:r>
              <a:rPr lang="en-US" dirty="0">
                <a:latin typeface="Baloo 2" panose="020B0604020202020204" charset="0"/>
                <a:cs typeface="Baloo 2" panose="020B0604020202020204" charset="0"/>
              </a:rPr>
              <a:t>Hasil </a:t>
            </a:r>
            <a:r>
              <a:rPr lang="en-US" dirty="0" err="1">
                <a:latin typeface="Baloo 2" panose="020B0604020202020204" charset="0"/>
                <a:cs typeface="Baloo 2" panose="020B0604020202020204" charset="0"/>
              </a:rPr>
              <a:t>olahan</a:t>
            </a:r>
            <a:r>
              <a:rPr lang="en-US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US" dirty="0" err="1">
                <a:latin typeface="Baloo 2" panose="020B0604020202020204" charset="0"/>
                <a:cs typeface="Baloo 2" panose="020B0604020202020204" charset="0"/>
              </a:rPr>
              <a:t>akan</a:t>
            </a:r>
            <a:r>
              <a:rPr lang="en-US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US" dirty="0" err="1">
                <a:latin typeface="Baloo 2" panose="020B0604020202020204" charset="0"/>
                <a:cs typeface="Baloo 2" panose="020B0604020202020204" charset="0"/>
              </a:rPr>
              <a:t>direbus</a:t>
            </a:r>
            <a:r>
              <a:rPr lang="en-US" dirty="0">
                <a:latin typeface="Baloo 2" panose="020B0604020202020204" charset="0"/>
                <a:cs typeface="Baloo 2" panose="020B0604020202020204" charset="0"/>
              </a:rPr>
              <a:t> agar </a:t>
            </a:r>
            <a:r>
              <a:rPr lang="en-US" dirty="0" err="1">
                <a:latin typeface="Baloo 2" panose="020B0604020202020204" charset="0"/>
                <a:cs typeface="Baloo 2" panose="020B0604020202020204" charset="0"/>
              </a:rPr>
              <a:t>bahan</a:t>
            </a:r>
            <a:r>
              <a:rPr lang="en-US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US" dirty="0" err="1">
                <a:latin typeface="Baloo 2" panose="020B0604020202020204" charset="0"/>
                <a:cs typeface="Baloo 2" panose="020B0604020202020204" charset="0"/>
              </a:rPr>
              <a:t>lebih</a:t>
            </a:r>
            <a:r>
              <a:rPr lang="en-US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US" dirty="0" err="1">
                <a:latin typeface="Baloo 2" panose="020B0604020202020204" charset="0"/>
                <a:cs typeface="Baloo 2" panose="020B0604020202020204" charset="0"/>
              </a:rPr>
              <a:t>tercampur</a:t>
            </a:r>
            <a:r>
              <a:rPr lang="en-US" dirty="0">
                <a:latin typeface="Baloo 2" panose="020B0604020202020204" charset="0"/>
                <a:cs typeface="Baloo 2" panose="020B0604020202020204" charset="0"/>
              </a:rPr>
              <a:t> dan </a:t>
            </a:r>
            <a:r>
              <a:rPr lang="en-US" dirty="0" err="1">
                <a:latin typeface="Baloo 2" panose="020B0604020202020204" charset="0"/>
                <a:cs typeface="Baloo 2" panose="020B0604020202020204" charset="0"/>
              </a:rPr>
              <a:t>steril</a:t>
            </a:r>
            <a:r>
              <a:rPr lang="en-US" dirty="0">
                <a:latin typeface="Baloo 2" panose="020B0604020202020204" charset="0"/>
                <a:cs typeface="Baloo 2" panose="020B0604020202020204" charset="0"/>
              </a:rPr>
              <a:t> 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037809" y="1622538"/>
            <a:ext cx="524546" cy="1423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0"/>
              </a:lnSpc>
              <a:spcBef>
                <a:spcPct val="0"/>
              </a:spcBef>
            </a:pPr>
            <a:r>
              <a:rPr lang="en-US" sz="1200" dirty="0">
                <a:latin typeface="Baloo 2" panose="020B0604020202020204" charset="0"/>
                <a:cs typeface="Baloo 2" panose="020B0604020202020204" charset="0"/>
              </a:rPr>
              <a:t>Proses</a:t>
            </a:r>
          </a:p>
        </p:txBody>
      </p:sp>
      <p:sp>
        <p:nvSpPr>
          <p:cNvPr id="64" name="TextBox 64"/>
          <p:cNvSpPr txBox="1"/>
          <p:nvPr/>
        </p:nvSpPr>
        <p:spPr>
          <a:xfrm rot="5400000">
            <a:off x="7397390" y="2144686"/>
            <a:ext cx="968517" cy="1327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0"/>
              </a:lnSpc>
              <a:spcBef>
                <a:spcPct val="0"/>
              </a:spcBef>
            </a:pPr>
            <a:r>
              <a:rPr lang="en-US" sz="1200" dirty="0" err="1">
                <a:latin typeface="Baloo 2" panose="020B0604020202020204" charset="0"/>
                <a:cs typeface="Baloo 2" panose="020B0604020202020204" charset="0"/>
              </a:rPr>
              <a:t>Perebusan</a:t>
            </a:r>
            <a:endParaRPr lang="en-US" sz="1200" dirty="0">
              <a:latin typeface="Baloo 2" panose="020B0604020202020204" charset="0"/>
              <a:cs typeface="Baloo 2" panose="020B0604020202020204" charset="0"/>
            </a:endParaRPr>
          </a:p>
        </p:txBody>
      </p:sp>
      <p:pic>
        <p:nvPicPr>
          <p:cNvPr id="65" name="Picture 65"/>
          <p:cNvPicPr>
            <a:picLocks noChangeAspect="1"/>
          </p:cNvPicPr>
          <p:nvPr/>
        </p:nvPicPr>
        <p:blipFill>
          <a:blip r:embed="rId16"/>
          <a:srcRect/>
          <a:stretch>
            <a:fillRect/>
          </a:stretch>
        </p:blipFill>
        <p:spPr>
          <a:xfrm>
            <a:off x="2504473" y="3183232"/>
            <a:ext cx="608169" cy="608169"/>
          </a:xfrm>
          <a:prstGeom prst="rect">
            <a:avLst/>
          </a:prstGeom>
        </p:spPr>
      </p:pic>
      <p:sp>
        <p:nvSpPr>
          <p:cNvPr id="66" name="TextBox 66"/>
          <p:cNvSpPr txBox="1"/>
          <p:nvPr/>
        </p:nvSpPr>
        <p:spPr>
          <a:xfrm>
            <a:off x="1948343" y="3889508"/>
            <a:ext cx="1720429" cy="51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"/>
              </a:lnSpc>
              <a:spcBef>
                <a:spcPct val="0"/>
              </a:spcBef>
            </a:pPr>
            <a:r>
              <a:rPr lang="en-US" dirty="0" err="1">
                <a:latin typeface="Baloo 2" panose="020B0604020202020204" charset="0"/>
                <a:cs typeface="Baloo 2" panose="020B0604020202020204" charset="0"/>
              </a:rPr>
              <a:t>Shampo</a:t>
            </a:r>
            <a:r>
              <a:rPr lang="en-US" dirty="0">
                <a:latin typeface="Baloo 2" panose="020B0604020202020204" charset="0"/>
                <a:cs typeface="Baloo 2" panose="020B0604020202020204" charset="0"/>
              </a:rPr>
              <a:t> yang </a:t>
            </a:r>
            <a:r>
              <a:rPr lang="en-US" dirty="0" err="1">
                <a:latin typeface="Baloo 2" panose="020B0604020202020204" charset="0"/>
                <a:cs typeface="Baloo 2" panose="020B0604020202020204" charset="0"/>
              </a:rPr>
              <a:t>telah</a:t>
            </a:r>
            <a:r>
              <a:rPr lang="en-US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US" dirty="0" err="1">
                <a:latin typeface="Baloo 2" panose="020B0604020202020204" charset="0"/>
                <a:cs typeface="Baloo 2" panose="020B0604020202020204" charset="0"/>
              </a:rPr>
              <a:t>siap</a:t>
            </a:r>
            <a:r>
              <a:rPr lang="en-US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US" dirty="0" err="1">
                <a:latin typeface="Baloo 2" panose="020B0604020202020204" charset="0"/>
                <a:cs typeface="Baloo 2" panose="020B0604020202020204" charset="0"/>
              </a:rPr>
              <a:t>dikemas</a:t>
            </a:r>
            <a:r>
              <a:rPr lang="en-US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US" dirty="0" err="1">
                <a:latin typeface="Baloo 2" panose="020B0604020202020204" charset="0"/>
                <a:cs typeface="Baloo 2" panose="020B0604020202020204" charset="0"/>
              </a:rPr>
              <a:t>dengan</a:t>
            </a:r>
            <a:r>
              <a:rPr lang="en-US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US" dirty="0" err="1">
                <a:latin typeface="Baloo 2" panose="020B0604020202020204" charset="0"/>
                <a:cs typeface="Baloo 2" panose="020B0604020202020204" charset="0"/>
              </a:rPr>
              <a:t>rapi</a:t>
            </a:r>
            <a:r>
              <a:rPr lang="en-US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US" dirty="0" err="1">
                <a:latin typeface="Baloo 2" panose="020B0604020202020204" charset="0"/>
                <a:cs typeface="Baloo 2" panose="020B0604020202020204" charset="0"/>
              </a:rPr>
              <a:t>dalam</a:t>
            </a:r>
            <a:r>
              <a:rPr lang="en-US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US" dirty="0" err="1">
                <a:latin typeface="Baloo 2" panose="020B0604020202020204" charset="0"/>
                <a:cs typeface="Baloo 2" panose="020B0604020202020204" charset="0"/>
              </a:rPr>
              <a:t>botol</a:t>
            </a:r>
            <a:endParaRPr lang="en-US"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67" name="TextBox 67"/>
          <p:cNvSpPr txBox="1"/>
          <p:nvPr/>
        </p:nvSpPr>
        <p:spPr>
          <a:xfrm>
            <a:off x="4270762" y="3710382"/>
            <a:ext cx="1241424" cy="1231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"/>
              </a:lnSpc>
              <a:spcBef>
                <a:spcPct val="0"/>
              </a:spcBef>
            </a:pPr>
            <a:r>
              <a:rPr lang="en-US" sz="1200" dirty="0" err="1">
                <a:latin typeface="Baloo 2" panose="020B0604020202020204" charset="0"/>
                <a:cs typeface="Baloo 2" panose="020B0604020202020204" charset="0"/>
              </a:rPr>
              <a:t>Pengemasan</a:t>
            </a:r>
            <a:endParaRPr lang="en-US" sz="1200" dirty="0">
              <a:latin typeface="Baloo 2" panose="020B0604020202020204" charset="0"/>
              <a:cs typeface="Baloo 2" panose="020B0604020202020204" charset="0"/>
            </a:endParaRPr>
          </a:p>
        </p:txBody>
      </p:sp>
      <p:pic>
        <p:nvPicPr>
          <p:cNvPr id="68" name="Picture 67" descr="Logo&#10;&#10;Description automatically generated with medium confidence">
            <a:extLst>
              <a:ext uri="{FF2B5EF4-FFF2-40B4-BE49-F238E27FC236}">
                <a16:creationId xmlns:a16="http://schemas.microsoft.com/office/drawing/2014/main" id="{4BF11CA4-CBF4-1639-E473-D9EE974FED5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-162912" y="-423069"/>
            <a:ext cx="1597180" cy="15971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aphical user interface, text, table&#10;&#10;Description automatically generated">
            <a:extLst>
              <a:ext uri="{FF2B5EF4-FFF2-40B4-BE49-F238E27FC236}">
                <a16:creationId xmlns:a16="http://schemas.microsoft.com/office/drawing/2014/main" id="{4A335FEF-7B9C-69D8-60D8-A32CD53E1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Google Shape;1482;p72">
            <a:extLst>
              <a:ext uri="{FF2B5EF4-FFF2-40B4-BE49-F238E27FC236}">
                <a16:creationId xmlns:a16="http://schemas.microsoft.com/office/drawing/2014/main" id="{BA8BA6AC-4886-340D-6B1F-7D750160CA40}"/>
              </a:ext>
            </a:extLst>
          </p:cNvPr>
          <p:cNvSpPr/>
          <p:nvPr/>
        </p:nvSpPr>
        <p:spPr>
          <a:xfrm rot="10800000">
            <a:off x="7294178" y="0"/>
            <a:ext cx="1849821" cy="966952"/>
          </a:xfrm>
          <a:custGeom>
            <a:avLst/>
            <a:gdLst/>
            <a:ahLst/>
            <a:cxnLst/>
            <a:rect l="l" t="t" r="r" b="b"/>
            <a:pathLst>
              <a:path w="83881" h="31706" extrusionOk="0">
                <a:moveTo>
                  <a:pt x="14118" y="0"/>
                </a:moveTo>
                <a:cubicBezTo>
                  <a:pt x="8435" y="0"/>
                  <a:pt x="3418" y="4125"/>
                  <a:pt x="1" y="7679"/>
                </a:cubicBezTo>
                <a:lnTo>
                  <a:pt x="1" y="31706"/>
                </a:lnTo>
                <a:lnTo>
                  <a:pt x="83880" y="31706"/>
                </a:lnTo>
                <a:cubicBezTo>
                  <a:pt x="80944" y="26024"/>
                  <a:pt x="77237" y="24734"/>
                  <a:pt x="73573" y="24734"/>
                </a:cubicBezTo>
                <a:cubicBezTo>
                  <a:pt x="70528" y="24734"/>
                  <a:pt x="67513" y="25625"/>
                  <a:pt x="64995" y="25625"/>
                </a:cubicBezTo>
                <a:cubicBezTo>
                  <a:pt x="62632" y="25625"/>
                  <a:pt x="60706" y="24841"/>
                  <a:pt x="59603" y="21800"/>
                </a:cubicBezTo>
                <a:cubicBezTo>
                  <a:pt x="57498" y="16010"/>
                  <a:pt x="54174" y="14242"/>
                  <a:pt x="51158" y="14242"/>
                </a:cubicBezTo>
                <a:cubicBezTo>
                  <a:pt x="48835" y="14242"/>
                  <a:pt x="46694" y="15291"/>
                  <a:pt x="45435" y="16359"/>
                </a:cubicBezTo>
                <a:cubicBezTo>
                  <a:pt x="43692" y="17841"/>
                  <a:pt x="41866" y="18874"/>
                  <a:pt x="39798" y="18874"/>
                </a:cubicBezTo>
                <a:cubicBezTo>
                  <a:pt x="36569" y="18874"/>
                  <a:pt x="32751" y="16355"/>
                  <a:pt x="27742" y="9096"/>
                </a:cubicBezTo>
                <a:cubicBezTo>
                  <a:pt x="23089" y="2356"/>
                  <a:pt x="18413" y="0"/>
                  <a:pt x="14118" y="0"/>
                </a:cubicBezTo>
                <a:close/>
              </a:path>
            </a:pathLst>
          </a:custGeom>
          <a:solidFill>
            <a:srgbClr val="7CACE1">
              <a:alpha val="47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427;p72">
            <a:extLst>
              <a:ext uri="{FF2B5EF4-FFF2-40B4-BE49-F238E27FC236}">
                <a16:creationId xmlns:a16="http://schemas.microsoft.com/office/drawing/2014/main" id="{85A5F584-8BEF-9098-0946-0A622A31814C}"/>
              </a:ext>
            </a:extLst>
          </p:cNvPr>
          <p:cNvSpPr/>
          <p:nvPr/>
        </p:nvSpPr>
        <p:spPr>
          <a:xfrm>
            <a:off x="0" y="4114687"/>
            <a:ext cx="1398909" cy="1028813"/>
          </a:xfrm>
          <a:custGeom>
            <a:avLst/>
            <a:gdLst/>
            <a:ahLst/>
            <a:cxnLst/>
            <a:rect l="l" t="t" r="r" b="b"/>
            <a:pathLst>
              <a:path w="43113" h="31707" extrusionOk="0">
                <a:moveTo>
                  <a:pt x="0" y="0"/>
                </a:moveTo>
                <a:lnTo>
                  <a:pt x="0" y="31707"/>
                </a:lnTo>
                <a:lnTo>
                  <a:pt x="43113" y="31707"/>
                </a:lnTo>
                <a:cubicBezTo>
                  <a:pt x="40315" y="29206"/>
                  <a:pt x="37422" y="26194"/>
                  <a:pt x="36219" y="23527"/>
                </a:cubicBezTo>
                <a:cubicBezTo>
                  <a:pt x="34588" y="19904"/>
                  <a:pt x="31949" y="19060"/>
                  <a:pt x="28948" y="19060"/>
                </a:cubicBezTo>
                <a:cubicBezTo>
                  <a:pt x="26326" y="19060"/>
                  <a:pt x="23428" y="19704"/>
                  <a:pt x="20682" y="19704"/>
                </a:cubicBezTo>
                <a:cubicBezTo>
                  <a:pt x="16498" y="19704"/>
                  <a:pt x="12670" y="18208"/>
                  <a:pt x="10716" y="10656"/>
                </a:cubicBezTo>
                <a:cubicBezTo>
                  <a:pt x="8561" y="2334"/>
                  <a:pt x="4144" y="48"/>
                  <a:pt x="0" y="0"/>
                </a:cubicBezTo>
                <a:close/>
              </a:path>
            </a:pathLst>
          </a:custGeom>
          <a:solidFill>
            <a:srgbClr val="01967A">
              <a:alpha val="488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476;p72">
            <a:extLst>
              <a:ext uri="{FF2B5EF4-FFF2-40B4-BE49-F238E27FC236}">
                <a16:creationId xmlns:a16="http://schemas.microsoft.com/office/drawing/2014/main" id="{AA5BEC0A-3339-E4FC-6638-B70B1685DDF1}"/>
              </a:ext>
            </a:extLst>
          </p:cNvPr>
          <p:cNvSpPr/>
          <p:nvPr/>
        </p:nvSpPr>
        <p:spPr>
          <a:xfrm>
            <a:off x="4469806" y="2911971"/>
            <a:ext cx="204387" cy="204776"/>
          </a:xfrm>
          <a:custGeom>
            <a:avLst/>
            <a:gdLst/>
            <a:ahLst/>
            <a:cxnLst/>
            <a:rect l="l" t="t" r="r" b="b"/>
            <a:pathLst>
              <a:path w="6299" h="6311" extrusionOk="0">
                <a:moveTo>
                  <a:pt x="3156" y="0"/>
                </a:moveTo>
                <a:lnTo>
                  <a:pt x="2191" y="2191"/>
                </a:lnTo>
                <a:lnTo>
                  <a:pt x="1" y="3155"/>
                </a:lnTo>
                <a:lnTo>
                  <a:pt x="2191" y="4120"/>
                </a:lnTo>
                <a:lnTo>
                  <a:pt x="3156" y="6310"/>
                </a:lnTo>
                <a:lnTo>
                  <a:pt x="4108" y="4120"/>
                </a:lnTo>
                <a:lnTo>
                  <a:pt x="6299" y="3155"/>
                </a:lnTo>
                <a:lnTo>
                  <a:pt x="4108" y="2191"/>
                </a:lnTo>
                <a:lnTo>
                  <a:pt x="315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 descr="Logo&#10;&#10;Description automatically generated with medium confidence">
            <a:extLst>
              <a:ext uri="{FF2B5EF4-FFF2-40B4-BE49-F238E27FC236}">
                <a16:creationId xmlns:a16="http://schemas.microsoft.com/office/drawing/2014/main" id="{217AE869-151C-DF14-44DA-EF6C46756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3971" y="-306010"/>
            <a:ext cx="1272963" cy="1272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771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64"/>
          <p:cNvSpPr txBox="1">
            <a:spLocks noGrp="1"/>
          </p:cNvSpPr>
          <p:nvPr>
            <p:ph type="title"/>
          </p:nvPr>
        </p:nvSpPr>
        <p:spPr>
          <a:xfrm>
            <a:off x="713250" y="129803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aloo 2" panose="020B0604020202020204" charset="0"/>
                <a:cs typeface="Baloo 2" panose="020B0604020202020204" charset="0"/>
              </a:rPr>
              <a:t>TIM KAMI</a:t>
            </a:r>
            <a:endParaRPr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1225" name="Google Shape;1225;p64"/>
          <p:cNvSpPr txBox="1">
            <a:spLocks noGrp="1"/>
          </p:cNvSpPr>
          <p:nvPr>
            <p:ph type="title" idx="2"/>
          </p:nvPr>
        </p:nvSpPr>
        <p:spPr>
          <a:xfrm>
            <a:off x="3394406" y="3228965"/>
            <a:ext cx="2347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2200" dirty="0">
                <a:latin typeface="Baloo 2" panose="020B0604020202020204" charset="0"/>
                <a:cs typeface="Baloo 2" panose="020B0604020202020204" charset="0"/>
              </a:rPr>
              <a:t>Faris Eza P. Adi</a:t>
            </a:r>
            <a:br>
              <a:rPr lang="en" sz="2200" dirty="0">
                <a:latin typeface="Baloo 2" panose="020B0604020202020204" charset="0"/>
                <a:cs typeface="Baloo 2" panose="020B0604020202020204" charset="0"/>
              </a:rPr>
            </a:br>
            <a:r>
              <a:rPr lang="id-ID" sz="1500" b="0" dirty="0">
                <a:latin typeface="Baloo 2" panose="020B0604020202020204" charset="0"/>
                <a:cs typeface="Baloo 2" panose="020B0604020202020204" charset="0"/>
              </a:rPr>
              <a:t>1103220147</a:t>
            </a:r>
            <a:endParaRPr sz="2200"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1226" name="Google Shape;1226;p64"/>
          <p:cNvSpPr txBox="1">
            <a:spLocks noGrp="1"/>
          </p:cNvSpPr>
          <p:nvPr>
            <p:ph type="subTitle" idx="1"/>
          </p:nvPr>
        </p:nvSpPr>
        <p:spPr>
          <a:xfrm>
            <a:off x="3336478" y="3611185"/>
            <a:ext cx="2600672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ID" sz="1500" b="1" dirty="0" err="1">
                <a:latin typeface="Baloo 2" panose="020B0604020202020204" charset="0"/>
                <a:cs typeface="Baloo 2" panose="020B0604020202020204" charset="0"/>
              </a:rPr>
              <a:t>Pengisi</a:t>
            </a:r>
            <a:r>
              <a:rPr lang="en-ID" sz="1500" b="1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sz="1500" b="1" dirty="0" err="1">
                <a:latin typeface="Baloo 2" panose="020B0604020202020204" charset="0"/>
                <a:cs typeface="Baloo 2" panose="020B0604020202020204" charset="0"/>
              </a:rPr>
              <a:t>Materi</a:t>
            </a:r>
            <a:r>
              <a:rPr lang="en-ID" sz="1500" b="1" dirty="0">
                <a:latin typeface="Baloo 2" panose="020B0604020202020204" charset="0"/>
                <a:cs typeface="Baloo 2" panose="020B0604020202020204" charset="0"/>
              </a:rPr>
              <a:t> </a:t>
            </a:r>
          </a:p>
          <a:p>
            <a:pPr marL="0" indent="0"/>
            <a:r>
              <a:rPr lang="en-ID" sz="1000" dirty="0">
                <a:latin typeface="Baloo 2" panose="020B0604020202020204" charset="0"/>
                <a:cs typeface="Baloo 2" panose="020B0604020202020204" charset="0"/>
              </a:rPr>
              <a:t>(Gol Perusahaan, Costumer Buying Journey, Strategi </a:t>
            </a:r>
            <a:r>
              <a:rPr lang="en-ID" sz="1000" dirty="0" err="1">
                <a:latin typeface="Baloo 2" panose="020B0604020202020204" charset="0"/>
                <a:cs typeface="Baloo 2" panose="020B0604020202020204" charset="0"/>
              </a:rPr>
              <a:t>Pemasaran</a:t>
            </a:r>
            <a:r>
              <a:rPr lang="en-ID" sz="1000" dirty="0">
                <a:latin typeface="Baloo 2" panose="020B0604020202020204" charset="0"/>
                <a:cs typeface="Baloo 2" panose="020B0604020202020204" charset="0"/>
              </a:rPr>
              <a:t>, BMC)</a:t>
            </a:r>
          </a:p>
          <a:p>
            <a:pPr marL="0" indent="0"/>
            <a:r>
              <a:rPr lang="en-ID" sz="1500" b="1" dirty="0" err="1">
                <a:latin typeface="Baloo 2" panose="020B0604020202020204" charset="0"/>
                <a:cs typeface="Baloo 2" panose="020B0604020202020204" charset="0"/>
              </a:rPr>
              <a:t>Desainer</a:t>
            </a:r>
            <a:r>
              <a:rPr lang="en-ID" sz="1500" b="1" dirty="0">
                <a:latin typeface="Baloo 2" panose="020B0604020202020204" charset="0"/>
                <a:cs typeface="Baloo 2" panose="020B0604020202020204" charset="0"/>
              </a:rPr>
              <a:t> </a:t>
            </a:r>
          </a:p>
          <a:p>
            <a:pPr marL="0" indent="0"/>
            <a:r>
              <a:rPr lang="en-ID" sz="1000" dirty="0">
                <a:latin typeface="Baloo 2" panose="020B0604020202020204" charset="0"/>
                <a:cs typeface="Baloo 2" panose="020B0604020202020204" charset="0"/>
              </a:rPr>
              <a:t>(Cover, </a:t>
            </a:r>
            <a:r>
              <a:rPr lang="en-ID" sz="1000" dirty="0" err="1">
                <a:latin typeface="Baloo 2" panose="020B0604020202020204" charset="0"/>
                <a:cs typeface="Baloo 2" panose="020B0604020202020204" charset="0"/>
              </a:rPr>
              <a:t>Foto</a:t>
            </a:r>
            <a:r>
              <a:rPr lang="en-ID" sz="1000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sz="1000" dirty="0" err="1">
                <a:latin typeface="Baloo 2" panose="020B0604020202020204" charset="0"/>
                <a:cs typeface="Baloo 2" panose="020B0604020202020204" charset="0"/>
              </a:rPr>
              <a:t>Produk</a:t>
            </a:r>
            <a:r>
              <a:rPr lang="en-ID" sz="1000" dirty="0">
                <a:latin typeface="Baloo 2" panose="020B0604020202020204" charset="0"/>
                <a:cs typeface="Baloo 2" panose="020B0604020202020204" charset="0"/>
              </a:rPr>
              <a:t>, Logo)</a:t>
            </a:r>
          </a:p>
          <a:p>
            <a:pPr marL="0" indent="0"/>
            <a:r>
              <a:rPr lang="en-ID" sz="1500" b="1" dirty="0" err="1">
                <a:latin typeface="Baloo 2" panose="020B0604020202020204" charset="0"/>
                <a:cs typeface="Baloo 2" panose="020B0604020202020204" charset="0"/>
              </a:rPr>
              <a:t>Membantu</a:t>
            </a:r>
            <a:r>
              <a:rPr lang="en-ID" sz="1500" b="1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sz="1500" b="1" dirty="0" err="1">
                <a:latin typeface="Baloo 2" panose="020B0604020202020204" charset="0"/>
                <a:cs typeface="Baloo 2" panose="020B0604020202020204" charset="0"/>
              </a:rPr>
              <a:t>Membuat</a:t>
            </a:r>
            <a:r>
              <a:rPr lang="en-ID" sz="1500" b="1" dirty="0">
                <a:latin typeface="Baloo 2" panose="020B0604020202020204" charset="0"/>
                <a:cs typeface="Baloo 2" panose="020B0604020202020204" charset="0"/>
              </a:rPr>
              <a:t> PPT</a:t>
            </a:r>
            <a:endParaRPr lang="id-ID" sz="1500" b="1" dirty="0">
              <a:latin typeface="Baloo 2" panose="020B0604020202020204" charset="0"/>
              <a:cs typeface="Baloo 2" panose="020B060402020202020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1227" name="Google Shape;1227;p64"/>
          <p:cNvSpPr txBox="1">
            <a:spLocks noGrp="1"/>
          </p:cNvSpPr>
          <p:nvPr>
            <p:ph type="title" idx="3"/>
          </p:nvPr>
        </p:nvSpPr>
        <p:spPr>
          <a:xfrm>
            <a:off x="5963476" y="3755352"/>
            <a:ext cx="3172541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en-ID" sz="2200" dirty="0">
                <a:latin typeface="Baloo 2" panose="020B0604020202020204" charset="0"/>
                <a:cs typeface="Baloo 2" panose="020B0604020202020204" charset="0"/>
              </a:rPr>
              <a:t>Daniel </a:t>
            </a:r>
            <a:r>
              <a:rPr lang="en-ID" sz="2200" dirty="0" err="1">
                <a:latin typeface="Baloo 2" panose="020B0604020202020204" charset="0"/>
                <a:cs typeface="Baloo 2" panose="020B0604020202020204" charset="0"/>
              </a:rPr>
              <a:t>Parlindungan</a:t>
            </a:r>
            <a:r>
              <a:rPr lang="en-ID" sz="2200" dirty="0">
                <a:latin typeface="Baloo 2" panose="020B0604020202020204" charset="0"/>
                <a:cs typeface="Baloo 2" panose="020B0604020202020204" charset="0"/>
              </a:rPr>
              <a:t> S.</a:t>
            </a:r>
            <a:br>
              <a:rPr lang="en-ID" sz="2200" dirty="0">
                <a:latin typeface="Baloo 2" panose="020B0604020202020204" charset="0"/>
                <a:cs typeface="Baloo 2" panose="020B0604020202020204" charset="0"/>
              </a:rPr>
            </a:br>
            <a:r>
              <a:rPr lang="id-ID" sz="1500" b="0" dirty="0">
                <a:latin typeface="Baloo 2" panose="020B0604020202020204" charset="0"/>
                <a:cs typeface="Baloo 2" panose="020B0604020202020204" charset="0"/>
              </a:rPr>
              <a:t>1103223184</a:t>
            </a:r>
            <a:endParaRPr lang="en-ID" sz="1500" b="0"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1228" name="Google Shape;1228;p64"/>
          <p:cNvSpPr txBox="1">
            <a:spLocks noGrp="1"/>
          </p:cNvSpPr>
          <p:nvPr>
            <p:ph type="subTitle" idx="4"/>
          </p:nvPr>
        </p:nvSpPr>
        <p:spPr>
          <a:xfrm>
            <a:off x="6358992" y="4226237"/>
            <a:ext cx="2347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latin typeface="Baloo 2" panose="020B0604020202020204" charset="0"/>
                <a:cs typeface="Baloo 2" panose="020B0604020202020204" charset="0"/>
              </a:rPr>
              <a:t>Pengisi Materi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latin typeface="Baloo 2" panose="020B0604020202020204" charset="0"/>
                <a:cs typeface="Baloo 2" panose="020B0604020202020204" charset="0"/>
              </a:rPr>
              <a:t>(Kompetitor, Melengkapi materi-materi yang masih kurang)</a:t>
            </a:r>
          </a:p>
        </p:txBody>
      </p:sp>
      <p:sp>
        <p:nvSpPr>
          <p:cNvPr id="1231" name="Google Shape;1231;p64"/>
          <p:cNvSpPr/>
          <p:nvPr/>
        </p:nvSpPr>
        <p:spPr>
          <a:xfrm rot="10800000">
            <a:off x="6644254" y="1135850"/>
            <a:ext cx="994800" cy="994800"/>
          </a:xfrm>
          <a:prstGeom prst="ellipse">
            <a:avLst/>
          </a:prstGeom>
          <a:solidFill>
            <a:srgbClr val="FF4D01">
              <a:alpha val="506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loo 2" panose="020B0604020202020204" charset="0"/>
              <a:cs typeface="Baloo 2" panose="020B0604020202020204" charset="0"/>
            </a:endParaRPr>
          </a:p>
        </p:txBody>
      </p:sp>
      <p:grpSp>
        <p:nvGrpSpPr>
          <p:cNvPr id="1232" name="Google Shape;1232;p64"/>
          <p:cNvGrpSpPr/>
          <p:nvPr/>
        </p:nvGrpSpPr>
        <p:grpSpPr>
          <a:xfrm>
            <a:off x="1229500" y="1709238"/>
            <a:ext cx="959175" cy="162000"/>
            <a:chOff x="447675" y="1666875"/>
            <a:chExt cx="959175" cy="162000"/>
          </a:xfrm>
        </p:grpSpPr>
        <p:sp>
          <p:nvSpPr>
            <p:cNvPr id="1233" name="Google Shape;1233;p64"/>
            <p:cNvSpPr/>
            <p:nvPr/>
          </p:nvSpPr>
          <p:spPr>
            <a:xfrm>
              <a:off x="44767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1234" name="Google Shape;1234;p64"/>
            <p:cNvSpPr/>
            <p:nvPr/>
          </p:nvSpPr>
          <p:spPr>
            <a:xfrm>
              <a:off x="71340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1235" name="Google Shape;1235;p64"/>
            <p:cNvSpPr/>
            <p:nvPr/>
          </p:nvSpPr>
          <p:spPr>
            <a:xfrm>
              <a:off x="97912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1236" name="Google Shape;1236;p64"/>
            <p:cNvSpPr/>
            <p:nvPr/>
          </p:nvSpPr>
          <p:spPr>
            <a:xfrm>
              <a:off x="124485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</p:grpSp>
      <p:grpSp>
        <p:nvGrpSpPr>
          <p:cNvPr id="1237" name="Google Shape;1237;p64"/>
          <p:cNvGrpSpPr/>
          <p:nvPr/>
        </p:nvGrpSpPr>
        <p:grpSpPr>
          <a:xfrm>
            <a:off x="7540575" y="2488825"/>
            <a:ext cx="427725" cy="162000"/>
            <a:chOff x="979125" y="1666875"/>
            <a:chExt cx="427725" cy="162000"/>
          </a:xfrm>
        </p:grpSpPr>
        <p:sp>
          <p:nvSpPr>
            <p:cNvPr id="1238" name="Google Shape;1238;p64"/>
            <p:cNvSpPr/>
            <p:nvPr/>
          </p:nvSpPr>
          <p:spPr>
            <a:xfrm>
              <a:off x="97912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1239" name="Google Shape;1239;p64"/>
            <p:cNvSpPr/>
            <p:nvPr/>
          </p:nvSpPr>
          <p:spPr>
            <a:xfrm>
              <a:off x="124485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</p:grpSp>
      <p:pic>
        <p:nvPicPr>
          <p:cNvPr id="3" name="Google Shape;1230;p64">
            <a:extLst>
              <a:ext uri="{FF2B5EF4-FFF2-40B4-BE49-F238E27FC236}">
                <a16:creationId xmlns:a16="http://schemas.microsoft.com/office/drawing/2014/main" id="{58FE058A-8620-1329-DC87-0D27A6307404}"/>
              </a:ext>
            </a:extLst>
          </p:cNvPr>
          <p:cNvPicPr preferRelativeResize="0"/>
          <p:nvPr/>
        </p:nvPicPr>
        <p:blipFill rotWithShape="1">
          <a:blip r:embed="rId3"/>
          <a:srcRect l="-141" t="2457" r="141" b="26045"/>
          <a:stretch/>
        </p:blipFill>
        <p:spPr>
          <a:xfrm>
            <a:off x="3547800" y="916715"/>
            <a:ext cx="2048400" cy="20484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" name="Google Shape;1230;p64">
            <a:extLst>
              <a:ext uri="{FF2B5EF4-FFF2-40B4-BE49-F238E27FC236}">
                <a16:creationId xmlns:a16="http://schemas.microsoft.com/office/drawing/2014/main" id="{E8BBB603-4AB6-750E-4621-046F0C52F283}"/>
              </a:ext>
            </a:extLst>
          </p:cNvPr>
          <p:cNvPicPr preferRelativeResize="0"/>
          <p:nvPr/>
        </p:nvPicPr>
        <p:blipFill rotWithShape="1">
          <a:blip r:embed="rId4"/>
          <a:srcRect t="3814" b="24688"/>
          <a:stretch/>
        </p:blipFill>
        <p:spPr>
          <a:xfrm>
            <a:off x="6508392" y="1443102"/>
            <a:ext cx="2048400" cy="20484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" name="Google Shape;1229;p64">
            <a:extLst>
              <a:ext uri="{FF2B5EF4-FFF2-40B4-BE49-F238E27FC236}">
                <a16:creationId xmlns:a16="http://schemas.microsoft.com/office/drawing/2014/main" id="{74246FC6-031F-875D-F1DC-2C028C902741}"/>
              </a:ext>
            </a:extLst>
          </p:cNvPr>
          <p:cNvPicPr preferRelativeResize="0"/>
          <p:nvPr/>
        </p:nvPicPr>
        <p:blipFill rotWithShape="1">
          <a:blip r:embed="rId5"/>
          <a:srcRect l="540" t="6527" r="-540" b="21933"/>
          <a:stretch/>
        </p:blipFill>
        <p:spPr>
          <a:xfrm>
            <a:off x="606725" y="1444415"/>
            <a:ext cx="2047200" cy="2048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" name="Google Shape;1225;p64">
            <a:extLst>
              <a:ext uri="{FF2B5EF4-FFF2-40B4-BE49-F238E27FC236}">
                <a16:creationId xmlns:a16="http://schemas.microsoft.com/office/drawing/2014/main" id="{5557AC9B-AC69-1334-8607-7CF6204C56C7}"/>
              </a:ext>
            </a:extLst>
          </p:cNvPr>
          <p:cNvSpPr txBox="1">
            <a:spLocks/>
          </p:cNvSpPr>
          <p:nvPr/>
        </p:nvSpPr>
        <p:spPr>
          <a:xfrm>
            <a:off x="164951" y="3755352"/>
            <a:ext cx="291477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loo 2"/>
              <a:buNone/>
              <a:defRPr sz="2400" b="1" i="0" u="none" strike="noStrike" cap="none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loo 2"/>
              <a:buNone/>
              <a:defRPr sz="2500" b="1" i="0" u="none" strike="noStrike" cap="none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loo 2"/>
              <a:buNone/>
              <a:defRPr sz="2500" b="1" i="0" u="none" strike="noStrike" cap="none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loo 2"/>
              <a:buNone/>
              <a:defRPr sz="2500" b="1" i="0" u="none" strike="noStrike" cap="none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loo 2"/>
              <a:buNone/>
              <a:defRPr sz="2500" b="1" i="0" u="none" strike="noStrike" cap="none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loo 2"/>
              <a:buNone/>
              <a:defRPr sz="2500" b="1" i="0" u="none" strike="noStrike" cap="none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loo 2"/>
              <a:buNone/>
              <a:defRPr sz="2500" b="1" i="0" u="none" strike="noStrike" cap="none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loo 2"/>
              <a:buNone/>
              <a:defRPr sz="2500" b="1" i="0" u="none" strike="noStrike" cap="none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loo 2"/>
              <a:buNone/>
              <a:defRPr sz="2500" b="1" i="0" u="none" strike="noStrike" cap="none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9pPr>
          </a:lstStyle>
          <a:p>
            <a:pPr algn="ctr"/>
            <a:r>
              <a:rPr lang="en-ID" sz="2200" dirty="0">
                <a:latin typeface="Baloo 2" panose="020B0604020202020204" charset="0"/>
                <a:cs typeface="Baloo 2" panose="020B0604020202020204" charset="0"/>
              </a:rPr>
              <a:t>M. </a:t>
            </a:r>
            <a:r>
              <a:rPr lang="en-ID" sz="2200" dirty="0" err="1">
                <a:latin typeface="Baloo 2" panose="020B0604020202020204" charset="0"/>
                <a:cs typeface="Baloo 2" panose="020B0604020202020204" charset="0"/>
              </a:rPr>
              <a:t>Dzikri</a:t>
            </a:r>
            <a:r>
              <a:rPr lang="en-ID" sz="2200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sz="2200" dirty="0" err="1">
                <a:latin typeface="Baloo 2" panose="020B0604020202020204" charset="0"/>
                <a:cs typeface="Baloo 2" panose="020B0604020202020204" charset="0"/>
              </a:rPr>
              <a:t>Muqimulhaq</a:t>
            </a:r>
            <a:endParaRPr lang="en-ID" sz="2200" dirty="0">
              <a:latin typeface="Baloo 2" panose="020B0604020202020204" charset="0"/>
              <a:cs typeface="Baloo 2" panose="020B0604020202020204" charset="0"/>
            </a:endParaRPr>
          </a:p>
          <a:p>
            <a:pPr algn="ctr"/>
            <a:r>
              <a:rPr lang="id-ID" sz="1500" b="0" dirty="0">
                <a:latin typeface="Baloo 2" panose="020B0604020202020204" charset="0"/>
                <a:cs typeface="Baloo 2" panose="020B0604020202020204" charset="0"/>
              </a:rPr>
              <a:t>1103220147</a:t>
            </a:r>
            <a:endParaRPr lang="en-ID" sz="1500" b="0"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8" name="Google Shape;1226;p64">
            <a:extLst>
              <a:ext uri="{FF2B5EF4-FFF2-40B4-BE49-F238E27FC236}">
                <a16:creationId xmlns:a16="http://schemas.microsoft.com/office/drawing/2014/main" id="{74C83C87-DEA2-BA12-E3CF-A9439302D63C}"/>
              </a:ext>
            </a:extLst>
          </p:cNvPr>
          <p:cNvSpPr txBox="1">
            <a:spLocks/>
          </p:cNvSpPr>
          <p:nvPr/>
        </p:nvSpPr>
        <p:spPr>
          <a:xfrm>
            <a:off x="452732" y="4226237"/>
            <a:ext cx="2347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/>
            <a:r>
              <a:rPr lang="en-US" sz="1500" b="1" dirty="0" err="1">
                <a:latin typeface="Baloo 2" panose="020B0604020202020204" charset="0"/>
                <a:cs typeface="Baloo 2" panose="020B0604020202020204" charset="0"/>
              </a:rPr>
              <a:t>Pengisi</a:t>
            </a:r>
            <a:r>
              <a:rPr lang="en-US" sz="1500" b="1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US" sz="1500" b="1" dirty="0" err="1">
                <a:latin typeface="Baloo 2" panose="020B0604020202020204" charset="0"/>
                <a:cs typeface="Baloo 2" panose="020B0604020202020204" charset="0"/>
              </a:rPr>
              <a:t>Materi</a:t>
            </a:r>
            <a:endParaRPr lang="en-US" sz="1500" b="1" dirty="0">
              <a:latin typeface="Baloo 2" panose="020B0604020202020204" charset="0"/>
              <a:cs typeface="Baloo 2" panose="020B0604020202020204" charset="0"/>
            </a:endParaRPr>
          </a:p>
          <a:p>
            <a:pPr marL="0" indent="0"/>
            <a:r>
              <a:rPr lang="en-US" sz="1000" dirty="0">
                <a:latin typeface="Baloo 2" panose="020B0604020202020204" charset="0"/>
                <a:cs typeface="Baloo 2" panose="020B0604020202020204" charset="0"/>
              </a:rPr>
              <a:t>(Alur </a:t>
            </a:r>
            <a:r>
              <a:rPr lang="en-US" sz="1000" dirty="0" err="1">
                <a:latin typeface="Baloo 2" panose="020B0604020202020204" charset="0"/>
                <a:cs typeface="Baloo 2" panose="020B0604020202020204" charset="0"/>
              </a:rPr>
              <a:t>Produksi</a:t>
            </a:r>
            <a:r>
              <a:rPr lang="en-US" sz="1000" dirty="0">
                <a:latin typeface="Baloo 2" panose="020B0604020202020204" charset="0"/>
                <a:cs typeface="Baloo 2" panose="020B0604020202020204" charset="0"/>
              </a:rPr>
              <a:t>,</a:t>
            </a:r>
            <a:r>
              <a:rPr lang="en" sz="1000" dirty="0">
                <a:latin typeface="Baloo 2" panose="020B0604020202020204" charset="0"/>
                <a:cs typeface="Baloo 2" panose="020B0604020202020204" charset="0"/>
              </a:rPr>
              <a:t> Melengkapi materi-materi yang masih kurang</a:t>
            </a:r>
            <a:r>
              <a:rPr lang="en-US" sz="1000" dirty="0">
                <a:latin typeface="Baloo 2" panose="020B0604020202020204" charset="0"/>
                <a:cs typeface="Baloo 2" panose="020B0604020202020204" charset="0"/>
              </a:rPr>
              <a:t>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C0B955-8ABD-1067-0E24-63B63E8AB5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7800" y="2303475"/>
            <a:ext cx="694700" cy="694700"/>
          </a:xfrm>
          <a:prstGeom prst="rect">
            <a:avLst/>
          </a:prstGeom>
        </p:spPr>
      </p:pic>
      <p:pic>
        <p:nvPicPr>
          <p:cNvPr id="2" name="Picture 1" descr="Logo&#10;&#10;Description automatically generated with medium confidence">
            <a:extLst>
              <a:ext uri="{FF2B5EF4-FFF2-40B4-BE49-F238E27FC236}">
                <a16:creationId xmlns:a16="http://schemas.microsoft.com/office/drawing/2014/main" id="{20D5E5C0-88DA-1A98-6879-82A3310505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-268755"/>
            <a:ext cx="1597180" cy="15971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64"/>
          <p:cNvSpPr txBox="1">
            <a:spLocks noGrp="1"/>
          </p:cNvSpPr>
          <p:nvPr>
            <p:ph type="title"/>
          </p:nvPr>
        </p:nvSpPr>
        <p:spPr>
          <a:xfrm>
            <a:off x="713250" y="133932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aloo 2" panose="020B0604020202020204" charset="0"/>
                <a:cs typeface="Baloo 2" panose="020B0604020202020204" charset="0"/>
              </a:rPr>
              <a:t>TIM KAMI</a:t>
            </a:r>
            <a:endParaRPr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1231" name="Google Shape;1231;p64"/>
          <p:cNvSpPr/>
          <p:nvPr/>
        </p:nvSpPr>
        <p:spPr>
          <a:xfrm rot="10800000">
            <a:off x="6644254" y="1135850"/>
            <a:ext cx="994800" cy="994800"/>
          </a:xfrm>
          <a:prstGeom prst="ellipse">
            <a:avLst/>
          </a:prstGeom>
          <a:solidFill>
            <a:srgbClr val="FF4D01">
              <a:alpha val="506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loo 2" panose="020B0604020202020204" charset="0"/>
              <a:cs typeface="Baloo 2" panose="020B0604020202020204" charset="0"/>
            </a:endParaRPr>
          </a:p>
        </p:txBody>
      </p:sp>
      <p:grpSp>
        <p:nvGrpSpPr>
          <p:cNvPr id="1232" name="Google Shape;1232;p64"/>
          <p:cNvGrpSpPr/>
          <p:nvPr/>
        </p:nvGrpSpPr>
        <p:grpSpPr>
          <a:xfrm>
            <a:off x="1001724" y="1709238"/>
            <a:ext cx="959175" cy="162000"/>
            <a:chOff x="447675" y="1666875"/>
            <a:chExt cx="959175" cy="162000"/>
          </a:xfrm>
        </p:grpSpPr>
        <p:sp>
          <p:nvSpPr>
            <p:cNvPr id="1233" name="Google Shape;1233;p64"/>
            <p:cNvSpPr/>
            <p:nvPr/>
          </p:nvSpPr>
          <p:spPr>
            <a:xfrm>
              <a:off x="44767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1234" name="Google Shape;1234;p64"/>
            <p:cNvSpPr/>
            <p:nvPr/>
          </p:nvSpPr>
          <p:spPr>
            <a:xfrm>
              <a:off x="71340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1235" name="Google Shape;1235;p64"/>
            <p:cNvSpPr/>
            <p:nvPr/>
          </p:nvSpPr>
          <p:spPr>
            <a:xfrm>
              <a:off x="97912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1236" name="Google Shape;1236;p64"/>
            <p:cNvSpPr/>
            <p:nvPr/>
          </p:nvSpPr>
          <p:spPr>
            <a:xfrm>
              <a:off x="124485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</p:grpSp>
      <p:grpSp>
        <p:nvGrpSpPr>
          <p:cNvPr id="1237" name="Google Shape;1237;p64"/>
          <p:cNvGrpSpPr/>
          <p:nvPr/>
        </p:nvGrpSpPr>
        <p:grpSpPr>
          <a:xfrm>
            <a:off x="7540575" y="2488825"/>
            <a:ext cx="427725" cy="162000"/>
            <a:chOff x="979125" y="1666875"/>
            <a:chExt cx="427725" cy="162000"/>
          </a:xfrm>
        </p:grpSpPr>
        <p:sp>
          <p:nvSpPr>
            <p:cNvPr id="1238" name="Google Shape;1238;p64"/>
            <p:cNvSpPr/>
            <p:nvPr/>
          </p:nvSpPr>
          <p:spPr>
            <a:xfrm>
              <a:off x="979125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  <p:sp>
          <p:nvSpPr>
            <p:cNvPr id="1239" name="Google Shape;1239;p64"/>
            <p:cNvSpPr/>
            <p:nvPr/>
          </p:nvSpPr>
          <p:spPr>
            <a:xfrm>
              <a:off x="1244850" y="1666875"/>
              <a:ext cx="162000" cy="162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loo 2" panose="020B0604020202020204" charset="0"/>
                <a:cs typeface="Baloo 2" panose="020B0604020202020204" charset="0"/>
              </a:endParaRPr>
            </a:p>
          </p:txBody>
        </p:sp>
      </p:grpSp>
      <p:sp>
        <p:nvSpPr>
          <p:cNvPr id="17" name="Google Shape;1225;p64">
            <a:extLst>
              <a:ext uri="{FF2B5EF4-FFF2-40B4-BE49-F238E27FC236}">
                <a16:creationId xmlns:a16="http://schemas.microsoft.com/office/drawing/2014/main" id="{94775F50-E0A2-AF09-30D6-3D065A42999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707502" y="3159288"/>
            <a:ext cx="276338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en-ID" sz="2200" dirty="0" err="1">
                <a:latin typeface="Baloo 2" panose="020B0604020202020204" charset="0"/>
                <a:cs typeface="Baloo 2" panose="020B0604020202020204" charset="0"/>
              </a:rPr>
              <a:t>Luthfiah</a:t>
            </a:r>
            <a:r>
              <a:rPr lang="en-ID" sz="2200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sz="2200" dirty="0" err="1">
                <a:latin typeface="Baloo 2" panose="020B0604020202020204" charset="0"/>
                <a:cs typeface="Baloo 2" panose="020B0604020202020204" charset="0"/>
              </a:rPr>
              <a:t>Maulidya</a:t>
            </a:r>
            <a:br>
              <a:rPr lang="en-ID" sz="2200" dirty="0">
                <a:latin typeface="Baloo 2" panose="020B0604020202020204" charset="0"/>
                <a:cs typeface="Baloo 2" panose="020B0604020202020204" charset="0"/>
              </a:rPr>
            </a:br>
            <a:r>
              <a:rPr lang="id-ID" sz="1600" b="0" dirty="0">
                <a:latin typeface="Baloo 2" panose="020B0604020202020204" charset="0"/>
                <a:cs typeface="Baloo 2" panose="020B0604020202020204" charset="0"/>
              </a:rPr>
              <a:t>1103223076</a:t>
            </a:r>
          </a:p>
        </p:txBody>
      </p:sp>
      <p:sp>
        <p:nvSpPr>
          <p:cNvPr id="18" name="Google Shape;1226;p64">
            <a:extLst>
              <a:ext uri="{FF2B5EF4-FFF2-40B4-BE49-F238E27FC236}">
                <a16:creationId xmlns:a16="http://schemas.microsoft.com/office/drawing/2014/main" id="{1644A0A7-84EE-162A-E74C-60C199A37C4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875674" y="3630173"/>
            <a:ext cx="2347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latin typeface="Baloo 2" panose="020B0604020202020204" charset="0"/>
                <a:cs typeface="Baloo 2" panose="020B0604020202020204" charset="0"/>
              </a:rPr>
              <a:t>Pembuat PPT</a:t>
            </a:r>
            <a:endParaRPr sz="1500" b="1" dirty="0">
              <a:latin typeface="Baloo 2" panose="020B0604020202020204" charset="0"/>
              <a:cs typeface="Baloo 2" panose="020B0604020202020204" charset="0"/>
            </a:endParaRPr>
          </a:p>
        </p:txBody>
      </p:sp>
      <p:pic>
        <p:nvPicPr>
          <p:cNvPr id="19" name="Google Shape;1230;p64">
            <a:extLst>
              <a:ext uri="{FF2B5EF4-FFF2-40B4-BE49-F238E27FC236}">
                <a16:creationId xmlns:a16="http://schemas.microsoft.com/office/drawing/2014/main" id="{ACED6DE3-1AF4-3B87-8B21-8111AEA3F854}"/>
              </a:ext>
            </a:extLst>
          </p:cNvPr>
          <p:cNvPicPr preferRelativeResize="0"/>
          <p:nvPr/>
        </p:nvPicPr>
        <p:blipFill rotWithShape="1">
          <a:blip r:embed="rId3"/>
          <a:srcRect l="362" t="1742" r="-362" b="26760"/>
          <a:stretch/>
        </p:blipFill>
        <p:spPr>
          <a:xfrm>
            <a:off x="5029068" y="847038"/>
            <a:ext cx="2048400" cy="20484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0" name="Google Shape;1229;p64">
            <a:extLst>
              <a:ext uri="{FF2B5EF4-FFF2-40B4-BE49-F238E27FC236}">
                <a16:creationId xmlns:a16="http://schemas.microsoft.com/office/drawing/2014/main" id="{D7DC453D-41EA-4C0E-68BA-D8C804FB5363}"/>
              </a:ext>
            </a:extLst>
          </p:cNvPr>
          <p:cNvPicPr preferRelativeResize="0"/>
          <p:nvPr/>
        </p:nvPicPr>
        <p:blipFill rotWithShape="1">
          <a:blip r:embed="rId4"/>
          <a:srcRect l="-266" t="11068" r="266" b="17392"/>
          <a:stretch/>
        </p:blipFill>
        <p:spPr>
          <a:xfrm>
            <a:off x="2114892" y="848351"/>
            <a:ext cx="2047200" cy="2048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1" name="Google Shape;1225;p64">
            <a:extLst>
              <a:ext uri="{FF2B5EF4-FFF2-40B4-BE49-F238E27FC236}">
                <a16:creationId xmlns:a16="http://schemas.microsoft.com/office/drawing/2014/main" id="{55272E4F-538C-B784-6682-F958BF1DC784}"/>
              </a:ext>
            </a:extLst>
          </p:cNvPr>
          <p:cNvSpPr txBox="1">
            <a:spLocks/>
          </p:cNvSpPr>
          <p:nvPr/>
        </p:nvSpPr>
        <p:spPr>
          <a:xfrm>
            <a:off x="1673118" y="3159288"/>
            <a:ext cx="2914775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loo 2"/>
              <a:buNone/>
              <a:defRPr sz="2400" b="1" i="0" u="none" strike="noStrike" cap="none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loo 2"/>
              <a:buNone/>
              <a:defRPr sz="2500" b="1" i="0" u="none" strike="noStrike" cap="none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loo 2"/>
              <a:buNone/>
              <a:defRPr sz="2500" b="1" i="0" u="none" strike="noStrike" cap="none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loo 2"/>
              <a:buNone/>
              <a:defRPr sz="2500" b="1" i="0" u="none" strike="noStrike" cap="none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loo 2"/>
              <a:buNone/>
              <a:defRPr sz="2500" b="1" i="0" u="none" strike="noStrike" cap="none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loo 2"/>
              <a:buNone/>
              <a:defRPr sz="2500" b="1" i="0" u="none" strike="noStrike" cap="none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loo 2"/>
              <a:buNone/>
              <a:defRPr sz="2500" b="1" i="0" u="none" strike="noStrike" cap="none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loo 2"/>
              <a:buNone/>
              <a:defRPr sz="2500" b="1" i="0" u="none" strike="noStrike" cap="none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loo 2"/>
              <a:buNone/>
              <a:defRPr sz="2500" b="1" i="0" u="none" strike="noStrike" cap="none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9pPr>
          </a:lstStyle>
          <a:p>
            <a:pPr algn="ctr"/>
            <a:r>
              <a:rPr lang="en-ID" sz="2200" dirty="0" err="1">
                <a:latin typeface="Baloo 2" panose="020B0604020202020204" charset="0"/>
                <a:cs typeface="Baloo 2" panose="020B0604020202020204" charset="0"/>
              </a:rPr>
              <a:t>Fadhilah</a:t>
            </a:r>
            <a:r>
              <a:rPr lang="en-ID" sz="2200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sz="2200" dirty="0" err="1">
                <a:latin typeface="Baloo 2" panose="020B0604020202020204" charset="0"/>
                <a:cs typeface="Baloo 2" panose="020B0604020202020204" charset="0"/>
              </a:rPr>
              <a:t>Dwi</a:t>
            </a:r>
            <a:r>
              <a:rPr lang="en-ID" sz="2200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sz="2200" dirty="0" err="1">
                <a:latin typeface="Baloo 2" panose="020B0604020202020204" charset="0"/>
                <a:cs typeface="Baloo 2" panose="020B0604020202020204" charset="0"/>
              </a:rPr>
              <a:t>Istiani</a:t>
            </a:r>
            <a:r>
              <a:rPr lang="en-ID" sz="2200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sz="1500" b="0" dirty="0">
                <a:latin typeface="Baloo 2" panose="020B0604020202020204" charset="0"/>
                <a:cs typeface="Baloo 2" panose="020B0604020202020204" charset="0"/>
              </a:rPr>
              <a:t>1103223141</a:t>
            </a:r>
            <a:endParaRPr lang="id-ID" sz="1500" b="0" dirty="0">
              <a:latin typeface="Baloo 2" panose="020B0604020202020204" charset="0"/>
              <a:cs typeface="Baloo 2" panose="020B0604020202020204" charset="0"/>
            </a:endParaRPr>
          </a:p>
        </p:txBody>
      </p:sp>
      <p:sp>
        <p:nvSpPr>
          <p:cNvPr id="1219" name="Google Shape;1226;p64">
            <a:extLst>
              <a:ext uri="{FF2B5EF4-FFF2-40B4-BE49-F238E27FC236}">
                <a16:creationId xmlns:a16="http://schemas.microsoft.com/office/drawing/2014/main" id="{A2F2ACD4-7AC7-3CC4-A793-0FB3F5FFB66F}"/>
              </a:ext>
            </a:extLst>
          </p:cNvPr>
          <p:cNvSpPr txBox="1">
            <a:spLocks/>
          </p:cNvSpPr>
          <p:nvPr/>
        </p:nvSpPr>
        <p:spPr>
          <a:xfrm>
            <a:off x="1863127" y="3630173"/>
            <a:ext cx="2534756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/>
            <a:r>
              <a:rPr lang="en-ID" sz="1500" b="1" dirty="0" err="1">
                <a:latin typeface="Baloo 2" panose="020B0604020202020204" charset="0"/>
                <a:cs typeface="Baloo 2" panose="020B0604020202020204" charset="0"/>
              </a:rPr>
              <a:t>Pengisi</a:t>
            </a:r>
            <a:r>
              <a:rPr lang="en-ID" sz="1500" b="1" dirty="0">
                <a:latin typeface="Baloo 2" panose="020B0604020202020204" charset="0"/>
                <a:cs typeface="Baloo 2" panose="020B0604020202020204" charset="0"/>
              </a:rPr>
              <a:t> </a:t>
            </a:r>
            <a:r>
              <a:rPr lang="en-ID" sz="1500" b="1" dirty="0" err="1">
                <a:latin typeface="Baloo 2" panose="020B0604020202020204" charset="0"/>
                <a:cs typeface="Baloo 2" panose="020B0604020202020204" charset="0"/>
              </a:rPr>
              <a:t>Materi</a:t>
            </a:r>
            <a:r>
              <a:rPr lang="en-ID" sz="1500" b="1" dirty="0">
                <a:latin typeface="Baloo 2" panose="020B0604020202020204" charset="0"/>
                <a:cs typeface="Baloo 2" panose="020B0604020202020204" charset="0"/>
              </a:rPr>
              <a:t> </a:t>
            </a:r>
          </a:p>
          <a:p>
            <a:pPr marL="0" indent="0"/>
            <a:r>
              <a:rPr lang="en-ID" sz="1000" dirty="0">
                <a:latin typeface="Baloo 2" panose="020B0604020202020204" charset="0"/>
                <a:cs typeface="Baloo 2" panose="020B0604020202020204" charset="0"/>
              </a:rPr>
              <a:t>(</a:t>
            </a:r>
            <a:r>
              <a:rPr lang="en-ID" sz="1000" dirty="0" err="1">
                <a:latin typeface="Baloo 2" panose="020B0604020202020204" charset="0"/>
                <a:cs typeface="Baloo 2" panose="020B0604020202020204" charset="0"/>
              </a:rPr>
              <a:t>Peluang</a:t>
            </a:r>
            <a:r>
              <a:rPr lang="en-ID" sz="1000" dirty="0">
                <a:latin typeface="Baloo 2" panose="020B0604020202020204" charset="0"/>
                <a:cs typeface="Baloo 2" panose="020B0604020202020204" charset="0"/>
              </a:rPr>
              <a:t> Pasar, Target Pasar,</a:t>
            </a:r>
          </a:p>
          <a:p>
            <a:pPr marL="0" indent="0"/>
            <a:r>
              <a:rPr lang="en-ID" sz="1000" dirty="0">
                <a:latin typeface="Baloo 2" panose="020B0604020202020204" charset="0"/>
                <a:cs typeface="Baloo 2" panose="020B0604020202020204" charset="0"/>
              </a:rPr>
              <a:t>Bio-</a:t>
            </a:r>
            <a:r>
              <a:rPr lang="en-ID" sz="1000" dirty="0" err="1">
                <a:latin typeface="Baloo 2" panose="020B0604020202020204" charset="0"/>
                <a:cs typeface="Baloo 2" panose="020B0604020202020204" charset="0"/>
              </a:rPr>
              <a:t>Produk</a:t>
            </a:r>
            <a:r>
              <a:rPr lang="en-ID" sz="1000" dirty="0">
                <a:latin typeface="Baloo 2" panose="020B0604020202020204" charset="0"/>
                <a:cs typeface="Baloo 2" panose="020B0604020202020204" charset="0"/>
              </a:rPr>
              <a:t>)</a:t>
            </a:r>
            <a:endParaRPr lang="en-ID" sz="1500" dirty="0">
              <a:latin typeface="Baloo 2" panose="020B0604020202020204" charset="0"/>
              <a:cs typeface="Baloo 2" panose="020B0604020202020204" charset="0"/>
            </a:endParaRPr>
          </a:p>
          <a:p>
            <a:pPr marL="0" indent="0"/>
            <a:endParaRPr lang="en-ID" dirty="0">
              <a:latin typeface="Baloo 2" panose="020B0604020202020204" charset="0"/>
              <a:cs typeface="Baloo 2" panose="020B0604020202020204" charset="0"/>
            </a:endParaRPr>
          </a:p>
        </p:txBody>
      </p:sp>
      <p:pic>
        <p:nvPicPr>
          <p:cNvPr id="2" name="Picture 1" descr="Logo&#10;&#10;Description automatically generated with medium confidence">
            <a:extLst>
              <a:ext uri="{FF2B5EF4-FFF2-40B4-BE49-F238E27FC236}">
                <a16:creationId xmlns:a16="http://schemas.microsoft.com/office/drawing/2014/main" id="{EDBF12FE-8ED8-4F00-89C4-B46CD10868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268755"/>
            <a:ext cx="1597180" cy="159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578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618C4A-5486-42A9-F7BD-CF3C942E81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91559" y="3289738"/>
            <a:ext cx="4960882" cy="7567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17" name="Google Shape;1417;p71"/>
          <p:cNvSpPr txBox="1">
            <a:spLocks noGrp="1"/>
          </p:cNvSpPr>
          <p:nvPr>
            <p:ph type="title"/>
          </p:nvPr>
        </p:nvSpPr>
        <p:spPr>
          <a:xfrm>
            <a:off x="2639022" y="2083594"/>
            <a:ext cx="3865955" cy="976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you!</a:t>
            </a:r>
            <a:endParaRPr dirty="0"/>
          </a:p>
        </p:txBody>
      </p:sp>
      <p:pic>
        <p:nvPicPr>
          <p:cNvPr id="2" name="Picture 1" descr="Logo&#10;&#10;Description automatically generated with medium confidence">
            <a:extLst>
              <a:ext uri="{FF2B5EF4-FFF2-40B4-BE49-F238E27FC236}">
                <a16:creationId xmlns:a16="http://schemas.microsoft.com/office/drawing/2014/main" id="{F4A1F48B-016A-560B-4814-D3975BE64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68755"/>
            <a:ext cx="1597180" cy="15971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arketing Mix Waves Style by Slidesgo">
  <a:themeElements>
    <a:clrScheme name="Simple Light">
      <a:dk1>
        <a:srgbClr val="000000"/>
      </a:dk1>
      <a:lt1>
        <a:srgbClr val="F3EAE3"/>
      </a:lt1>
      <a:dk2>
        <a:srgbClr val="F0DECD"/>
      </a:dk2>
      <a:lt2>
        <a:srgbClr val="FF4D01"/>
      </a:lt2>
      <a:accent1>
        <a:srgbClr val="FED002"/>
      </a:accent1>
      <a:accent2>
        <a:srgbClr val="01967A"/>
      </a:accent2>
      <a:accent3>
        <a:srgbClr val="7CACE1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明朝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1">
    <wetp:webextensionref xmlns:r="http://schemas.openxmlformats.org/officeDocument/2006/relationships" r:id="rId2"/>
  </wetp:taskpane>
  <wetp:taskpane dockstate="right" visibility="0" width="350" row="3">
    <wetp:webextensionref xmlns:r="http://schemas.openxmlformats.org/officeDocument/2006/relationships" r:id="rId3"/>
  </wetp:taskpane>
</wetp:taskpanes>
</file>

<file path=ppt/webextensions/webextension1.xml><?xml version="1.0" encoding="utf-8"?>
<we:webextension xmlns:we="http://schemas.microsoft.com/office/webextensions/webextension/2010/11" id="{446374BB-6D7E-4A83-96C4-5D7DC21BBE3B}">
  <we:reference id="22ff87a5-132f-4d52-9e97-94d888e4dd91" version="3.1.0.0" store="EXCatalog" storeType="EXCatalog"/>
  <we:alternateReferences>
    <we:reference id="WA104380050" version="3.1.0.0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7BD0373-D4F2-44B6-BDE3-9C3C1F9249C8}">
  <we:reference id="f12c312d-282a-4734-8843-05915fdfef0b" version="4.3.3.0" store="EXCatalog" storeType="EXCatalog"/>
  <we:alternateReferences>
    <we:reference id="WA104178141" version="4.3.3.0" store="en-US" storeType="OMEX"/>
  </we:alternateReferences>
  <we:properties/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BE6B4276-AB92-45BA-A9CF-C5D25DE37379}">
  <we:reference id="6a7bd4f3-0563-43af-8c08-79110eebdff6" version="1.1.1.0" store="EXCatalog" storeType="EXCatalog"/>
  <we:alternateReferences>
    <we:reference id="WA104381155" version="1.1.1.0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804</Words>
  <Application>Microsoft Office PowerPoint</Application>
  <PresentationFormat>On-screen Show (16:9)</PresentationFormat>
  <Paragraphs>119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Open Sans</vt:lpstr>
      <vt:lpstr>Baloo 2</vt:lpstr>
      <vt:lpstr>Marketing Mix Waves Style by Slidesgo</vt:lpstr>
      <vt:lpstr>PowerPoint Presentation</vt:lpstr>
      <vt:lpstr>—Shampoo JIAKHH</vt:lpstr>
      <vt:lpstr>Peluang pasar</vt:lpstr>
      <vt:lpstr>Target Pasar</vt:lpstr>
      <vt:lpstr>Unique Selling Point</vt:lpstr>
      <vt:lpstr>Strategi Pemasaran</vt:lpstr>
      <vt:lpstr>Customer Buying Journey</vt:lpstr>
      <vt:lpstr>Kompetitor</vt:lpstr>
      <vt:lpstr>Bio-Produk</vt:lpstr>
      <vt:lpstr>PowerPoint Presentation</vt:lpstr>
      <vt:lpstr>PowerPoint Presentation</vt:lpstr>
      <vt:lpstr>TIM KAMI</vt:lpstr>
      <vt:lpstr>TIM KAMI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luthfiah maulidya</dc:creator>
  <cp:lastModifiedBy>luthfiah maulidya</cp:lastModifiedBy>
  <cp:revision>14</cp:revision>
  <dcterms:modified xsi:type="dcterms:W3CDTF">2023-01-08T03:52:42Z</dcterms:modified>
</cp:coreProperties>
</file>