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3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4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5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theme/theme6.xml" ContentType="application/vnd.openxmlformats-officedocument.theme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theme/theme7.xml" ContentType="application/vnd.openxmlformats-officedocument.theme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8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9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theme/theme10.xml" ContentType="application/vnd.openxmlformats-officedocument.theme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9" r:id="rId3"/>
    <p:sldMasterId id="2147483728" r:id="rId4"/>
    <p:sldMasterId id="2147483737" r:id="rId5"/>
    <p:sldMasterId id="2147483748" r:id="rId6"/>
    <p:sldMasterId id="2147483838" r:id="rId7"/>
    <p:sldMasterId id="2147483873" r:id="rId8"/>
    <p:sldMasterId id="2147483878" r:id="rId9"/>
    <p:sldMasterId id="2147483911" r:id="rId10"/>
    <p:sldMasterId id="2147483920" r:id="rId11"/>
  </p:sldMasterIdLst>
  <p:notesMasterIdLst>
    <p:notesMasterId r:id="rId42"/>
  </p:notesMasterIdLst>
  <p:sldIdLst>
    <p:sldId id="256" r:id="rId12"/>
    <p:sldId id="1048" r:id="rId13"/>
    <p:sldId id="384" r:id="rId14"/>
    <p:sldId id="1851" r:id="rId15"/>
    <p:sldId id="1854" r:id="rId16"/>
    <p:sldId id="1853" r:id="rId17"/>
    <p:sldId id="1855" r:id="rId18"/>
    <p:sldId id="1950" r:id="rId19"/>
    <p:sldId id="1951" r:id="rId20"/>
    <p:sldId id="2340" r:id="rId21"/>
    <p:sldId id="2339" r:id="rId22"/>
    <p:sldId id="2330" r:id="rId23"/>
    <p:sldId id="2341" r:id="rId24"/>
    <p:sldId id="1706" r:id="rId25"/>
    <p:sldId id="2343" r:id="rId26"/>
    <p:sldId id="2344" r:id="rId27"/>
    <p:sldId id="1727" r:id="rId28"/>
    <p:sldId id="1954" r:id="rId29"/>
    <p:sldId id="2342" r:id="rId30"/>
    <p:sldId id="2219" r:id="rId31"/>
    <p:sldId id="1966" r:id="rId32"/>
    <p:sldId id="1967" r:id="rId33"/>
    <p:sldId id="1968" r:id="rId34"/>
    <p:sldId id="1969" r:id="rId35"/>
    <p:sldId id="1970" r:id="rId36"/>
    <p:sldId id="1971" r:id="rId37"/>
    <p:sldId id="1972" r:id="rId38"/>
    <p:sldId id="2346" r:id="rId39"/>
    <p:sldId id="1987" r:id="rId40"/>
    <p:sldId id="199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2E2"/>
    <a:srgbClr val="26386A"/>
    <a:srgbClr val="82BA33"/>
    <a:srgbClr val="052B48"/>
    <a:srgbClr val="125314"/>
    <a:srgbClr val="7CB32A"/>
    <a:srgbClr val="00A5E6"/>
    <a:srgbClr val="616161"/>
    <a:srgbClr val="3A4256"/>
    <a:srgbClr val="EC4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7C2D8D-87AF-45EF-8FB3-54AD4E5C0F60}" v="1135" dt="2023-01-08T23:48:14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45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slide" Target="slides/slide29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46" Type="http://schemas.openxmlformats.org/officeDocument/2006/relationships/tableStyles" Target="tableStyles.xml"/><Relationship Id="rId20" Type="http://schemas.openxmlformats.org/officeDocument/2006/relationships/slide" Target="slides/slide9.xml"/><Relationship Id="rId41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FFA KHUSNUREZA" userId="2542091f-c31a-4322-8934-1db5a3ecbce7" providerId="ADAL" clId="{3E7C2D8D-87AF-45EF-8FB3-54AD4E5C0F60}"/>
    <pc:docChg chg="undo custSel addSld delSld modSld sldOrd modMainMaster">
      <pc:chgData name="DAFFA KHUSNUREZA" userId="2542091f-c31a-4322-8934-1db5a3ecbce7" providerId="ADAL" clId="{3E7C2D8D-87AF-45EF-8FB3-54AD4E5C0F60}" dt="2023-01-12T04:46:03.249" v="5098"/>
      <pc:docMkLst>
        <pc:docMk/>
      </pc:docMkLst>
      <pc:sldChg chg="addSp delSp modSp mod modAnim">
        <pc:chgData name="DAFFA KHUSNUREZA" userId="2542091f-c31a-4322-8934-1db5a3ecbce7" providerId="ADAL" clId="{3E7C2D8D-87AF-45EF-8FB3-54AD4E5C0F60}" dt="2023-01-08T22:53:39.594" v="2678" actId="2085"/>
        <pc:sldMkLst>
          <pc:docMk/>
          <pc:sldMk cId="482024200" sldId="256"/>
        </pc:sldMkLst>
        <pc:spChg chg="del">
          <ac:chgData name="DAFFA KHUSNUREZA" userId="2542091f-c31a-4322-8934-1db5a3ecbce7" providerId="ADAL" clId="{3E7C2D8D-87AF-45EF-8FB3-54AD4E5C0F60}" dt="2023-01-08T22:20:50.622" v="2372" actId="478"/>
          <ac:spMkLst>
            <pc:docMk/>
            <pc:sldMk cId="482024200" sldId="256"/>
            <ac:spMk id="2" creationId="{568226FD-9CD1-FA9B-CDBD-E566BD9B24B1}"/>
          </ac:spMkLst>
        </pc:spChg>
        <pc:spChg chg="del">
          <ac:chgData name="DAFFA KHUSNUREZA" userId="2542091f-c31a-4322-8934-1db5a3ecbce7" providerId="ADAL" clId="{3E7C2D8D-87AF-45EF-8FB3-54AD4E5C0F60}" dt="2023-01-08T22:20:52.343" v="2373" actId="478"/>
          <ac:spMkLst>
            <pc:docMk/>
            <pc:sldMk cId="482024200" sldId="256"/>
            <ac:spMk id="3" creationId="{7D0BE54B-DA01-2E38-4CEE-7C634FBA622A}"/>
          </ac:spMkLst>
        </pc:spChg>
        <pc:spChg chg="add mod">
          <ac:chgData name="DAFFA KHUSNUREZA" userId="2542091f-c31a-4322-8934-1db5a3ecbce7" providerId="ADAL" clId="{3E7C2D8D-87AF-45EF-8FB3-54AD4E5C0F60}" dt="2023-01-08T22:30:50.153" v="2482" actId="1076"/>
          <ac:spMkLst>
            <pc:docMk/>
            <pc:sldMk cId="482024200" sldId="256"/>
            <ac:spMk id="4" creationId="{4ED15B4E-A91A-2C1B-D415-5B8334F2048A}"/>
          </ac:spMkLst>
        </pc:spChg>
        <pc:spChg chg="add mod">
          <ac:chgData name="DAFFA KHUSNUREZA" userId="2542091f-c31a-4322-8934-1db5a3ecbce7" providerId="ADAL" clId="{3E7C2D8D-87AF-45EF-8FB3-54AD4E5C0F60}" dt="2023-01-08T22:30:50.153" v="2482" actId="1076"/>
          <ac:spMkLst>
            <pc:docMk/>
            <pc:sldMk cId="482024200" sldId="256"/>
            <ac:spMk id="5" creationId="{E310C803-3CF1-5BBC-D1DB-2F4B225756E9}"/>
          </ac:spMkLst>
        </pc:spChg>
        <pc:spChg chg="add mod">
          <ac:chgData name="DAFFA KHUSNUREZA" userId="2542091f-c31a-4322-8934-1db5a3ecbce7" providerId="ADAL" clId="{3E7C2D8D-87AF-45EF-8FB3-54AD4E5C0F60}" dt="2023-01-08T22:30:50.153" v="2482" actId="1076"/>
          <ac:spMkLst>
            <pc:docMk/>
            <pc:sldMk cId="482024200" sldId="256"/>
            <ac:spMk id="6" creationId="{8A54533B-C235-DD74-2E12-6F5210994B91}"/>
          </ac:spMkLst>
        </pc:spChg>
        <pc:spChg chg="add mod">
          <ac:chgData name="DAFFA KHUSNUREZA" userId="2542091f-c31a-4322-8934-1db5a3ecbce7" providerId="ADAL" clId="{3E7C2D8D-87AF-45EF-8FB3-54AD4E5C0F60}" dt="2023-01-08T22:30:50.153" v="2482" actId="1076"/>
          <ac:spMkLst>
            <pc:docMk/>
            <pc:sldMk cId="482024200" sldId="256"/>
            <ac:spMk id="7" creationId="{586B307D-F7ED-FC92-DBFF-AB77995C8E72}"/>
          </ac:spMkLst>
        </pc:spChg>
        <pc:spChg chg="add mod">
          <ac:chgData name="DAFFA KHUSNUREZA" userId="2542091f-c31a-4322-8934-1db5a3ecbce7" providerId="ADAL" clId="{3E7C2D8D-87AF-45EF-8FB3-54AD4E5C0F60}" dt="2023-01-08T22:30:50.153" v="2482" actId="1076"/>
          <ac:spMkLst>
            <pc:docMk/>
            <pc:sldMk cId="482024200" sldId="256"/>
            <ac:spMk id="8" creationId="{5AECB068-B39E-5631-F44C-81CCCE5D2279}"/>
          </ac:spMkLst>
        </pc:spChg>
        <pc:spChg chg="add del mod">
          <ac:chgData name="DAFFA KHUSNUREZA" userId="2542091f-c31a-4322-8934-1db5a3ecbce7" providerId="ADAL" clId="{3E7C2D8D-87AF-45EF-8FB3-54AD4E5C0F60}" dt="2023-01-08T22:23:33.064" v="2462" actId="478"/>
          <ac:spMkLst>
            <pc:docMk/>
            <pc:sldMk cId="482024200" sldId="256"/>
            <ac:spMk id="9" creationId="{37F9E1B5-FEDD-C836-509B-867B95544341}"/>
          </ac:spMkLst>
        </pc:spChg>
        <pc:spChg chg="add del mod">
          <ac:chgData name="DAFFA KHUSNUREZA" userId="2542091f-c31a-4322-8934-1db5a3ecbce7" providerId="ADAL" clId="{3E7C2D8D-87AF-45EF-8FB3-54AD4E5C0F60}" dt="2023-01-08T22:23:33.064" v="2462" actId="478"/>
          <ac:spMkLst>
            <pc:docMk/>
            <pc:sldMk cId="482024200" sldId="256"/>
            <ac:spMk id="10" creationId="{9BA58E99-DE05-89E3-8009-75CDEC99D56D}"/>
          </ac:spMkLst>
        </pc:spChg>
        <pc:spChg chg="add del mod">
          <ac:chgData name="DAFFA KHUSNUREZA" userId="2542091f-c31a-4322-8934-1db5a3ecbce7" providerId="ADAL" clId="{3E7C2D8D-87AF-45EF-8FB3-54AD4E5C0F60}" dt="2023-01-08T22:23:33.064" v="2462" actId="478"/>
          <ac:spMkLst>
            <pc:docMk/>
            <pc:sldMk cId="482024200" sldId="256"/>
            <ac:spMk id="11" creationId="{CA3949F7-B731-A81F-8554-3AE0AC9B0699}"/>
          </ac:spMkLst>
        </pc:spChg>
        <pc:spChg chg="add del mod">
          <ac:chgData name="DAFFA KHUSNUREZA" userId="2542091f-c31a-4322-8934-1db5a3ecbce7" providerId="ADAL" clId="{3E7C2D8D-87AF-45EF-8FB3-54AD4E5C0F60}" dt="2023-01-08T22:23:33.064" v="2462" actId="478"/>
          <ac:spMkLst>
            <pc:docMk/>
            <pc:sldMk cId="482024200" sldId="256"/>
            <ac:spMk id="12" creationId="{B5C9786F-1807-0769-99C9-7889AE1E234A}"/>
          </ac:spMkLst>
        </pc:spChg>
        <pc:spChg chg="add del mod">
          <ac:chgData name="DAFFA KHUSNUREZA" userId="2542091f-c31a-4322-8934-1db5a3ecbce7" providerId="ADAL" clId="{3E7C2D8D-87AF-45EF-8FB3-54AD4E5C0F60}" dt="2023-01-08T22:30:56.150" v="2483" actId="478"/>
          <ac:spMkLst>
            <pc:docMk/>
            <pc:sldMk cId="482024200" sldId="256"/>
            <ac:spMk id="13" creationId="{1CCB52D7-CBBA-2A07-052C-4258989338E4}"/>
          </ac:spMkLst>
        </pc:spChg>
        <pc:spChg chg="mod">
          <ac:chgData name="DAFFA KHUSNUREZA" userId="2542091f-c31a-4322-8934-1db5a3ecbce7" providerId="ADAL" clId="{3E7C2D8D-87AF-45EF-8FB3-54AD4E5C0F60}" dt="2023-01-08T22:35:56.179" v="2514" actId="207"/>
          <ac:spMkLst>
            <pc:docMk/>
            <pc:sldMk cId="482024200" sldId="256"/>
            <ac:spMk id="16" creationId="{1C070B21-6D32-1D43-48D8-7C1D916A160E}"/>
          </ac:spMkLst>
        </pc:spChg>
        <pc:spChg chg="mod">
          <ac:chgData name="DAFFA KHUSNUREZA" userId="2542091f-c31a-4322-8934-1db5a3ecbce7" providerId="ADAL" clId="{3E7C2D8D-87AF-45EF-8FB3-54AD4E5C0F60}" dt="2023-01-08T22:35:50.631" v="2513" actId="207"/>
          <ac:spMkLst>
            <pc:docMk/>
            <pc:sldMk cId="482024200" sldId="256"/>
            <ac:spMk id="17" creationId="{90522D63-A345-60CF-F78F-698C9CC5579B}"/>
          </ac:spMkLst>
        </pc:spChg>
        <pc:spChg chg="mod">
          <ac:chgData name="DAFFA KHUSNUREZA" userId="2542091f-c31a-4322-8934-1db5a3ecbce7" providerId="ADAL" clId="{3E7C2D8D-87AF-45EF-8FB3-54AD4E5C0F60}" dt="2023-01-08T22:35:34.470" v="2511" actId="208"/>
          <ac:spMkLst>
            <pc:docMk/>
            <pc:sldMk cId="482024200" sldId="256"/>
            <ac:spMk id="18" creationId="{B99069EA-6ED4-FA14-61B5-F88FE83057C7}"/>
          </ac:spMkLst>
        </pc:spChg>
        <pc:spChg chg="mod">
          <ac:chgData name="DAFFA KHUSNUREZA" userId="2542091f-c31a-4322-8934-1db5a3ecbce7" providerId="ADAL" clId="{3E7C2D8D-87AF-45EF-8FB3-54AD4E5C0F60}" dt="2023-01-08T22:35:04.612" v="2507" actId="208"/>
          <ac:spMkLst>
            <pc:docMk/>
            <pc:sldMk cId="482024200" sldId="256"/>
            <ac:spMk id="19" creationId="{EDD317E6-9F06-8337-5BDA-AF5301150DA2}"/>
          </ac:spMkLst>
        </pc:spChg>
        <pc:spChg chg="mod">
          <ac:chgData name="DAFFA KHUSNUREZA" userId="2542091f-c31a-4322-8934-1db5a3ecbce7" providerId="ADAL" clId="{3E7C2D8D-87AF-45EF-8FB3-54AD4E5C0F60}" dt="2023-01-08T22:34:48.086" v="2505" actId="207"/>
          <ac:spMkLst>
            <pc:docMk/>
            <pc:sldMk cId="482024200" sldId="256"/>
            <ac:spMk id="20" creationId="{D5FFF414-08C7-2909-B778-BA6045C13A1E}"/>
          </ac:spMkLst>
        </pc:spChg>
        <pc:spChg chg="add mod ord">
          <ac:chgData name="DAFFA KHUSNUREZA" userId="2542091f-c31a-4322-8934-1db5a3ecbce7" providerId="ADAL" clId="{3E7C2D8D-87AF-45EF-8FB3-54AD4E5C0F60}" dt="2023-01-08T22:38:22.653" v="2534" actId="14100"/>
          <ac:spMkLst>
            <pc:docMk/>
            <pc:sldMk cId="482024200" sldId="256"/>
            <ac:spMk id="23" creationId="{B975DA6A-29B9-6ACC-0AB6-93BEECAF7777}"/>
          </ac:spMkLst>
        </pc:spChg>
        <pc:spChg chg="add mod ord">
          <ac:chgData name="DAFFA KHUSNUREZA" userId="2542091f-c31a-4322-8934-1db5a3ecbce7" providerId="ADAL" clId="{3E7C2D8D-87AF-45EF-8FB3-54AD4E5C0F60}" dt="2023-01-08T22:47:25.830" v="2595" actId="13244"/>
          <ac:spMkLst>
            <pc:docMk/>
            <pc:sldMk cId="482024200" sldId="256"/>
            <ac:spMk id="24" creationId="{F8E85351-C2F1-9DD1-BD8F-8B7B63F3CC3E}"/>
          </ac:spMkLst>
        </pc:spChg>
        <pc:spChg chg="add mod">
          <ac:chgData name="DAFFA KHUSNUREZA" userId="2542091f-c31a-4322-8934-1db5a3ecbce7" providerId="ADAL" clId="{3E7C2D8D-87AF-45EF-8FB3-54AD4E5C0F60}" dt="2023-01-08T22:51:30.096" v="2663" actId="1035"/>
          <ac:spMkLst>
            <pc:docMk/>
            <pc:sldMk cId="482024200" sldId="256"/>
            <ac:spMk id="27" creationId="{E73D4450-EC15-8DDE-198E-E91125C23D0B}"/>
          </ac:spMkLst>
        </pc:spChg>
        <pc:spChg chg="add mod">
          <ac:chgData name="DAFFA KHUSNUREZA" userId="2542091f-c31a-4322-8934-1db5a3ecbce7" providerId="ADAL" clId="{3E7C2D8D-87AF-45EF-8FB3-54AD4E5C0F60}" dt="2023-01-08T22:53:39.594" v="2678" actId="2085"/>
          <ac:spMkLst>
            <pc:docMk/>
            <pc:sldMk cId="482024200" sldId="256"/>
            <ac:spMk id="28" creationId="{DF7A2E3B-2F2A-0075-9208-9527E251C207}"/>
          </ac:spMkLst>
        </pc:spChg>
        <pc:grpChg chg="add mod">
          <ac:chgData name="DAFFA KHUSNUREZA" userId="2542091f-c31a-4322-8934-1db5a3ecbce7" providerId="ADAL" clId="{3E7C2D8D-87AF-45EF-8FB3-54AD4E5C0F60}" dt="2023-01-08T22:31:11.747" v="2485" actId="12789"/>
          <ac:grpSpMkLst>
            <pc:docMk/>
            <pc:sldMk cId="482024200" sldId="256"/>
            <ac:grpSpMk id="14" creationId="{2C1E027E-FFCC-1716-DAEC-DEE2CBB979FF}"/>
          </ac:grpSpMkLst>
        </pc:grpChg>
        <pc:grpChg chg="add mod">
          <ac:chgData name="DAFFA KHUSNUREZA" userId="2542091f-c31a-4322-8934-1db5a3ecbce7" providerId="ADAL" clId="{3E7C2D8D-87AF-45EF-8FB3-54AD4E5C0F60}" dt="2023-01-08T22:46:03.690" v="2580" actId="1076"/>
          <ac:grpSpMkLst>
            <pc:docMk/>
            <pc:sldMk cId="482024200" sldId="256"/>
            <ac:grpSpMk id="15" creationId="{4308E474-37A8-E9AD-48CA-9525890105A7}"/>
          </ac:grpSpMkLst>
        </pc:grpChg>
        <pc:picChg chg="add del mod">
          <ac:chgData name="DAFFA KHUSNUREZA" userId="2542091f-c31a-4322-8934-1db5a3ecbce7" providerId="ADAL" clId="{3E7C2D8D-87AF-45EF-8FB3-54AD4E5C0F60}" dt="2023-01-08T22:42:41.252" v="2559" actId="478"/>
          <ac:picMkLst>
            <pc:docMk/>
            <pc:sldMk cId="482024200" sldId="256"/>
            <ac:picMk id="22" creationId="{6B3D8E74-0C92-0E94-3F6E-8EF7D977E75A}"/>
          </ac:picMkLst>
        </pc:picChg>
        <pc:picChg chg="add del mod ord">
          <ac:chgData name="DAFFA KHUSNUREZA" userId="2542091f-c31a-4322-8934-1db5a3ecbce7" providerId="ADAL" clId="{3E7C2D8D-87AF-45EF-8FB3-54AD4E5C0F60}" dt="2023-01-08T22:48:25.791" v="2600" actId="478"/>
          <ac:picMkLst>
            <pc:docMk/>
            <pc:sldMk cId="482024200" sldId="256"/>
            <ac:picMk id="26" creationId="{95F08EA5-6330-4B13-D558-3194B77E0533}"/>
          </ac:picMkLst>
        </pc:picChg>
        <pc:picChg chg="add mod">
          <ac:chgData name="DAFFA KHUSNUREZA" userId="2542091f-c31a-4322-8934-1db5a3ecbce7" providerId="ADAL" clId="{3E7C2D8D-87AF-45EF-8FB3-54AD4E5C0F60}" dt="2023-01-08T22:32:26.282" v="2491" actId="1076"/>
          <ac:picMkLst>
            <pc:docMk/>
            <pc:sldMk cId="482024200" sldId="256"/>
            <ac:picMk id="3076" creationId="{8277C29D-985D-117C-A251-DB3E8711DEE6}"/>
          </ac:picMkLst>
        </pc:picChg>
      </pc:sldChg>
      <pc:sldChg chg="addSp delSp modSp mod delAnim modAnim">
        <pc:chgData name="DAFFA KHUSNUREZA" userId="2542091f-c31a-4322-8934-1db5a3ecbce7" providerId="ADAL" clId="{3E7C2D8D-87AF-45EF-8FB3-54AD4E5C0F60}" dt="2023-01-08T16:44:17.460" v="35" actId="207"/>
        <pc:sldMkLst>
          <pc:docMk/>
          <pc:sldMk cId="3255382537" sldId="384"/>
        </pc:sldMkLst>
        <pc:spChg chg="add mod">
          <ac:chgData name="DAFFA KHUSNUREZA" userId="2542091f-c31a-4322-8934-1db5a3ecbce7" providerId="ADAL" clId="{3E7C2D8D-87AF-45EF-8FB3-54AD4E5C0F60}" dt="2023-01-08T16:44:17.460" v="35" actId="207"/>
          <ac:spMkLst>
            <pc:docMk/>
            <pc:sldMk cId="3255382537" sldId="384"/>
            <ac:spMk id="3" creationId="{7DB0B830-9A2B-8078-D81C-06897B2697F3}"/>
          </ac:spMkLst>
        </pc:spChg>
        <pc:spChg chg="mod">
          <ac:chgData name="DAFFA KHUSNUREZA" userId="2542091f-c31a-4322-8934-1db5a3ecbce7" providerId="ADAL" clId="{3E7C2D8D-87AF-45EF-8FB3-54AD4E5C0F60}" dt="2023-01-08T16:42:02.889" v="25" actId="20577"/>
          <ac:spMkLst>
            <pc:docMk/>
            <pc:sldMk cId="3255382537" sldId="384"/>
            <ac:spMk id="12" creationId="{16866D48-6222-4BC2-83A2-BE9433038F19}"/>
          </ac:spMkLst>
        </pc:spChg>
        <pc:grpChg chg="del">
          <ac:chgData name="DAFFA KHUSNUREZA" userId="2542091f-c31a-4322-8934-1db5a3ecbce7" providerId="ADAL" clId="{3E7C2D8D-87AF-45EF-8FB3-54AD4E5C0F60}" dt="2023-01-08T16:41:23.616" v="11" actId="478"/>
          <ac:grpSpMkLst>
            <pc:docMk/>
            <pc:sldMk cId="3255382537" sldId="384"/>
            <ac:grpSpMk id="20" creationId="{8EFC617C-3DA5-49A3-853D-4C2BCCF27BF1}"/>
          </ac:grpSpMkLst>
        </pc:grpChg>
        <pc:grpChg chg="del">
          <ac:chgData name="DAFFA KHUSNUREZA" userId="2542091f-c31a-4322-8934-1db5a3ecbce7" providerId="ADAL" clId="{3E7C2D8D-87AF-45EF-8FB3-54AD4E5C0F60}" dt="2023-01-08T16:41:23.616" v="11" actId="478"/>
          <ac:grpSpMkLst>
            <pc:docMk/>
            <pc:sldMk cId="3255382537" sldId="384"/>
            <ac:grpSpMk id="22" creationId="{F4BC76DD-EA39-4D8C-A337-B9CB7A3605E9}"/>
          </ac:grpSpMkLst>
        </pc:grpChg>
        <pc:grpChg chg="del">
          <ac:chgData name="DAFFA KHUSNUREZA" userId="2542091f-c31a-4322-8934-1db5a3ecbce7" providerId="ADAL" clId="{3E7C2D8D-87AF-45EF-8FB3-54AD4E5C0F60}" dt="2023-01-08T16:41:23.616" v="11" actId="478"/>
          <ac:grpSpMkLst>
            <pc:docMk/>
            <pc:sldMk cId="3255382537" sldId="384"/>
            <ac:grpSpMk id="24" creationId="{B649135C-69BA-4A16-9D7C-9B27B8B44121}"/>
          </ac:grpSpMkLst>
        </pc:grpChg>
        <pc:graphicFrameChg chg="mod">
          <ac:chgData name="DAFFA KHUSNUREZA" userId="2542091f-c31a-4322-8934-1db5a3ecbce7" providerId="ADAL" clId="{3E7C2D8D-87AF-45EF-8FB3-54AD4E5C0F60}" dt="2023-01-08T16:43:07.543" v="30" actId="14100"/>
          <ac:graphicFrameMkLst>
            <pc:docMk/>
            <pc:sldMk cId="3255382537" sldId="384"/>
            <ac:graphicFrameMk id="5" creationId="{391FD264-D042-45FB-BB6C-2E9E239CD29D}"/>
          </ac:graphicFrameMkLst>
        </pc:graphicFrameChg>
      </pc:sldChg>
      <pc:sldChg chg="addSp delSp modSp add mod modAnim">
        <pc:chgData name="DAFFA KHUSNUREZA" userId="2542091f-c31a-4322-8934-1db5a3ecbce7" providerId="ADAL" clId="{3E7C2D8D-87AF-45EF-8FB3-54AD4E5C0F60}" dt="2023-01-08T18:44:23.634" v="1305"/>
        <pc:sldMkLst>
          <pc:docMk/>
          <pc:sldMk cId="2973524893" sldId="1706"/>
        </pc:sldMkLst>
        <pc:spChg chg="add mod">
          <ac:chgData name="DAFFA KHUSNUREZA" userId="2542091f-c31a-4322-8934-1db5a3ecbce7" providerId="ADAL" clId="{3E7C2D8D-87AF-45EF-8FB3-54AD4E5C0F60}" dt="2023-01-08T18:42:23.074" v="1297" actId="164"/>
          <ac:spMkLst>
            <pc:docMk/>
            <pc:sldMk cId="2973524893" sldId="1706"/>
            <ac:spMk id="3" creationId="{706B32E2-AA35-A6F8-FF44-5094605484B4}"/>
          </ac:spMkLst>
        </pc:spChg>
        <pc:spChg chg="mod">
          <ac:chgData name="DAFFA KHUSNUREZA" userId="2542091f-c31a-4322-8934-1db5a3ecbce7" providerId="ADAL" clId="{3E7C2D8D-87AF-45EF-8FB3-54AD4E5C0F60}" dt="2023-01-08T18:41:33.292" v="1294" actId="164"/>
          <ac:spMkLst>
            <pc:docMk/>
            <pc:sldMk cId="2973524893" sldId="1706"/>
            <ac:spMk id="5" creationId="{3B0502D2-8277-43A4-8C2B-B8050BD04677}"/>
          </ac:spMkLst>
        </pc:spChg>
        <pc:spChg chg="del">
          <ac:chgData name="DAFFA KHUSNUREZA" userId="2542091f-c31a-4322-8934-1db5a3ecbce7" providerId="ADAL" clId="{3E7C2D8D-87AF-45EF-8FB3-54AD4E5C0F60}" dt="2023-01-08T18:21:58.737" v="920" actId="478"/>
          <ac:spMkLst>
            <pc:docMk/>
            <pc:sldMk cId="2973524893" sldId="1706"/>
            <ac:spMk id="12" creationId="{615FCCC2-78AD-445C-A908-1F7D120358A9}"/>
          </ac:spMkLst>
        </pc:spChg>
        <pc:spChg chg="mod">
          <ac:chgData name="DAFFA KHUSNUREZA" userId="2542091f-c31a-4322-8934-1db5a3ecbce7" providerId="ADAL" clId="{3E7C2D8D-87AF-45EF-8FB3-54AD4E5C0F60}" dt="2023-01-08T18:23:36.626" v="961" actId="255"/>
          <ac:spMkLst>
            <pc:docMk/>
            <pc:sldMk cId="2973524893" sldId="1706"/>
            <ac:spMk id="13" creationId="{F2F77EB8-BAD3-43A1-B4B9-20D10F66AFB3}"/>
          </ac:spMkLst>
        </pc:spChg>
        <pc:spChg chg="del">
          <ac:chgData name="DAFFA KHUSNUREZA" userId="2542091f-c31a-4322-8934-1db5a3ecbce7" providerId="ADAL" clId="{3E7C2D8D-87AF-45EF-8FB3-54AD4E5C0F60}" dt="2023-01-08T18:22:02.201" v="921" actId="478"/>
          <ac:spMkLst>
            <pc:docMk/>
            <pc:sldMk cId="2973524893" sldId="1706"/>
            <ac:spMk id="14" creationId="{09B120C4-D603-4259-B84D-1D72636D3441}"/>
          </ac:spMkLst>
        </pc:spChg>
        <pc:spChg chg="mod">
          <ac:chgData name="DAFFA KHUSNUREZA" userId="2542091f-c31a-4322-8934-1db5a3ecbce7" providerId="ADAL" clId="{3E7C2D8D-87AF-45EF-8FB3-54AD4E5C0F60}" dt="2023-01-08T18:21:12.489" v="852" actId="1076"/>
          <ac:spMkLst>
            <pc:docMk/>
            <pc:sldMk cId="2973524893" sldId="1706"/>
            <ac:spMk id="15" creationId="{D34BA65B-8E85-46D3-8CF9-032F5FD88F57}"/>
          </ac:spMkLst>
        </pc:spChg>
        <pc:spChg chg="del">
          <ac:chgData name="DAFFA KHUSNUREZA" userId="2542091f-c31a-4322-8934-1db5a3ecbce7" providerId="ADAL" clId="{3E7C2D8D-87AF-45EF-8FB3-54AD4E5C0F60}" dt="2023-01-08T18:22:30.718" v="946" actId="478"/>
          <ac:spMkLst>
            <pc:docMk/>
            <pc:sldMk cId="2973524893" sldId="1706"/>
            <ac:spMk id="17" creationId="{E568D8EE-87A8-4EE5-9390-24B8EFD4253F}"/>
          </ac:spMkLst>
        </pc:spChg>
        <pc:spChg chg="del">
          <ac:chgData name="DAFFA KHUSNUREZA" userId="2542091f-c31a-4322-8934-1db5a3ecbce7" providerId="ADAL" clId="{3E7C2D8D-87AF-45EF-8FB3-54AD4E5C0F60}" dt="2023-01-08T18:22:52.380" v="947" actId="478"/>
          <ac:spMkLst>
            <pc:docMk/>
            <pc:sldMk cId="2973524893" sldId="1706"/>
            <ac:spMk id="18" creationId="{CD195DAB-F522-4CF1-BB26-36C0FB6FB05E}"/>
          </ac:spMkLst>
        </pc:spChg>
        <pc:spChg chg="del">
          <ac:chgData name="DAFFA KHUSNUREZA" userId="2542091f-c31a-4322-8934-1db5a3ecbce7" providerId="ADAL" clId="{3E7C2D8D-87AF-45EF-8FB3-54AD4E5C0F60}" dt="2023-01-08T18:23:25.443" v="959" actId="478"/>
          <ac:spMkLst>
            <pc:docMk/>
            <pc:sldMk cId="2973524893" sldId="1706"/>
            <ac:spMk id="19" creationId="{A5D9D79C-EA64-403F-9535-FA16E89AC963}"/>
          </ac:spMkLst>
        </pc:spChg>
        <pc:spChg chg="mod">
          <ac:chgData name="DAFFA KHUSNUREZA" userId="2542091f-c31a-4322-8934-1db5a3ecbce7" providerId="ADAL" clId="{3E7C2D8D-87AF-45EF-8FB3-54AD4E5C0F60}" dt="2023-01-08T18:41:33.292" v="1294" actId="164"/>
          <ac:spMkLst>
            <pc:docMk/>
            <pc:sldMk cId="2973524893" sldId="1706"/>
            <ac:spMk id="20" creationId="{F422BA00-6D13-4EBD-85CD-29AAE5746B67}"/>
          </ac:spMkLst>
        </pc:spChg>
        <pc:spChg chg="mod">
          <ac:chgData name="DAFFA KHUSNUREZA" userId="2542091f-c31a-4322-8934-1db5a3ecbce7" providerId="ADAL" clId="{3E7C2D8D-87AF-45EF-8FB3-54AD4E5C0F60}" dt="2023-01-08T18:41:33.292" v="1294" actId="164"/>
          <ac:spMkLst>
            <pc:docMk/>
            <pc:sldMk cId="2973524893" sldId="1706"/>
            <ac:spMk id="21" creationId="{9216E893-C374-44BD-B115-565FE02B8DEB}"/>
          </ac:spMkLst>
        </pc:spChg>
        <pc:spChg chg="del">
          <ac:chgData name="DAFFA KHUSNUREZA" userId="2542091f-c31a-4322-8934-1db5a3ecbce7" providerId="ADAL" clId="{3E7C2D8D-87AF-45EF-8FB3-54AD4E5C0F60}" dt="2023-01-08T18:24:09.878" v="1007" actId="478"/>
          <ac:spMkLst>
            <pc:docMk/>
            <pc:sldMk cId="2973524893" sldId="1706"/>
            <ac:spMk id="22" creationId="{E4D1EB53-A169-4837-BB51-BA3DEF329F82}"/>
          </ac:spMkLst>
        </pc:spChg>
        <pc:spChg chg="mod">
          <ac:chgData name="DAFFA KHUSNUREZA" userId="2542091f-c31a-4322-8934-1db5a3ecbce7" providerId="ADAL" clId="{3E7C2D8D-87AF-45EF-8FB3-54AD4E5C0F60}" dt="2023-01-08T18:26:32.798" v="1021" actId="14100"/>
          <ac:spMkLst>
            <pc:docMk/>
            <pc:sldMk cId="2973524893" sldId="1706"/>
            <ac:spMk id="23" creationId="{B9A829D0-22E1-48A1-B518-DA5E66FA8C5F}"/>
          </ac:spMkLst>
        </pc:spChg>
        <pc:spChg chg="del">
          <ac:chgData name="DAFFA KHUSNUREZA" userId="2542091f-c31a-4322-8934-1db5a3ecbce7" providerId="ADAL" clId="{3E7C2D8D-87AF-45EF-8FB3-54AD4E5C0F60}" dt="2023-01-08T18:24:12.473" v="1008" actId="478"/>
          <ac:spMkLst>
            <pc:docMk/>
            <pc:sldMk cId="2973524893" sldId="1706"/>
            <ac:spMk id="24" creationId="{E1E226B9-5012-430F-A644-8EF1BCEABCB5}"/>
          </ac:spMkLst>
        </pc:spChg>
        <pc:spChg chg="mod">
          <ac:chgData name="DAFFA KHUSNUREZA" userId="2542091f-c31a-4322-8934-1db5a3ecbce7" providerId="ADAL" clId="{3E7C2D8D-87AF-45EF-8FB3-54AD4E5C0F60}" dt="2023-01-08T18:24:06.981" v="1006" actId="1035"/>
          <ac:spMkLst>
            <pc:docMk/>
            <pc:sldMk cId="2973524893" sldId="1706"/>
            <ac:spMk id="25" creationId="{06470F01-3830-44CA-BC3D-CEE487C58FEB}"/>
          </ac:spMkLst>
        </pc:spChg>
        <pc:spChg chg="mod">
          <ac:chgData name="DAFFA KHUSNUREZA" userId="2542091f-c31a-4322-8934-1db5a3ecbce7" providerId="ADAL" clId="{3E7C2D8D-87AF-45EF-8FB3-54AD4E5C0F60}" dt="2023-01-08T18:20:48.287" v="831" actId="20577"/>
          <ac:spMkLst>
            <pc:docMk/>
            <pc:sldMk cId="2973524893" sldId="1706"/>
            <ac:spMk id="27" creationId="{EC29F408-A747-4F5F-848F-D013F985F05D}"/>
          </ac:spMkLst>
        </pc:spChg>
        <pc:grpChg chg="add mod">
          <ac:chgData name="DAFFA KHUSNUREZA" userId="2542091f-c31a-4322-8934-1db5a3ecbce7" providerId="ADAL" clId="{3E7C2D8D-87AF-45EF-8FB3-54AD4E5C0F60}" dt="2023-01-08T18:41:33.292" v="1294" actId="164"/>
          <ac:grpSpMkLst>
            <pc:docMk/>
            <pc:sldMk cId="2973524893" sldId="1706"/>
            <ac:grpSpMk id="7" creationId="{4BD79F2B-4AE7-20A7-2ABF-5BE203526222}"/>
          </ac:grpSpMkLst>
        </pc:grpChg>
        <pc:grpChg chg="add mod">
          <ac:chgData name="DAFFA KHUSNUREZA" userId="2542091f-c31a-4322-8934-1db5a3ecbce7" providerId="ADAL" clId="{3E7C2D8D-87AF-45EF-8FB3-54AD4E5C0F60}" dt="2023-01-08T18:42:23.074" v="1297" actId="164"/>
          <ac:grpSpMkLst>
            <pc:docMk/>
            <pc:sldMk cId="2973524893" sldId="1706"/>
            <ac:grpSpMk id="8" creationId="{4E381F35-9AB5-BC33-AF37-B9285EF791BB}"/>
          </ac:grpSpMkLst>
        </pc:grpChg>
        <pc:grpChg chg="mod">
          <ac:chgData name="DAFFA KHUSNUREZA" userId="2542091f-c31a-4322-8934-1db5a3ecbce7" providerId="ADAL" clId="{3E7C2D8D-87AF-45EF-8FB3-54AD4E5C0F60}" dt="2023-01-08T18:42:23.074" v="1297" actId="164"/>
          <ac:grpSpMkLst>
            <pc:docMk/>
            <pc:sldMk cId="2973524893" sldId="1706"/>
            <ac:grpSpMk id="30" creationId="{EED30A9C-2DBD-4C6B-BFE3-B9ABE1843EC9}"/>
          </ac:grpSpMkLst>
        </pc:grpChg>
      </pc:sldChg>
      <pc:sldChg chg="delSp modSp add mod delAnim">
        <pc:chgData name="DAFFA KHUSNUREZA" userId="2542091f-c31a-4322-8934-1db5a3ecbce7" providerId="ADAL" clId="{3E7C2D8D-87AF-45EF-8FB3-54AD4E5C0F60}" dt="2023-01-08T19:17:37.353" v="1431" actId="1035"/>
        <pc:sldMkLst>
          <pc:docMk/>
          <pc:sldMk cId="3249626817" sldId="1727"/>
        </pc:sldMkLst>
        <pc:spChg chg="mod">
          <ac:chgData name="DAFFA KHUSNUREZA" userId="2542091f-c31a-4322-8934-1db5a3ecbce7" providerId="ADAL" clId="{3E7C2D8D-87AF-45EF-8FB3-54AD4E5C0F60}" dt="2023-01-08T19:13:47.977" v="1352" actId="1076"/>
          <ac:spMkLst>
            <pc:docMk/>
            <pc:sldMk cId="3249626817" sldId="1727"/>
            <ac:spMk id="53" creationId="{B6A7B37C-011E-4B11-85D5-DF814B25F861}"/>
          </ac:spMkLst>
        </pc:spChg>
        <pc:spChg chg="mod">
          <ac:chgData name="DAFFA KHUSNUREZA" userId="2542091f-c31a-4322-8934-1db5a3ecbce7" providerId="ADAL" clId="{3E7C2D8D-87AF-45EF-8FB3-54AD4E5C0F60}" dt="2023-01-08T19:15:00.508" v="1369" actId="20577"/>
          <ac:spMkLst>
            <pc:docMk/>
            <pc:sldMk cId="3249626817" sldId="1727"/>
            <ac:spMk id="55" creationId="{9B2BB58C-D4D0-4A5B-A8FC-D8B5C17E98D1}"/>
          </ac:spMkLst>
        </pc:spChg>
        <pc:spChg chg="mod">
          <ac:chgData name="DAFFA KHUSNUREZA" userId="2542091f-c31a-4322-8934-1db5a3ecbce7" providerId="ADAL" clId="{3E7C2D8D-87AF-45EF-8FB3-54AD4E5C0F60}" dt="2023-01-08T19:16:19.185" v="1405" actId="20577"/>
          <ac:spMkLst>
            <pc:docMk/>
            <pc:sldMk cId="3249626817" sldId="1727"/>
            <ac:spMk id="56" creationId="{46A89FF9-2AA5-4333-9770-34C389F63E6E}"/>
          </ac:spMkLst>
        </pc:spChg>
        <pc:spChg chg="mod">
          <ac:chgData name="DAFFA KHUSNUREZA" userId="2542091f-c31a-4322-8934-1db5a3ecbce7" providerId="ADAL" clId="{3E7C2D8D-87AF-45EF-8FB3-54AD4E5C0F60}" dt="2023-01-08T19:15:46.320" v="1396" actId="20577"/>
          <ac:spMkLst>
            <pc:docMk/>
            <pc:sldMk cId="3249626817" sldId="1727"/>
            <ac:spMk id="57" creationId="{FD52F4D4-EFEB-481E-A28A-F0A39497E154}"/>
          </ac:spMkLst>
        </pc:spChg>
        <pc:spChg chg="mod">
          <ac:chgData name="DAFFA KHUSNUREZA" userId="2542091f-c31a-4322-8934-1db5a3ecbce7" providerId="ADAL" clId="{3E7C2D8D-87AF-45EF-8FB3-54AD4E5C0F60}" dt="2023-01-08T19:17:25.018" v="1418"/>
          <ac:spMkLst>
            <pc:docMk/>
            <pc:sldMk cId="3249626817" sldId="1727"/>
            <ac:spMk id="58" creationId="{34F28C48-D386-45FF-91EC-B4834A7F0A46}"/>
          </ac:spMkLst>
        </pc:spChg>
        <pc:spChg chg="mod">
          <ac:chgData name="DAFFA KHUSNUREZA" userId="2542091f-c31a-4322-8934-1db5a3ecbce7" providerId="ADAL" clId="{3E7C2D8D-87AF-45EF-8FB3-54AD4E5C0F60}" dt="2023-01-08T19:10:35.633" v="1335" actId="120"/>
          <ac:spMkLst>
            <pc:docMk/>
            <pc:sldMk cId="3249626817" sldId="1727"/>
            <ac:spMk id="71" creationId="{C0FB5071-9177-4B4A-9DFB-DA56A6E98B2D}"/>
          </ac:spMkLst>
        </pc:spChg>
        <pc:spChg chg="del">
          <ac:chgData name="DAFFA KHUSNUREZA" userId="2542091f-c31a-4322-8934-1db5a3ecbce7" providerId="ADAL" clId="{3E7C2D8D-87AF-45EF-8FB3-54AD4E5C0F60}" dt="2023-01-08T19:10:30.869" v="1334" actId="478"/>
          <ac:spMkLst>
            <pc:docMk/>
            <pc:sldMk cId="3249626817" sldId="1727"/>
            <ac:spMk id="72" creationId="{D3152825-EEF6-4C81-9C9C-4ADBB7D97363}"/>
          </ac:spMkLst>
        </pc:spChg>
        <pc:grpChg chg="mod">
          <ac:chgData name="DAFFA KHUSNUREZA" userId="2542091f-c31a-4322-8934-1db5a3ecbce7" providerId="ADAL" clId="{3E7C2D8D-87AF-45EF-8FB3-54AD4E5C0F60}" dt="2023-01-08T19:14:52.444" v="1356" actId="14100"/>
          <ac:grpSpMkLst>
            <pc:docMk/>
            <pc:sldMk cId="3249626817" sldId="1727"/>
            <ac:grpSpMk id="73" creationId="{F7034DB8-9C98-4782-AEDC-21D6A149D0C9}"/>
          </ac:grpSpMkLst>
        </pc:grpChg>
        <pc:grpChg chg="mod">
          <ac:chgData name="DAFFA KHUSNUREZA" userId="2542091f-c31a-4322-8934-1db5a3ecbce7" providerId="ADAL" clId="{3E7C2D8D-87AF-45EF-8FB3-54AD4E5C0F60}" dt="2023-01-08T19:17:37.353" v="1431" actId="1035"/>
          <ac:grpSpMkLst>
            <pc:docMk/>
            <pc:sldMk cId="3249626817" sldId="1727"/>
            <ac:grpSpMk id="74" creationId="{2AEC0326-85CD-42C6-A9B5-8EA915ECFC8F}"/>
          </ac:grpSpMkLst>
        </pc:grpChg>
      </pc:sldChg>
      <pc:sldChg chg="addSp delSp modSp add mod delAnim modAnim">
        <pc:chgData name="DAFFA KHUSNUREZA" userId="2542091f-c31a-4322-8934-1db5a3ecbce7" providerId="ADAL" clId="{3E7C2D8D-87AF-45EF-8FB3-54AD4E5C0F60}" dt="2023-01-08T17:33:18.054" v="426" actId="478"/>
        <pc:sldMkLst>
          <pc:docMk/>
          <pc:sldMk cId="2982559513" sldId="1851"/>
        </pc:sldMkLst>
        <pc:spChg chg="add del mod">
          <ac:chgData name="DAFFA KHUSNUREZA" userId="2542091f-c31a-4322-8934-1db5a3ecbce7" providerId="ADAL" clId="{3E7C2D8D-87AF-45EF-8FB3-54AD4E5C0F60}" dt="2023-01-08T17:17:02.963" v="119"/>
          <ac:spMkLst>
            <pc:docMk/>
            <pc:sldMk cId="2982559513" sldId="1851"/>
            <ac:spMk id="12" creationId="{EE140E70-B113-B2B5-1BDC-1BDB53E52CE0}"/>
          </ac:spMkLst>
        </pc:spChg>
        <pc:spChg chg="mod">
          <ac:chgData name="DAFFA KHUSNUREZA" userId="2542091f-c31a-4322-8934-1db5a3ecbce7" providerId="ADAL" clId="{3E7C2D8D-87AF-45EF-8FB3-54AD4E5C0F60}" dt="2023-01-08T17:13:16.727" v="64" actId="1076"/>
          <ac:spMkLst>
            <pc:docMk/>
            <pc:sldMk cId="2982559513" sldId="1851"/>
            <ac:spMk id="13" creationId="{1CCD5230-4BEA-4D2A-B706-BC9C58505A43}"/>
          </ac:spMkLst>
        </pc:spChg>
        <pc:spChg chg="mod">
          <ac:chgData name="DAFFA KHUSNUREZA" userId="2542091f-c31a-4322-8934-1db5a3ecbce7" providerId="ADAL" clId="{3E7C2D8D-87AF-45EF-8FB3-54AD4E5C0F60}" dt="2023-01-08T17:33:07.661" v="412" actId="20577"/>
          <ac:spMkLst>
            <pc:docMk/>
            <pc:sldMk cId="2982559513" sldId="1851"/>
            <ac:spMk id="14" creationId="{3ED59E2F-F0A2-4EFF-8E80-3F5B3F24234A}"/>
          </ac:spMkLst>
        </pc:spChg>
        <pc:spChg chg="del">
          <ac:chgData name="DAFFA KHUSNUREZA" userId="2542091f-c31a-4322-8934-1db5a3ecbce7" providerId="ADAL" clId="{3E7C2D8D-87AF-45EF-8FB3-54AD4E5C0F60}" dt="2023-01-08T17:33:18.054" v="426" actId="478"/>
          <ac:spMkLst>
            <pc:docMk/>
            <pc:sldMk cId="2982559513" sldId="1851"/>
            <ac:spMk id="17" creationId="{3B90A0FB-6975-44D0-847A-3D50FCA35248}"/>
          </ac:spMkLst>
        </pc:spChg>
        <pc:spChg chg="mod">
          <ac:chgData name="DAFFA KHUSNUREZA" userId="2542091f-c31a-4322-8934-1db5a3ecbce7" providerId="ADAL" clId="{3E7C2D8D-87AF-45EF-8FB3-54AD4E5C0F60}" dt="2023-01-08T17:33:14.685" v="425" actId="20577"/>
          <ac:spMkLst>
            <pc:docMk/>
            <pc:sldMk cId="2982559513" sldId="1851"/>
            <ac:spMk id="18" creationId="{D44E7BA4-D7ED-4538-B686-44E6E289029B}"/>
          </ac:spMkLst>
        </pc:spChg>
        <pc:spChg chg="del">
          <ac:chgData name="DAFFA KHUSNUREZA" userId="2542091f-c31a-4322-8934-1db5a3ecbce7" providerId="ADAL" clId="{3E7C2D8D-87AF-45EF-8FB3-54AD4E5C0F60}" dt="2023-01-08T17:33:18.054" v="426" actId="478"/>
          <ac:spMkLst>
            <pc:docMk/>
            <pc:sldMk cId="2982559513" sldId="1851"/>
            <ac:spMk id="21" creationId="{1B5483FE-39B1-4DC4-A917-5EECFC2FB029}"/>
          </ac:spMkLst>
        </pc:spChg>
        <pc:spChg chg="mod">
          <ac:chgData name="DAFFA KHUSNUREZA" userId="2542091f-c31a-4322-8934-1db5a3ecbce7" providerId="ADAL" clId="{3E7C2D8D-87AF-45EF-8FB3-54AD4E5C0F60}" dt="2023-01-08T17:17:19.824" v="123" actId="1076"/>
          <ac:spMkLst>
            <pc:docMk/>
            <pc:sldMk cId="2982559513" sldId="1851"/>
            <ac:spMk id="22" creationId="{8DDC528A-CC13-46F7-803D-2FFD94D25866}"/>
          </ac:spMkLst>
        </pc:spChg>
        <pc:spChg chg="mod">
          <ac:chgData name="DAFFA KHUSNUREZA" userId="2542091f-c31a-4322-8934-1db5a3ecbce7" providerId="ADAL" clId="{3E7C2D8D-87AF-45EF-8FB3-54AD4E5C0F60}" dt="2023-01-08T17:17:14.067" v="122" actId="1076"/>
          <ac:spMkLst>
            <pc:docMk/>
            <pc:sldMk cId="2982559513" sldId="1851"/>
            <ac:spMk id="23" creationId="{55EA87E2-C3AD-4FA6-86FF-94EE6FE2FD99}"/>
          </ac:spMkLst>
        </pc:spChg>
      </pc:sldChg>
      <pc:sldChg chg="add del">
        <pc:chgData name="DAFFA KHUSNUREZA" userId="2542091f-c31a-4322-8934-1db5a3ecbce7" providerId="ADAL" clId="{3E7C2D8D-87AF-45EF-8FB3-54AD4E5C0F60}" dt="2023-01-08T17:14:15.163" v="65" actId="47"/>
        <pc:sldMkLst>
          <pc:docMk/>
          <pc:sldMk cId="3750373256" sldId="1852"/>
        </pc:sldMkLst>
      </pc:sldChg>
      <pc:sldChg chg="addSp delSp modSp add mod">
        <pc:chgData name="DAFFA KHUSNUREZA" userId="2542091f-c31a-4322-8934-1db5a3ecbce7" providerId="ADAL" clId="{3E7C2D8D-87AF-45EF-8FB3-54AD4E5C0F60}" dt="2023-01-08T17:30:05.056" v="384" actId="13244"/>
        <pc:sldMkLst>
          <pc:docMk/>
          <pc:sldMk cId="4184798937" sldId="1853"/>
        </pc:sldMkLst>
        <pc:spChg chg="add mod">
          <ac:chgData name="DAFFA KHUSNUREZA" userId="2542091f-c31a-4322-8934-1db5a3ecbce7" providerId="ADAL" clId="{3E7C2D8D-87AF-45EF-8FB3-54AD4E5C0F60}" dt="2023-01-08T17:25:46.876" v="332" actId="1076"/>
          <ac:spMkLst>
            <pc:docMk/>
            <pc:sldMk cId="4184798937" sldId="1853"/>
            <ac:spMk id="2" creationId="{2DE7C28A-82E3-18BB-F15B-EEC67052091F}"/>
          </ac:spMkLst>
        </pc:spChg>
        <pc:spChg chg="add mod ord">
          <ac:chgData name="DAFFA KHUSNUREZA" userId="2542091f-c31a-4322-8934-1db5a3ecbce7" providerId="ADAL" clId="{3E7C2D8D-87AF-45EF-8FB3-54AD4E5C0F60}" dt="2023-01-08T17:29:00.965" v="374" actId="13244"/>
          <ac:spMkLst>
            <pc:docMk/>
            <pc:sldMk cId="4184798937" sldId="1853"/>
            <ac:spMk id="3" creationId="{B4317F4D-CCDC-F4FD-C324-EB1EC1A19C82}"/>
          </ac:spMkLst>
        </pc:spChg>
        <pc:spChg chg="add mod ord">
          <ac:chgData name="DAFFA KHUSNUREZA" userId="2542091f-c31a-4322-8934-1db5a3ecbce7" providerId="ADAL" clId="{3E7C2D8D-87AF-45EF-8FB3-54AD4E5C0F60}" dt="2023-01-08T17:30:05.056" v="384" actId="13244"/>
          <ac:spMkLst>
            <pc:docMk/>
            <pc:sldMk cId="4184798937" sldId="1853"/>
            <ac:spMk id="4" creationId="{4C27525E-4FD6-57B0-4306-FC13513E3B5B}"/>
          </ac:spMkLst>
        </pc:spChg>
        <pc:spChg chg="add mod ord">
          <ac:chgData name="DAFFA KHUSNUREZA" userId="2542091f-c31a-4322-8934-1db5a3ecbce7" providerId="ADAL" clId="{3E7C2D8D-87AF-45EF-8FB3-54AD4E5C0F60}" dt="2023-01-08T17:30:05.056" v="384" actId="13244"/>
          <ac:spMkLst>
            <pc:docMk/>
            <pc:sldMk cId="4184798937" sldId="1853"/>
            <ac:spMk id="5" creationId="{132CEDC6-8042-BF32-6F1D-EA39FB4D0846}"/>
          </ac:spMkLst>
        </pc:spChg>
        <pc:spChg chg="del mod">
          <ac:chgData name="DAFFA KHUSNUREZA" userId="2542091f-c31a-4322-8934-1db5a3ecbce7" providerId="ADAL" clId="{3E7C2D8D-87AF-45EF-8FB3-54AD4E5C0F60}" dt="2023-01-08T17:29:24.683" v="376" actId="478"/>
          <ac:spMkLst>
            <pc:docMk/>
            <pc:sldMk cId="4184798937" sldId="1853"/>
            <ac:spMk id="22" creationId="{8DDC528A-CC13-46F7-803D-2FFD94D25866}"/>
          </ac:spMkLst>
        </pc:spChg>
        <pc:spChg chg="del">
          <ac:chgData name="DAFFA KHUSNUREZA" userId="2542091f-c31a-4322-8934-1db5a3ecbce7" providerId="ADAL" clId="{3E7C2D8D-87AF-45EF-8FB3-54AD4E5C0F60}" dt="2023-01-08T17:29:33.449" v="377" actId="478"/>
          <ac:spMkLst>
            <pc:docMk/>
            <pc:sldMk cId="4184798937" sldId="1853"/>
            <ac:spMk id="23" creationId="{55EA87E2-C3AD-4FA6-86FF-94EE6FE2FD99}"/>
          </ac:spMkLst>
        </pc:spChg>
        <pc:spChg chg="del">
          <ac:chgData name="DAFFA KHUSNUREZA" userId="2542091f-c31a-4322-8934-1db5a3ecbce7" providerId="ADAL" clId="{3E7C2D8D-87AF-45EF-8FB3-54AD4E5C0F60}" dt="2023-01-08T17:25:30.714" v="328" actId="478"/>
          <ac:spMkLst>
            <pc:docMk/>
            <pc:sldMk cId="4184798937" sldId="1853"/>
            <ac:spMk id="29" creationId="{3827A392-3E63-4527-B92E-7E77A586FAD0}"/>
          </ac:spMkLst>
        </pc:spChg>
        <pc:spChg chg="del">
          <ac:chgData name="DAFFA KHUSNUREZA" userId="2542091f-c31a-4322-8934-1db5a3ecbce7" providerId="ADAL" clId="{3E7C2D8D-87AF-45EF-8FB3-54AD4E5C0F60}" dt="2023-01-08T17:28:27.719" v="371" actId="478"/>
          <ac:spMkLst>
            <pc:docMk/>
            <pc:sldMk cId="4184798937" sldId="1853"/>
            <ac:spMk id="36" creationId="{3E8A93C2-EAC1-4E1E-B88E-64060221D9E9}"/>
          </ac:spMkLst>
        </pc:spChg>
      </pc:sldChg>
      <pc:sldChg chg="addSp delSp modSp add mod ord modAnim">
        <pc:chgData name="DAFFA KHUSNUREZA" userId="2542091f-c31a-4322-8934-1db5a3ecbce7" providerId="ADAL" clId="{3E7C2D8D-87AF-45EF-8FB3-54AD4E5C0F60}" dt="2023-01-08T17:28:16.553" v="369" actId="1076"/>
        <pc:sldMkLst>
          <pc:docMk/>
          <pc:sldMk cId="1278978689" sldId="1854"/>
        </pc:sldMkLst>
        <pc:spChg chg="add mod">
          <ac:chgData name="DAFFA KHUSNUREZA" userId="2542091f-c31a-4322-8934-1db5a3ecbce7" providerId="ADAL" clId="{3E7C2D8D-87AF-45EF-8FB3-54AD4E5C0F60}" dt="2023-01-08T17:17:51.006" v="129" actId="1076"/>
          <ac:spMkLst>
            <pc:docMk/>
            <pc:sldMk cId="1278978689" sldId="1854"/>
            <ac:spMk id="2" creationId="{449AA6B5-1829-A02A-3005-95B02E10449D}"/>
          </ac:spMkLst>
        </pc:spChg>
        <pc:spChg chg="add mod">
          <ac:chgData name="DAFFA KHUSNUREZA" userId="2542091f-c31a-4322-8934-1db5a3ecbce7" providerId="ADAL" clId="{3E7C2D8D-87AF-45EF-8FB3-54AD4E5C0F60}" dt="2023-01-08T17:17:51.006" v="129" actId="1076"/>
          <ac:spMkLst>
            <pc:docMk/>
            <pc:sldMk cId="1278978689" sldId="1854"/>
            <ac:spMk id="3" creationId="{4891A816-403B-7130-888F-5A33943C5196}"/>
          </ac:spMkLst>
        </pc:spChg>
        <pc:spChg chg="add mod">
          <ac:chgData name="DAFFA KHUSNUREZA" userId="2542091f-c31a-4322-8934-1db5a3ecbce7" providerId="ADAL" clId="{3E7C2D8D-87AF-45EF-8FB3-54AD4E5C0F60}" dt="2023-01-08T17:28:16.553" v="369" actId="1076"/>
          <ac:spMkLst>
            <pc:docMk/>
            <pc:sldMk cId="1278978689" sldId="1854"/>
            <ac:spMk id="4" creationId="{C3DA0EEF-A19D-475A-29C6-D45451382FBB}"/>
          </ac:spMkLst>
        </pc:spChg>
        <pc:spChg chg="del">
          <ac:chgData name="DAFFA KHUSNUREZA" userId="2542091f-c31a-4322-8934-1db5a3ecbce7" providerId="ADAL" clId="{3E7C2D8D-87AF-45EF-8FB3-54AD4E5C0F60}" dt="2023-01-08T17:17:42.332" v="126" actId="478"/>
          <ac:spMkLst>
            <pc:docMk/>
            <pc:sldMk cId="1278978689" sldId="1854"/>
            <ac:spMk id="22" creationId="{8DDC528A-CC13-46F7-803D-2FFD94D25866}"/>
          </ac:spMkLst>
        </pc:spChg>
        <pc:spChg chg="del">
          <ac:chgData name="DAFFA KHUSNUREZA" userId="2542091f-c31a-4322-8934-1db5a3ecbce7" providerId="ADAL" clId="{3E7C2D8D-87AF-45EF-8FB3-54AD4E5C0F60}" dt="2023-01-08T17:17:45.960" v="127" actId="478"/>
          <ac:spMkLst>
            <pc:docMk/>
            <pc:sldMk cId="1278978689" sldId="1854"/>
            <ac:spMk id="23" creationId="{55EA87E2-C3AD-4FA6-86FF-94EE6FE2FD99}"/>
          </ac:spMkLst>
        </pc:spChg>
        <pc:spChg chg="mod">
          <ac:chgData name="DAFFA KHUSNUREZA" userId="2542091f-c31a-4322-8934-1db5a3ecbce7" providerId="ADAL" clId="{3E7C2D8D-87AF-45EF-8FB3-54AD4E5C0F60}" dt="2023-01-08T17:25:03.114" v="326" actId="20577"/>
          <ac:spMkLst>
            <pc:docMk/>
            <pc:sldMk cId="1278978689" sldId="1854"/>
            <ac:spMk id="29" creationId="{3827A392-3E63-4527-B92E-7E77A586FAD0}"/>
          </ac:spMkLst>
        </pc:spChg>
        <pc:spChg chg="del">
          <ac:chgData name="DAFFA KHUSNUREZA" userId="2542091f-c31a-4322-8934-1db5a3ecbce7" providerId="ADAL" clId="{3E7C2D8D-87AF-45EF-8FB3-54AD4E5C0F60}" dt="2023-01-08T17:27:45.167" v="361" actId="478"/>
          <ac:spMkLst>
            <pc:docMk/>
            <pc:sldMk cId="1278978689" sldId="1854"/>
            <ac:spMk id="36" creationId="{3E8A93C2-EAC1-4E1E-B88E-64060221D9E9}"/>
          </ac:spMkLst>
        </pc:spChg>
      </pc:sldChg>
      <pc:sldChg chg="addSp delSp modSp add mod">
        <pc:chgData name="DAFFA KHUSNUREZA" userId="2542091f-c31a-4322-8934-1db5a3ecbce7" providerId="ADAL" clId="{3E7C2D8D-87AF-45EF-8FB3-54AD4E5C0F60}" dt="2023-01-08T17:32:24.349" v="404" actId="13244"/>
        <pc:sldMkLst>
          <pc:docMk/>
          <pc:sldMk cId="2273605522" sldId="1855"/>
        </pc:sldMkLst>
        <pc:spChg chg="add mod ord">
          <ac:chgData name="DAFFA KHUSNUREZA" userId="2542091f-c31a-4322-8934-1db5a3ecbce7" providerId="ADAL" clId="{3E7C2D8D-87AF-45EF-8FB3-54AD4E5C0F60}" dt="2023-01-08T17:30:57.098" v="392" actId="13244"/>
          <ac:spMkLst>
            <pc:docMk/>
            <pc:sldMk cId="2273605522" sldId="1855"/>
            <ac:spMk id="12" creationId="{A1436C17-DB99-B9F4-8F03-3ABB36577B07}"/>
          </ac:spMkLst>
        </pc:spChg>
        <pc:spChg chg="add mod ord">
          <ac:chgData name="DAFFA KHUSNUREZA" userId="2542091f-c31a-4322-8934-1db5a3ecbce7" providerId="ADAL" clId="{3E7C2D8D-87AF-45EF-8FB3-54AD4E5C0F60}" dt="2023-01-08T17:30:57.098" v="392" actId="13244"/>
          <ac:spMkLst>
            <pc:docMk/>
            <pc:sldMk cId="2273605522" sldId="1855"/>
            <ac:spMk id="14" creationId="{55DF8BD0-590E-2CA8-78F5-9C4E30825948}"/>
          </ac:spMkLst>
        </pc:spChg>
        <pc:spChg chg="add mod ord">
          <ac:chgData name="DAFFA KHUSNUREZA" userId="2542091f-c31a-4322-8934-1db5a3ecbce7" providerId="ADAL" clId="{3E7C2D8D-87AF-45EF-8FB3-54AD4E5C0F60}" dt="2023-01-08T17:32:24.349" v="404" actId="13244"/>
          <ac:spMkLst>
            <pc:docMk/>
            <pc:sldMk cId="2273605522" sldId="1855"/>
            <ac:spMk id="15" creationId="{2B8DB2F1-70FC-B7E4-C5F1-02EF8EB61CF2}"/>
          </ac:spMkLst>
        </pc:spChg>
        <pc:spChg chg="add mod ord">
          <ac:chgData name="DAFFA KHUSNUREZA" userId="2542091f-c31a-4322-8934-1db5a3ecbce7" providerId="ADAL" clId="{3E7C2D8D-87AF-45EF-8FB3-54AD4E5C0F60}" dt="2023-01-08T17:32:22.018" v="403" actId="13244"/>
          <ac:spMkLst>
            <pc:docMk/>
            <pc:sldMk cId="2273605522" sldId="1855"/>
            <ac:spMk id="16" creationId="{783A0DC1-0804-74B0-69DD-DC4FAC75700A}"/>
          </ac:spMkLst>
        </pc:spChg>
        <pc:spChg chg="del">
          <ac:chgData name="DAFFA KHUSNUREZA" userId="2542091f-c31a-4322-8934-1db5a3ecbce7" providerId="ADAL" clId="{3E7C2D8D-87AF-45EF-8FB3-54AD4E5C0F60}" dt="2023-01-08T17:30:31.433" v="386" actId="478"/>
          <ac:spMkLst>
            <pc:docMk/>
            <pc:sldMk cId="2273605522" sldId="1855"/>
            <ac:spMk id="22" creationId="{8DDC528A-CC13-46F7-803D-2FFD94D25866}"/>
          </ac:spMkLst>
        </pc:spChg>
        <pc:spChg chg="del">
          <ac:chgData name="DAFFA KHUSNUREZA" userId="2542091f-c31a-4322-8934-1db5a3ecbce7" providerId="ADAL" clId="{3E7C2D8D-87AF-45EF-8FB3-54AD4E5C0F60}" dt="2023-01-08T17:30:30.268" v="385" actId="478"/>
          <ac:spMkLst>
            <pc:docMk/>
            <pc:sldMk cId="2273605522" sldId="1855"/>
            <ac:spMk id="23" creationId="{55EA87E2-C3AD-4FA6-86FF-94EE6FE2FD99}"/>
          </ac:spMkLst>
        </pc:spChg>
        <pc:spChg chg="del">
          <ac:chgData name="DAFFA KHUSNUREZA" userId="2542091f-c31a-4322-8934-1db5a3ecbce7" providerId="ADAL" clId="{3E7C2D8D-87AF-45EF-8FB3-54AD4E5C0F60}" dt="2023-01-08T17:31:56.450" v="398" actId="478"/>
          <ac:spMkLst>
            <pc:docMk/>
            <pc:sldMk cId="2273605522" sldId="1855"/>
            <ac:spMk id="29" creationId="{3827A392-3E63-4527-B92E-7E77A586FAD0}"/>
          </ac:spMkLst>
        </pc:spChg>
        <pc:spChg chg="del">
          <ac:chgData name="DAFFA KHUSNUREZA" userId="2542091f-c31a-4322-8934-1db5a3ecbce7" providerId="ADAL" clId="{3E7C2D8D-87AF-45EF-8FB3-54AD4E5C0F60}" dt="2023-01-08T17:31:57.276" v="399" actId="478"/>
          <ac:spMkLst>
            <pc:docMk/>
            <pc:sldMk cId="2273605522" sldId="1855"/>
            <ac:spMk id="30" creationId="{63E9B9E5-DDB0-48BB-8461-57EA74C7C2D2}"/>
          </ac:spMkLst>
        </pc:spChg>
        <pc:spChg chg="mod">
          <ac:chgData name="DAFFA KHUSNUREZA" userId="2542091f-c31a-4322-8934-1db5a3ecbce7" providerId="ADAL" clId="{3E7C2D8D-87AF-45EF-8FB3-54AD4E5C0F60}" dt="2023-01-08T17:27:30.528" v="359" actId="1076"/>
          <ac:spMkLst>
            <pc:docMk/>
            <pc:sldMk cId="2273605522" sldId="1855"/>
            <ac:spMk id="36" creationId="{3E8A93C2-EAC1-4E1E-B88E-64060221D9E9}"/>
          </ac:spMkLst>
        </pc:spChg>
        <pc:grpChg chg="mod">
          <ac:chgData name="DAFFA KHUSNUREZA" userId="2542091f-c31a-4322-8934-1db5a3ecbce7" providerId="ADAL" clId="{3E7C2D8D-87AF-45EF-8FB3-54AD4E5C0F60}" dt="2023-01-08T17:31:28.182" v="395" actId="1076"/>
          <ac:grpSpMkLst>
            <pc:docMk/>
            <pc:sldMk cId="2273605522" sldId="1855"/>
            <ac:grpSpMk id="43" creationId="{336B2195-1EEF-463B-8C8B-42426559556A}"/>
          </ac:grpSpMkLst>
        </pc:grpChg>
      </pc:sldChg>
      <pc:sldChg chg="modSp add mod">
        <pc:chgData name="DAFFA KHUSNUREZA" userId="2542091f-c31a-4322-8934-1db5a3ecbce7" providerId="ADAL" clId="{3E7C2D8D-87AF-45EF-8FB3-54AD4E5C0F60}" dt="2023-01-08T17:44:16.007" v="461" actId="20577"/>
        <pc:sldMkLst>
          <pc:docMk/>
          <pc:sldMk cId="1184772404" sldId="1950"/>
        </pc:sldMkLst>
        <pc:spChg chg="mod">
          <ac:chgData name="DAFFA KHUSNUREZA" userId="2542091f-c31a-4322-8934-1db5a3ecbce7" providerId="ADAL" clId="{3E7C2D8D-87AF-45EF-8FB3-54AD4E5C0F60}" dt="2023-01-08T17:44:16.007" v="461" actId="20577"/>
          <ac:spMkLst>
            <pc:docMk/>
            <pc:sldMk cId="1184772404" sldId="1950"/>
            <ac:spMk id="53" creationId="{0F0BC06D-E134-45DB-8AAB-C7C56419DA2A}"/>
          </ac:spMkLst>
        </pc:spChg>
      </pc:sldChg>
      <pc:sldChg chg="addSp delSp modSp add mod">
        <pc:chgData name="DAFFA KHUSNUREZA" userId="2542091f-c31a-4322-8934-1db5a3ecbce7" providerId="ADAL" clId="{3E7C2D8D-87AF-45EF-8FB3-54AD4E5C0F60}" dt="2023-01-08T18:12:04.203" v="778" actId="1038"/>
        <pc:sldMkLst>
          <pc:docMk/>
          <pc:sldMk cId="182723042" sldId="1951"/>
        </pc:sldMkLst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16" creationId="{0A220812-91A0-F0A7-56E5-A78E95E74021}"/>
          </ac:spMkLst>
        </pc:spChg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18" creationId="{64BA4470-508F-7FA5-0E97-E66E50F6D8F4}"/>
          </ac:spMkLst>
        </pc:spChg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22" creationId="{33FDB583-C165-1D19-00D6-C15008ED99A9}"/>
          </ac:spMkLst>
        </pc:spChg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23" creationId="{CE7CA686-D981-5817-346A-B15B2DC6FFCC}"/>
          </ac:spMkLst>
        </pc:spChg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27" creationId="{7DB77707-5F08-0F06-B97A-5E3F31DBA292}"/>
          </ac:spMkLst>
        </pc:spChg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28" creationId="{E38FD7B6-6124-E304-382E-8D7B794FFAEF}"/>
          </ac:spMkLst>
        </pc:spChg>
        <pc:spChg chg="add mod">
          <ac:chgData name="DAFFA KHUSNUREZA" userId="2542091f-c31a-4322-8934-1db5a3ecbce7" providerId="ADAL" clId="{3E7C2D8D-87AF-45EF-8FB3-54AD4E5C0F60}" dt="2023-01-08T17:50:46.985" v="592"/>
          <ac:spMkLst>
            <pc:docMk/>
            <pc:sldMk cId="182723042" sldId="1951"/>
            <ac:spMk id="29" creationId="{B33567B2-6D12-E390-90A4-6F4A630898B6}"/>
          </ac:spMkLst>
        </pc:spChg>
        <pc:spChg chg="mod">
          <ac:chgData name="DAFFA KHUSNUREZA" userId="2542091f-c31a-4322-8934-1db5a3ecbce7" providerId="ADAL" clId="{3E7C2D8D-87AF-45EF-8FB3-54AD4E5C0F60}" dt="2023-01-08T17:45:06.662" v="591" actId="1035"/>
          <ac:spMkLst>
            <pc:docMk/>
            <pc:sldMk cId="182723042" sldId="1951"/>
            <ac:spMk id="53" creationId="{0F0BC06D-E134-45DB-8AAB-C7C56419DA2A}"/>
          </ac:spMkLst>
        </pc:spChg>
        <pc:grpChg chg="add del mod">
          <ac:chgData name="DAFFA KHUSNUREZA" userId="2542091f-c31a-4322-8934-1db5a3ecbce7" providerId="ADAL" clId="{3E7C2D8D-87AF-45EF-8FB3-54AD4E5C0F60}" dt="2023-01-08T17:50:49.489" v="593" actId="478"/>
          <ac:grpSpMkLst>
            <pc:docMk/>
            <pc:sldMk cId="182723042" sldId="1951"/>
            <ac:grpSpMk id="2" creationId="{36A96787-75B5-8538-2233-A1030D2D9D9F}"/>
          </ac:grpSpMkLst>
        </pc:grpChg>
        <pc:grpChg chg="add mod">
          <ac:chgData name="DAFFA KHUSNUREZA" userId="2542091f-c31a-4322-8934-1db5a3ecbce7" providerId="ADAL" clId="{3E7C2D8D-87AF-45EF-8FB3-54AD4E5C0F60}" dt="2023-01-08T17:50:46.985" v="592"/>
          <ac:grpSpMkLst>
            <pc:docMk/>
            <pc:sldMk cId="182723042" sldId="1951"/>
            <ac:grpSpMk id="4" creationId="{E8D9EEEB-BD9D-8B14-6944-C699649A1416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6" creationId="{8716F454-EA7E-4E00-B786-063F2C1A5C02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7" creationId="{A243BEA8-4BD3-43BB-85A9-5C86E604B249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10" creationId="{CD1A51B4-302D-4103-BBC2-275063B2C97C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13" creationId="{92CEECF9-7270-43A7-86F6-50DE438DB12D}"/>
          </ac:grpSpMkLst>
        </pc:grpChg>
        <pc:grpChg chg="add mod">
          <ac:chgData name="DAFFA KHUSNUREZA" userId="2542091f-c31a-4322-8934-1db5a3ecbce7" providerId="ADAL" clId="{3E7C2D8D-87AF-45EF-8FB3-54AD4E5C0F60}" dt="2023-01-08T17:50:46.985" v="592"/>
          <ac:grpSpMkLst>
            <pc:docMk/>
            <pc:sldMk cId="182723042" sldId="1951"/>
            <ac:grpSpMk id="17" creationId="{537B7351-B0BC-DE67-88DF-FE3C55CDB82B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39" creationId="{8E45418A-C5BF-4909-A56B-2B3C48721F2F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42" creationId="{3626ED4F-5530-45D7-9ACF-0FBF78DA0ECC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46" creationId="{7FEE6650-3725-42FD-B9E2-377D89FD5793}"/>
          </ac:grpSpMkLst>
        </pc:grpChg>
        <pc:grpChg chg="mod">
          <ac:chgData name="DAFFA KHUSNUREZA" userId="2542091f-c31a-4322-8934-1db5a3ecbce7" providerId="ADAL" clId="{3E7C2D8D-87AF-45EF-8FB3-54AD4E5C0F60}" dt="2023-01-08T17:45:06.662" v="591" actId="1035"/>
          <ac:grpSpMkLst>
            <pc:docMk/>
            <pc:sldMk cId="182723042" sldId="1951"/>
            <ac:grpSpMk id="49" creationId="{8D10086B-F952-4277-BE84-F568603199ED}"/>
          </ac:grpSpMkLst>
        </pc:grpChg>
        <pc:picChg chg="add mod">
          <ac:chgData name="DAFFA KHUSNUREZA" userId="2542091f-c31a-4322-8934-1db5a3ecbce7" providerId="ADAL" clId="{3E7C2D8D-87AF-45EF-8FB3-54AD4E5C0F60}" dt="2023-01-08T18:12:04.203" v="778" actId="1038"/>
          <ac:picMkLst>
            <pc:docMk/>
            <pc:sldMk cId="182723042" sldId="1951"/>
            <ac:picMk id="30" creationId="{0E438CD4-0C18-195E-7053-BFE6B4B209BC}"/>
          </ac:picMkLst>
        </pc:picChg>
        <pc:cxnChg chg="add mod">
          <ac:chgData name="DAFFA KHUSNUREZA" userId="2542091f-c31a-4322-8934-1db5a3ecbce7" providerId="ADAL" clId="{3E7C2D8D-87AF-45EF-8FB3-54AD4E5C0F60}" dt="2023-01-08T17:50:46.985" v="592"/>
          <ac:cxnSpMkLst>
            <pc:docMk/>
            <pc:sldMk cId="182723042" sldId="1951"/>
            <ac:cxnSpMk id="19" creationId="{1D6216AA-1AAD-62C0-0F70-87EC62FEA8C6}"/>
          </ac:cxnSpMkLst>
        </pc:cxnChg>
        <pc:cxnChg chg="add mod">
          <ac:chgData name="DAFFA KHUSNUREZA" userId="2542091f-c31a-4322-8934-1db5a3ecbce7" providerId="ADAL" clId="{3E7C2D8D-87AF-45EF-8FB3-54AD4E5C0F60}" dt="2023-01-08T17:50:46.985" v="592"/>
          <ac:cxnSpMkLst>
            <pc:docMk/>
            <pc:sldMk cId="182723042" sldId="1951"/>
            <ac:cxnSpMk id="20" creationId="{08760074-C06C-1AE9-B0CC-6564EE0A1409}"/>
          </ac:cxnSpMkLst>
        </pc:cxnChg>
        <pc:cxnChg chg="add mod">
          <ac:chgData name="DAFFA KHUSNUREZA" userId="2542091f-c31a-4322-8934-1db5a3ecbce7" providerId="ADAL" clId="{3E7C2D8D-87AF-45EF-8FB3-54AD4E5C0F60}" dt="2023-01-08T17:50:46.985" v="592"/>
          <ac:cxnSpMkLst>
            <pc:docMk/>
            <pc:sldMk cId="182723042" sldId="1951"/>
            <ac:cxnSpMk id="21" creationId="{7A8CC57D-A9B9-53A8-3BBE-6C81EDBA6905}"/>
          </ac:cxnSpMkLst>
        </pc:cxnChg>
        <pc:cxnChg chg="add mod">
          <ac:chgData name="DAFFA KHUSNUREZA" userId="2542091f-c31a-4322-8934-1db5a3ecbce7" providerId="ADAL" clId="{3E7C2D8D-87AF-45EF-8FB3-54AD4E5C0F60}" dt="2023-01-08T17:50:46.985" v="592"/>
          <ac:cxnSpMkLst>
            <pc:docMk/>
            <pc:sldMk cId="182723042" sldId="1951"/>
            <ac:cxnSpMk id="24" creationId="{00EE2B76-1569-2C9B-F71E-FAB6B818AE6C}"/>
          </ac:cxnSpMkLst>
        </pc:cxnChg>
        <pc:cxnChg chg="add mod">
          <ac:chgData name="DAFFA KHUSNUREZA" userId="2542091f-c31a-4322-8934-1db5a3ecbce7" providerId="ADAL" clId="{3E7C2D8D-87AF-45EF-8FB3-54AD4E5C0F60}" dt="2023-01-08T17:50:46.985" v="592"/>
          <ac:cxnSpMkLst>
            <pc:docMk/>
            <pc:sldMk cId="182723042" sldId="1951"/>
            <ac:cxnSpMk id="25" creationId="{AA5E6DDA-B296-1493-2E2E-49055206009A}"/>
          </ac:cxnSpMkLst>
        </pc:cxnChg>
        <pc:cxnChg chg="add mod">
          <ac:chgData name="DAFFA KHUSNUREZA" userId="2542091f-c31a-4322-8934-1db5a3ecbce7" providerId="ADAL" clId="{3E7C2D8D-87AF-45EF-8FB3-54AD4E5C0F60}" dt="2023-01-08T17:50:46.985" v="592"/>
          <ac:cxnSpMkLst>
            <pc:docMk/>
            <pc:sldMk cId="182723042" sldId="1951"/>
            <ac:cxnSpMk id="26" creationId="{7AC5BEBE-8A61-B82F-A650-3D0715837D23}"/>
          </ac:cxnSpMkLst>
        </pc:cxnChg>
      </pc:sldChg>
      <pc:sldChg chg="new del">
        <pc:chgData name="DAFFA KHUSNUREZA" userId="2542091f-c31a-4322-8934-1db5a3ecbce7" providerId="ADAL" clId="{3E7C2D8D-87AF-45EF-8FB3-54AD4E5C0F60}" dt="2023-01-08T17:44:38.684" v="463" actId="47"/>
        <pc:sldMkLst>
          <pc:docMk/>
          <pc:sldMk cId="1570488147" sldId="1951"/>
        </pc:sldMkLst>
      </pc:sldChg>
      <pc:sldChg chg="addSp delSp modSp add mod ord addAnim delAnim modAnim">
        <pc:chgData name="DAFFA KHUSNUREZA" userId="2542091f-c31a-4322-8934-1db5a3ecbce7" providerId="ADAL" clId="{3E7C2D8D-87AF-45EF-8FB3-54AD4E5C0F60}" dt="2023-01-08T21:16:59.614" v="1945"/>
        <pc:sldMkLst>
          <pc:docMk/>
          <pc:sldMk cId="1831758335" sldId="1954"/>
        </pc:sldMkLst>
        <pc:spChg chg="add del mod">
          <ac:chgData name="DAFFA KHUSNUREZA" userId="2542091f-c31a-4322-8934-1db5a3ecbce7" providerId="ADAL" clId="{3E7C2D8D-87AF-45EF-8FB3-54AD4E5C0F60}" dt="2023-01-08T21:16:56.030" v="1943" actId="14100"/>
          <ac:spMkLst>
            <pc:docMk/>
            <pc:sldMk cId="1831758335" sldId="1954"/>
            <ac:spMk id="61" creationId="{965D8A56-E7D6-4C22-A2E5-4AB5DD0C8B91}"/>
          </ac:spMkLst>
        </pc:spChg>
      </pc:sldChg>
      <pc:sldChg chg="modSp add mod">
        <pc:chgData name="DAFFA KHUSNUREZA" userId="2542091f-c31a-4322-8934-1db5a3ecbce7" providerId="ADAL" clId="{3E7C2D8D-87AF-45EF-8FB3-54AD4E5C0F60}" dt="2023-01-08T23:42:22.690" v="4748" actId="20577"/>
        <pc:sldMkLst>
          <pc:docMk/>
          <pc:sldMk cId="2026134090" sldId="1966"/>
        </pc:sldMkLst>
        <pc:spChg chg="mod">
          <ac:chgData name="DAFFA KHUSNUREZA" userId="2542091f-c31a-4322-8934-1db5a3ecbce7" providerId="ADAL" clId="{3E7C2D8D-87AF-45EF-8FB3-54AD4E5C0F60}" dt="2023-01-08T23:42:22.690" v="4748" actId="20577"/>
          <ac:spMkLst>
            <pc:docMk/>
            <pc:sldMk cId="2026134090" sldId="1966"/>
            <ac:spMk id="10" creationId="{B6F9308B-5ACC-45D0-9EB7-812307A435FC}"/>
          </ac:spMkLst>
        </pc:spChg>
        <pc:spChg chg="mod">
          <ac:chgData name="DAFFA KHUSNUREZA" userId="2542091f-c31a-4322-8934-1db5a3ecbce7" providerId="ADAL" clId="{3E7C2D8D-87AF-45EF-8FB3-54AD4E5C0F60}" dt="2023-01-08T23:27:45.158" v="3936" actId="1036"/>
          <ac:spMkLst>
            <pc:docMk/>
            <pc:sldMk cId="2026134090" sldId="1966"/>
            <ac:spMk id="47" creationId="{743E3848-44D0-4E81-B833-83D6D1840C93}"/>
          </ac:spMkLst>
        </pc:spChg>
        <pc:spChg chg="mod">
          <ac:chgData name="DAFFA KHUSNUREZA" userId="2542091f-c31a-4322-8934-1db5a3ecbce7" providerId="ADAL" clId="{3E7C2D8D-87AF-45EF-8FB3-54AD4E5C0F60}" dt="2023-01-08T23:27:45.158" v="3936" actId="1036"/>
          <ac:spMkLst>
            <pc:docMk/>
            <pc:sldMk cId="2026134090" sldId="1966"/>
            <ac:spMk id="48" creationId="{E5715D2A-5EE9-4347-8F4D-800D3EC5E2FF}"/>
          </ac:spMkLst>
        </pc:spChg>
        <pc:spChg chg="mod">
          <ac:chgData name="DAFFA KHUSNUREZA" userId="2542091f-c31a-4322-8934-1db5a3ecbce7" providerId="ADAL" clId="{3E7C2D8D-87AF-45EF-8FB3-54AD4E5C0F60}" dt="2023-01-08T23:35:57.646" v="4520"/>
          <ac:spMkLst>
            <pc:docMk/>
            <pc:sldMk cId="2026134090" sldId="1966"/>
            <ac:spMk id="98" creationId="{5D33357B-D8BE-44A1-B1BB-750BB123E3D6}"/>
          </ac:spMkLst>
        </pc:spChg>
        <pc:grpChg chg="mod">
          <ac:chgData name="DAFFA KHUSNUREZA" userId="2542091f-c31a-4322-8934-1db5a3ecbce7" providerId="ADAL" clId="{3E7C2D8D-87AF-45EF-8FB3-54AD4E5C0F60}" dt="2023-01-08T23:41:43.208" v="4678" actId="1076"/>
          <ac:grpSpMkLst>
            <pc:docMk/>
            <pc:sldMk cId="2026134090" sldId="1966"/>
            <ac:grpSpMk id="4" creationId="{94F41650-2EF6-4475-9021-96C34BCCC2B1}"/>
          </ac:grpSpMkLst>
        </pc:grpChg>
      </pc:sldChg>
      <pc:sldChg chg="modSp add mod">
        <pc:chgData name="DAFFA KHUSNUREZA" userId="2542091f-c31a-4322-8934-1db5a3ecbce7" providerId="ADAL" clId="{3E7C2D8D-87AF-45EF-8FB3-54AD4E5C0F60}" dt="2023-01-08T23:42:28.647" v="4749"/>
        <pc:sldMkLst>
          <pc:docMk/>
          <pc:sldMk cId="2682382925" sldId="1967"/>
        </pc:sldMkLst>
        <pc:spChg chg="mod">
          <ac:chgData name="DAFFA KHUSNUREZA" userId="2542091f-c31a-4322-8934-1db5a3ecbce7" providerId="ADAL" clId="{3E7C2D8D-87AF-45EF-8FB3-54AD4E5C0F60}" dt="2023-01-08T23:42:28.647" v="4749"/>
          <ac:spMkLst>
            <pc:docMk/>
            <pc:sldMk cId="2682382925" sldId="1967"/>
            <ac:spMk id="10" creationId="{B6F9308B-5ACC-45D0-9EB7-812307A435FC}"/>
          </ac:spMkLst>
        </pc:spChg>
        <pc:spChg chg="mod">
          <ac:chgData name="DAFFA KHUSNUREZA" userId="2542091f-c31a-4322-8934-1db5a3ecbce7" providerId="ADAL" clId="{3E7C2D8D-87AF-45EF-8FB3-54AD4E5C0F60}" dt="2023-01-08T23:36:11.927" v="4521"/>
          <ac:spMkLst>
            <pc:docMk/>
            <pc:sldMk cId="2682382925" sldId="1967"/>
            <ac:spMk id="47" creationId="{743E3848-44D0-4E81-B833-83D6D1840C93}"/>
          </ac:spMkLst>
        </pc:spChg>
        <pc:spChg chg="mod">
          <ac:chgData name="DAFFA KHUSNUREZA" userId="2542091f-c31a-4322-8934-1db5a3ecbce7" providerId="ADAL" clId="{3E7C2D8D-87AF-45EF-8FB3-54AD4E5C0F60}" dt="2023-01-08T23:28:19.941" v="3979" actId="1036"/>
          <ac:spMkLst>
            <pc:docMk/>
            <pc:sldMk cId="2682382925" sldId="1967"/>
            <ac:spMk id="97" creationId="{D63143EA-847B-42FE-97AB-724DD317F5FD}"/>
          </ac:spMkLst>
        </pc:spChg>
        <pc:spChg chg="mod">
          <ac:chgData name="DAFFA KHUSNUREZA" userId="2542091f-c31a-4322-8934-1db5a3ecbce7" providerId="ADAL" clId="{3E7C2D8D-87AF-45EF-8FB3-54AD4E5C0F60}" dt="2023-01-08T23:28:19.941" v="3979" actId="1036"/>
          <ac:spMkLst>
            <pc:docMk/>
            <pc:sldMk cId="2682382925" sldId="1967"/>
            <ac:spMk id="98" creationId="{5220C68E-B97A-4F5D-99A3-70BDECC91BA6}"/>
          </ac:spMkLst>
        </pc:spChg>
        <pc:spChg chg="mod">
          <ac:chgData name="DAFFA KHUSNUREZA" userId="2542091f-c31a-4322-8934-1db5a3ecbce7" providerId="ADAL" clId="{3E7C2D8D-87AF-45EF-8FB3-54AD4E5C0F60}" dt="2023-01-08T23:35:37.702" v="4518"/>
          <ac:spMkLst>
            <pc:docMk/>
            <pc:sldMk cId="2682382925" sldId="1967"/>
            <ac:spMk id="105" creationId="{2A590914-F439-4428-B273-32AD66077974}"/>
          </ac:spMkLst>
        </pc:spChg>
      </pc:sldChg>
      <pc:sldChg chg="modSp add mod">
        <pc:chgData name="DAFFA KHUSNUREZA" userId="2542091f-c31a-4322-8934-1db5a3ecbce7" providerId="ADAL" clId="{3E7C2D8D-87AF-45EF-8FB3-54AD4E5C0F60}" dt="2023-01-08T23:42:33.099" v="4750"/>
        <pc:sldMkLst>
          <pc:docMk/>
          <pc:sldMk cId="3399959968" sldId="1968"/>
        </pc:sldMkLst>
        <pc:spChg chg="mod">
          <ac:chgData name="DAFFA KHUSNUREZA" userId="2542091f-c31a-4322-8934-1db5a3ecbce7" providerId="ADAL" clId="{3E7C2D8D-87AF-45EF-8FB3-54AD4E5C0F60}" dt="2023-01-08T23:42:33.099" v="4750"/>
          <ac:spMkLst>
            <pc:docMk/>
            <pc:sldMk cId="3399959968" sldId="1968"/>
            <ac:spMk id="10" creationId="{B6F9308B-5ACC-45D0-9EB7-812307A435FC}"/>
          </ac:spMkLst>
        </pc:spChg>
        <pc:spChg chg="mod">
          <ac:chgData name="DAFFA KHUSNUREZA" userId="2542091f-c31a-4322-8934-1db5a3ecbce7" providerId="ADAL" clId="{3E7C2D8D-87AF-45EF-8FB3-54AD4E5C0F60}" dt="2023-01-08T23:35:49.916" v="4519"/>
          <ac:spMkLst>
            <pc:docMk/>
            <pc:sldMk cId="3399959968" sldId="1968"/>
            <ac:spMk id="97" creationId="{D63143EA-847B-42FE-97AB-724DD317F5FD}"/>
          </ac:spMkLst>
        </pc:spChg>
        <pc:spChg chg="mod">
          <ac:chgData name="DAFFA KHUSNUREZA" userId="2542091f-c31a-4322-8934-1db5a3ecbce7" providerId="ADAL" clId="{3E7C2D8D-87AF-45EF-8FB3-54AD4E5C0F60}" dt="2023-01-08T23:31:10.702" v="4282" actId="20577"/>
          <ac:spMkLst>
            <pc:docMk/>
            <pc:sldMk cId="3399959968" sldId="1968"/>
            <ac:spMk id="112" creationId="{75EA8058-8708-4FB2-8918-8F7B589B5CDE}"/>
          </ac:spMkLst>
        </pc:spChg>
        <pc:spChg chg="mod">
          <ac:chgData name="DAFFA KHUSNUREZA" userId="2542091f-c31a-4322-8934-1db5a3ecbce7" providerId="ADAL" clId="{3E7C2D8D-87AF-45EF-8FB3-54AD4E5C0F60}" dt="2023-01-08T23:28:42.660" v="4048" actId="1035"/>
          <ac:spMkLst>
            <pc:docMk/>
            <pc:sldMk cId="3399959968" sldId="1968"/>
            <ac:spMk id="113" creationId="{AF3E0961-0FFF-49DC-8176-6356E22B0711}"/>
          </ac:spMkLst>
        </pc:spChg>
        <pc:spChg chg="mod">
          <ac:chgData name="DAFFA KHUSNUREZA" userId="2542091f-c31a-4322-8934-1db5a3ecbce7" providerId="ADAL" clId="{3E7C2D8D-87AF-45EF-8FB3-54AD4E5C0F60}" dt="2023-01-08T23:34:50.287" v="4514"/>
          <ac:spMkLst>
            <pc:docMk/>
            <pc:sldMk cId="3399959968" sldId="1968"/>
            <ac:spMk id="145" creationId="{8A3A7CF6-26FB-4B9B-986D-A24893ED50BE}"/>
          </ac:spMkLst>
        </pc:spChg>
      </pc:sldChg>
      <pc:sldChg chg="modSp add mod">
        <pc:chgData name="DAFFA KHUSNUREZA" userId="2542091f-c31a-4322-8934-1db5a3ecbce7" providerId="ADAL" clId="{3E7C2D8D-87AF-45EF-8FB3-54AD4E5C0F60}" dt="2023-01-08T23:42:38.083" v="4751"/>
        <pc:sldMkLst>
          <pc:docMk/>
          <pc:sldMk cId="2741206731" sldId="1969"/>
        </pc:sldMkLst>
        <pc:spChg chg="mod">
          <ac:chgData name="DAFFA KHUSNUREZA" userId="2542091f-c31a-4322-8934-1db5a3ecbce7" providerId="ADAL" clId="{3E7C2D8D-87AF-45EF-8FB3-54AD4E5C0F60}" dt="2023-01-08T23:34:41.124" v="4513" actId="1076"/>
          <ac:spMkLst>
            <pc:docMk/>
            <pc:sldMk cId="2741206731" sldId="1969"/>
            <ac:spMk id="105" creationId="{03FB6F02-854E-4FE9-804A-DB8857089C6D}"/>
          </ac:spMkLst>
        </pc:spChg>
        <pc:spChg chg="mod">
          <ac:chgData name="DAFFA KHUSNUREZA" userId="2542091f-c31a-4322-8934-1db5a3ecbce7" providerId="ADAL" clId="{3E7C2D8D-87AF-45EF-8FB3-54AD4E5C0F60}" dt="2023-01-08T23:29:26.130" v="4189" actId="1036"/>
          <ac:spMkLst>
            <pc:docMk/>
            <pc:sldMk cId="2741206731" sldId="1969"/>
            <ac:spMk id="106" creationId="{365EF2E9-1AD1-41B0-8B7D-52BFF54E44E8}"/>
          </ac:spMkLst>
        </pc:spChg>
        <pc:spChg chg="mod">
          <ac:chgData name="DAFFA KHUSNUREZA" userId="2542091f-c31a-4322-8934-1db5a3ecbce7" providerId="ADAL" clId="{3E7C2D8D-87AF-45EF-8FB3-54AD4E5C0F60}" dt="2023-01-08T23:35:28.123" v="4517"/>
          <ac:spMkLst>
            <pc:docMk/>
            <pc:sldMk cId="2741206731" sldId="1969"/>
            <ac:spMk id="112" creationId="{75EA8058-8708-4FB2-8918-8F7B589B5CDE}"/>
          </ac:spMkLst>
        </pc:spChg>
        <pc:spChg chg="mod">
          <ac:chgData name="DAFFA KHUSNUREZA" userId="2542091f-c31a-4322-8934-1db5a3ecbce7" providerId="ADAL" clId="{3E7C2D8D-87AF-45EF-8FB3-54AD4E5C0F60}" dt="2023-01-08T23:42:38.083" v="4751"/>
          <ac:spMkLst>
            <pc:docMk/>
            <pc:sldMk cId="2741206731" sldId="1969"/>
            <ac:spMk id="221" creationId="{BB4724C8-FD65-45F7-A34C-8504BCB5D6EC}"/>
          </ac:spMkLst>
        </pc:spChg>
        <pc:spChg chg="mod">
          <ac:chgData name="DAFFA KHUSNUREZA" userId="2542091f-c31a-4322-8934-1db5a3ecbce7" providerId="ADAL" clId="{3E7C2D8D-87AF-45EF-8FB3-54AD4E5C0F60}" dt="2023-01-08T23:35:14.807" v="4516"/>
          <ac:spMkLst>
            <pc:docMk/>
            <pc:sldMk cId="2741206731" sldId="1969"/>
            <ac:spMk id="477" creationId="{92A4B8DD-832F-404A-9496-051B4F49E241}"/>
          </ac:spMkLst>
        </pc:spChg>
      </pc:sldChg>
      <pc:sldChg chg="modSp add mod">
        <pc:chgData name="DAFFA KHUSNUREZA" userId="2542091f-c31a-4322-8934-1db5a3ecbce7" providerId="ADAL" clId="{3E7C2D8D-87AF-45EF-8FB3-54AD4E5C0F60}" dt="2023-01-08T23:42:41.761" v="4752"/>
        <pc:sldMkLst>
          <pc:docMk/>
          <pc:sldMk cId="361056979" sldId="1970"/>
        </pc:sldMkLst>
        <pc:spChg chg="mod">
          <ac:chgData name="DAFFA KHUSNUREZA" userId="2542091f-c31a-4322-8934-1db5a3ecbce7" providerId="ADAL" clId="{3E7C2D8D-87AF-45EF-8FB3-54AD4E5C0F60}" dt="2023-01-08T23:34:08.774" v="4510" actId="20577"/>
          <ac:spMkLst>
            <pc:docMk/>
            <pc:sldMk cId="361056979" sldId="1970"/>
            <ac:spMk id="4" creationId="{37F2517B-045F-2BA5-CBD9-6BC6BB41C627}"/>
          </ac:spMkLst>
        </pc:spChg>
        <pc:spChg chg="mod">
          <ac:chgData name="DAFFA KHUSNUREZA" userId="2542091f-c31a-4322-8934-1db5a3ecbce7" providerId="ADAL" clId="{3E7C2D8D-87AF-45EF-8FB3-54AD4E5C0F60}" dt="2023-01-08T23:34:59.578" v="4515"/>
          <ac:spMkLst>
            <pc:docMk/>
            <pc:sldMk cId="361056979" sldId="1970"/>
            <ac:spMk id="105" creationId="{03FB6F02-854E-4FE9-804A-DB8857089C6D}"/>
          </ac:spMkLst>
        </pc:spChg>
        <pc:spChg chg="mod">
          <ac:chgData name="DAFFA KHUSNUREZA" userId="2542091f-c31a-4322-8934-1db5a3ecbce7" providerId="ADAL" clId="{3E7C2D8D-87AF-45EF-8FB3-54AD4E5C0F60}" dt="2023-01-08T23:30:05.498" v="4251" actId="1036"/>
          <ac:spMkLst>
            <pc:docMk/>
            <pc:sldMk cId="361056979" sldId="1970"/>
            <ac:spMk id="153" creationId="{B6745887-27BF-431E-8B23-5298B71CB4FC}"/>
          </ac:spMkLst>
        </pc:spChg>
        <pc:spChg chg="mod">
          <ac:chgData name="DAFFA KHUSNUREZA" userId="2542091f-c31a-4322-8934-1db5a3ecbce7" providerId="ADAL" clId="{3E7C2D8D-87AF-45EF-8FB3-54AD4E5C0F60}" dt="2023-01-08T23:32:54.663" v="4433" actId="20577"/>
          <ac:spMkLst>
            <pc:docMk/>
            <pc:sldMk cId="361056979" sldId="1970"/>
            <ac:spMk id="154" creationId="{0F32FDE8-2C8B-4B25-8C74-997DB2CAA880}"/>
          </ac:spMkLst>
        </pc:spChg>
        <pc:spChg chg="mod">
          <ac:chgData name="DAFFA KHUSNUREZA" userId="2542091f-c31a-4322-8934-1db5a3ecbce7" providerId="ADAL" clId="{3E7C2D8D-87AF-45EF-8FB3-54AD4E5C0F60}" dt="2023-01-08T23:42:41.761" v="4752"/>
          <ac:spMkLst>
            <pc:docMk/>
            <pc:sldMk cId="361056979" sldId="1970"/>
            <ac:spMk id="221" creationId="{BB4724C8-FD65-45F7-A34C-8504BCB5D6EC}"/>
          </ac:spMkLst>
        </pc:spChg>
      </pc:sldChg>
      <pc:sldChg chg="modSp add mod">
        <pc:chgData name="DAFFA KHUSNUREZA" userId="2542091f-c31a-4322-8934-1db5a3ecbce7" providerId="ADAL" clId="{3E7C2D8D-87AF-45EF-8FB3-54AD4E5C0F60}" dt="2023-01-08T23:42:45.928" v="4753"/>
        <pc:sldMkLst>
          <pc:docMk/>
          <pc:sldMk cId="2228717663" sldId="1971"/>
        </pc:sldMkLst>
        <pc:spChg chg="mod">
          <ac:chgData name="DAFFA KHUSNUREZA" userId="2542091f-c31a-4322-8934-1db5a3ecbce7" providerId="ADAL" clId="{3E7C2D8D-87AF-45EF-8FB3-54AD4E5C0F60}" dt="2023-01-08T23:32:34.291" v="4431" actId="1036"/>
          <ac:spMkLst>
            <pc:docMk/>
            <pc:sldMk cId="2228717663" sldId="1971"/>
            <ac:spMk id="4" creationId="{38AC9949-AC33-0688-7625-A794FB58795E}"/>
          </ac:spMkLst>
        </pc:spChg>
        <pc:spChg chg="mod">
          <ac:chgData name="DAFFA KHUSNUREZA" userId="2542091f-c31a-4322-8934-1db5a3ecbce7" providerId="ADAL" clId="{3E7C2D8D-87AF-45EF-8FB3-54AD4E5C0F60}" dt="2023-01-08T23:32:34.291" v="4431" actId="1036"/>
          <ac:spMkLst>
            <pc:docMk/>
            <pc:sldMk cId="2228717663" sldId="1971"/>
            <ac:spMk id="5" creationId="{DA63C745-EA79-ADD4-4E4E-3E2788C61768}"/>
          </ac:spMkLst>
        </pc:spChg>
        <pc:spChg chg="mod">
          <ac:chgData name="DAFFA KHUSNUREZA" userId="2542091f-c31a-4322-8934-1db5a3ecbce7" providerId="ADAL" clId="{3E7C2D8D-87AF-45EF-8FB3-54AD4E5C0F60}" dt="2023-01-08T23:34:31.663" v="4511"/>
          <ac:spMkLst>
            <pc:docMk/>
            <pc:sldMk cId="2228717663" sldId="1971"/>
            <ac:spMk id="153" creationId="{B6745887-27BF-431E-8B23-5298B71CB4FC}"/>
          </ac:spMkLst>
        </pc:spChg>
        <pc:spChg chg="mod">
          <ac:chgData name="DAFFA KHUSNUREZA" userId="2542091f-c31a-4322-8934-1db5a3ecbce7" providerId="ADAL" clId="{3E7C2D8D-87AF-45EF-8FB3-54AD4E5C0F60}" dt="2023-01-08T23:33:35.206" v="4494" actId="1036"/>
          <ac:spMkLst>
            <pc:docMk/>
            <pc:sldMk cId="2228717663" sldId="1971"/>
            <ac:spMk id="154" creationId="{0F32FDE8-2C8B-4B25-8C74-997DB2CAA880}"/>
          </ac:spMkLst>
        </pc:spChg>
        <pc:spChg chg="mod">
          <ac:chgData name="DAFFA KHUSNUREZA" userId="2542091f-c31a-4322-8934-1db5a3ecbce7" providerId="ADAL" clId="{3E7C2D8D-87AF-45EF-8FB3-54AD4E5C0F60}" dt="2023-01-08T23:31:26.359" v="4308" actId="1036"/>
          <ac:spMkLst>
            <pc:docMk/>
            <pc:sldMk cId="2228717663" sldId="1971"/>
            <ac:spMk id="158" creationId="{8401F595-0473-4B37-9029-6C5B7F75FCE8}"/>
          </ac:spMkLst>
        </pc:spChg>
        <pc:spChg chg="mod">
          <ac:chgData name="DAFFA KHUSNUREZA" userId="2542091f-c31a-4322-8934-1db5a3ecbce7" providerId="ADAL" clId="{3E7C2D8D-87AF-45EF-8FB3-54AD4E5C0F60}" dt="2023-01-08T23:31:26.359" v="4308" actId="1036"/>
          <ac:spMkLst>
            <pc:docMk/>
            <pc:sldMk cId="2228717663" sldId="1971"/>
            <ac:spMk id="159" creationId="{9548E2D4-958A-4801-B687-C27B8ACFCB02}"/>
          </ac:spMkLst>
        </pc:spChg>
        <pc:spChg chg="mod">
          <ac:chgData name="DAFFA KHUSNUREZA" userId="2542091f-c31a-4322-8934-1db5a3ecbce7" providerId="ADAL" clId="{3E7C2D8D-87AF-45EF-8FB3-54AD4E5C0F60}" dt="2023-01-08T23:42:45.928" v="4753"/>
          <ac:spMkLst>
            <pc:docMk/>
            <pc:sldMk cId="2228717663" sldId="1971"/>
            <ac:spMk id="221" creationId="{BB4724C8-FD65-45F7-A34C-8504BCB5D6EC}"/>
          </ac:spMkLst>
        </pc:spChg>
      </pc:sldChg>
      <pc:sldChg chg="modSp add mod">
        <pc:chgData name="DAFFA KHUSNUREZA" userId="2542091f-c31a-4322-8934-1db5a3ecbce7" providerId="ADAL" clId="{3E7C2D8D-87AF-45EF-8FB3-54AD4E5C0F60}" dt="2023-01-08T23:42:50.591" v="4754"/>
        <pc:sldMkLst>
          <pc:docMk/>
          <pc:sldMk cId="2009381185" sldId="1972"/>
        </pc:sldMkLst>
        <pc:spChg chg="mod">
          <ac:chgData name="DAFFA KHUSNUREZA" userId="2542091f-c31a-4322-8934-1db5a3ecbce7" providerId="ADAL" clId="{3E7C2D8D-87AF-45EF-8FB3-54AD4E5C0F60}" dt="2023-01-08T23:32:16.490" v="4398" actId="1036"/>
          <ac:spMkLst>
            <pc:docMk/>
            <pc:sldMk cId="2009381185" sldId="1972"/>
            <ac:spMk id="158" creationId="{8401F595-0473-4B37-9029-6C5B7F75FCE8}"/>
          </ac:spMkLst>
        </pc:spChg>
        <pc:spChg chg="mod">
          <ac:chgData name="DAFFA KHUSNUREZA" userId="2542091f-c31a-4322-8934-1db5a3ecbce7" providerId="ADAL" clId="{3E7C2D8D-87AF-45EF-8FB3-54AD4E5C0F60}" dt="2023-01-08T23:32:16.490" v="4398" actId="1036"/>
          <ac:spMkLst>
            <pc:docMk/>
            <pc:sldMk cId="2009381185" sldId="1972"/>
            <ac:spMk id="159" creationId="{9548E2D4-958A-4801-B687-C27B8ACFCB02}"/>
          </ac:spMkLst>
        </pc:spChg>
        <pc:spChg chg="mod">
          <ac:chgData name="DAFFA KHUSNUREZA" userId="2542091f-c31a-4322-8934-1db5a3ecbce7" providerId="ADAL" clId="{3E7C2D8D-87AF-45EF-8FB3-54AD4E5C0F60}" dt="2023-01-08T23:31:48.244" v="4349" actId="1035"/>
          <ac:spMkLst>
            <pc:docMk/>
            <pc:sldMk cId="2009381185" sldId="1972"/>
            <ac:spMk id="166" creationId="{079137C0-EFB7-45CE-A6E9-43FF9F43F792}"/>
          </ac:spMkLst>
        </pc:spChg>
        <pc:spChg chg="mod">
          <ac:chgData name="DAFFA KHUSNUREZA" userId="2542091f-c31a-4322-8934-1db5a3ecbce7" providerId="ADAL" clId="{3E7C2D8D-87AF-45EF-8FB3-54AD4E5C0F60}" dt="2023-01-08T23:31:48.244" v="4349" actId="1035"/>
          <ac:spMkLst>
            <pc:docMk/>
            <pc:sldMk cId="2009381185" sldId="1972"/>
            <ac:spMk id="167" creationId="{FB0C5A44-70EE-47B0-8A3C-DA10D0333D07}"/>
          </ac:spMkLst>
        </pc:spChg>
        <pc:spChg chg="mod">
          <ac:chgData name="DAFFA KHUSNUREZA" userId="2542091f-c31a-4322-8934-1db5a3ecbce7" providerId="ADAL" clId="{3E7C2D8D-87AF-45EF-8FB3-54AD4E5C0F60}" dt="2023-01-08T23:42:50.591" v="4754"/>
          <ac:spMkLst>
            <pc:docMk/>
            <pc:sldMk cId="2009381185" sldId="1972"/>
            <ac:spMk id="221" creationId="{BB4724C8-FD65-45F7-A34C-8504BCB5D6EC}"/>
          </ac:spMkLst>
        </pc:spChg>
      </pc:sldChg>
      <pc:sldChg chg="modSp add">
        <pc:chgData name="DAFFA KHUSNUREZA" userId="2542091f-c31a-4322-8934-1db5a3ecbce7" providerId="ADAL" clId="{3E7C2D8D-87AF-45EF-8FB3-54AD4E5C0F60}" dt="2023-01-08T23:45:54.109" v="4907" actId="20577"/>
        <pc:sldMkLst>
          <pc:docMk/>
          <pc:sldMk cId="2456477819" sldId="1987"/>
        </pc:sldMkLst>
        <pc:spChg chg="mod">
          <ac:chgData name="DAFFA KHUSNUREZA" userId="2542091f-c31a-4322-8934-1db5a3ecbce7" providerId="ADAL" clId="{3E7C2D8D-87AF-45EF-8FB3-54AD4E5C0F60}" dt="2023-01-08T23:44:53.008" v="4807" actId="20577"/>
          <ac:spMkLst>
            <pc:docMk/>
            <pc:sldMk cId="2456477819" sldId="1987"/>
            <ac:spMk id="55" creationId="{221CD7BE-8690-4C2A-A384-241B0B990A77}"/>
          </ac:spMkLst>
        </pc:spChg>
        <pc:spChg chg="mod">
          <ac:chgData name="DAFFA KHUSNUREZA" userId="2542091f-c31a-4322-8934-1db5a3ecbce7" providerId="ADAL" clId="{3E7C2D8D-87AF-45EF-8FB3-54AD4E5C0F60}" dt="2023-01-08T23:45:29.181" v="4860" actId="20577"/>
          <ac:spMkLst>
            <pc:docMk/>
            <pc:sldMk cId="2456477819" sldId="1987"/>
            <ac:spMk id="57" creationId="{86CC4998-FB84-4BFD-93DF-A7F78E300B7A}"/>
          </ac:spMkLst>
        </pc:spChg>
        <pc:spChg chg="mod">
          <ac:chgData name="DAFFA KHUSNUREZA" userId="2542091f-c31a-4322-8934-1db5a3ecbce7" providerId="ADAL" clId="{3E7C2D8D-87AF-45EF-8FB3-54AD4E5C0F60}" dt="2023-01-08T23:45:54.109" v="4907" actId="20577"/>
          <ac:spMkLst>
            <pc:docMk/>
            <pc:sldMk cId="2456477819" sldId="1987"/>
            <ac:spMk id="58" creationId="{939200F1-01CC-49A7-B69B-2DEF73E3DD0A}"/>
          </ac:spMkLst>
        </pc:spChg>
      </pc:sldChg>
      <pc:sldChg chg="addSp delSp modSp add mod modAnim">
        <pc:chgData name="DAFFA KHUSNUREZA" userId="2542091f-c31a-4322-8934-1db5a3ecbce7" providerId="ADAL" clId="{3E7C2D8D-87AF-45EF-8FB3-54AD4E5C0F60}" dt="2023-01-08T23:48:14.088" v="5086" actId="20577"/>
        <pc:sldMkLst>
          <pc:docMk/>
          <pc:sldMk cId="4144276119" sldId="1999"/>
        </pc:sldMkLst>
        <pc:spChg chg="add mod">
          <ac:chgData name="DAFFA KHUSNUREZA" userId="2542091f-c31a-4322-8934-1db5a3ecbce7" providerId="ADAL" clId="{3E7C2D8D-87AF-45EF-8FB3-54AD4E5C0F60}" dt="2023-01-08T23:46:38.109" v="4985" actId="1035"/>
          <ac:spMkLst>
            <pc:docMk/>
            <pc:sldMk cId="4144276119" sldId="1999"/>
            <ac:spMk id="24" creationId="{D8FD578C-B1EB-C7C5-C854-DA666582DD69}"/>
          </ac:spMkLst>
        </pc:spChg>
        <pc:spChg chg="add mod">
          <ac:chgData name="DAFFA KHUSNUREZA" userId="2542091f-c31a-4322-8934-1db5a3ecbce7" providerId="ADAL" clId="{3E7C2D8D-87AF-45EF-8FB3-54AD4E5C0F60}" dt="2023-01-08T23:46:38.109" v="4985" actId="1035"/>
          <ac:spMkLst>
            <pc:docMk/>
            <pc:sldMk cId="4144276119" sldId="1999"/>
            <ac:spMk id="32" creationId="{C37F6D03-3B5C-C708-97D3-2786608B051A}"/>
          </ac:spMkLst>
        </pc:spChg>
        <pc:spChg chg="add mod">
          <ac:chgData name="DAFFA KHUSNUREZA" userId="2542091f-c31a-4322-8934-1db5a3ecbce7" providerId="ADAL" clId="{3E7C2D8D-87AF-45EF-8FB3-54AD4E5C0F60}" dt="2023-01-08T23:46:38.109" v="4985" actId="1035"/>
          <ac:spMkLst>
            <pc:docMk/>
            <pc:sldMk cId="4144276119" sldId="1999"/>
            <ac:spMk id="33" creationId="{40AA2DA7-0DAA-11BE-4FE3-AA8E9768FA00}"/>
          </ac:spMkLst>
        </pc:spChg>
        <pc:spChg chg="mod">
          <ac:chgData name="DAFFA KHUSNUREZA" userId="2542091f-c31a-4322-8934-1db5a3ecbce7" providerId="ADAL" clId="{3E7C2D8D-87AF-45EF-8FB3-54AD4E5C0F60}" dt="2023-01-08T23:47:52.049" v="5047" actId="20577"/>
          <ac:spMkLst>
            <pc:docMk/>
            <pc:sldMk cId="4144276119" sldId="1999"/>
            <ac:spMk id="50" creationId="{8C1DE445-4028-C7AC-B0C1-7BC1DB470C6D}"/>
          </ac:spMkLst>
        </pc:spChg>
        <pc:spChg chg="mod">
          <ac:chgData name="DAFFA KHUSNUREZA" userId="2542091f-c31a-4322-8934-1db5a3ecbce7" providerId="ADAL" clId="{3E7C2D8D-87AF-45EF-8FB3-54AD4E5C0F60}" dt="2023-01-08T23:47:35.121" v="5020" actId="20577"/>
          <ac:spMkLst>
            <pc:docMk/>
            <pc:sldMk cId="4144276119" sldId="1999"/>
            <ac:spMk id="51" creationId="{ED8E70A2-C25F-2DC7-EEC7-6D977EEB11FB}"/>
          </ac:spMkLst>
        </pc:spChg>
        <pc:spChg chg="del">
          <ac:chgData name="DAFFA KHUSNUREZA" userId="2542091f-c31a-4322-8934-1db5a3ecbce7" providerId="ADAL" clId="{3E7C2D8D-87AF-45EF-8FB3-54AD4E5C0F60}" dt="2023-01-08T23:46:30.464" v="4908" actId="478"/>
          <ac:spMkLst>
            <pc:docMk/>
            <pc:sldMk cId="4144276119" sldId="1999"/>
            <ac:spMk id="55" creationId="{221CD7BE-8690-4C2A-A384-241B0B990A77}"/>
          </ac:spMkLst>
        </pc:spChg>
        <pc:spChg chg="del">
          <ac:chgData name="DAFFA KHUSNUREZA" userId="2542091f-c31a-4322-8934-1db5a3ecbce7" providerId="ADAL" clId="{3E7C2D8D-87AF-45EF-8FB3-54AD4E5C0F60}" dt="2023-01-08T23:46:30.464" v="4908" actId="478"/>
          <ac:spMkLst>
            <pc:docMk/>
            <pc:sldMk cId="4144276119" sldId="1999"/>
            <ac:spMk id="57" creationId="{86CC4998-FB84-4BFD-93DF-A7F78E300B7A}"/>
          </ac:spMkLst>
        </pc:spChg>
        <pc:spChg chg="del">
          <ac:chgData name="DAFFA KHUSNUREZA" userId="2542091f-c31a-4322-8934-1db5a3ecbce7" providerId="ADAL" clId="{3E7C2D8D-87AF-45EF-8FB3-54AD4E5C0F60}" dt="2023-01-08T23:46:30.464" v="4908" actId="478"/>
          <ac:spMkLst>
            <pc:docMk/>
            <pc:sldMk cId="4144276119" sldId="1999"/>
            <ac:spMk id="58" creationId="{939200F1-01CC-49A7-B69B-2DEF73E3DD0A}"/>
          </ac:spMkLst>
        </pc:spChg>
        <pc:spChg chg="mod">
          <ac:chgData name="DAFFA KHUSNUREZA" userId="2542091f-c31a-4322-8934-1db5a3ecbce7" providerId="ADAL" clId="{3E7C2D8D-87AF-45EF-8FB3-54AD4E5C0F60}" dt="2023-01-08T23:48:14.088" v="5086" actId="20577"/>
          <ac:spMkLst>
            <pc:docMk/>
            <pc:sldMk cId="4144276119" sldId="1999"/>
            <ac:spMk id="63" creationId="{DDA6899C-A92C-C6F9-9B64-20EFC6AAE176}"/>
          </ac:spMkLst>
        </pc:spChg>
      </pc:sldChg>
      <pc:sldChg chg="add ord">
        <pc:chgData name="DAFFA KHUSNUREZA" userId="2542091f-c31a-4322-8934-1db5a3ecbce7" providerId="ADAL" clId="{3E7C2D8D-87AF-45EF-8FB3-54AD4E5C0F60}" dt="2023-01-12T04:46:03.249" v="5098"/>
        <pc:sldMkLst>
          <pc:docMk/>
          <pc:sldMk cId="2164892231" sldId="2219"/>
        </pc:sldMkLst>
      </pc:sldChg>
      <pc:sldChg chg="add">
        <pc:chgData name="DAFFA KHUSNUREZA" userId="2542091f-c31a-4322-8934-1db5a3ecbce7" providerId="ADAL" clId="{3E7C2D8D-87AF-45EF-8FB3-54AD4E5C0F60}" dt="2023-01-08T18:11:17.140" v="717"/>
        <pc:sldMkLst>
          <pc:docMk/>
          <pc:sldMk cId="855347689" sldId="2330"/>
        </pc:sldMkLst>
      </pc:sldChg>
      <pc:sldChg chg="add del setBg">
        <pc:chgData name="DAFFA KHUSNUREZA" userId="2542091f-c31a-4322-8934-1db5a3ecbce7" providerId="ADAL" clId="{3E7C2D8D-87AF-45EF-8FB3-54AD4E5C0F60}" dt="2023-01-08T18:07:44.203" v="716" actId="47"/>
        <pc:sldMkLst>
          <pc:docMk/>
          <pc:sldMk cId="1491200783" sldId="2338"/>
        </pc:sldMkLst>
      </pc:sldChg>
      <pc:sldChg chg="modSp add mod ord">
        <pc:chgData name="DAFFA KHUSNUREZA" userId="2542091f-c31a-4322-8934-1db5a3ecbce7" providerId="ADAL" clId="{3E7C2D8D-87AF-45EF-8FB3-54AD4E5C0F60}" dt="2023-01-08T18:01:02.422" v="715" actId="14100"/>
        <pc:sldMkLst>
          <pc:docMk/>
          <pc:sldMk cId="1771341828" sldId="2339"/>
        </pc:sldMkLst>
        <pc:spChg chg="mod">
          <ac:chgData name="DAFFA KHUSNUREZA" userId="2542091f-c31a-4322-8934-1db5a3ecbce7" providerId="ADAL" clId="{3E7C2D8D-87AF-45EF-8FB3-54AD4E5C0F60}" dt="2023-01-08T18:01:02.422" v="715" actId="14100"/>
          <ac:spMkLst>
            <pc:docMk/>
            <pc:sldMk cId="1771341828" sldId="2339"/>
            <ac:spMk id="69" creationId="{D6FE005E-F55C-44B1-928F-E2E4BAE5D946}"/>
          </ac:spMkLst>
        </pc:spChg>
      </pc:sldChg>
      <pc:sldChg chg="addSp delSp modSp add mod">
        <pc:chgData name="DAFFA KHUSNUREZA" userId="2542091f-c31a-4322-8934-1db5a3ecbce7" providerId="ADAL" clId="{3E7C2D8D-87AF-45EF-8FB3-54AD4E5C0F60}" dt="2023-01-08T18:00:54.085" v="714" actId="1037"/>
        <pc:sldMkLst>
          <pc:docMk/>
          <pc:sldMk cId="3843045224" sldId="2340"/>
        </pc:sldMkLst>
        <pc:picChg chg="add mod">
          <ac:chgData name="DAFFA KHUSNUREZA" userId="2542091f-c31a-4322-8934-1db5a3ecbce7" providerId="ADAL" clId="{3E7C2D8D-87AF-45EF-8FB3-54AD4E5C0F60}" dt="2023-01-08T18:00:54.085" v="714" actId="1037"/>
          <ac:picMkLst>
            <pc:docMk/>
            <pc:sldMk cId="3843045224" sldId="2340"/>
            <ac:picMk id="2" creationId="{183D32F8-CAF9-C855-63C6-C2E141AC45A9}"/>
          </ac:picMkLst>
        </pc:picChg>
        <pc:picChg chg="del">
          <ac:chgData name="DAFFA KHUSNUREZA" userId="2542091f-c31a-4322-8934-1db5a3ecbce7" providerId="ADAL" clId="{3E7C2D8D-87AF-45EF-8FB3-54AD4E5C0F60}" dt="2023-01-08T17:58:21.248" v="612" actId="478"/>
          <ac:picMkLst>
            <pc:docMk/>
            <pc:sldMk cId="3843045224" sldId="2340"/>
            <ac:picMk id="30" creationId="{0E438CD4-0C18-195E-7053-BFE6B4B209BC}"/>
          </ac:picMkLst>
        </pc:picChg>
      </pc:sldChg>
      <pc:sldChg chg="modSp add mod modAnim">
        <pc:chgData name="DAFFA KHUSNUREZA" userId="2542091f-c31a-4322-8934-1db5a3ecbce7" providerId="ADAL" clId="{3E7C2D8D-87AF-45EF-8FB3-54AD4E5C0F60}" dt="2023-01-08T18:17:13.551" v="801" actId="1076"/>
        <pc:sldMkLst>
          <pc:docMk/>
          <pc:sldMk cId="2225268327" sldId="2341"/>
        </pc:sldMkLst>
        <pc:spChg chg="mod">
          <ac:chgData name="DAFFA KHUSNUREZA" userId="2542091f-c31a-4322-8934-1db5a3ecbce7" providerId="ADAL" clId="{3E7C2D8D-87AF-45EF-8FB3-54AD4E5C0F60}" dt="2023-01-08T18:17:13.551" v="801" actId="1076"/>
          <ac:spMkLst>
            <pc:docMk/>
            <pc:sldMk cId="2225268327" sldId="2341"/>
            <ac:spMk id="5" creationId="{3703A1AC-FA94-423F-8761-8D1657251F8E}"/>
          </ac:spMkLst>
        </pc:spChg>
      </pc:sldChg>
      <pc:sldChg chg="addSp delSp modSp add mod delAnim modAnim">
        <pc:chgData name="DAFFA KHUSNUREZA" userId="2542091f-c31a-4322-8934-1db5a3ecbce7" providerId="ADAL" clId="{3E7C2D8D-87AF-45EF-8FB3-54AD4E5C0F60}" dt="2023-01-08T22:56:57.690" v="2695" actId="1035"/>
        <pc:sldMkLst>
          <pc:docMk/>
          <pc:sldMk cId="1259365808" sldId="2342"/>
        </pc:sldMkLst>
        <pc:spChg chg="mod">
          <ac:chgData name="DAFFA KHUSNUREZA" userId="2542091f-c31a-4322-8934-1db5a3ecbce7" providerId="ADAL" clId="{3E7C2D8D-87AF-45EF-8FB3-54AD4E5C0F60}" dt="2023-01-08T22:56:23.041" v="2680"/>
          <ac:spMkLst>
            <pc:docMk/>
            <pc:sldMk cId="1259365808" sldId="2342"/>
            <ac:spMk id="17" creationId="{A60A686F-8D26-54BF-8333-C36E965B4DD2}"/>
          </ac:spMkLst>
        </pc:spChg>
        <pc:spChg chg="mod">
          <ac:chgData name="DAFFA KHUSNUREZA" userId="2542091f-c31a-4322-8934-1db5a3ecbce7" providerId="ADAL" clId="{3E7C2D8D-87AF-45EF-8FB3-54AD4E5C0F60}" dt="2023-01-08T22:56:23.041" v="2680"/>
          <ac:spMkLst>
            <pc:docMk/>
            <pc:sldMk cId="1259365808" sldId="2342"/>
            <ac:spMk id="18" creationId="{C051F747-0F88-CC15-E191-E4B5BDE5E036}"/>
          </ac:spMkLst>
        </pc:spChg>
        <pc:spChg chg="mod">
          <ac:chgData name="DAFFA KHUSNUREZA" userId="2542091f-c31a-4322-8934-1db5a3ecbce7" providerId="ADAL" clId="{3E7C2D8D-87AF-45EF-8FB3-54AD4E5C0F60}" dt="2023-01-08T22:56:23.041" v="2680"/>
          <ac:spMkLst>
            <pc:docMk/>
            <pc:sldMk cId="1259365808" sldId="2342"/>
            <ac:spMk id="19" creationId="{4255D76A-D124-72D6-FA06-C1B4DA72B42E}"/>
          </ac:spMkLst>
        </pc:spChg>
        <pc:spChg chg="mod">
          <ac:chgData name="DAFFA KHUSNUREZA" userId="2542091f-c31a-4322-8934-1db5a3ecbce7" providerId="ADAL" clId="{3E7C2D8D-87AF-45EF-8FB3-54AD4E5C0F60}" dt="2023-01-08T22:56:23.041" v="2680"/>
          <ac:spMkLst>
            <pc:docMk/>
            <pc:sldMk cId="1259365808" sldId="2342"/>
            <ac:spMk id="20" creationId="{C597D3BF-0121-A91D-587E-6E0BF29FD986}"/>
          </ac:spMkLst>
        </pc:spChg>
        <pc:spChg chg="mod">
          <ac:chgData name="DAFFA KHUSNUREZA" userId="2542091f-c31a-4322-8934-1db5a3ecbce7" providerId="ADAL" clId="{3E7C2D8D-87AF-45EF-8FB3-54AD4E5C0F60}" dt="2023-01-08T22:56:23.041" v="2680"/>
          <ac:spMkLst>
            <pc:docMk/>
            <pc:sldMk cId="1259365808" sldId="2342"/>
            <ac:spMk id="21" creationId="{5DBC077F-944E-E91E-348E-3B9662E654C0}"/>
          </ac:spMkLst>
        </pc:spChg>
        <pc:spChg chg="mod">
          <ac:chgData name="DAFFA KHUSNUREZA" userId="2542091f-c31a-4322-8934-1db5a3ecbce7" providerId="ADAL" clId="{3E7C2D8D-87AF-45EF-8FB3-54AD4E5C0F60}" dt="2023-01-08T22:56:29.851" v="2682"/>
          <ac:spMkLst>
            <pc:docMk/>
            <pc:sldMk cId="1259365808" sldId="2342"/>
            <ac:spMk id="23" creationId="{07B66552-3FB0-E092-D309-6EAC1ABE0217}"/>
          </ac:spMkLst>
        </pc:spChg>
        <pc:spChg chg="mod">
          <ac:chgData name="DAFFA KHUSNUREZA" userId="2542091f-c31a-4322-8934-1db5a3ecbce7" providerId="ADAL" clId="{3E7C2D8D-87AF-45EF-8FB3-54AD4E5C0F60}" dt="2023-01-08T22:56:29.851" v="2682"/>
          <ac:spMkLst>
            <pc:docMk/>
            <pc:sldMk cId="1259365808" sldId="2342"/>
            <ac:spMk id="24" creationId="{ABE2656B-B24B-557A-10F7-D86D06FAA843}"/>
          </ac:spMkLst>
        </pc:spChg>
        <pc:spChg chg="mod">
          <ac:chgData name="DAFFA KHUSNUREZA" userId="2542091f-c31a-4322-8934-1db5a3ecbce7" providerId="ADAL" clId="{3E7C2D8D-87AF-45EF-8FB3-54AD4E5C0F60}" dt="2023-01-08T22:56:29.851" v="2682"/>
          <ac:spMkLst>
            <pc:docMk/>
            <pc:sldMk cId="1259365808" sldId="2342"/>
            <ac:spMk id="25" creationId="{7FF3A157-B7D5-B6C3-F46F-9CABBB3AEFCD}"/>
          </ac:spMkLst>
        </pc:spChg>
        <pc:spChg chg="mod">
          <ac:chgData name="DAFFA KHUSNUREZA" userId="2542091f-c31a-4322-8934-1db5a3ecbce7" providerId="ADAL" clId="{3E7C2D8D-87AF-45EF-8FB3-54AD4E5C0F60}" dt="2023-01-08T22:56:29.851" v="2682"/>
          <ac:spMkLst>
            <pc:docMk/>
            <pc:sldMk cId="1259365808" sldId="2342"/>
            <ac:spMk id="26" creationId="{DD7846C6-A14D-1E93-0058-9AF5E683C589}"/>
          </ac:spMkLst>
        </pc:spChg>
        <pc:spChg chg="mod">
          <ac:chgData name="DAFFA KHUSNUREZA" userId="2542091f-c31a-4322-8934-1db5a3ecbce7" providerId="ADAL" clId="{3E7C2D8D-87AF-45EF-8FB3-54AD4E5C0F60}" dt="2023-01-08T22:56:57.690" v="2695" actId="1035"/>
          <ac:spMkLst>
            <pc:docMk/>
            <pc:sldMk cId="1259365808" sldId="2342"/>
            <ac:spMk id="27" creationId="{AC9FDA09-AB36-167F-8E9E-16D9D5075FA1}"/>
          </ac:spMkLst>
        </pc:spChg>
        <pc:spChg chg="del">
          <ac:chgData name="DAFFA KHUSNUREZA" userId="2542091f-c31a-4322-8934-1db5a3ecbce7" providerId="ADAL" clId="{3E7C2D8D-87AF-45EF-8FB3-54AD4E5C0F60}" dt="2023-01-08T18:17:59.787" v="803" actId="478"/>
          <ac:spMkLst>
            <pc:docMk/>
            <pc:sldMk cId="1259365808" sldId="2342"/>
            <ac:spMk id="53" creationId="{0F0BC06D-E134-45DB-8AAB-C7C56419DA2A}"/>
          </ac:spMkLst>
        </pc:s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6" creationId="{8716F454-EA7E-4E00-B786-063F2C1A5C02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7" creationId="{A243BEA8-4BD3-43BB-85A9-5C86E604B249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10" creationId="{CD1A51B4-302D-4103-BBC2-275063B2C97C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13" creationId="{92CEECF9-7270-43A7-86F6-50DE438DB12D}"/>
          </ac:grpSpMkLst>
        </pc:grpChg>
        <pc:grpChg chg="add del mod">
          <ac:chgData name="DAFFA KHUSNUREZA" userId="2542091f-c31a-4322-8934-1db5a3ecbce7" providerId="ADAL" clId="{3E7C2D8D-87AF-45EF-8FB3-54AD4E5C0F60}" dt="2023-01-08T22:56:27.407" v="2681" actId="478"/>
          <ac:grpSpMkLst>
            <pc:docMk/>
            <pc:sldMk cId="1259365808" sldId="2342"/>
            <ac:grpSpMk id="16" creationId="{1EABB68B-F66D-EC3B-B7F2-CD92FACEB655}"/>
          </ac:grpSpMkLst>
        </pc:grpChg>
        <pc:grpChg chg="add mod">
          <ac:chgData name="DAFFA KHUSNUREZA" userId="2542091f-c31a-4322-8934-1db5a3ecbce7" providerId="ADAL" clId="{3E7C2D8D-87AF-45EF-8FB3-54AD4E5C0F60}" dt="2023-01-08T22:56:43.058" v="2687" actId="1076"/>
          <ac:grpSpMkLst>
            <pc:docMk/>
            <pc:sldMk cId="1259365808" sldId="2342"/>
            <ac:grpSpMk id="22" creationId="{DD89E9E2-01BF-25A5-8B05-202C2DB13316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39" creationId="{8E45418A-C5BF-4909-A56B-2B3C48721F2F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42" creationId="{3626ED4F-5530-45D7-9ACF-0FBF78DA0ECC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46" creationId="{7FEE6650-3725-42FD-B9E2-377D89FD5793}"/>
          </ac:grpSpMkLst>
        </pc:grpChg>
        <pc:grpChg chg="del">
          <ac:chgData name="DAFFA KHUSNUREZA" userId="2542091f-c31a-4322-8934-1db5a3ecbce7" providerId="ADAL" clId="{3E7C2D8D-87AF-45EF-8FB3-54AD4E5C0F60}" dt="2023-01-08T18:17:59.787" v="803" actId="478"/>
          <ac:grpSpMkLst>
            <pc:docMk/>
            <pc:sldMk cId="1259365808" sldId="2342"/>
            <ac:grpSpMk id="49" creationId="{8D10086B-F952-4277-BE84-F568603199ED}"/>
          </ac:grpSpMkLst>
        </pc:grpChg>
        <pc:graphicFrameChg chg="add del">
          <ac:chgData name="DAFFA KHUSNUREZA" userId="2542091f-c31a-4322-8934-1db5a3ecbce7" providerId="ADAL" clId="{3E7C2D8D-87AF-45EF-8FB3-54AD4E5C0F60}" dt="2023-01-08T20:53:12.038" v="1433" actId="3680"/>
          <ac:graphicFrameMkLst>
            <pc:docMk/>
            <pc:sldMk cId="1259365808" sldId="2342"/>
            <ac:graphicFrameMk id="2" creationId="{C2458A4F-89A5-2358-70BB-3E103A38DFB8}"/>
          </ac:graphicFrameMkLst>
        </pc:graphicFrameChg>
        <pc:graphicFrameChg chg="add mod modGraphic">
          <ac:chgData name="DAFFA KHUSNUREZA" userId="2542091f-c31a-4322-8934-1db5a3ecbce7" providerId="ADAL" clId="{3E7C2D8D-87AF-45EF-8FB3-54AD4E5C0F60}" dt="2023-01-08T21:15:35.286" v="1923" actId="14100"/>
          <ac:graphicFrameMkLst>
            <pc:docMk/>
            <pc:sldMk cId="1259365808" sldId="2342"/>
            <ac:graphicFrameMk id="4" creationId="{34E4E698-8CC0-978C-8F97-5FCADC5C3391}"/>
          </ac:graphicFrameMkLst>
        </pc:graphicFrameChg>
        <pc:picChg chg="del">
          <ac:chgData name="DAFFA KHUSNUREZA" userId="2542091f-c31a-4322-8934-1db5a3ecbce7" providerId="ADAL" clId="{3E7C2D8D-87AF-45EF-8FB3-54AD4E5C0F60}" dt="2023-01-08T18:18:02.625" v="804" actId="478"/>
          <ac:picMkLst>
            <pc:docMk/>
            <pc:sldMk cId="1259365808" sldId="2342"/>
            <ac:picMk id="30" creationId="{0E438CD4-0C18-195E-7053-BFE6B4B209BC}"/>
          </ac:picMkLst>
        </pc:picChg>
        <pc:picChg chg="add mod">
          <ac:chgData name="DAFFA KHUSNUREZA" userId="2542091f-c31a-4322-8934-1db5a3ecbce7" providerId="ADAL" clId="{3E7C2D8D-87AF-45EF-8FB3-54AD4E5C0F60}" dt="2023-01-08T20:56:07.419" v="1457" actId="1076"/>
          <ac:picMkLst>
            <pc:docMk/>
            <pc:sldMk cId="1259365808" sldId="2342"/>
            <ac:picMk id="1026" creationId="{506BA06A-647F-B9F2-20A3-65D506C64115}"/>
          </ac:picMkLst>
        </pc:picChg>
        <pc:picChg chg="add mod">
          <ac:chgData name="DAFFA KHUSNUREZA" userId="2542091f-c31a-4322-8934-1db5a3ecbce7" providerId="ADAL" clId="{3E7C2D8D-87AF-45EF-8FB3-54AD4E5C0F60}" dt="2023-01-08T20:56:54.916" v="1464" actId="1076"/>
          <ac:picMkLst>
            <pc:docMk/>
            <pc:sldMk cId="1259365808" sldId="2342"/>
            <ac:picMk id="1028" creationId="{CD73C39F-FAB2-5C0E-6FEB-A3B5BE3F27E1}"/>
          </ac:picMkLst>
        </pc:picChg>
        <pc:picChg chg="add mod">
          <ac:chgData name="DAFFA KHUSNUREZA" userId="2542091f-c31a-4322-8934-1db5a3ecbce7" providerId="ADAL" clId="{3E7C2D8D-87AF-45EF-8FB3-54AD4E5C0F60}" dt="2023-01-08T20:58:22.793" v="1561" actId="14861"/>
          <ac:picMkLst>
            <pc:docMk/>
            <pc:sldMk cId="1259365808" sldId="2342"/>
            <ac:picMk id="1030" creationId="{FD70057B-D5B4-6B4B-20D2-E3ED60F4FD24}"/>
          </ac:picMkLst>
        </pc:picChg>
      </pc:sldChg>
      <pc:sldChg chg="add del setBg">
        <pc:chgData name="DAFFA KHUSNUREZA" userId="2542091f-c31a-4322-8934-1db5a3ecbce7" providerId="ADAL" clId="{3E7C2D8D-87AF-45EF-8FB3-54AD4E5C0F60}" dt="2023-01-08T18:34:21.588" v="1094" actId="47"/>
        <pc:sldMkLst>
          <pc:docMk/>
          <pc:sldMk cId="291832839" sldId="2343"/>
        </pc:sldMkLst>
      </pc:sldChg>
      <pc:sldChg chg="addSp delSp modSp add del mod addAnim delAnim modAnim">
        <pc:chgData name="DAFFA KHUSNUREZA" userId="2542091f-c31a-4322-8934-1db5a3ecbce7" providerId="ADAL" clId="{3E7C2D8D-87AF-45EF-8FB3-54AD4E5C0F60}" dt="2023-01-08T18:34:17.475" v="1092" actId="47"/>
        <pc:sldMkLst>
          <pc:docMk/>
          <pc:sldMk cId="3059017833" sldId="2343"/>
        </pc:sldMkLst>
        <pc:spChg chg="add mod">
          <ac:chgData name="DAFFA KHUSNUREZA" userId="2542091f-c31a-4322-8934-1db5a3ecbce7" providerId="ADAL" clId="{3E7C2D8D-87AF-45EF-8FB3-54AD4E5C0F60}" dt="2023-01-08T18:28:21.172" v="1043" actId="255"/>
          <ac:spMkLst>
            <pc:docMk/>
            <pc:sldMk cId="3059017833" sldId="2343"/>
            <ac:spMk id="2" creationId="{A7EB0FA5-04B1-5403-2764-A730036542D4}"/>
          </ac:spMkLst>
        </pc:spChg>
        <pc:spChg chg="mod topLvl">
          <ac:chgData name="DAFFA KHUSNUREZA" userId="2542091f-c31a-4322-8934-1db5a3ecbce7" providerId="ADAL" clId="{3E7C2D8D-87AF-45EF-8FB3-54AD4E5C0F60}" dt="2023-01-08T18:25:54.290" v="1016" actId="165"/>
          <ac:spMkLst>
            <pc:docMk/>
            <pc:sldMk cId="3059017833" sldId="2343"/>
            <ac:spMk id="6" creationId="{27397D9F-C3BC-4133-9507-4404B6AE0E1B}"/>
          </ac:spMkLst>
        </pc:spChg>
        <pc:spChg chg="add del mod">
          <ac:chgData name="DAFFA KHUSNUREZA" userId="2542091f-c31a-4322-8934-1db5a3ecbce7" providerId="ADAL" clId="{3E7C2D8D-87AF-45EF-8FB3-54AD4E5C0F60}" dt="2023-01-08T18:34:11.299" v="1091" actId="1076"/>
          <ac:spMkLst>
            <pc:docMk/>
            <pc:sldMk cId="3059017833" sldId="2343"/>
            <ac:spMk id="7" creationId="{E356B162-31D4-A563-44E2-678D050DAC8E}"/>
          </ac:spMkLst>
        </pc:spChg>
        <pc:spChg chg="add del mod">
          <ac:chgData name="DAFFA KHUSNUREZA" userId="2542091f-c31a-4322-8934-1db5a3ecbce7" providerId="ADAL" clId="{3E7C2D8D-87AF-45EF-8FB3-54AD4E5C0F60}" dt="2023-01-08T18:34:10.587" v="1090"/>
          <ac:spMkLst>
            <pc:docMk/>
            <pc:sldMk cId="3059017833" sldId="2343"/>
            <ac:spMk id="8" creationId="{428A7619-6A9E-8DFD-99C4-A03A0CB53FC5}"/>
          </ac:spMkLst>
        </pc:spChg>
        <pc:spChg chg="add del mod">
          <ac:chgData name="DAFFA KHUSNUREZA" userId="2542091f-c31a-4322-8934-1db5a3ecbce7" providerId="ADAL" clId="{3E7C2D8D-87AF-45EF-8FB3-54AD4E5C0F60}" dt="2023-01-08T18:34:09.583" v="1088"/>
          <ac:spMkLst>
            <pc:docMk/>
            <pc:sldMk cId="3059017833" sldId="2343"/>
            <ac:spMk id="9" creationId="{4EE51FF3-9180-29CB-83EC-74998C21D501}"/>
          </ac:spMkLst>
        </pc:spChg>
        <pc:spChg chg="del mod topLvl">
          <ac:chgData name="DAFFA KHUSNUREZA" userId="2542091f-c31a-4322-8934-1db5a3ecbce7" providerId="ADAL" clId="{3E7C2D8D-87AF-45EF-8FB3-54AD4E5C0F60}" dt="2023-01-08T18:31:03.691" v="1051" actId="478"/>
          <ac:spMkLst>
            <pc:docMk/>
            <pc:sldMk cId="3059017833" sldId="2343"/>
            <ac:spMk id="23" creationId="{B9A829D0-22E1-48A1-B518-DA5E66FA8C5F}"/>
          </ac:spMkLst>
        </pc:spChg>
        <pc:spChg chg="mod topLvl">
          <ac:chgData name="DAFFA KHUSNUREZA" userId="2542091f-c31a-4322-8934-1db5a3ecbce7" providerId="ADAL" clId="{3E7C2D8D-87AF-45EF-8FB3-54AD4E5C0F60}" dt="2023-01-08T18:25:54.290" v="1016" actId="165"/>
          <ac:spMkLst>
            <pc:docMk/>
            <pc:sldMk cId="3059017833" sldId="2343"/>
            <ac:spMk id="25" creationId="{06470F01-3830-44CA-BC3D-CEE487C58FEB}"/>
          </ac:spMkLst>
        </pc:spChg>
        <pc:spChg chg="mod topLvl">
          <ac:chgData name="DAFFA KHUSNUREZA" userId="2542091f-c31a-4322-8934-1db5a3ecbce7" providerId="ADAL" clId="{3E7C2D8D-87AF-45EF-8FB3-54AD4E5C0F60}" dt="2023-01-08T18:25:54.290" v="1016" actId="165"/>
          <ac:spMkLst>
            <pc:docMk/>
            <pc:sldMk cId="3059017833" sldId="2343"/>
            <ac:spMk id="26" creationId="{9D3C3F42-3A55-4CC3-B917-B1C338764559}"/>
          </ac:spMkLst>
        </pc:spChg>
        <pc:grpChg chg="del">
          <ac:chgData name="DAFFA KHUSNUREZA" userId="2542091f-c31a-4322-8934-1db5a3ecbce7" providerId="ADAL" clId="{3E7C2D8D-87AF-45EF-8FB3-54AD4E5C0F60}" dt="2023-01-08T18:25:54.290" v="1016" actId="165"/>
          <ac:grpSpMkLst>
            <pc:docMk/>
            <pc:sldMk cId="3059017833" sldId="2343"/>
            <ac:grpSpMk id="29" creationId="{B227BE07-3014-4E8A-9165-ADAA6A3B5D3D}"/>
          </ac:grpSpMkLst>
        </pc:grpChg>
      </pc:sldChg>
      <pc:sldChg chg="addSp delSp modSp add mod modAnim">
        <pc:chgData name="DAFFA KHUSNUREZA" userId="2542091f-c31a-4322-8934-1db5a3ecbce7" providerId="ADAL" clId="{3E7C2D8D-87AF-45EF-8FB3-54AD4E5C0F60}" dt="2023-01-08T18:36:56.375" v="1146"/>
        <pc:sldMkLst>
          <pc:docMk/>
          <pc:sldMk cId="3780438434" sldId="2343"/>
        </pc:sldMkLst>
        <pc:spChg chg="add mod">
          <ac:chgData name="DAFFA KHUSNUREZA" userId="2542091f-c31a-4322-8934-1db5a3ecbce7" providerId="ADAL" clId="{3E7C2D8D-87AF-45EF-8FB3-54AD4E5C0F60}" dt="2023-01-08T18:36:42.818" v="1144" actId="1036"/>
          <ac:spMkLst>
            <pc:docMk/>
            <pc:sldMk cId="3780438434" sldId="2343"/>
            <ac:spMk id="2" creationId="{B5960D77-238E-8B6C-3ADA-412F1CCA8A23}"/>
          </ac:spMkLst>
        </pc:spChg>
        <pc:spChg chg="mod topLvl">
          <ac:chgData name="DAFFA KHUSNUREZA" userId="2542091f-c31a-4322-8934-1db5a3ecbce7" providerId="ADAL" clId="{3E7C2D8D-87AF-45EF-8FB3-54AD4E5C0F60}" dt="2023-01-08T18:35:54.120" v="1108" actId="165"/>
          <ac:spMkLst>
            <pc:docMk/>
            <pc:sldMk cId="3780438434" sldId="2343"/>
            <ac:spMk id="6" creationId="{27397D9F-C3BC-4133-9507-4404B6AE0E1B}"/>
          </ac:spMkLst>
        </pc:spChg>
        <pc:spChg chg="mod topLvl">
          <ac:chgData name="DAFFA KHUSNUREZA" userId="2542091f-c31a-4322-8934-1db5a3ecbce7" providerId="ADAL" clId="{3E7C2D8D-87AF-45EF-8FB3-54AD4E5C0F60}" dt="2023-01-08T18:35:54.120" v="1108" actId="165"/>
          <ac:spMkLst>
            <pc:docMk/>
            <pc:sldMk cId="3780438434" sldId="2343"/>
            <ac:spMk id="23" creationId="{B9A829D0-22E1-48A1-B518-DA5E66FA8C5F}"/>
          </ac:spMkLst>
        </pc:spChg>
        <pc:spChg chg="mod topLvl">
          <ac:chgData name="DAFFA KHUSNUREZA" userId="2542091f-c31a-4322-8934-1db5a3ecbce7" providerId="ADAL" clId="{3E7C2D8D-87AF-45EF-8FB3-54AD4E5C0F60}" dt="2023-01-08T18:35:54.120" v="1108" actId="165"/>
          <ac:spMkLst>
            <pc:docMk/>
            <pc:sldMk cId="3780438434" sldId="2343"/>
            <ac:spMk id="25" creationId="{06470F01-3830-44CA-BC3D-CEE487C58FEB}"/>
          </ac:spMkLst>
        </pc:spChg>
        <pc:spChg chg="mod topLvl">
          <ac:chgData name="DAFFA KHUSNUREZA" userId="2542091f-c31a-4322-8934-1db5a3ecbce7" providerId="ADAL" clId="{3E7C2D8D-87AF-45EF-8FB3-54AD4E5C0F60}" dt="2023-01-08T18:35:54.120" v="1108" actId="165"/>
          <ac:spMkLst>
            <pc:docMk/>
            <pc:sldMk cId="3780438434" sldId="2343"/>
            <ac:spMk id="26" creationId="{9D3C3F42-3A55-4CC3-B917-B1C338764559}"/>
          </ac:spMkLst>
        </pc:spChg>
        <pc:grpChg chg="del">
          <ac:chgData name="DAFFA KHUSNUREZA" userId="2542091f-c31a-4322-8934-1db5a3ecbce7" providerId="ADAL" clId="{3E7C2D8D-87AF-45EF-8FB3-54AD4E5C0F60}" dt="2023-01-08T18:35:54.120" v="1108" actId="165"/>
          <ac:grpSpMkLst>
            <pc:docMk/>
            <pc:sldMk cId="3780438434" sldId="2343"/>
            <ac:grpSpMk id="29" creationId="{B227BE07-3014-4E8A-9165-ADAA6A3B5D3D}"/>
          </ac:grpSpMkLst>
        </pc:grpChg>
      </pc:sldChg>
      <pc:sldChg chg="addSp delSp modSp add mod delAnim modAnim">
        <pc:chgData name="DAFFA KHUSNUREZA" userId="2542091f-c31a-4322-8934-1db5a3ecbce7" providerId="ADAL" clId="{3E7C2D8D-87AF-45EF-8FB3-54AD4E5C0F60}" dt="2023-01-08T18:41:44.605" v="1296" actId="13244"/>
        <pc:sldMkLst>
          <pc:docMk/>
          <pc:sldMk cId="1210181637" sldId="2344"/>
        </pc:sldMkLst>
        <pc:spChg chg="mod">
          <ac:chgData name="DAFFA KHUSNUREZA" userId="2542091f-c31a-4322-8934-1db5a3ecbce7" providerId="ADAL" clId="{3E7C2D8D-87AF-45EF-8FB3-54AD4E5C0F60}" dt="2023-01-08T18:39:11.392" v="1286" actId="20577"/>
          <ac:spMkLst>
            <pc:docMk/>
            <pc:sldMk cId="1210181637" sldId="2344"/>
            <ac:spMk id="2" creationId="{B5960D77-238E-8B6C-3ADA-412F1CCA8A23}"/>
          </ac:spMkLst>
        </pc:spChg>
        <pc:spChg chg="add mod ord">
          <ac:chgData name="DAFFA KHUSNUREZA" userId="2542091f-c31a-4322-8934-1db5a3ecbce7" providerId="ADAL" clId="{3E7C2D8D-87AF-45EF-8FB3-54AD4E5C0F60}" dt="2023-01-08T18:41:44.605" v="1296" actId="13244"/>
          <ac:spMkLst>
            <pc:docMk/>
            <pc:sldMk cId="1210181637" sldId="2344"/>
            <ac:spMk id="7" creationId="{AB3E1748-A535-5A42-83DF-904F9BABF2B4}"/>
          </ac:spMkLst>
        </pc:spChg>
        <pc:spChg chg="del">
          <ac:chgData name="DAFFA KHUSNUREZA" userId="2542091f-c31a-4322-8934-1db5a3ecbce7" providerId="ADAL" clId="{3E7C2D8D-87AF-45EF-8FB3-54AD4E5C0F60}" dt="2023-01-08T18:37:11.376" v="1150" actId="478"/>
          <ac:spMkLst>
            <pc:docMk/>
            <pc:sldMk cId="1210181637" sldId="2344"/>
            <ac:spMk id="23" creationId="{B9A829D0-22E1-48A1-B518-DA5E66FA8C5F}"/>
          </ac:spMkLst>
        </pc:spChg>
      </pc:sldChg>
      <pc:sldChg chg="add del">
        <pc:chgData name="DAFFA KHUSNUREZA" userId="2542091f-c31a-4322-8934-1db5a3ecbce7" providerId="ADAL" clId="{3E7C2D8D-87AF-45EF-8FB3-54AD4E5C0F60}" dt="2023-01-08T18:26:22.224" v="1019" actId="47"/>
        <pc:sldMkLst>
          <pc:docMk/>
          <pc:sldMk cId="1542208356" sldId="2344"/>
        </pc:sldMkLst>
      </pc:sldChg>
      <pc:sldChg chg="add del setBg">
        <pc:chgData name="DAFFA KHUSNUREZA" userId="2542091f-c31a-4322-8934-1db5a3ecbce7" providerId="ADAL" clId="{3E7C2D8D-87AF-45EF-8FB3-54AD4E5C0F60}" dt="2023-01-08T18:37:01.864" v="1148" actId="47"/>
        <pc:sldMkLst>
          <pc:docMk/>
          <pc:sldMk cId="3607296565" sldId="2344"/>
        </pc:sldMkLst>
      </pc:sldChg>
      <pc:sldChg chg="addSp delSp modSp add del mod ord">
        <pc:chgData name="DAFFA KHUSNUREZA" userId="2542091f-c31a-4322-8934-1db5a3ecbce7" providerId="ADAL" clId="{3E7C2D8D-87AF-45EF-8FB3-54AD4E5C0F60}" dt="2023-01-08T22:59:47.158" v="2696" actId="47"/>
        <pc:sldMkLst>
          <pc:docMk/>
          <pc:sldMk cId="161144992" sldId="2345"/>
        </pc:sldMkLst>
        <pc:spChg chg="add del mod">
          <ac:chgData name="DAFFA KHUSNUREZA" userId="2542091f-c31a-4322-8934-1db5a3ecbce7" providerId="ADAL" clId="{3E7C2D8D-87AF-45EF-8FB3-54AD4E5C0F60}" dt="2023-01-08T22:19:10.305" v="2364" actId="478"/>
          <ac:spMkLst>
            <pc:docMk/>
            <pc:sldMk cId="161144992" sldId="2345"/>
            <ac:spMk id="2" creationId="{26669D66-82A3-4494-E10E-050ADA29CA97}"/>
          </ac:spMkLst>
        </pc:spChg>
        <pc:spChg chg="add del mod">
          <ac:chgData name="DAFFA KHUSNUREZA" userId="2542091f-c31a-4322-8934-1db5a3ecbce7" providerId="ADAL" clId="{3E7C2D8D-87AF-45EF-8FB3-54AD4E5C0F60}" dt="2023-01-08T22:19:10.305" v="2364" actId="478"/>
          <ac:spMkLst>
            <pc:docMk/>
            <pc:sldMk cId="161144992" sldId="2345"/>
            <ac:spMk id="3" creationId="{95589D8A-EEC6-B4FF-3627-22D8015E6390}"/>
          </ac:spMkLst>
        </pc:spChg>
        <pc:spChg chg="add del mod">
          <ac:chgData name="DAFFA KHUSNUREZA" userId="2542091f-c31a-4322-8934-1db5a3ecbce7" providerId="ADAL" clId="{3E7C2D8D-87AF-45EF-8FB3-54AD4E5C0F60}" dt="2023-01-08T22:19:10.305" v="2364" actId="478"/>
          <ac:spMkLst>
            <pc:docMk/>
            <pc:sldMk cId="161144992" sldId="2345"/>
            <ac:spMk id="4" creationId="{1F1DD0E6-9B55-82A5-F140-478567239EF3}"/>
          </ac:spMkLst>
        </pc:spChg>
        <pc:spChg chg="add del mod">
          <ac:chgData name="DAFFA KHUSNUREZA" userId="2542091f-c31a-4322-8934-1db5a3ecbce7" providerId="ADAL" clId="{3E7C2D8D-87AF-45EF-8FB3-54AD4E5C0F60}" dt="2023-01-08T22:19:10.305" v="2364" actId="478"/>
          <ac:spMkLst>
            <pc:docMk/>
            <pc:sldMk cId="161144992" sldId="2345"/>
            <ac:spMk id="5" creationId="{B274F883-FC9F-BED4-3240-E32604B1A87A}"/>
          </ac:spMkLst>
        </pc:spChg>
        <pc:spChg chg="mod">
          <ac:chgData name="DAFFA KHUSNUREZA" userId="2542091f-c31a-4322-8934-1db5a3ecbce7" providerId="ADAL" clId="{3E7C2D8D-87AF-45EF-8FB3-54AD4E5C0F60}" dt="2023-01-08T21:18:41.250" v="1952" actId="20577"/>
          <ac:spMkLst>
            <pc:docMk/>
            <pc:sldMk cId="161144992" sldId="2345"/>
            <ac:spMk id="28" creationId="{C30E30F7-39B3-4192-8A09-45A2D3EDD652}"/>
          </ac:spMkLst>
        </pc:spChg>
      </pc:sldChg>
      <pc:sldChg chg="addSp delSp modSp add mod modAnim">
        <pc:chgData name="DAFFA KHUSNUREZA" userId="2542091f-c31a-4322-8934-1db5a3ecbce7" providerId="ADAL" clId="{3E7C2D8D-87AF-45EF-8FB3-54AD4E5C0F60}" dt="2023-01-08T23:22:22.390" v="3885" actId="20577"/>
        <pc:sldMkLst>
          <pc:docMk/>
          <pc:sldMk cId="1045973733" sldId="2346"/>
        </pc:sldMkLst>
        <pc:spChg chg="add mod">
          <ac:chgData name="DAFFA KHUSNUREZA" userId="2542091f-c31a-4322-8934-1db5a3ecbce7" providerId="ADAL" clId="{3E7C2D8D-87AF-45EF-8FB3-54AD4E5C0F60}" dt="2023-01-08T21:52:55.420" v="2197" actId="207"/>
          <ac:spMkLst>
            <pc:docMk/>
            <pc:sldMk cId="1045973733" sldId="2346"/>
            <ac:spMk id="2" creationId="{2E628B90-66CF-305A-1810-6A01E91FAFF1}"/>
          </ac:spMkLst>
        </pc:spChg>
        <pc:spChg chg="add mod">
          <ac:chgData name="DAFFA KHUSNUREZA" userId="2542091f-c31a-4322-8934-1db5a3ecbce7" providerId="ADAL" clId="{3E7C2D8D-87AF-45EF-8FB3-54AD4E5C0F60}" dt="2023-01-08T21:52:12.149" v="2188" actId="1076"/>
          <ac:spMkLst>
            <pc:docMk/>
            <pc:sldMk cId="1045973733" sldId="2346"/>
            <ac:spMk id="3" creationId="{FCE16FE0-C130-9B8A-7FB6-0CC826A69E66}"/>
          </ac:spMkLst>
        </pc:spChg>
        <pc:spChg chg="add mod">
          <ac:chgData name="DAFFA KHUSNUREZA" userId="2542091f-c31a-4322-8934-1db5a3ecbce7" providerId="ADAL" clId="{3E7C2D8D-87AF-45EF-8FB3-54AD4E5C0F60}" dt="2023-01-08T21:50:36.884" v="2170" actId="14100"/>
          <ac:spMkLst>
            <pc:docMk/>
            <pc:sldMk cId="1045973733" sldId="2346"/>
            <ac:spMk id="4" creationId="{2D1BC032-6552-D804-4BCA-EF4F30661360}"/>
          </ac:spMkLst>
        </pc:spChg>
        <pc:spChg chg="add mod">
          <ac:chgData name="DAFFA KHUSNUREZA" userId="2542091f-c31a-4322-8934-1db5a3ecbce7" providerId="ADAL" clId="{3E7C2D8D-87AF-45EF-8FB3-54AD4E5C0F60}" dt="2023-01-08T21:52:12.543" v="2189" actId="1076"/>
          <ac:spMkLst>
            <pc:docMk/>
            <pc:sldMk cId="1045973733" sldId="2346"/>
            <ac:spMk id="5" creationId="{56D9E6A2-399F-B357-5953-16786E10D505}"/>
          </ac:spMkLst>
        </pc:spChg>
        <pc:spChg chg="add mod">
          <ac:chgData name="DAFFA KHUSNUREZA" userId="2542091f-c31a-4322-8934-1db5a3ecbce7" providerId="ADAL" clId="{3E7C2D8D-87AF-45EF-8FB3-54AD4E5C0F60}" dt="2023-01-08T21:50:27.319" v="2168" actId="14100"/>
          <ac:spMkLst>
            <pc:docMk/>
            <pc:sldMk cId="1045973733" sldId="2346"/>
            <ac:spMk id="6" creationId="{476BBA4C-C21E-164B-E41E-1A701C65E63C}"/>
          </ac:spMkLst>
        </pc:spChg>
        <pc:spChg chg="add mod">
          <ac:chgData name="DAFFA KHUSNUREZA" userId="2542091f-c31a-4322-8934-1db5a3ecbce7" providerId="ADAL" clId="{3E7C2D8D-87AF-45EF-8FB3-54AD4E5C0F60}" dt="2023-01-08T21:52:38.518" v="2195" actId="207"/>
          <ac:spMkLst>
            <pc:docMk/>
            <pc:sldMk cId="1045973733" sldId="2346"/>
            <ac:spMk id="12" creationId="{F60C6FD0-B2E2-E355-5A8D-21B49FDEBA1C}"/>
          </ac:spMkLst>
        </pc:spChg>
        <pc:spChg chg="add mod">
          <ac:chgData name="DAFFA KHUSNUREZA" userId="2542091f-c31a-4322-8934-1db5a3ecbce7" providerId="ADAL" clId="{3E7C2D8D-87AF-45EF-8FB3-54AD4E5C0F60}" dt="2023-01-08T21:52:38.518" v="2195" actId="207"/>
          <ac:spMkLst>
            <pc:docMk/>
            <pc:sldMk cId="1045973733" sldId="2346"/>
            <ac:spMk id="15" creationId="{C81A11EC-4D54-95EF-162C-C5DCC95C7A4C}"/>
          </ac:spMkLst>
        </pc:spChg>
        <pc:spChg chg="add mod">
          <ac:chgData name="DAFFA KHUSNUREZA" userId="2542091f-c31a-4322-8934-1db5a3ecbce7" providerId="ADAL" clId="{3E7C2D8D-87AF-45EF-8FB3-54AD4E5C0F60}" dt="2023-01-08T21:49:07.297" v="2154" actId="2085"/>
          <ac:spMkLst>
            <pc:docMk/>
            <pc:sldMk cId="1045973733" sldId="2346"/>
            <ac:spMk id="16" creationId="{68B1FAD5-5DC1-7706-258C-B01E7D0533E3}"/>
          </ac:spMkLst>
        </pc:spChg>
        <pc:spChg chg="add mod">
          <ac:chgData name="DAFFA KHUSNUREZA" userId="2542091f-c31a-4322-8934-1db5a3ecbce7" providerId="ADAL" clId="{3E7C2D8D-87AF-45EF-8FB3-54AD4E5C0F60}" dt="2023-01-08T21:52:11.815" v="2187" actId="1076"/>
          <ac:spMkLst>
            <pc:docMk/>
            <pc:sldMk cId="1045973733" sldId="2346"/>
            <ac:spMk id="18" creationId="{9A705A0D-D092-B8DC-0215-9137A25965BC}"/>
          </ac:spMkLst>
        </pc:spChg>
        <pc:spChg chg="add mod">
          <ac:chgData name="DAFFA KHUSNUREZA" userId="2542091f-c31a-4322-8934-1db5a3ecbce7" providerId="ADAL" clId="{3E7C2D8D-87AF-45EF-8FB3-54AD4E5C0F60}" dt="2023-01-08T21:52:11.560" v="2186" actId="1076"/>
          <ac:spMkLst>
            <pc:docMk/>
            <pc:sldMk cId="1045973733" sldId="2346"/>
            <ac:spMk id="19" creationId="{53DAB31B-D94F-1D3A-D104-513C3E39146F}"/>
          </ac:spMkLst>
        </pc:spChg>
        <pc:spChg chg="add mod">
          <ac:chgData name="DAFFA KHUSNUREZA" userId="2542091f-c31a-4322-8934-1db5a3ecbce7" providerId="ADAL" clId="{3E7C2D8D-87AF-45EF-8FB3-54AD4E5C0F60}" dt="2023-01-08T23:02:00.867" v="2715" actId="1076"/>
          <ac:spMkLst>
            <pc:docMk/>
            <pc:sldMk cId="1045973733" sldId="2346"/>
            <ac:spMk id="20" creationId="{A806EEEC-B7BA-270F-5FB2-C1AC269DA7FB}"/>
          </ac:spMkLst>
        </pc:spChg>
        <pc:spChg chg="add mod">
          <ac:chgData name="DAFFA KHUSNUREZA" userId="2542091f-c31a-4322-8934-1db5a3ecbce7" providerId="ADAL" clId="{3E7C2D8D-87AF-45EF-8FB3-54AD4E5C0F60}" dt="2023-01-08T23:02:36.335" v="2735" actId="20577"/>
          <ac:spMkLst>
            <pc:docMk/>
            <pc:sldMk cId="1045973733" sldId="2346"/>
            <ac:spMk id="21" creationId="{B2D3617E-0B8F-A65C-ACE2-DA5F6161DD46}"/>
          </ac:spMkLst>
        </pc:spChg>
        <pc:spChg chg="add mod">
          <ac:chgData name="DAFFA KHUSNUREZA" userId="2542091f-c31a-4322-8934-1db5a3ecbce7" providerId="ADAL" clId="{3E7C2D8D-87AF-45EF-8FB3-54AD4E5C0F60}" dt="2023-01-08T23:03:00.188" v="2747" actId="1076"/>
          <ac:spMkLst>
            <pc:docMk/>
            <pc:sldMk cId="1045973733" sldId="2346"/>
            <ac:spMk id="22" creationId="{8DC22C1C-3E51-EBF5-8D11-02EFF8F93844}"/>
          </ac:spMkLst>
        </pc:spChg>
        <pc:spChg chg="add mod">
          <ac:chgData name="DAFFA KHUSNUREZA" userId="2542091f-c31a-4322-8934-1db5a3ecbce7" providerId="ADAL" clId="{3E7C2D8D-87AF-45EF-8FB3-54AD4E5C0F60}" dt="2023-01-08T23:04:32.605" v="2828" actId="1076"/>
          <ac:spMkLst>
            <pc:docMk/>
            <pc:sldMk cId="1045973733" sldId="2346"/>
            <ac:spMk id="23" creationId="{9C4BA3AE-8559-83DD-5F20-54405CD4CC00}"/>
          </ac:spMkLst>
        </pc:spChg>
        <pc:spChg chg="add mod">
          <ac:chgData name="DAFFA KHUSNUREZA" userId="2542091f-c31a-4322-8934-1db5a3ecbce7" providerId="ADAL" clId="{3E7C2D8D-87AF-45EF-8FB3-54AD4E5C0F60}" dt="2023-01-08T23:19:06.063" v="3422" actId="20577"/>
          <ac:spMkLst>
            <pc:docMk/>
            <pc:sldMk cId="1045973733" sldId="2346"/>
            <ac:spMk id="24" creationId="{F0600B6B-6D21-0C31-CA2F-63EE241509EC}"/>
          </ac:spMkLst>
        </pc:spChg>
        <pc:spChg chg="add mod">
          <ac:chgData name="DAFFA KHUSNUREZA" userId="2542091f-c31a-4322-8934-1db5a3ecbce7" providerId="ADAL" clId="{3E7C2D8D-87AF-45EF-8FB3-54AD4E5C0F60}" dt="2023-01-08T23:03:57.617" v="2807" actId="20577"/>
          <ac:spMkLst>
            <pc:docMk/>
            <pc:sldMk cId="1045973733" sldId="2346"/>
            <ac:spMk id="25" creationId="{B4E41963-512E-54C0-C762-7E66847A6323}"/>
          </ac:spMkLst>
        </pc:spChg>
        <pc:spChg chg="add mod">
          <ac:chgData name="DAFFA KHUSNUREZA" userId="2542091f-c31a-4322-8934-1db5a3ecbce7" providerId="ADAL" clId="{3E7C2D8D-87AF-45EF-8FB3-54AD4E5C0F60}" dt="2023-01-08T23:19:13.756" v="3440" actId="20577"/>
          <ac:spMkLst>
            <pc:docMk/>
            <pc:sldMk cId="1045973733" sldId="2346"/>
            <ac:spMk id="26" creationId="{4F018C30-4217-3441-74E0-9DB0929D3BE6}"/>
          </ac:spMkLst>
        </pc:spChg>
        <pc:spChg chg="add mod">
          <ac:chgData name="DAFFA KHUSNUREZA" userId="2542091f-c31a-4322-8934-1db5a3ecbce7" providerId="ADAL" clId="{3E7C2D8D-87AF-45EF-8FB3-54AD4E5C0F60}" dt="2023-01-08T23:04:50.036" v="2844" actId="20577"/>
          <ac:spMkLst>
            <pc:docMk/>
            <pc:sldMk cId="1045973733" sldId="2346"/>
            <ac:spMk id="27" creationId="{D4D16408-D616-DBE2-D260-9F9279433A1B}"/>
          </ac:spMkLst>
        </pc:spChg>
        <pc:spChg chg="add mod">
          <ac:chgData name="DAFFA KHUSNUREZA" userId="2542091f-c31a-4322-8934-1db5a3ecbce7" providerId="ADAL" clId="{3E7C2D8D-87AF-45EF-8FB3-54AD4E5C0F60}" dt="2023-01-08T23:05:18.431" v="2865" actId="20577"/>
          <ac:spMkLst>
            <pc:docMk/>
            <pc:sldMk cId="1045973733" sldId="2346"/>
            <ac:spMk id="28" creationId="{E52F35F2-C0FB-637C-7630-AF0492726B6B}"/>
          </ac:spMkLst>
        </pc:spChg>
        <pc:spChg chg="add del mod">
          <ac:chgData name="DAFFA KHUSNUREZA" userId="2542091f-c31a-4322-8934-1db5a3ecbce7" providerId="ADAL" clId="{3E7C2D8D-87AF-45EF-8FB3-54AD4E5C0F60}" dt="2023-01-08T23:06:11.344" v="2870"/>
          <ac:spMkLst>
            <pc:docMk/>
            <pc:sldMk cId="1045973733" sldId="2346"/>
            <ac:spMk id="29" creationId="{3F5E1D46-BA21-7513-9966-304C7C7637C9}"/>
          </ac:spMkLst>
        </pc:spChg>
        <pc:spChg chg="add mod">
          <ac:chgData name="DAFFA KHUSNUREZA" userId="2542091f-c31a-4322-8934-1db5a3ecbce7" providerId="ADAL" clId="{3E7C2D8D-87AF-45EF-8FB3-54AD4E5C0F60}" dt="2023-01-08T23:11:26.015" v="2941" actId="20577"/>
          <ac:spMkLst>
            <pc:docMk/>
            <pc:sldMk cId="1045973733" sldId="2346"/>
            <ac:spMk id="30" creationId="{DE3C454C-3E47-1B2F-3692-E3FA83D93337}"/>
          </ac:spMkLst>
        </pc:spChg>
        <pc:spChg chg="add mod">
          <ac:chgData name="DAFFA KHUSNUREZA" userId="2542091f-c31a-4322-8934-1db5a3ecbce7" providerId="ADAL" clId="{3E7C2D8D-87AF-45EF-8FB3-54AD4E5C0F60}" dt="2023-01-08T23:14:00.539" v="3031" actId="1076"/>
          <ac:spMkLst>
            <pc:docMk/>
            <pc:sldMk cId="1045973733" sldId="2346"/>
            <ac:spMk id="31" creationId="{A0EEE322-457E-A966-12C7-F69DB5B401D9}"/>
          </ac:spMkLst>
        </pc:spChg>
        <pc:spChg chg="add mod">
          <ac:chgData name="DAFFA KHUSNUREZA" userId="2542091f-c31a-4322-8934-1db5a3ecbce7" providerId="ADAL" clId="{3E7C2D8D-87AF-45EF-8FB3-54AD4E5C0F60}" dt="2023-01-08T23:14:50.964" v="3104" actId="1076"/>
          <ac:spMkLst>
            <pc:docMk/>
            <pc:sldMk cId="1045973733" sldId="2346"/>
            <ac:spMk id="32" creationId="{1E532FA7-A7DA-AB58-09F9-C3AD3AA82BF6}"/>
          </ac:spMkLst>
        </pc:spChg>
        <pc:spChg chg="add mod">
          <ac:chgData name="DAFFA KHUSNUREZA" userId="2542091f-c31a-4322-8934-1db5a3ecbce7" providerId="ADAL" clId="{3E7C2D8D-87AF-45EF-8FB3-54AD4E5C0F60}" dt="2023-01-08T23:16:11.223" v="3198" actId="1076"/>
          <ac:spMkLst>
            <pc:docMk/>
            <pc:sldMk cId="1045973733" sldId="2346"/>
            <ac:spMk id="33" creationId="{D980BFE0-0568-CA1E-A582-49A2A0BFF146}"/>
          </ac:spMkLst>
        </pc:spChg>
        <pc:spChg chg="add mod">
          <ac:chgData name="DAFFA KHUSNUREZA" userId="2542091f-c31a-4322-8934-1db5a3ecbce7" providerId="ADAL" clId="{3E7C2D8D-87AF-45EF-8FB3-54AD4E5C0F60}" dt="2023-01-08T23:17:05.120" v="3271" actId="1076"/>
          <ac:spMkLst>
            <pc:docMk/>
            <pc:sldMk cId="1045973733" sldId="2346"/>
            <ac:spMk id="34" creationId="{6AD6B02F-F829-535F-A8DD-E812A39771EF}"/>
          </ac:spMkLst>
        </pc:spChg>
        <pc:spChg chg="add mod">
          <ac:chgData name="DAFFA KHUSNUREZA" userId="2542091f-c31a-4322-8934-1db5a3ecbce7" providerId="ADAL" clId="{3E7C2D8D-87AF-45EF-8FB3-54AD4E5C0F60}" dt="2023-01-08T23:18:09.053" v="3395" actId="1076"/>
          <ac:spMkLst>
            <pc:docMk/>
            <pc:sldMk cId="1045973733" sldId="2346"/>
            <ac:spMk id="35" creationId="{6A11CC68-265F-961A-16B6-FDDF99375AA2}"/>
          </ac:spMkLst>
        </pc:spChg>
        <pc:spChg chg="add mod">
          <ac:chgData name="DAFFA KHUSNUREZA" userId="2542091f-c31a-4322-8934-1db5a3ecbce7" providerId="ADAL" clId="{3E7C2D8D-87AF-45EF-8FB3-54AD4E5C0F60}" dt="2023-01-08T23:20:24.946" v="3584" actId="20577"/>
          <ac:spMkLst>
            <pc:docMk/>
            <pc:sldMk cId="1045973733" sldId="2346"/>
            <ac:spMk id="36" creationId="{E7C9BAC8-39DB-1645-FCDE-A46CC35F754D}"/>
          </ac:spMkLst>
        </pc:spChg>
        <pc:spChg chg="add mod">
          <ac:chgData name="DAFFA KHUSNUREZA" userId="2542091f-c31a-4322-8934-1db5a3ecbce7" providerId="ADAL" clId="{3E7C2D8D-87AF-45EF-8FB3-54AD4E5C0F60}" dt="2023-01-08T23:21:39.905" v="3750" actId="1076"/>
          <ac:spMkLst>
            <pc:docMk/>
            <pc:sldMk cId="1045973733" sldId="2346"/>
            <ac:spMk id="37" creationId="{320BBFC2-6E3D-CAE9-EC3F-3E3232082CBE}"/>
          </ac:spMkLst>
        </pc:spChg>
        <pc:spChg chg="add mod">
          <ac:chgData name="DAFFA KHUSNUREZA" userId="2542091f-c31a-4322-8934-1db5a3ecbce7" providerId="ADAL" clId="{3E7C2D8D-87AF-45EF-8FB3-54AD4E5C0F60}" dt="2023-01-08T23:22:22.390" v="3885" actId="20577"/>
          <ac:spMkLst>
            <pc:docMk/>
            <pc:sldMk cId="1045973733" sldId="2346"/>
            <ac:spMk id="38" creationId="{FA1AD3FC-EBF5-EE8A-A31D-85C6723C3B37}"/>
          </ac:spMkLst>
        </pc:spChg>
        <pc:spChg chg="del">
          <ac:chgData name="DAFFA KHUSNUREZA" userId="2542091f-c31a-4322-8934-1db5a3ecbce7" providerId="ADAL" clId="{3E7C2D8D-87AF-45EF-8FB3-54AD4E5C0F60}" dt="2023-01-08T21:43:33.461" v="1959" actId="478"/>
          <ac:spMkLst>
            <pc:docMk/>
            <pc:sldMk cId="1045973733" sldId="2346"/>
            <ac:spMk id="61" creationId="{965D8A56-E7D6-4C22-A2E5-4AB5DD0C8B91}"/>
          </ac:spMkLst>
        </pc:spChg>
        <pc:spChg chg="del">
          <ac:chgData name="DAFFA KHUSNUREZA" userId="2542091f-c31a-4322-8934-1db5a3ecbce7" providerId="ADAL" clId="{3E7C2D8D-87AF-45EF-8FB3-54AD4E5C0F60}" dt="2023-01-08T21:43:33.461" v="1959" actId="478"/>
          <ac:spMkLst>
            <pc:docMk/>
            <pc:sldMk cId="1045973733" sldId="2346"/>
            <ac:spMk id="102" creationId="{CCD621AF-CE3A-4D84-9D5E-6028A9A41ED2}"/>
          </ac:spMkLst>
        </pc:s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3" creationId="{D43C522C-A494-436A-B7E1-8AC3A26402E2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4" creationId="{E43960E6-1DFE-4599-A773-680591B2EA3C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7" creationId="{A51A05A0-EFBC-4ACA-AA9F-1AA065520AFC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66" creationId="{4DB84026-95FE-4159-B7B8-024CCD8318DE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94" creationId="{77692CD4-8124-477A-A141-1701C4D3BF07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97" creationId="{7973B98E-7F43-4812-8DB9-70BB973C4A96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03" creationId="{6D9534D2-BF1F-487E-AD56-0983D0ECF6E7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06" creationId="{DFBBC954-412D-498A-94EB-38E05C5C8189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13" creationId="{8E65C6AA-7235-4653-9DD9-70F86184F2CB}"/>
          </ac:grpSpMkLst>
        </pc:grpChg>
        <pc:grpChg chg="del">
          <ac:chgData name="DAFFA KHUSNUREZA" userId="2542091f-c31a-4322-8934-1db5a3ecbce7" providerId="ADAL" clId="{3E7C2D8D-87AF-45EF-8FB3-54AD4E5C0F60}" dt="2023-01-08T21:43:33.461" v="1959" actId="478"/>
          <ac:grpSpMkLst>
            <pc:docMk/>
            <pc:sldMk cId="1045973733" sldId="2346"/>
            <ac:grpSpMk id="116" creationId="{CAF7A3DF-054F-4E07-9730-B6B891849C23}"/>
          </ac:grpSpMkLst>
        </pc:grpChg>
        <pc:picChg chg="add del mod">
          <ac:chgData name="DAFFA KHUSNUREZA" userId="2542091f-c31a-4322-8934-1db5a3ecbce7" providerId="ADAL" clId="{3E7C2D8D-87AF-45EF-8FB3-54AD4E5C0F60}" dt="2023-01-08T21:52:43.822" v="2196" actId="478"/>
          <ac:picMkLst>
            <pc:docMk/>
            <pc:sldMk cId="1045973733" sldId="2346"/>
            <ac:picMk id="2050" creationId="{917D8983-223F-5109-A460-C9F27DE25955}"/>
          </ac:picMkLst>
        </pc:picChg>
      </pc:sldChg>
      <pc:sldChg chg="add del setBg">
        <pc:chgData name="DAFFA KHUSNUREZA" userId="2542091f-c31a-4322-8934-1db5a3ecbce7" providerId="ADAL" clId="{3E7C2D8D-87AF-45EF-8FB3-54AD4E5C0F60}" dt="2023-01-08T21:43:39.922" v="1961" actId="47"/>
        <pc:sldMkLst>
          <pc:docMk/>
          <pc:sldMk cId="687958749" sldId="2347"/>
        </pc:sldMkLst>
      </pc:sldChg>
      <pc:sldChg chg="addSp delSp modSp add del mod modAnim">
        <pc:chgData name="DAFFA KHUSNUREZA" userId="2542091f-c31a-4322-8934-1db5a3ecbce7" providerId="ADAL" clId="{3E7C2D8D-87AF-45EF-8FB3-54AD4E5C0F60}" dt="2023-01-08T22:56:01.016" v="2679" actId="47"/>
        <pc:sldMkLst>
          <pc:docMk/>
          <pc:sldMk cId="2723133645" sldId="2347"/>
        </pc:sldMkLst>
        <pc:spChg chg="add del">
          <ac:chgData name="DAFFA KHUSNUREZA" userId="2542091f-c31a-4322-8934-1db5a3ecbce7" providerId="ADAL" clId="{3E7C2D8D-87AF-45EF-8FB3-54AD4E5C0F60}" dt="2023-01-08T21:55:30.644" v="2203" actId="11529"/>
          <ac:spMkLst>
            <pc:docMk/>
            <pc:sldMk cId="2723133645" sldId="2347"/>
            <ac:spMk id="4" creationId="{806F2CD5-B3BC-ED2E-9E2E-D9038019638C}"/>
          </ac:spMkLst>
        </pc:spChg>
        <pc:spChg chg="add del mod">
          <ac:chgData name="DAFFA KHUSNUREZA" userId="2542091f-c31a-4322-8934-1db5a3ecbce7" providerId="ADAL" clId="{3E7C2D8D-87AF-45EF-8FB3-54AD4E5C0F60}" dt="2023-01-08T21:56:43.629" v="2211" actId="478"/>
          <ac:spMkLst>
            <pc:docMk/>
            <pc:sldMk cId="2723133645" sldId="2347"/>
            <ac:spMk id="5" creationId="{4B5D4231-34F4-D794-8804-803492735C42}"/>
          </ac:spMkLst>
        </pc:spChg>
        <pc:spChg chg="add del mod">
          <ac:chgData name="DAFFA KHUSNUREZA" userId="2542091f-c31a-4322-8934-1db5a3ecbce7" providerId="ADAL" clId="{3E7C2D8D-87AF-45EF-8FB3-54AD4E5C0F60}" dt="2023-01-08T21:57:24.449" v="2221" actId="478"/>
          <ac:spMkLst>
            <pc:docMk/>
            <pc:sldMk cId="2723133645" sldId="2347"/>
            <ac:spMk id="6" creationId="{FF4FD876-243D-B904-50B6-985EA8FF2BA9}"/>
          </ac:spMkLst>
        </pc:spChg>
        <pc:spChg chg="add del mod">
          <ac:chgData name="DAFFA KHUSNUREZA" userId="2542091f-c31a-4322-8934-1db5a3ecbce7" providerId="ADAL" clId="{3E7C2D8D-87AF-45EF-8FB3-54AD4E5C0F60}" dt="2023-01-08T21:59:23.493" v="2236"/>
          <ac:spMkLst>
            <pc:docMk/>
            <pc:sldMk cId="2723133645" sldId="2347"/>
            <ac:spMk id="12" creationId="{DCA69B7E-6376-C8EE-2E23-09B7838F4A9B}"/>
          </ac:spMkLst>
        </pc:spChg>
        <pc:spChg chg="add del mod">
          <ac:chgData name="DAFFA KHUSNUREZA" userId="2542091f-c31a-4322-8934-1db5a3ecbce7" providerId="ADAL" clId="{3E7C2D8D-87AF-45EF-8FB3-54AD4E5C0F60}" dt="2023-01-08T21:59:23.493" v="2236"/>
          <ac:spMkLst>
            <pc:docMk/>
            <pc:sldMk cId="2723133645" sldId="2347"/>
            <ac:spMk id="15" creationId="{30CE5938-F03A-1D5D-2CA4-F4B892EED2BF}"/>
          </ac:spMkLst>
        </pc:spChg>
        <pc:spChg chg="del mod ord">
          <ac:chgData name="DAFFA KHUSNUREZA" userId="2542091f-c31a-4322-8934-1db5a3ecbce7" providerId="ADAL" clId="{3E7C2D8D-87AF-45EF-8FB3-54AD4E5C0F60}" dt="2023-01-08T22:20:28.225" v="2371" actId="478"/>
          <ac:spMkLst>
            <pc:docMk/>
            <pc:sldMk cId="2723133645" sldId="2347"/>
            <ac:spMk id="16" creationId="{CA284BA8-18BA-D6C4-CC4F-BACEA7F1F3E0}"/>
          </ac:spMkLst>
        </pc:spChg>
        <pc:spChg chg="add del">
          <ac:chgData name="DAFFA KHUSNUREZA" userId="2542091f-c31a-4322-8934-1db5a3ecbce7" providerId="ADAL" clId="{3E7C2D8D-87AF-45EF-8FB3-54AD4E5C0F60}" dt="2023-01-08T22:00:15.646" v="2240" actId="11529"/>
          <ac:spMkLst>
            <pc:docMk/>
            <pc:sldMk cId="2723133645" sldId="2347"/>
            <ac:spMk id="18" creationId="{88A5EDCF-FC85-D619-3D4A-224F84AEAD79}"/>
          </ac:spMkLst>
        </pc:spChg>
        <pc:spChg chg="add del">
          <ac:chgData name="DAFFA KHUSNUREZA" userId="2542091f-c31a-4322-8934-1db5a3ecbce7" providerId="ADAL" clId="{3E7C2D8D-87AF-45EF-8FB3-54AD4E5C0F60}" dt="2023-01-08T22:01:05.766" v="2242" actId="478"/>
          <ac:spMkLst>
            <pc:docMk/>
            <pc:sldMk cId="2723133645" sldId="2347"/>
            <ac:spMk id="19" creationId="{AE4F36FF-29AF-CC7B-CE20-8CFF4D9EB195}"/>
          </ac:spMkLst>
        </pc:spChg>
        <pc:spChg chg="add del mod">
          <ac:chgData name="DAFFA KHUSNUREZA" userId="2542091f-c31a-4322-8934-1db5a3ecbce7" providerId="ADAL" clId="{3E7C2D8D-87AF-45EF-8FB3-54AD4E5C0F60}" dt="2023-01-08T22:02:09.262" v="2251" actId="478"/>
          <ac:spMkLst>
            <pc:docMk/>
            <pc:sldMk cId="2723133645" sldId="2347"/>
            <ac:spMk id="20" creationId="{A8320984-814C-7A2E-57E0-2A7B9C5077DC}"/>
          </ac:spMkLst>
        </pc:spChg>
        <pc:spChg chg="add del mod">
          <ac:chgData name="DAFFA KHUSNUREZA" userId="2542091f-c31a-4322-8934-1db5a3ecbce7" providerId="ADAL" clId="{3E7C2D8D-87AF-45EF-8FB3-54AD4E5C0F60}" dt="2023-01-08T22:20:28.225" v="2371" actId="478"/>
          <ac:spMkLst>
            <pc:docMk/>
            <pc:sldMk cId="2723133645" sldId="2347"/>
            <ac:spMk id="21" creationId="{782B7CD7-C9ED-B5A2-F45E-2CA437C2135C}"/>
          </ac:spMkLst>
        </pc:spChg>
        <pc:spChg chg="add del mod">
          <ac:chgData name="DAFFA KHUSNUREZA" userId="2542091f-c31a-4322-8934-1db5a3ecbce7" providerId="ADAL" clId="{3E7C2D8D-87AF-45EF-8FB3-54AD4E5C0F60}" dt="2023-01-08T22:20:28.225" v="2371" actId="478"/>
          <ac:spMkLst>
            <pc:docMk/>
            <pc:sldMk cId="2723133645" sldId="2347"/>
            <ac:spMk id="22" creationId="{ED84A80C-FF9C-0EDB-A6C5-7A5EC3689B20}"/>
          </ac:spMkLst>
        </pc:spChg>
        <pc:spChg chg="add del mod">
          <ac:chgData name="DAFFA KHUSNUREZA" userId="2542091f-c31a-4322-8934-1db5a3ecbce7" providerId="ADAL" clId="{3E7C2D8D-87AF-45EF-8FB3-54AD4E5C0F60}" dt="2023-01-08T22:07:42.766" v="2294" actId="478"/>
          <ac:spMkLst>
            <pc:docMk/>
            <pc:sldMk cId="2723133645" sldId="2347"/>
            <ac:spMk id="23" creationId="{C363B751-BFFC-9136-A4FA-08AFDACF70E8}"/>
          </ac:spMkLst>
        </pc:spChg>
        <pc:spChg chg="add del mod">
          <ac:chgData name="DAFFA KHUSNUREZA" userId="2542091f-c31a-4322-8934-1db5a3ecbce7" providerId="ADAL" clId="{3E7C2D8D-87AF-45EF-8FB3-54AD4E5C0F60}" dt="2023-01-08T22:11:57.987" v="2317" actId="478"/>
          <ac:spMkLst>
            <pc:docMk/>
            <pc:sldMk cId="2723133645" sldId="2347"/>
            <ac:spMk id="24" creationId="{6131CEC4-8CDA-46DB-D3B1-AC5F12EF6DF5}"/>
          </ac:spMkLst>
        </pc:spChg>
        <pc:spChg chg="add del mod">
          <ac:chgData name="DAFFA KHUSNUREZA" userId="2542091f-c31a-4322-8934-1db5a3ecbce7" providerId="ADAL" clId="{3E7C2D8D-87AF-45EF-8FB3-54AD4E5C0F60}" dt="2023-01-08T22:11:55.593" v="2316" actId="478"/>
          <ac:spMkLst>
            <pc:docMk/>
            <pc:sldMk cId="2723133645" sldId="2347"/>
            <ac:spMk id="25" creationId="{6F167F42-47B0-7F62-1A5F-6DEBB9C01D9E}"/>
          </ac:spMkLst>
        </pc:spChg>
        <pc:spChg chg="add del mod">
          <ac:chgData name="DAFFA KHUSNUREZA" userId="2542091f-c31a-4322-8934-1db5a3ecbce7" providerId="ADAL" clId="{3E7C2D8D-87AF-45EF-8FB3-54AD4E5C0F60}" dt="2023-01-08T22:12:30.122" v="2323" actId="478"/>
          <ac:spMkLst>
            <pc:docMk/>
            <pc:sldMk cId="2723133645" sldId="2347"/>
            <ac:spMk id="26" creationId="{49493E0B-CE6E-271A-0028-2AC3312F8E88}"/>
          </ac:spMkLst>
        </pc:spChg>
        <pc:spChg chg="add del">
          <ac:chgData name="DAFFA KHUSNUREZA" userId="2542091f-c31a-4322-8934-1db5a3ecbce7" providerId="ADAL" clId="{3E7C2D8D-87AF-45EF-8FB3-54AD4E5C0F60}" dt="2023-01-08T22:13:13.548" v="2325" actId="478"/>
          <ac:spMkLst>
            <pc:docMk/>
            <pc:sldMk cId="2723133645" sldId="2347"/>
            <ac:spMk id="27" creationId="{EF6AE00C-6726-FA7A-46B0-4D84F1F6726F}"/>
          </ac:spMkLst>
        </pc:spChg>
        <pc:spChg chg="add del">
          <ac:chgData name="DAFFA KHUSNUREZA" userId="2542091f-c31a-4322-8934-1db5a3ecbce7" providerId="ADAL" clId="{3E7C2D8D-87AF-45EF-8FB3-54AD4E5C0F60}" dt="2023-01-08T22:13:37.903" v="2327" actId="478"/>
          <ac:spMkLst>
            <pc:docMk/>
            <pc:sldMk cId="2723133645" sldId="2347"/>
            <ac:spMk id="28" creationId="{DED8F749-9F89-7692-5548-2133D666C5BC}"/>
          </ac:spMkLst>
        </pc:spChg>
        <pc:spChg chg="add del">
          <ac:chgData name="DAFFA KHUSNUREZA" userId="2542091f-c31a-4322-8934-1db5a3ecbce7" providerId="ADAL" clId="{3E7C2D8D-87AF-45EF-8FB3-54AD4E5C0F60}" dt="2023-01-08T22:14:31.074" v="2329" actId="478"/>
          <ac:spMkLst>
            <pc:docMk/>
            <pc:sldMk cId="2723133645" sldId="2347"/>
            <ac:spMk id="29" creationId="{D7E281AE-806B-3E80-3AC8-59EC4ABC9061}"/>
          </ac:spMkLst>
        </pc:spChg>
        <pc:spChg chg="add del mod">
          <ac:chgData name="DAFFA KHUSNUREZA" userId="2542091f-c31a-4322-8934-1db5a3ecbce7" providerId="ADAL" clId="{3E7C2D8D-87AF-45EF-8FB3-54AD4E5C0F60}" dt="2023-01-08T22:20:28.225" v="2371" actId="478"/>
          <ac:spMkLst>
            <pc:docMk/>
            <pc:sldMk cId="2723133645" sldId="2347"/>
            <ac:spMk id="30" creationId="{14954C40-D68C-E582-3174-A642F5A873A2}"/>
          </ac:spMkLst>
        </pc:spChg>
        <pc:spChg chg="del">
          <ac:chgData name="DAFFA KHUSNUREZA" userId="2542091f-c31a-4322-8934-1db5a3ecbce7" providerId="ADAL" clId="{3E7C2D8D-87AF-45EF-8FB3-54AD4E5C0F60}" dt="2023-01-08T21:54:33.158" v="2199" actId="478"/>
          <ac:spMkLst>
            <pc:docMk/>
            <pc:sldMk cId="2723133645" sldId="2347"/>
            <ac:spMk id="61" creationId="{965D8A56-E7D6-4C22-A2E5-4AB5DD0C8B91}"/>
          </ac:spMkLst>
        </pc:spChg>
        <pc:spChg chg="del">
          <ac:chgData name="DAFFA KHUSNUREZA" userId="2542091f-c31a-4322-8934-1db5a3ecbce7" providerId="ADAL" clId="{3E7C2D8D-87AF-45EF-8FB3-54AD4E5C0F60}" dt="2023-01-08T21:54:33.158" v="2199" actId="478"/>
          <ac:spMkLst>
            <pc:docMk/>
            <pc:sldMk cId="2723133645" sldId="2347"/>
            <ac:spMk id="102" creationId="{CCD621AF-CE3A-4D84-9D5E-6028A9A41ED2}"/>
          </ac:spMkLst>
        </pc:s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3" creationId="{D43C522C-A494-436A-B7E1-8AC3A26402E2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4" creationId="{E43960E6-1DFE-4599-A773-680591B2EA3C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7" creationId="{A51A05A0-EFBC-4ACA-AA9F-1AA065520AFC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66" creationId="{4DB84026-95FE-4159-B7B8-024CCD8318DE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94" creationId="{77692CD4-8124-477A-A141-1701C4D3BF07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97" creationId="{7973B98E-7F43-4812-8DB9-70BB973C4A96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03" creationId="{6D9534D2-BF1F-487E-AD56-0983D0ECF6E7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06" creationId="{DFBBC954-412D-498A-94EB-38E05C5C8189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13" creationId="{8E65C6AA-7235-4653-9DD9-70F86184F2CB}"/>
          </ac:grpSpMkLst>
        </pc:grpChg>
        <pc:grpChg chg="del">
          <ac:chgData name="DAFFA KHUSNUREZA" userId="2542091f-c31a-4322-8934-1db5a3ecbce7" providerId="ADAL" clId="{3E7C2D8D-87AF-45EF-8FB3-54AD4E5C0F60}" dt="2023-01-08T21:54:33.158" v="2199" actId="478"/>
          <ac:grpSpMkLst>
            <pc:docMk/>
            <pc:sldMk cId="2723133645" sldId="2347"/>
            <ac:grpSpMk id="116" creationId="{CAF7A3DF-054F-4E07-9730-B6B891849C23}"/>
          </ac:grpSpMkLst>
        </pc:grpChg>
        <pc:picChg chg="add del mod">
          <ac:chgData name="DAFFA KHUSNUREZA" userId="2542091f-c31a-4322-8934-1db5a3ecbce7" providerId="ADAL" clId="{3E7C2D8D-87AF-45EF-8FB3-54AD4E5C0F60}" dt="2023-01-08T22:18:47.519" v="2362" actId="478"/>
          <ac:picMkLst>
            <pc:docMk/>
            <pc:sldMk cId="2723133645" sldId="2347"/>
            <ac:picMk id="3" creationId="{379468DF-A7A6-AB7B-63A9-44BB65B19243}"/>
          </ac:picMkLst>
        </pc:picChg>
      </pc:sldChg>
      <pc:sldChg chg="modSp add del mod modTransition">
        <pc:chgData name="DAFFA KHUSNUREZA" userId="2542091f-c31a-4322-8934-1db5a3ecbce7" providerId="ADAL" clId="{3E7C2D8D-87AF-45EF-8FB3-54AD4E5C0F60}" dt="2023-01-08T22:42:58.906" v="2560" actId="47"/>
        <pc:sldMkLst>
          <pc:docMk/>
          <pc:sldMk cId="1036422931" sldId="2348"/>
        </pc:sldMkLst>
        <pc:spChg chg="mod">
          <ac:chgData name="DAFFA KHUSNUREZA" userId="2542091f-c31a-4322-8934-1db5a3ecbce7" providerId="ADAL" clId="{3E7C2D8D-87AF-45EF-8FB3-54AD4E5C0F60}" dt="2023-01-08T22:37:59.866" v="2533" actId="2085"/>
          <ac:spMkLst>
            <pc:docMk/>
            <pc:sldMk cId="1036422931" sldId="2348"/>
            <ac:spMk id="23" creationId="{B975DA6A-29B9-6ACC-0AB6-93BEECAF7777}"/>
          </ac:spMkLst>
        </pc:spChg>
      </pc:sldChg>
      <pc:sldChg chg="add del">
        <pc:chgData name="DAFFA KHUSNUREZA" userId="2542091f-c31a-4322-8934-1db5a3ecbce7" providerId="ADAL" clId="{3E7C2D8D-87AF-45EF-8FB3-54AD4E5C0F60}" dt="2023-01-08T22:34:41.251" v="2504" actId="47"/>
        <pc:sldMkLst>
          <pc:docMk/>
          <pc:sldMk cId="2400373795" sldId="2348"/>
        </pc:sldMkLst>
      </pc:sldChg>
      <pc:sldMasterChg chg="modSp mod">
        <pc:chgData name="DAFFA KHUSNUREZA" userId="2542091f-c31a-4322-8934-1db5a3ecbce7" providerId="ADAL" clId="{3E7C2D8D-87AF-45EF-8FB3-54AD4E5C0F60}" dt="2023-01-08T23:37:45.098" v="4544" actId="20577"/>
        <pc:sldMasterMkLst>
          <pc:docMk/>
          <pc:sldMasterMk cId="1179281073" sldId="2147483660"/>
        </pc:sldMasterMkLst>
        <pc:spChg chg="mod">
          <ac:chgData name="DAFFA KHUSNUREZA" userId="2542091f-c31a-4322-8934-1db5a3ecbce7" providerId="ADAL" clId="{3E7C2D8D-87AF-45EF-8FB3-54AD4E5C0F60}" dt="2023-01-08T23:37:45.098" v="4544" actId="20577"/>
          <ac:spMkLst>
            <pc:docMk/>
            <pc:sldMasterMk cId="1179281073" sldId="2147483660"/>
            <ac:spMk id="7" creationId="{2C0609E7-B21A-44A3-8DFD-8D2964CD8535}"/>
          </ac:spMkLst>
        </pc:spChg>
        <pc:spChg chg="mod">
          <ac:chgData name="DAFFA KHUSNUREZA" userId="2542091f-c31a-4322-8934-1db5a3ecbce7" providerId="ADAL" clId="{3E7C2D8D-87AF-45EF-8FB3-54AD4E5C0F60}" dt="2023-01-08T23:37:25.763" v="4527" actId="20577"/>
          <ac:spMkLst>
            <pc:docMk/>
            <pc:sldMasterMk cId="1179281073" sldId="2147483660"/>
            <ac:spMk id="9" creationId="{0A9DEC81-A035-4291-8FEC-7FC53A59434A}"/>
          </ac:spMkLst>
        </pc:spChg>
      </pc:sldMasterChg>
      <pc:sldMasterChg chg="delSp modSp mod">
        <pc:chgData name="DAFFA KHUSNUREZA" userId="2542091f-c31a-4322-8934-1db5a3ecbce7" providerId="ADAL" clId="{3E7C2D8D-87AF-45EF-8FB3-54AD4E5C0F60}" dt="2023-01-08T23:38:10.146" v="4569" actId="478"/>
        <pc:sldMasterMkLst>
          <pc:docMk/>
          <pc:sldMasterMk cId="332784823" sldId="2147483679"/>
        </pc:sldMasterMkLst>
        <pc:spChg chg="mod">
          <ac:chgData name="DAFFA KHUSNUREZA" userId="2542091f-c31a-4322-8934-1db5a3ecbce7" providerId="ADAL" clId="{3E7C2D8D-87AF-45EF-8FB3-54AD4E5C0F60}" dt="2023-01-08T23:38:05.898" v="4568" actId="1037"/>
          <ac:spMkLst>
            <pc:docMk/>
            <pc:sldMasterMk cId="332784823" sldId="2147483679"/>
            <ac:spMk id="13" creationId="{21812C9B-C4F1-49C5-8B16-2FE27234D329}"/>
          </ac:spMkLst>
        </pc:spChg>
        <pc:spChg chg="mod">
          <ac:chgData name="DAFFA KHUSNUREZA" userId="2542091f-c31a-4322-8934-1db5a3ecbce7" providerId="ADAL" clId="{3E7C2D8D-87AF-45EF-8FB3-54AD4E5C0F60}" dt="2023-01-08T23:38:05.898" v="4568" actId="1037"/>
          <ac:spMkLst>
            <pc:docMk/>
            <pc:sldMasterMk cId="332784823" sldId="2147483679"/>
            <ac:spMk id="15" creationId="{307625DC-754B-4896-ADAF-401C70997717}"/>
          </ac:spMkLst>
        </pc:spChg>
        <pc:spChg chg="del">
          <ac:chgData name="DAFFA KHUSNUREZA" userId="2542091f-c31a-4322-8934-1db5a3ecbce7" providerId="ADAL" clId="{3E7C2D8D-87AF-45EF-8FB3-54AD4E5C0F60}" dt="2023-01-08T23:37:57.296" v="4545" actId="478"/>
          <ac:spMkLst>
            <pc:docMk/>
            <pc:sldMasterMk cId="332784823" sldId="2147483679"/>
            <ac:spMk id="17" creationId="{76FAE91E-1570-4CCB-8697-3675EF4A8732}"/>
          </ac:spMkLst>
        </pc:spChg>
        <pc:spChg chg="del">
          <ac:chgData name="DAFFA KHUSNUREZA" userId="2542091f-c31a-4322-8934-1db5a3ecbce7" providerId="ADAL" clId="{3E7C2D8D-87AF-45EF-8FB3-54AD4E5C0F60}" dt="2023-01-08T23:37:57.296" v="4545" actId="478"/>
          <ac:spMkLst>
            <pc:docMk/>
            <pc:sldMasterMk cId="332784823" sldId="2147483679"/>
            <ac:spMk id="18" creationId="{FAC15065-526C-4B5B-BEB1-892A718C3AFA}"/>
          </ac:spMkLst>
        </pc:spChg>
        <pc:spChg chg="del">
          <ac:chgData name="DAFFA KHUSNUREZA" userId="2542091f-c31a-4322-8934-1db5a3ecbce7" providerId="ADAL" clId="{3E7C2D8D-87AF-45EF-8FB3-54AD4E5C0F60}" dt="2023-01-08T23:37:59.728" v="4546" actId="478"/>
          <ac:spMkLst>
            <pc:docMk/>
            <pc:sldMasterMk cId="332784823" sldId="2147483679"/>
            <ac:spMk id="19" creationId="{AA197A07-68B5-4706-B796-AC2B9E3BDF4E}"/>
          </ac:spMkLst>
        </pc:spChg>
        <pc:spChg chg="del">
          <ac:chgData name="DAFFA KHUSNUREZA" userId="2542091f-c31a-4322-8934-1db5a3ecbce7" providerId="ADAL" clId="{3E7C2D8D-87AF-45EF-8FB3-54AD4E5C0F60}" dt="2023-01-08T23:37:59.728" v="4546" actId="478"/>
          <ac:spMkLst>
            <pc:docMk/>
            <pc:sldMasterMk cId="332784823" sldId="2147483679"/>
            <ac:spMk id="20" creationId="{81DBD849-297F-4F9A-BEF7-60ECD498A866}"/>
          </ac:spMkLst>
        </pc:spChg>
        <pc:spChg chg="del">
          <ac:chgData name="DAFFA KHUSNUREZA" userId="2542091f-c31a-4322-8934-1db5a3ecbce7" providerId="ADAL" clId="{3E7C2D8D-87AF-45EF-8FB3-54AD4E5C0F60}" dt="2023-01-08T23:37:59.728" v="4546" actId="478"/>
          <ac:spMkLst>
            <pc:docMk/>
            <pc:sldMasterMk cId="332784823" sldId="2147483679"/>
            <ac:spMk id="21" creationId="{042D39B4-024E-44C9-A16B-5286E9AA9911}"/>
          </ac:spMkLst>
        </pc:spChg>
        <pc:spChg chg="del">
          <ac:chgData name="DAFFA KHUSNUREZA" userId="2542091f-c31a-4322-8934-1db5a3ecbce7" providerId="ADAL" clId="{3E7C2D8D-87AF-45EF-8FB3-54AD4E5C0F60}" dt="2023-01-08T23:37:57.296" v="4545" actId="478"/>
          <ac:spMkLst>
            <pc:docMk/>
            <pc:sldMasterMk cId="332784823" sldId="2147483679"/>
            <ac:spMk id="22" creationId="{DEBEC572-F3FD-4958-87CB-8F0026086590}"/>
          </ac:spMkLst>
        </pc:spChg>
        <pc:spChg chg="del">
          <ac:chgData name="DAFFA KHUSNUREZA" userId="2542091f-c31a-4322-8934-1db5a3ecbce7" providerId="ADAL" clId="{3E7C2D8D-87AF-45EF-8FB3-54AD4E5C0F60}" dt="2023-01-08T23:38:10.146" v="4569" actId="478"/>
          <ac:spMkLst>
            <pc:docMk/>
            <pc:sldMasterMk cId="332784823" sldId="2147483679"/>
            <ac:spMk id="23" creationId="{9EF6635E-33D2-40DD-8284-62E48C402864}"/>
          </ac:spMkLst>
        </pc:spChg>
        <pc:grpChg chg="del">
          <ac:chgData name="DAFFA KHUSNUREZA" userId="2542091f-c31a-4322-8934-1db5a3ecbce7" providerId="ADAL" clId="{3E7C2D8D-87AF-45EF-8FB3-54AD4E5C0F60}" dt="2023-01-08T23:38:10.146" v="4569" actId="478"/>
          <ac:grpSpMkLst>
            <pc:docMk/>
            <pc:sldMasterMk cId="332784823" sldId="2147483679"/>
            <ac:grpSpMk id="24" creationId="{4120C111-C5ED-44CF-AE07-8E7DDFB3302C}"/>
          </ac:grpSpMkLst>
        </pc:grpChg>
      </pc:sldMasterChg>
      <pc:sldMasterChg chg="modSp mod">
        <pc:chgData name="DAFFA KHUSNUREZA" userId="2542091f-c31a-4322-8934-1db5a3ecbce7" providerId="ADAL" clId="{3E7C2D8D-87AF-45EF-8FB3-54AD4E5C0F60}" dt="2023-01-08T23:38:31.386" v="4592" actId="20577"/>
        <pc:sldMasterMkLst>
          <pc:docMk/>
          <pc:sldMasterMk cId="3774684730" sldId="2147483728"/>
        </pc:sldMasterMkLst>
        <pc:spChg chg="mod">
          <ac:chgData name="DAFFA KHUSNUREZA" userId="2542091f-c31a-4322-8934-1db5a3ecbce7" providerId="ADAL" clId="{3E7C2D8D-87AF-45EF-8FB3-54AD4E5C0F60}" dt="2023-01-08T23:38:31.386" v="4592" actId="20577"/>
          <ac:spMkLst>
            <pc:docMk/>
            <pc:sldMasterMk cId="3774684730" sldId="2147483728"/>
            <ac:spMk id="7" creationId="{2C0609E7-B21A-44A3-8DFD-8D2964CD8535}"/>
          </ac:spMkLst>
        </pc:spChg>
        <pc:spChg chg="mod">
          <ac:chgData name="DAFFA KHUSNUREZA" userId="2542091f-c31a-4322-8934-1db5a3ecbce7" providerId="ADAL" clId="{3E7C2D8D-87AF-45EF-8FB3-54AD4E5C0F60}" dt="2023-01-08T23:38:22.220" v="4575" actId="20577"/>
          <ac:spMkLst>
            <pc:docMk/>
            <pc:sldMasterMk cId="3774684730" sldId="2147483728"/>
            <ac:spMk id="9" creationId="{0A9DEC81-A035-4291-8FEC-7FC53A59434A}"/>
          </ac:spMkLst>
        </pc:spChg>
      </pc:sldMasterChg>
      <pc:sldMasterChg chg="modSp mod">
        <pc:chgData name="DAFFA KHUSNUREZA" userId="2542091f-c31a-4322-8934-1db5a3ecbce7" providerId="ADAL" clId="{3E7C2D8D-87AF-45EF-8FB3-54AD4E5C0F60}" dt="2023-01-08T23:38:51.175" v="4615" actId="20577"/>
        <pc:sldMasterMkLst>
          <pc:docMk/>
          <pc:sldMasterMk cId="3307712251" sldId="2147483737"/>
        </pc:sldMasterMkLst>
        <pc:spChg chg="mod">
          <ac:chgData name="DAFFA KHUSNUREZA" userId="2542091f-c31a-4322-8934-1db5a3ecbce7" providerId="ADAL" clId="{3E7C2D8D-87AF-45EF-8FB3-54AD4E5C0F60}" dt="2023-01-08T23:38:51.175" v="4615" actId="20577"/>
          <ac:spMkLst>
            <pc:docMk/>
            <pc:sldMasterMk cId="3307712251" sldId="2147483737"/>
            <ac:spMk id="7" creationId="{2C0609E7-B21A-44A3-8DFD-8D2964CD8535}"/>
          </ac:spMkLst>
        </pc:spChg>
        <pc:spChg chg="mod">
          <ac:chgData name="DAFFA KHUSNUREZA" userId="2542091f-c31a-4322-8934-1db5a3ecbce7" providerId="ADAL" clId="{3E7C2D8D-87AF-45EF-8FB3-54AD4E5C0F60}" dt="2023-01-08T23:38:39.420" v="4598" actId="20577"/>
          <ac:spMkLst>
            <pc:docMk/>
            <pc:sldMasterMk cId="3307712251" sldId="2147483737"/>
            <ac:spMk id="9" creationId="{0A9DEC81-A035-4291-8FEC-7FC53A59434A}"/>
          </ac:spMkLst>
        </pc:spChg>
      </pc:sldMasterChg>
      <pc:sldMasterChg chg="modSp mod">
        <pc:chgData name="DAFFA KHUSNUREZA" userId="2542091f-c31a-4322-8934-1db5a3ecbce7" providerId="ADAL" clId="{3E7C2D8D-87AF-45EF-8FB3-54AD4E5C0F60}" dt="2023-01-08T23:39:28.313" v="4646" actId="20577"/>
        <pc:sldMasterMkLst>
          <pc:docMk/>
          <pc:sldMasterMk cId="1795360935" sldId="2147483838"/>
        </pc:sldMasterMkLst>
        <pc:spChg chg="mod">
          <ac:chgData name="DAFFA KHUSNUREZA" userId="2542091f-c31a-4322-8934-1db5a3ecbce7" providerId="ADAL" clId="{3E7C2D8D-87AF-45EF-8FB3-54AD4E5C0F60}" dt="2023-01-08T23:39:28.313" v="4646" actId="20577"/>
          <ac:spMkLst>
            <pc:docMk/>
            <pc:sldMasterMk cId="1795360935" sldId="2147483838"/>
            <ac:spMk id="27" creationId="{074A38E2-E1FF-4879-9C32-610C884B2151}"/>
          </ac:spMkLst>
        </pc:spChg>
        <pc:spChg chg="mod">
          <ac:chgData name="DAFFA KHUSNUREZA" userId="2542091f-c31a-4322-8934-1db5a3ecbce7" providerId="ADAL" clId="{3E7C2D8D-87AF-45EF-8FB3-54AD4E5C0F60}" dt="2023-01-08T23:39:19.621" v="4629" actId="20577"/>
          <ac:spMkLst>
            <pc:docMk/>
            <pc:sldMasterMk cId="1795360935" sldId="2147483838"/>
            <ac:spMk id="28" creationId="{C7E5CC2B-ED72-45C7-BF0A-B092A979472E}"/>
          </ac:spMkLst>
        </pc:spChg>
      </pc:sldMasterChg>
      <pc:sldMasterChg chg="modSp mod">
        <pc:chgData name="DAFFA KHUSNUREZA" userId="2542091f-c31a-4322-8934-1db5a3ecbce7" providerId="ADAL" clId="{3E7C2D8D-87AF-45EF-8FB3-54AD4E5C0F60}" dt="2023-01-08T23:39:55.173" v="4670" actId="1076"/>
        <pc:sldMasterMkLst>
          <pc:docMk/>
          <pc:sldMasterMk cId="2311288139" sldId="2147483873"/>
        </pc:sldMasterMkLst>
        <pc:spChg chg="mod">
          <ac:chgData name="DAFFA KHUSNUREZA" userId="2542091f-c31a-4322-8934-1db5a3ecbce7" providerId="ADAL" clId="{3E7C2D8D-87AF-45EF-8FB3-54AD4E5C0F60}" dt="2023-01-08T23:39:55.173" v="4670" actId="1076"/>
          <ac:spMkLst>
            <pc:docMk/>
            <pc:sldMasterMk cId="2311288139" sldId="2147483873"/>
            <ac:spMk id="7" creationId="{2C0609E7-B21A-44A3-8DFD-8D2964CD8535}"/>
          </ac:spMkLst>
        </pc:spChg>
        <pc:spChg chg="mod">
          <ac:chgData name="DAFFA KHUSNUREZA" userId="2542091f-c31a-4322-8934-1db5a3ecbce7" providerId="ADAL" clId="{3E7C2D8D-87AF-45EF-8FB3-54AD4E5C0F60}" dt="2023-01-08T23:39:38.521" v="4652" actId="20577"/>
          <ac:spMkLst>
            <pc:docMk/>
            <pc:sldMasterMk cId="2311288139" sldId="2147483873"/>
            <ac:spMk id="210" creationId="{069C2D56-633C-446F-A686-A486196BFAD9}"/>
          </ac:spMkLst>
        </pc:spChg>
      </pc:sldMasterChg>
      <pc:sldMasterChg chg="modSp mod">
        <pc:chgData name="DAFFA KHUSNUREZA" userId="2542091f-c31a-4322-8934-1db5a3ecbce7" providerId="ADAL" clId="{3E7C2D8D-87AF-45EF-8FB3-54AD4E5C0F60}" dt="2023-01-08T23:40:10.210" v="4676" actId="20577"/>
        <pc:sldMasterMkLst>
          <pc:docMk/>
          <pc:sldMasterMk cId="1060797002" sldId="2147483911"/>
        </pc:sldMasterMkLst>
        <pc:spChg chg="mod">
          <ac:chgData name="DAFFA KHUSNUREZA" userId="2542091f-c31a-4322-8934-1db5a3ecbce7" providerId="ADAL" clId="{3E7C2D8D-87AF-45EF-8FB3-54AD4E5C0F60}" dt="2023-01-08T23:40:10.210" v="4676" actId="20577"/>
          <ac:spMkLst>
            <pc:docMk/>
            <pc:sldMasterMk cId="1060797002" sldId="2147483911"/>
            <ac:spMk id="9" creationId="{0A9DEC81-A035-4291-8FEC-7FC53A59434A}"/>
          </ac:spMkLst>
        </pc:spChg>
      </pc:sldMasterChg>
      <pc:sldMasterChg chg="modSp mod">
        <pc:chgData name="DAFFA KHUSNUREZA" userId="2542091f-c31a-4322-8934-1db5a3ecbce7" providerId="ADAL" clId="{3E7C2D8D-87AF-45EF-8FB3-54AD4E5C0F60}" dt="2023-01-12T04:42:18.626" v="5096" actId="20577"/>
        <pc:sldMasterMkLst>
          <pc:docMk/>
          <pc:sldMasterMk cId="1115094720" sldId="2147483920"/>
        </pc:sldMasterMkLst>
        <pc:spChg chg="mod">
          <ac:chgData name="DAFFA KHUSNUREZA" userId="2542091f-c31a-4322-8934-1db5a3ecbce7" providerId="ADAL" clId="{3E7C2D8D-87AF-45EF-8FB3-54AD4E5C0F60}" dt="2023-01-12T04:42:18.626" v="5096" actId="20577"/>
          <ac:spMkLst>
            <pc:docMk/>
            <pc:sldMasterMk cId="1115094720" sldId="2147483920"/>
            <ac:spMk id="9" creationId="{0A9DEC81-A035-4291-8FEC-7FC53A59434A}"/>
          </ac:spMkLst>
        </pc:sp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100000">
                  <a:schemeClr val="bg2"/>
                </a:gs>
                <a:gs pos="0">
                  <a:schemeClr val="accent1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numRef>
              <c:f>Sheet1!$A$2:$A$3</c:f>
              <c:numCache>
                <c:formatCode>General</c:formatCode>
                <c:ptCount val="2"/>
                <c:pt idx="0">
                  <c:v>2019</c:v>
                </c:pt>
                <c:pt idx="1">
                  <c:v>2024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5.44</c:v>
                </c:pt>
                <c:pt idx="1">
                  <c:v>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37-49AF-93E4-DD7531634B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9803592"/>
        <c:axId val="429801296"/>
      </c:barChart>
      <c:catAx>
        <c:axId val="429803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  <a:headEnd type="oval"/>
              <a:tailEnd type="oval"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  <a:headEnd type="oval"/>
            </a:ln>
            <a:effectLst/>
          </c:spPr>
        </c:min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801296"/>
        <c:crosses val="autoZero"/>
        <c:auto val="1"/>
        <c:lblAlgn val="ctr"/>
        <c:lblOffset val="100"/>
        <c:noMultiLvlLbl val="0"/>
      </c:catAx>
      <c:valAx>
        <c:axId val="429801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9803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0.31404</cdr:x>
      <cdr:y>0.04491</cdr:y>
    </cdr:from>
    <cdr:to>
      <cdr:x>0.76282</cdr:x>
      <cdr:y>0.48278</cdr:y>
    </cdr:to>
    <cdr:cxnSp macro="">
      <cdr:nvCxnSpPr>
        <cdr:cNvPr id="3" name="Straight Arrow Connector 2">
          <a:extLst xmlns:a="http://schemas.openxmlformats.org/drawingml/2006/main">
            <a:ext uri="{FF2B5EF4-FFF2-40B4-BE49-F238E27FC236}">
              <a16:creationId xmlns:a16="http://schemas.microsoft.com/office/drawing/2014/main" id="{21887808-1875-69BB-2C8F-D6AECFF5E7D6}"/>
            </a:ext>
          </a:extLst>
        </cdr:cNvPr>
        <cdr:cNvCxnSpPr/>
      </cdr:nvCxnSpPr>
      <cdr:spPr>
        <a:xfrm xmlns:a="http://schemas.openxmlformats.org/drawingml/2006/main" flipV="1">
          <a:off x="1978926" y="187585"/>
          <a:ext cx="2828041" cy="1828800"/>
        </a:xfrm>
        <a:prstGeom xmlns:a="http://schemas.openxmlformats.org/drawingml/2006/main" prst="straightConnector1">
          <a:avLst/>
        </a:prstGeom>
        <a:ln xmlns:a="http://schemas.openxmlformats.org/drawingml/2006/main" w="57150">
          <a:solidFill>
            <a:schemeClr val="accent2">
              <a:lumMod val="75000"/>
            </a:schemeClr>
          </a:solidFill>
          <a:headEnd type="none" w="med" len="med"/>
          <a:tailEnd type="arrow" w="med" len="med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00722-230B-4A76-A78F-0E95AF8C56E0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10D28-E097-40B9-A59F-AF89B8F13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1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2A053-9E28-4D4C-B446-3C2814735B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7862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02A053-9E28-4D4C-B446-3C2814735B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01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6.xml"/><Relationship Id="rId4" Type="http://schemas.openxmlformats.org/officeDocument/2006/relationships/hyperlink" Target="https://twitter.com/" TargetMode="Externa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7.xml"/><Relationship Id="rId4" Type="http://schemas.openxmlformats.org/officeDocument/2006/relationships/hyperlink" Target="https://twitter.com/" TargetMode="Externa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9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" TargetMode="External"/><Relationship Id="rId2" Type="http://schemas.openxmlformats.org/officeDocument/2006/relationships/hyperlink" Target="https://www.facebook.com/" TargetMode="External"/><Relationship Id="rId1" Type="http://schemas.openxmlformats.org/officeDocument/2006/relationships/slideMaster" Target="../slideMasters/slideMaster9.xml"/><Relationship Id="rId4" Type="http://schemas.openxmlformats.org/officeDocument/2006/relationships/hyperlink" Target="https://twitter.com/" TargetMode="Externa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5BC5-0944-B5E2-4BB9-AD4A74323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68413-A60C-EE3C-EB98-47A898896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C581-C673-5B8E-9166-7AA1DA81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EC461-6829-0981-4D47-EB99C2002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D9CAC-8451-E0CD-05DC-C7D6C6F1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7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CAA1-7F27-ED0E-8B03-53A102798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F0E45-6B47-4364-9A95-DFC3EB0FC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F8473-2CFB-5FA3-02BE-F96E48CCD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EF0D3-4A68-AC27-A9FD-0CE9D79D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58773-2C61-21B8-BB29-B06367C8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6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962-EABC-8DB7-14C8-0AC43750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B9CF5-1A3A-AB3D-787B-3915C777A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3872D-C01F-33A6-1723-C01A9F380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8689C-D39B-5DA1-823B-70D05C36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13804-E658-F88E-2A72-39D0971A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6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B532-8496-35E6-E7CF-7E5516A1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9ACB-FA64-BF6E-8352-15A94623A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A52EB-B571-92AB-D3E9-606D9DBED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06340-FE7C-9A37-129F-24A71165E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D7566-B3B4-ABAC-1B69-FD3812F0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C18A-CD83-30D2-E7F4-13CD1C724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2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E8BF9-512C-319A-7D6C-12FF753FB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45D68-23DA-C4DF-38AF-C2083BDA1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D920C-5AF2-334E-CDC2-633B5429A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E722E-59CA-BC57-0F4F-68A7714D0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65E9C-31AD-9E62-E7B1-9D73E07A4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2CB929-9094-8BF5-3BCF-1E01452B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9C606-F6D2-3985-3825-E935A23A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905F47-5CF0-64BF-62EA-DE9408A3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5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2E833-17B4-B480-4B54-61242840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307C08-20F6-610A-DFE3-6F894D61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3E1F9-5B39-68F0-FF1A-C012592F2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EA316-FA69-BD56-0C8B-4FC7B52B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3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80A58-0134-9E8C-60B2-CF152787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12C193-3019-981E-5EC4-F60B3C62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9F7D6-FC16-2C31-F3CC-0B272569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7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1CDD-54EA-B0CA-DBE1-D88F2C02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29F19-AF89-BE41-5CD1-E9623FA3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6E032-F6D9-60B0-8AFF-1223010AF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80902-4E5A-1293-DF69-0A8EB572D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4EC75-6EF6-10B9-33B9-1F1A8AA5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70BE6-EDF1-845F-36FE-C4F10B748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28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60A49-79BF-996C-3E3C-AFFA1574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DB2460-148C-DC40-5CBE-9CB977C2E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32BD4-D3F5-F711-497C-0B23DCA66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98B03-ED4B-BD03-0D99-612DC6C8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4C95E-1F18-09F8-6BA6-14CC789F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667CE-781E-93B3-F9E3-18BA21C5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93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BECA-C79E-FF1E-FA10-C7C5544F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EC04F-3A6C-90BC-4C3E-989D2B44A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698AE-D0AA-5BAD-BA6F-1B0D4B8B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37EAB-4BAE-5679-C7E8-A9F135ABE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F8169-C1F6-9847-943E-9CFD5BD6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7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49D4C5-07E9-45D4-5241-D277CC4C5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2C17F-704A-263D-0A02-90DF77428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0EA19-376C-6AB4-63E9-D0381186C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7E07-3704-1F4E-0004-DF418FEF0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E681D-BE40-63CF-6E6D-BAC2C2CA9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89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02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EDC9F4-A7C4-4676-AB6E-7148F858097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22823488"/>
              <a:gd name="connsiteY0" fmla="*/ 0 h 13716000"/>
              <a:gd name="connsiteX1" fmla="*/ 22823488 w 22823488"/>
              <a:gd name="connsiteY1" fmla="*/ 0 h 13716000"/>
              <a:gd name="connsiteX2" fmla="*/ 22823488 w 22823488"/>
              <a:gd name="connsiteY2" fmla="*/ 13716000 h 13716000"/>
              <a:gd name="connsiteX3" fmla="*/ 0 w 2282348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23488" h="13716000">
                <a:moveTo>
                  <a:pt x="0" y="0"/>
                </a:moveTo>
                <a:lnTo>
                  <a:pt x="22823488" y="0"/>
                </a:lnTo>
                <a:lnTo>
                  <a:pt x="22823488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7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48602-5320-4DCD-94A3-2CB80716ED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3" y="647700"/>
            <a:ext cx="5314258" cy="5524500"/>
          </a:xfrm>
          <a:custGeom>
            <a:avLst/>
            <a:gdLst>
              <a:gd name="connsiteX0" fmla="*/ 0 w 10629899"/>
              <a:gd name="connsiteY0" fmla="*/ 0 h 11049000"/>
              <a:gd name="connsiteX1" fmla="*/ 10629899 w 10629899"/>
              <a:gd name="connsiteY1" fmla="*/ 0 h 11049000"/>
              <a:gd name="connsiteX2" fmla="*/ 10629899 w 10629899"/>
              <a:gd name="connsiteY2" fmla="*/ 11049000 h 11049000"/>
              <a:gd name="connsiteX3" fmla="*/ 0 w 106298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899" h="11049000">
                <a:moveTo>
                  <a:pt x="0" y="0"/>
                </a:moveTo>
                <a:lnTo>
                  <a:pt x="10629899" y="0"/>
                </a:lnTo>
                <a:lnTo>
                  <a:pt x="106298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68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48602-5320-4DCD-94A3-2CB80716ED1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3" y="647700"/>
            <a:ext cx="10628516" cy="5524500"/>
          </a:xfrm>
          <a:custGeom>
            <a:avLst/>
            <a:gdLst>
              <a:gd name="connsiteX0" fmla="*/ 0 w 10629899"/>
              <a:gd name="connsiteY0" fmla="*/ 0 h 11049000"/>
              <a:gd name="connsiteX1" fmla="*/ 10629899 w 10629899"/>
              <a:gd name="connsiteY1" fmla="*/ 0 h 11049000"/>
              <a:gd name="connsiteX2" fmla="*/ 10629899 w 10629899"/>
              <a:gd name="connsiteY2" fmla="*/ 11049000 h 11049000"/>
              <a:gd name="connsiteX3" fmla="*/ 0 w 106298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899" h="11049000">
                <a:moveTo>
                  <a:pt x="0" y="0"/>
                </a:moveTo>
                <a:lnTo>
                  <a:pt x="10629899" y="0"/>
                </a:lnTo>
                <a:lnTo>
                  <a:pt x="106298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3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E0F4C81-9939-41D0-86EF-EA52E53D1D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27269" y="1119808"/>
            <a:ext cx="2537461" cy="2537791"/>
          </a:xfrm>
          <a:custGeom>
            <a:avLst/>
            <a:gdLst>
              <a:gd name="connsiteX0" fmla="*/ 2537791 w 5075582"/>
              <a:gd name="connsiteY0" fmla="*/ 0 h 5075582"/>
              <a:gd name="connsiteX1" fmla="*/ 5075582 w 5075582"/>
              <a:gd name="connsiteY1" fmla="*/ 2537791 h 5075582"/>
              <a:gd name="connsiteX2" fmla="*/ 2537791 w 5075582"/>
              <a:gd name="connsiteY2" fmla="*/ 5075582 h 5075582"/>
              <a:gd name="connsiteX3" fmla="*/ 0 w 5075582"/>
              <a:gd name="connsiteY3" fmla="*/ 2537791 h 5075582"/>
              <a:gd name="connsiteX4" fmla="*/ 2537791 w 5075582"/>
              <a:gd name="connsiteY4" fmla="*/ 0 h 507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75582" h="5075582">
                <a:moveTo>
                  <a:pt x="2537791" y="0"/>
                </a:moveTo>
                <a:cubicBezTo>
                  <a:pt x="3939374" y="0"/>
                  <a:pt x="5075582" y="1136208"/>
                  <a:pt x="5075582" y="2537791"/>
                </a:cubicBezTo>
                <a:cubicBezTo>
                  <a:pt x="5075582" y="3939374"/>
                  <a:pt x="3939374" y="5075582"/>
                  <a:pt x="2537791" y="5075582"/>
                </a:cubicBezTo>
                <a:cubicBezTo>
                  <a:pt x="1136208" y="5075582"/>
                  <a:pt x="0" y="3939374"/>
                  <a:pt x="0" y="2537791"/>
                </a:cubicBezTo>
                <a:cubicBezTo>
                  <a:pt x="0" y="1136208"/>
                  <a:pt x="1136208" y="0"/>
                  <a:pt x="253779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59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0EE7DA-954F-470F-B4FB-970B10427B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26197" y="1082616"/>
            <a:ext cx="3139606" cy="4692770"/>
          </a:xfrm>
          <a:custGeom>
            <a:avLst/>
            <a:gdLst>
              <a:gd name="connsiteX0" fmla="*/ 0 w 6280030"/>
              <a:gd name="connsiteY0" fmla="*/ 0 h 9385539"/>
              <a:gd name="connsiteX1" fmla="*/ 6280030 w 6280030"/>
              <a:gd name="connsiteY1" fmla="*/ 0 h 9385539"/>
              <a:gd name="connsiteX2" fmla="*/ 6280030 w 6280030"/>
              <a:gd name="connsiteY2" fmla="*/ 9385539 h 9385539"/>
              <a:gd name="connsiteX3" fmla="*/ 0 w 6280030"/>
              <a:gd name="connsiteY3" fmla="*/ 9385539 h 938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80030" h="9385539">
                <a:moveTo>
                  <a:pt x="0" y="0"/>
                </a:moveTo>
                <a:lnTo>
                  <a:pt x="6280030" y="0"/>
                </a:lnTo>
                <a:lnTo>
                  <a:pt x="6280030" y="9385539"/>
                </a:lnTo>
                <a:lnTo>
                  <a:pt x="0" y="938553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dist="266700" dir="2700000" algn="tl" rotWithShape="0">
              <a:prstClr val="black">
                <a:alpha val="23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0 L -0.02246 -0.05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6" y="-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B2A7E9-3614-483C-A98C-8ECE0BE80B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21259800"/>
              <a:gd name="connsiteY0" fmla="*/ 0 h 11049000"/>
              <a:gd name="connsiteX1" fmla="*/ 21259800 w 21259800"/>
              <a:gd name="connsiteY1" fmla="*/ 0 h 11049000"/>
              <a:gd name="connsiteX2" fmla="*/ 21259800 w 21259800"/>
              <a:gd name="connsiteY2" fmla="*/ 11049000 h 11049000"/>
              <a:gd name="connsiteX3" fmla="*/ 0 w 212598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9800" h="11049000">
                <a:moveTo>
                  <a:pt x="0" y="0"/>
                </a:moveTo>
                <a:lnTo>
                  <a:pt x="21259800" y="0"/>
                </a:lnTo>
                <a:lnTo>
                  <a:pt x="212598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80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B2A7E9-3614-483C-A98C-8ECE0BE80B0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16788" y="647700"/>
            <a:ext cx="7793470" cy="5524500"/>
          </a:xfrm>
          <a:custGeom>
            <a:avLst/>
            <a:gdLst>
              <a:gd name="connsiteX0" fmla="*/ 0 w 21259800"/>
              <a:gd name="connsiteY0" fmla="*/ 0 h 11049000"/>
              <a:gd name="connsiteX1" fmla="*/ 21259800 w 21259800"/>
              <a:gd name="connsiteY1" fmla="*/ 0 h 11049000"/>
              <a:gd name="connsiteX2" fmla="*/ 21259800 w 21259800"/>
              <a:gd name="connsiteY2" fmla="*/ 11049000 h 11049000"/>
              <a:gd name="connsiteX3" fmla="*/ 0 w 212598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9800" h="11049000">
                <a:moveTo>
                  <a:pt x="0" y="0"/>
                </a:moveTo>
                <a:lnTo>
                  <a:pt x="21259800" y="0"/>
                </a:lnTo>
                <a:lnTo>
                  <a:pt x="212598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B06C0-CBE8-405B-8A49-1EDA08527EB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566817" y="1035169"/>
            <a:ext cx="3476803" cy="4917057"/>
          </a:xfrm>
          <a:custGeom>
            <a:avLst/>
            <a:gdLst>
              <a:gd name="connsiteX0" fmla="*/ 0 w 10629900"/>
              <a:gd name="connsiteY0" fmla="*/ 0 h 13715999"/>
              <a:gd name="connsiteX1" fmla="*/ 10629900 w 10629900"/>
              <a:gd name="connsiteY1" fmla="*/ 0 h 13715999"/>
              <a:gd name="connsiteX2" fmla="*/ 10629900 w 10629900"/>
              <a:gd name="connsiteY2" fmla="*/ 13715999 h 13715999"/>
              <a:gd name="connsiteX3" fmla="*/ 0 w 10629900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900" h="13715999">
                <a:moveTo>
                  <a:pt x="0" y="0"/>
                </a:moveTo>
                <a:lnTo>
                  <a:pt x="10629900" y="0"/>
                </a:lnTo>
                <a:lnTo>
                  <a:pt x="10629900" y="13715999"/>
                </a:lnTo>
                <a:lnTo>
                  <a:pt x="0" y="1371599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9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B13DB9B-D378-4E6B-8FA4-452DF397F2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-1"/>
            <a:ext cx="5314258" cy="6858000"/>
          </a:xfrm>
          <a:custGeom>
            <a:avLst/>
            <a:gdLst>
              <a:gd name="connsiteX0" fmla="*/ 0 w 10629900"/>
              <a:gd name="connsiteY0" fmla="*/ 0 h 13715999"/>
              <a:gd name="connsiteX1" fmla="*/ 10629900 w 10629900"/>
              <a:gd name="connsiteY1" fmla="*/ 0 h 13715999"/>
              <a:gd name="connsiteX2" fmla="*/ 10629900 w 10629900"/>
              <a:gd name="connsiteY2" fmla="*/ 13715999 h 13715999"/>
              <a:gd name="connsiteX3" fmla="*/ 0 w 10629900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900" h="13715999">
                <a:moveTo>
                  <a:pt x="0" y="0"/>
                </a:moveTo>
                <a:lnTo>
                  <a:pt x="10629900" y="0"/>
                </a:lnTo>
                <a:lnTo>
                  <a:pt x="10629900" y="13715999"/>
                </a:lnTo>
                <a:lnTo>
                  <a:pt x="0" y="1371599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8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51805" y="1941447"/>
            <a:ext cx="5288390" cy="2975107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accent3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732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75">
            <a:extLst>
              <a:ext uri="{FF2B5EF4-FFF2-40B4-BE49-F238E27FC236}">
                <a16:creationId xmlns:a16="http://schemas.microsoft.com/office/drawing/2014/main" id="{E663C24A-6D61-4CE5-B812-FEFFD014239B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-657118" y="-149065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75">
            <a:extLst>
              <a:ext uri="{FF2B5EF4-FFF2-40B4-BE49-F238E27FC236}">
                <a16:creationId xmlns:a16="http://schemas.microsoft.com/office/drawing/2014/main" id="{FC0F3EFD-29EA-4CF3-945D-F2BDFE1089BA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-2891069" y="-23119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1" name="Picture Placeholder 75">
            <a:extLst>
              <a:ext uri="{FF2B5EF4-FFF2-40B4-BE49-F238E27FC236}">
                <a16:creationId xmlns:a16="http://schemas.microsoft.com/office/drawing/2014/main" id="{03EDB8AD-F804-43C3-A0D1-C12D7225E290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1728774" y="-113977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75">
            <a:extLst>
              <a:ext uri="{FF2B5EF4-FFF2-40B4-BE49-F238E27FC236}">
                <a16:creationId xmlns:a16="http://schemas.microsoft.com/office/drawing/2014/main" id="{C5D21686-787F-4D1D-8E80-E2508F394D2B}"/>
              </a:ext>
            </a:extLst>
          </p:cNvPr>
          <p:cNvSpPr>
            <a:spLocks noGrp="1" noChangeAspect="1"/>
          </p:cNvSpPr>
          <p:nvPr>
            <p:ph type="pic" sz="quarter" idx="51"/>
          </p:nvPr>
        </p:nvSpPr>
        <p:spPr>
          <a:xfrm>
            <a:off x="-505177" y="11968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75">
            <a:extLst>
              <a:ext uri="{FF2B5EF4-FFF2-40B4-BE49-F238E27FC236}">
                <a16:creationId xmlns:a16="http://schemas.microsoft.com/office/drawing/2014/main" id="{A4D6FD94-3DFB-4DD1-A3E1-05F00BC1540C}"/>
              </a:ext>
            </a:extLst>
          </p:cNvPr>
          <p:cNvSpPr>
            <a:spLocks noGrp="1" noChangeAspect="1"/>
          </p:cNvSpPr>
          <p:nvPr>
            <p:ph type="pic" sz="quarter" idx="52"/>
          </p:nvPr>
        </p:nvSpPr>
        <p:spPr>
          <a:xfrm>
            <a:off x="-2739128" y="137914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75">
            <a:extLst>
              <a:ext uri="{FF2B5EF4-FFF2-40B4-BE49-F238E27FC236}">
                <a16:creationId xmlns:a16="http://schemas.microsoft.com/office/drawing/2014/main" id="{6CAD025C-A654-4C88-A249-7079110D412A}"/>
              </a:ext>
            </a:extLst>
          </p:cNvPr>
          <p:cNvSpPr>
            <a:spLocks noGrp="1" noChangeAspect="1"/>
          </p:cNvSpPr>
          <p:nvPr>
            <p:ph type="pic" sz="quarter" idx="43"/>
          </p:nvPr>
        </p:nvSpPr>
        <p:spPr>
          <a:xfrm>
            <a:off x="3949279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75">
            <a:extLst>
              <a:ext uri="{FF2B5EF4-FFF2-40B4-BE49-F238E27FC236}">
                <a16:creationId xmlns:a16="http://schemas.microsoft.com/office/drawing/2014/main" id="{7D2A6AB2-B1B6-4E6E-A516-1624DC823BCE}"/>
              </a:ext>
            </a:extLst>
          </p:cNvPr>
          <p:cNvSpPr>
            <a:spLocks noGrp="1" noChangeAspect="1"/>
          </p:cNvSpPr>
          <p:nvPr>
            <p:ph type="pic" sz="quarter" idx="44"/>
          </p:nvPr>
        </p:nvSpPr>
        <p:spPr>
          <a:xfrm>
            <a:off x="1715328" y="57285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75">
            <a:extLst>
              <a:ext uri="{FF2B5EF4-FFF2-40B4-BE49-F238E27FC236}">
                <a16:creationId xmlns:a16="http://schemas.microsoft.com/office/drawing/2014/main" id="{9DD0859E-1EE8-4927-8BB2-F5754D3BD7BB}"/>
              </a:ext>
            </a:extLst>
          </p:cNvPr>
          <p:cNvSpPr>
            <a:spLocks noGrp="1" noChangeAspect="1"/>
          </p:cNvSpPr>
          <p:nvPr>
            <p:ph type="pic" sz="quarter" idx="45"/>
          </p:nvPr>
        </p:nvSpPr>
        <p:spPr>
          <a:xfrm>
            <a:off x="-518622" y="183231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75">
            <a:extLst>
              <a:ext uri="{FF2B5EF4-FFF2-40B4-BE49-F238E27FC236}">
                <a16:creationId xmlns:a16="http://schemas.microsoft.com/office/drawing/2014/main" id="{F9FC8C08-0383-4EC2-82BB-1133D3D229E0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-2752573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07EBF97-CA98-44E9-938D-F451E62350C1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942516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3D16D7ED-FD8B-4316-A459-2B2FB95393A8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4708566" y="57285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0CDD9022-DE91-4943-A173-2B143DF81A30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2474615" y="183231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ABE95176-571E-450E-92C4-6C81EA4C7A3E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240664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75">
            <a:extLst>
              <a:ext uri="{FF2B5EF4-FFF2-40B4-BE49-F238E27FC236}">
                <a16:creationId xmlns:a16="http://schemas.microsoft.com/office/drawing/2014/main" id="{3EFAEF24-F8F9-40CF-94FB-D6695C184868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-1993286" y="435122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672465" y="-53115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FEAB132E-72A8-4AAE-84A4-48B1A95CEE6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7438514" y="7283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243FAE32-B9F4-4AE7-AE82-22570A22956A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204564" y="19877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2DB54D1-378A-4542-9D02-E25B5BADC362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2970613" y="32472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8FFD3707-289A-4097-A634-5DFE56AC06FE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36662" y="45066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54A7639C-C713-48A6-BCBD-272206505DD0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-1497288" y="576613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EADC1BA6-7445-4738-896F-F25E3B51C12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10280074" y="81369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C2B339F4-9FE6-4B11-BADC-2E50B1ADD1F5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8046124" y="207314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75">
            <a:extLst>
              <a:ext uri="{FF2B5EF4-FFF2-40B4-BE49-F238E27FC236}">
                <a16:creationId xmlns:a16="http://schemas.microsoft.com/office/drawing/2014/main" id="{FFE71006-16E5-457F-9B4E-4C8C74041CF2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5812173" y="33326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6DDB9485-9DF7-49C5-ADFC-F845200EBD64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3578222" y="45920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C2FEBF29-F3C4-44EB-A394-6B97F83C159B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344272" y="58515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75">
            <a:extLst>
              <a:ext uri="{FF2B5EF4-FFF2-40B4-BE49-F238E27FC236}">
                <a16:creationId xmlns:a16="http://schemas.microsoft.com/office/drawing/2014/main" id="{2F015E8F-22EA-4453-8367-140895DC3255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10348604" y="245607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4" name="Picture Placeholder 75">
            <a:extLst>
              <a:ext uri="{FF2B5EF4-FFF2-40B4-BE49-F238E27FC236}">
                <a16:creationId xmlns:a16="http://schemas.microsoft.com/office/drawing/2014/main" id="{38BD2839-9FD8-4A47-8C6C-BA555D30B060}"/>
              </a:ext>
            </a:extLst>
          </p:cNvPr>
          <p:cNvSpPr>
            <a:spLocks noGrp="1" noChangeAspect="1"/>
          </p:cNvSpPr>
          <p:nvPr>
            <p:ph type="pic" sz="quarter" idx="63"/>
          </p:nvPr>
        </p:nvSpPr>
        <p:spPr>
          <a:xfrm>
            <a:off x="8114654" y="371553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5" name="Picture Placeholder 75">
            <a:extLst>
              <a:ext uri="{FF2B5EF4-FFF2-40B4-BE49-F238E27FC236}">
                <a16:creationId xmlns:a16="http://schemas.microsoft.com/office/drawing/2014/main" id="{36034C35-1CBE-46E5-9904-EDC510CB644A}"/>
              </a:ext>
            </a:extLst>
          </p:cNvPr>
          <p:cNvSpPr>
            <a:spLocks noGrp="1" noChangeAspect="1"/>
          </p:cNvSpPr>
          <p:nvPr>
            <p:ph type="pic" sz="quarter" idx="64"/>
          </p:nvPr>
        </p:nvSpPr>
        <p:spPr>
          <a:xfrm>
            <a:off x="5880703" y="497498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6" name="Picture Placeholder 75">
            <a:extLst>
              <a:ext uri="{FF2B5EF4-FFF2-40B4-BE49-F238E27FC236}">
                <a16:creationId xmlns:a16="http://schemas.microsoft.com/office/drawing/2014/main" id="{507BEDBC-9F75-40C5-8467-AA2A8746E709}"/>
              </a:ext>
            </a:extLst>
          </p:cNvPr>
          <p:cNvSpPr>
            <a:spLocks noGrp="1" noChangeAspect="1"/>
          </p:cNvSpPr>
          <p:nvPr>
            <p:ph type="pic" sz="quarter" idx="65"/>
          </p:nvPr>
        </p:nvSpPr>
        <p:spPr>
          <a:xfrm>
            <a:off x="3646752" y="623444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9" name="Picture Placeholder 75">
            <a:extLst>
              <a:ext uri="{FF2B5EF4-FFF2-40B4-BE49-F238E27FC236}">
                <a16:creationId xmlns:a16="http://schemas.microsoft.com/office/drawing/2014/main" id="{AECDF11A-996B-4276-B504-5061846D8626}"/>
              </a:ext>
            </a:extLst>
          </p:cNvPr>
          <p:cNvSpPr>
            <a:spLocks noGrp="1" noChangeAspect="1"/>
          </p:cNvSpPr>
          <p:nvPr>
            <p:ph type="pic" sz="quarter" idx="68"/>
          </p:nvPr>
        </p:nvSpPr>
        <p:spPr>
          <a:xfrm>
            <a:off x="10536718" y="403782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0" name="Picture Placeholder 75">
            <a:extLst>
              <a:ext uri="{FF2B5EF4-FFF2-40B4-BE49-F238E27FC236}">
                <a16:creationId xmlns:a16="http://schemas.microsoft.com/office/drawing/2014/main" id="{18FFBB60-78C0-41D6-B988-AE90BC50278F}"/>
              </a:ext>
            </a:extLst>
          </p:cNvPr>
          <p:cNvSpPr>
            <a:spLocks noGrp="1" noChangeAspect="1"/>
          </p:cNvSpPr>
          <p:nvPr>
            <p:ph type="pic" sz="quarter" idx="69"/>
          </p:nvPr>
        </p:nvSpPr>
        <p:spPr>
          <a:xfrm>
            <a:off x="8302767" y="529728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1" name="Picture Placeholder 75">
            <a:extLst>
              <a:ext uri="{FF2B5EF4-FFF2-40B4-BE49-F238E27FC236}">
                <a16:creationId xmlns:a16="http://schemas.microsoft.com/office/drawing/2014/main" id="{157843DF-2840-468E-B1B3-C729FF5281C6}"/>
              </a:ext>
            </a:extLst>
          </p:cNvPr>
          <p:cNvSpPr>
            <a:spLocks noGrp="1" noChangeAspect="1"/>
          </p:cNvSpPr>
          <p:nvPr>
            <p:ph type="pic" sz="quarter" idx="70"/>
          </p:nvPr>
        </p:nvSpPr>
        <p:spPr>
          <a:xfrm>
            <a:off x="6068817" y="655673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5" name="Picture Placeholder 75">
            <a:extLst>
              <a:ext uri="{FF2B5EF4-FFF2-40B4-BE49-F238E27FC236}">
                <a16:creationId xmlns:a16="http://schemas.microsoft.com/office/drawing/2014/main" id="{8DF2D5D1-AC63-4DDD-BF20-41ACF22FCE4B}"/>
              </a:ext>
            </a:extLst>
          </p:cNvPr>
          <p:cNvSpPr>
            <a:spLocks noGrp="1" noChangeAspect="1"/>
          </p:cNvSpPr>
          <p:nvPr>
            <p:ph type="pic" sz="quarter" idx="74"/>
          </p:nvPr>
        </p:nvSpPr>
        <p:spPr>
          <a:xfrm>
            <a:off x="11051634" y="54640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6" name="Picture Placeholder 75">
            <a:extLst>
              <a:ext uri="{FF2B5EF4-FFF2-40B4-BE49-F238E27FC236}">
                <a16:creationId xmlns:a16="http://schemas.microsoft.com/office/drawing/2014/main" id="{3932DA6D-A9C7-4444-87EB-1B1FFD57213B}"/>
              </a:ext>
            </a:extLst>
          </p:cNvPr>
          <p:cNvSpPr>
            <a:spLocks noGrp="1" noChangeAspect="1"/>
          </p:cNvSpPr>
          <p:nvPr>
            <p:ph type="pic" sz="quarter" idx="75"/>
          </p:nvPr>
        </p:nvSpPr>
        <p:spPr>
          <a:xfrm>
            <a:off x="8817684" y="67234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7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41" grpId="0" animBg="1"/>
      <p:bldP spid="42" grpId="0" animBg="1"/>
      <p:bldP spid="43" grpId="0" animBg="1"/>
      <p:bldP spid="28" grpId="0" animBg="1"/>
      <p:bldP spid="29" grpId="0" animBg="1"/>
      <p:bldP spid="30" grpId="0" animBg="1"/>
      <p:bldP spid="3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3" grpId="0" animBg="1"/>
      <p:bldP spid="54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65" grpId="0" animBg="1"/>
      <p:bldP spid="66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960575" y="251257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Picture Placeholder 75">
            <a:extLst>
              <a:ext uri="{FF2B5EF4-FFF2-40B4-BE49-F238E27FC236}">
                <a16:creationId xmlns:a16="http://schemas.microsoft.com/office/drawing/2014/main" id="{B73DCDD3-849B-48E9-9914-DC8C6C49302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177423" y="284578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8083A199-38E5-4ACB-BD72-CEC6E71018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480191" y="4288872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30F15E57-04C6-4909-ACB4-7ACAA591DE3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3446134" y="308710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86FBEEA4-D851-4A6C-878E-E42016D4A5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805022" y="455708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04CD476-3BC2-488C-9229-A7DD254475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840192" y="599542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6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DE1F0CA1-994C-4B15-BD61-C1FC8BE244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795324" y="-2019910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CCDC6E92-1B4E-4F2A-BD85-917834D7D1B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98700" y="-5940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60FE58BF-2882-4922-8BE2-DC5C806999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1002077" y="83177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DFC0A416-BD43-4889-A746-153B68F952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92594" y="-147069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0B4C680D-3D96-4F02-8FDE-6C344B4EA94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695970" y="-44854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75">
            <a:extLst>
              <a:ext uri="{FF2B5EF4-FFF2-40B4-BE49-F238E27FC236}">
                <a16:creationId xmlns:a16="http://schemas.microsoft.com/office/drawing/2014/main" id="{0136ECC1-14F7-404A-BB65-765B022634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07095" y="136549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1F32264-5F7E-4A46-97AB-AABAB86F1EA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911794" y="27844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309" y="-1058251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65B77482-57E1-46FD-913A-0092573AC5F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754685" y="367594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9" name="Picture Placeholder 75">
            <a:extLst>
              <a:ext uri="{FF2B5EF4-FFF2-40B4-BE49-F238E27FC236}">
                <a16:creationId xmlns:a16="http://schemas.microsoft.com/office/drawing/2014/main" id="{B37A391A-9563-4D8D-9F81-AF2A558906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358062" y="179343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905913FF-40D6-422E-AE96-62587D32CE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69186" y="3203785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139B3716-743D-4E4C-8E9E-2862234854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73886" y="462275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6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3" grpId="0" animBg="1"/>
      <p:bldP spid="14" grpId="0" animBg="1"/>
      <p:bldP spid="15" grpId="0" animBg="1"/>
      <p:bldP spid="16" grpId="0" animBg="1"/>
      <p:bldP spid="2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9ECCF-26E4-460B-B63D-0178A5C20500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302912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9BE362C5-03AE-447C-8B47-3D5F404636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2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accel="10000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</p:cBhvr>
                                      <p:by x="90000" y="9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3936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881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4795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5247592" y="1624774"/>
            <a:ext cx="1695229" cy="3673508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72545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7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5" grpId="0" animBg="1"/>
        </p:bldLst>
      </p:timing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3616154" y="1624774"/>
            <a:ext cx="1695229" cy="3673508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  <p:sp>
        <p:nvSpPr>
          <p:cNvPr id="33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1557815" y="1624774"/>
            <a:ext cx="1695229" cy="3673508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  <p:sp>
        <p:nvSpPr>
          <p:cNvPr id="35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5672587" y="1624774"/>
            <a:ext cx="1695229" cy="3673508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197973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3" grpId="0" animBg="1"/>
      <p:bldP spid="3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5129128" y="1338738"/>
            <a:ext cx="1933745" cy="4183947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45640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1577872" y="1536516"/>
            <a:ext cx="4326916" cy="9361933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111375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7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</p:bldLst>
      </p:timing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29"/>
          <p:cNvSpPr>
            <a:spLocks noGrp="1"/>
          </p:cNvSpPr>
          <p:nvPr>
            <p:ph type="pic" sz="quarter" idx="12" hasCustomPrompt="1"/>
          </p:nvPr>
        </p:nvSpPr>
        <p:spPr>
          <a:xfrm>
            <a:off x="8275563" y="2905237"/>
            <a:ext cx="2769446" cy="6026722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  <p:sp>
        <p:nvSpPr>
          <p:cNvPr id="30" name="Picture Placeholder 29"/>
          <p:cNvSpPr>
            <a:spLocks noGrp="1"/>
          </p:cNvSpPr>
          <p:nvPr>
            <p:ph type="pic" sz="quarter" idx="11" hasCustomPrompt="1"/>
          </p:nvPr>
        </p:nvSpPr>
        <p:spPr>
          <a:xfrm>
            <a:off x="1138993" y="2905237"/>
            <a:ext cx="2769446" cy="6026722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4567925" y="2612378"/>
            <a:ext cx="3056150" cy="6612439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52424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0" grpId="0" animBg="1"/>
      <p:bldP spid="11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29"/>
          <p:cNvSpPr>
            <a:spLocks noGrp="1"/>
          </p:cNvSpPr>
          <p:nvPr>
            <p:ph type="pic" sz="quarter" idx="11" hasCustomPrompt="1"/>
          </p:nvPr>
        </p:nvSpPr>
        <p:spPr>
          <a:xfrm>
            <a:off x="5192148" y="1450975"/>
            <a:ext cx="1807703" cy="3933825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  <p:sp>
        <p:nvSpPr>
          <p:cNvPr id="54" name="Picture Placeholder 53"/>
          <p:cNvSpPr>
            <a:spLocks noGrp="1"/>
          </p:cNvSpPr>
          <p:nvPr>
            <p:ph type="pic" sz="quarter" idx="12" hasCustomPrompt="1"/>
          </p:nvPr>
        </p:nvSpPr>
        <p:spPr>
          <a:xfrm>
            <a:off x="3280606" y="2419668"/>
            <a:ext cx="1145391" cy="2032635"/>
          </a:xfrm>
          <a:custGeom>
            <a:avLst/>
            <a:gdLst>
              <a:gd name="connsiteX0" fmla="*/ 0 w 2291080"/>
              <a:gd name="connsiteY0" fmla="*/ 0 h 4065270"/>
              <a:gd name="connsiteX1" fmla="*/ 2291080 w 2291080"/>
              <a:gd name="connsiteY1" fmla="*/ 0 h 4065270"/>
              <a:gd name="connsiteX2" fmla="*/ 2291080 w 2291080"/>
              <a:gd name="connsiteY2" fmla="*/ 4065270 h 4065270"/>
              <a:gd name="connsiteX3" fmla="*/ 0 w 2291080"/>
              <a:gd name="connsiteY3" fmla="*/ 4065270 h 4065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91080" h="4065270">
                <a:moveTo>
                  <a:pt x="0" y="0"/>
                </a:moveTo>
                <a:lnTo>
                  <a:pt x="2291080" y="0"/>
                </a:lnTo>
                <a:lnTo>
                  <a:pt x="2291080" y="4065270"/>
                </a:lnTo>
                <a:lnTo>
                  <a:pt x="0" y="406527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  <p:sp>
        <p:nvSpPr>
          <p:cNvPr id="56" name="Picture Placeholder 55"/>
          <p:cNvSpPr>
            <a:spLocks noGrp="1"/>
          </p:cNvSpPr>
          <p:nvPr>
            <p:ph type="pic" sz="quarter" idx="13" hasCustomPrompt="1"/>
          </p:nvPr>
        </p:nvSpPr>
        <p:spPr>
          <a:xfrm>
            <a:off x="7703345" y="2237185"/>
            <a:ext cx="1339199" cy="2387124"/>
          </a:xfrm>
          <a:custGeom>
            <a:avLst/>
            <a:gdLst>
              <a:gd name="connsiteX0" fmla="*/ 0 w 2678747"/>
              <a:gd name="connsiteY0" fmla="*/ 0 h 4774247"/>
              <a:gd name="connsiteX1" fmla="*/ 2678747 w 2678747"/>
              <a:gd name="connsiteY1" fmla="*/ 0 h 4774247"/>
              <a:gd name="connsiteX2" fmla="*/ 2678747 w 2678747"/>
              <a:gd name="connsiteY2" fmla="*/ 4774247 h 4774247"/>
              <a:gd name="connsiteX3" fmla="*/ 0 w 2678747"/>
              <a:gd name="connsiteY3" fmla="*/ 4774247 h 4774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8747" h="4774247">
                <a:moveTo>
                  <a:pt x="0" y="0"/>
                </a:moveTo>
                <a:lnTo>
                  <a:pt x="2678747" y="0"/>
                </a:lnTo>
                <a:lnTo>
                  <a:pt x="2678747" y="4774247"/>
                </a:lnTo>
                <a:lnTo>
                  <a:pt x="0" y="4774247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1114504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666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7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8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66667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1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2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66667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667">
                                          <p:cBhvr additive="base">
                                            <p:cTn id="15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667">
                                          <p:cBhvr additive="base">
                                            <p:cTn id="16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54" grpId="0" animBg="1"/>
          <p:bldP spid="5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4" grpId="0" animBg="1"/>
          <p:bldP spid="54" grpId="0" animBg="1"/>
          <p:bldP spid="56" grpId="0" animBg="1"/>
        </p:bldLst>
      </p:timing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4361883" y="2213968"/>
            <a:ext cx="3483238" cy="2182639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111555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0"/>
          <p:cNvSpPr>
            <a:spLocks noGrp="1"/>
          </p:cNvSpPr>
          <p:nvPr>
            <p:ph type="pic" sz="quarter" idx="10" hasCustomPrompt="1"/>
          </p:nvPr>
        </p:nvSpPr>
        <p:spPr>
          <a:xfrm>
            <a:off x="1619039" y="1885269"/>
            <a:ext cx="3878368" cy="2182639"/>
          </a:xfrm>
          <a:custGeom>
            <a:avLst/>
            <a:gdLst>
              <a:gd name="connsiteX0" fmla="*/ 0 w 3867993"/>
              <a:gd name="connsiteY0" fmla="*/ 0 h 8367894"/>
              <a:gd name="connsiteX1" fmla="*/ 3867993 w 3867993"/>
              <a:gd name="connsiteY1" fmla="*/ 0 h 8367894"/>
              <a:gd name="connsiteX2" fmla="*/ 3867993 w 3867993"/>
              <a:gd name="connsiteY2" fmla="*/ 8367894 h 8367894"/>
              <a:gd name="connsiteX3" fmla="*/ 0 w 3867993"/>
              <a:gd name="connsiteY3" fmla="*/ 8367894 h 836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7993" h="8367894">
                <a:moveTo>
                  <a:pt x="0" y="0"/>
                </a:moveTo>
                <a:lnTo>
                  <a:pt x="3867993" y="0"/>
                </a:lnTo>
                <a:lnTo>
                  <a:pt x="3867993" y="8367894"/>
                </a:lnTo>
                <a:lnTo>
                  <a:pt x="0" y="8367894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 dirty="0"/>
            </a:lvl1pPr>
          </a:lstStyle>
          <a:p>
            <a:pPr lvl="0"/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361972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1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4577536" y="4183563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4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2130908" y="2791402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43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-315720" y="1400109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44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1380268" y="4834086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17" name="Picture Placeholder 15"/>
          <p:cNvSpPr>
            <a:spLocks noGrp="1"/>
          </p:cNvSpPr>
          <p:nvPr>
            <p:ph type="pic" sz="quarter" idx="14" hasCustomPrompt="1"/>
          </p:nvPr>
        </p:nvSpPr>
        <p:spPr>
          <a:xfrm>
            <a:off x="-1010007" y="3422821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148002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17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15"/>
          <p:cNvSpPr>
            <a:spLocks noGrp="1"/>
          </p:cNvSpPr>
          <p:nvPr>
            <p:ph type="pic" sz="quarter" idx="10" hasCustomPrompt="1"/>
          </p:nvPr>
        </p:nvSpPr>
        <p:spPr>
          <a:xfrm>
            <a:off x="7228910" y="2475212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42" name="Picture Placeholder 15"/>
          <p:cNvSpPr>
            <a:spLocks noGrp="1"/>
          </p:cNvSpPr>
          <p:nvPr>
            <p:ph type="pic" sz="quarter" idx="11" hasCustomPrompt="1"/>
          </p:nvPr>
        </p:nvSpPr>
        <p:spPr>
          <a:xfrm>
            <a:off x="7228910" y="2113507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43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7228910" y="1751802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  <p:sp>
        <p:nvSpPr>
          <p:cNvPr id="44" name="Picture Placeholder 15"/>
          <p:cNvSpPr>
            <a:spLocks noGrp="1"/>
          </p:cNvSpPr>
          <p:nvPr>
            <p:ph type="pic" sz="quarter" idx="13" hasCustomPrompt="1"/>
          </p:nvPr>
        </p:nvSpPr>
        <p:spPr>
          <a:xfrm>
            <a:off x="7228910" y="1390097"/>
            <a:ext cx="2820557" cy="3255264"/>
          </a:xfrm>
          <a:prstGeom prst="rect">
            <a:avLst/>
          </a:prstGeom>
          <a:pattFill prst="lgGrid">
            <a:fgClr>
              <a:schemeClr val="bg1"/>
            </a:fgClr>
            <a:bgClr>
              <a:schemeClr val="tx2">
                <a:lumMod val="10000"/>
                <a:lumOff val="90000"/>
              </a:schemeClr>
            </a:bgClr>
          </a:pattFill>
          <a:ln>
            <a:noFill/>
          </a:ln>
          <a:effectLst>
            <a:outerShdw blurRad="546100" dist="495300" dir="8100000" sx="94000" sy="94000" algn="ctr" rotWithShape="0">
              <a:srgbClr val="000000">
                <a:alpha val="40000"/>
              </a:srgbClr>
            </a:outerShdw>
          </a:effectLst>
          <a:scene3d>
            <a:camera prst="isometricTopUp"/>
            <a:lightRig rig="threePt" dir="t"/>
          </a:scene3d>
          <a:sp3d extrusionH="76200"/>
        </p:spPr>
        <p:txBody>
          <a:bodyPr anchor="ctr"/>
          <a:lstStyle>
            <a:lvl1pPr marL="0" indent="0" algn="ctr">
              <a:buNone/>
              <a:defRPr baseline="0"/>
            </a:lvl1pPr>
          </a:lstStyle>
          <a:p>
            <a:r>
              <a:rPr lang="en-US"/>
              <a:t>Drag and drop picture</a:t>
            </a:r>
          </a:p>
        </p:txBody>
      </p:sp>
    </p:spTree>
    <p:extLst>
      <p:ext uri="{BB962C8B-B14F-4D97-AF65-F5344CB8AC3E}">
        <p14:creationId xmlns:p14="http://schemas.microsoft.com/office/powerpoint/2010/main" val="296641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0711E-6 1.85185E-6 L 3.40711E-6 0.08669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40711E-6 3.88889E-6 L 3.40711E-6 0.08669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40711E-6 1.66667E-6 L 3.40711E-6 0.08669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40711E-6 -5.55556E-7 L 3.40711E-6 0.08669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38"/>
          </p:nvPr>
        </p:nvSpPr>
        <p:spPr>
          <a:xfrm>
            <a:off x="1" y="0"/>
            <a:ext cx="3048000" cy="2971800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39"/>
          </p:nvPr>
        </p:nvSpPr>
        <p:spPr>
          <a:xfrm>
            <a:off x="3048000" y="0"/>
            <a:ext cx="3048000" cy="2971800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40"/>
          </p:nvPr>
        </p:nvSpPr>
        <p:spPr>
          <a:xfrm>
            <a:off x="6096000" y="0"/>
            <a:ext cx="3048000" cy="2971800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41"/>
          </p:nvPr>
        </p:nvSpPr>
        <p:spPr>
          <a:xfrm>
            <a:off x="9144000" y="0"/>
            <a:ext cx="3048000" cy="2971800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858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38"/>
          </p:nvPr>
        </p:nvSpPr>
        <p:spPr>
          <a:xfrm>
            <a:off x="866560" y="1401827"/>
            <a:ext cx="3319272" cy="28490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C1C9D5"/>
            </a:bgClr>
          </a:patt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/>
          </p:nvPr>
        </p:nvSpPr>
        <p:spPr>
          <a:xfrm>
            <a:off x="4436365" y="1401827"/>
            <a:ext cx="3319272" cy="28490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C1C9D5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40"/>
          </p:nvPr>
        </p:nvSpPr>
        <p:spPr>
          <a:xfrm>
            <a:off x="8006170" y="1401827"/>
            <a:ext cx="3319272" cy="28490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C1C9D5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92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38"/>
          </p:nvPr>
        </p:nvSpPr>
        <p:spPr>
          <a:xfrm>
            <a:off x="47898" y="33384"/>
            <a:ext cx="3684105" cy="335275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39"/>
          </p:nvPr>
        </p:nvSpPr>
        <p:spPr>
          <a:xfrm>
            <a:off x="3783356" y="33384"/>
            <a:ext cx="3684105" cy="335275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40"/>
          </p:nvPr>
        </p:nvSpPr>
        <p:spPr>
          <a:xfrm>
            <a:off x="3783356" y="3429000"/>
            <a:ext cx="3684105" cy="338418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41"/>
          </p:nvPr>
        </p:nvSpPr>
        <p:spPr>
          <a:xfrm>
            <a:off x="47898" y="3429000"/>
            <a:ext cx="3684105" cy="338418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32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0A1C01-5A8D-4D28-BD2A-5F7CD77A5EE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062931" y="0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FA33A9A-7C63-48CF-80D3-E8B89809C8F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125861" y="0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2BA50BE-6CD6-438C-ABA3-F0CA17693FC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3458865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1D48CD9-A0E5-4ECB-A530-D4DAC86466F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062931" y="3458865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93736B91-70C5-47D4-915B-F2450F410BD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188792" y="0"/>
            <a:ext cx="3003209" cy="3399135"/>
          </a:xfrm>
          <a:custGeom>
            <a:avLst/>
            <a:gdLst>
              <a:gd name="connsiteX0" fmla="*/ 0 w 6007200"/>
              <a:gd name="connsiteY0" fmla="*/ 0 h 6798269"/>
              <a:gd name="connsiteX1" fmla="*/ 6007200 w 6007200"/>
              <a:gd name="connsiteY1" fmla="*/ 0 h 6798269"/>
              <a:gd name="connsiteX2" fmla="*/ 6007200 w 6007200"/>
              <a:gd name="connsiteY2" fmla="*/ 6798269 h 6798269"/>
              <a:gd name="connsiteX3" fmla="*/ 0 w 6007200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200" h="6798269">
                <a:moveTo>
                  <a:pt x="0" y="0"/>
                </a:moveTo>
                <a:lnTo>
                  <a:pt x="6007200" y="0"/>
                </a:lnTo>
                <a:lnTo>
                  <a:pt x="6007200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F9A97A3-008B-4DBE-8BA2-2FBF3BDFE4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125861" y="3458865"/>
            <a:ext cx="3003209" cy="3399135"/>
          </a:xfrm>
          <a:custGeom>
            <a:avLst/>
            <a:gdLst>
              <a:gd name="connsiteX0" fmla="*/ 0 w 6007200"/>
              <a:gd name="connsiteY0" fmla="*/ 0 h 6798269"/>
              <a:gd name="connsiteX1" fmla="*/ 6007200 w 6007200"/>
              <a:gd name="connsiteY1" fmla="*/ 0 h 6798269"/>
              <a:gd name="connsiteX2" fmla="*/ 6007200 w 6007200"/>
              <a:gd name="connsiteY2" fmla="*/ 6798269 h 6798269"/>
              <a:gd name="connsiteX3" fmla="*/ 0 w 6007200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200" h="6798269">
                <a:moveTo>
                  <a:pt x="0" y="0"/>
                </a:moveTo>
                <a:lnTo>
                  <a:pt x="6007200" y="0"/>
                </a:lnTo>
                <a:lnTo>
                  <a:pt x="6007200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30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5" grpId="0" animBg="1"/>
      <p:bldP spid="33" grpId="0" animBg="1"/>
      <p:bldP spid="36" grpId="0" animBg="1"/>
    </p:bldLst>
  </p:timing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8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20A1C01-5A8D-4D28-BD2A-5F7CD77A5EE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3062931" y="0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FA33A9A-7C63-48CF-80D3-E8B89809C8F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125861" y="0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2BA50BE-6CD6-438C-ABA3-F0CA17693FC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0" y="3458865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1D48CD9-A0E5-4ECB-A530-D4DAC86466F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062931" y="3458865"/>
            <a:ext cx="3003208" cy="3399135"/>
          </a:xfrm>
          <a:custGeom>
            <a:avLst/>
            <a:gdLst>
              <a:gd name="connsiteX0" fmla="*/ 0 w 6007198"/>
              <a:gd name="connsiteY0" fmla="*/ 0 h 6798269"/>
              <a:gd name="connsiteX1" fmla="*/ 6007198 w 6007198"/>
              <a:gd name="connsiteY1" fmla="*/ 0 h 6798269"/>
              <a:gd name="connsiteX2" fmla="*/ 6007198 w 6007198"/>
              <a:gd name="connsiteY2" fmla="*/ 6798269 h 6798269"/>
              <a:gd name="connsiteX3" fmla="*/ 0 w 6007198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198" h="6798269">
                <a:moveTo>
                  <a:pt x="0" y="0"/>
                </a:moveTo>
                <a:lnTo>
                  <a:pt x="6007198" y="0"/>
                </a:lnTo>
                <a:lnTo>
                  <a:pt x="6007198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93736B91-70C5-47D4-915B-F2450F410BD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188792" y="0"/>
            <a:ext cx="3003209" cy="3399135"/>
          </a:xfrm>
          <a:custGeom>
            <a:avLst/>
            <a:gdLst>
              <a:gd name="connsiteX0" fmla="*/ 0 w 6007200"/>
              <a:gd name="connsiteY0" fmla="*/ 0 h 6798269"/>
              <a:gd name="connsiteX1" fmla="*/ 6007200 w 6007200"/>
              <a:gd name="connsiteY1" fmla="*/ 0 h 6798269"/>
              <a:gd name="connsiteX2" fmla="*/ 6007200 w 6007200"/>
              <a:gd name="connsiteY2" fmla="*/ 6798269 h 6798269"/>
              <a:gd name="connsiteX3" fmla="*/ 0 w 6007200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200" h="6798269">
                <a:moveTo>
                  <a:pt x="0" y="0"/>
                </a:moveTo>
                <a:lnTo>
                  <a:pt x="6007200" y="0"/>
                </a:lnTo>
                <a:lnTo>
                  <a:pt x="6007200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F9A97A3-008B-4DBE-8BA2-2FBF3BDFE4E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88792" y="3458865"/>
            <a:ext cx="3003209" cy="3399135"/>
          </a:xfrm>
          <a:custGeom>
            <a:avLst/>
            <a:gdLst>
              <a:gd name="connsiteX0" fmla="*/ 0 w 6007200"/>
              <a:gd name="connsiteY0" fmla="*/ 0 h 6798269"/>
              <a:gd name="connsiteX1" fmla="*/ 6007200 w 6007200"/>
              <a:gd name="connsiteY1" fmla="*/ 0 h 6798269"/>
              <a:gd name="connsiteX2" fmla="*/ 6007200 w 6007200"/>
              <a:gd name="connsiteY2" fmla="*/ 6798269 h 6798269"/>
              <a:gd name="connsiteX3" fmla="*/ 0 w 6007200"/>
              <a:gd name="connsiteY3" fmla="*/ 6798269 h 679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07200" h="6798269">
                <a:moveTo>
                  <a:pt x="0" y="0"/>
                </a:moveTo>
                <a:lnTo>
                  <a:pt x="6007200" y="0"/>
                </a:lnTo>
                <a:lnTo>
                  <a:pt x="6007200" y="6798269"/>
                </a:lnTo>
                <a:lnTo>
                  <a:pt x="0" y="6798269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6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  <p:bldP spid="35" grpId="0" animBg="1"/>
      <p:bldP spid="33" grpId="0" animBg="1"/>
      <p:bldP spid="36" grpId="0" animBg="1"/>
    </p:bldLst>
  </p:timing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8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icture Placeholder 83">
            <a:extLst>
              <a:ext uri="{FF2B5EF4-FFF2-40B4-BE49-F238E27FC236}">
                <a16:creationId xmlns:a16="http://schemas.microsoft.com/office/drawing/2014/main" id="{547F1D62-536A-4F79-8D37-91A6FFCF877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441258" y="0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5" name="Picture Placeholder 84">
            <a:extLst>
              <a:ext uri="{FF2B5EF4-FFF2-40B4-BE49-F238E27FC236}">
                <a16:creationId xmlns:a16="http://schemas.microsoft.com/office/drawing/2014/main" id="{9E499711-1E7E-4D76-9F28-10113A27F8B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882515" y="0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6" name="Picture Placeholder 85">
            <a:extLst>
              <a:ext uri="{FF2B5EF4-FFF2-40B4-BE49-F238E27FC236}">
                <a16:creationId xmlns:a16="http://schemas.microsoft.com/office/drawing/2014/main" id="{85C28D07-CED7-44E6-9820-1F617E6405B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23771" y="0"/>
            <a:ext cx="2426971" cy="2274570"/>
          </a:xfrm>
          <a:custGeom>
            <a:avLst/>
            <a:gdLst>
              <a:gd name="connsiteX0" fmla="*/ 0 w 4854574"/>
              <a:gd name="connsiteY0" fmla="*/ 0 h 4549140"/>
              <a:gd name="connsiteX1" fmla="*/ 4854574 w 4854574"/>
              <a:gd name="connsiteY1" fmla="*/ 0 h 4549140"/>
              <a:gd name="connsiteX2" fmla="*/ 4854574 w 4854574"/>
              <a:gd name="connsiteY2" fmla="*/ 4549140 h 4549140"/>
              <a:gd name="connsiteX3" fmla="*/ 0 w 4854574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4" h="4549140">
                <a:moveTo>
                  <a:pt x="0" y="0"/>
                </a:moveTo>
                <a:lnTo>
                  <a:pt x="4854574" y="0"/>
                </a:lnTo>
                <a:lnTo>
                  <a:pt x="4854574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7" name="Picture Placeholder 86">
            <a:extLst>
              <a:ext uri="{FF2B5EF4-FFF2-40B4-BE49-F238E27FC236}">
                <a16:creationId xmlns:a16="http://schemas.microsoft.com/office/drawing/2014/main" id="{B81C2D65-5E82-4B96-BA73-1459034AA4EF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65028" y="0"/>
            <a:ext cx="2426972" cy="2274570"/>
          </a:xfrm>
          <a:custGeom>
            <a:avLst/>
            <a:gdLst>
              <a:gd name="connsiteX0" fmla="*/ 0 w 4854576"/>
              <a:gd name="connsiteY0" fmla="*/ 0 h 4549140"/>
              <a:gd name="connsiteX1" fmla="*/ 4854576 w 4854576"/>
              <a:gd name="connsiteY1" fmla="*/ 0 h 4549140"/>
              <a:gd name="connsiteX2" fmla="*/ 4854576 w 4854576"/>
              <a:gd name="connsiteY2" fmla="*/ 4549140 h 4549140"/>
              <a:gd name="connsiteX3" fmla="*/ 0 w 4854576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6" h="4549140">
                <a:moveTo>
                  <a:pt x="0" y="0"/>
                </a:moveTo>
                <a:lnTo>
                  <a:pt x="4854576" y="0"/>
                </a:lnTo>
                <a:lnTo>
                  <a:pt x="4854576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8" name="Picture Placeholder 87">
            <a:extLst>
              <a:ext uri="{FF2B5EF4-FFF2-40B4-BE49-F238E27FC236}">
                <a16:creationId xmlns:a16="http://schemas.microsoft.com/office/drawing/2014/main" id="{F5C9B4A2-BD4C-4613-B1C8-42624644295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0" y="2291715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9" name="Picture Placeholder 88">
            <a:extLst>
              <a:ext uri="{FF2B5EF4-FFF2-40B4-BE49-F238E27FC236}">
                <a16:creationId xmlns:a16="http://schemas.microsoft.com/office/drawing/2014/main" id="{C1E587B0-5081-4811-BF09-53C52CD7970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41258" y="2291715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848F19B3-C3B8-409D-9B9E-FE0E7C5B97C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82515" y="2291715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2" name="Picture Placeholder 91">
            <a:extLst>
              <a:ext uri="{FF2B5EF4-FFF2-40B4-BE49-F238E27FC236}">
                <a16:creationId xmlns:a16="http://schemas.microsoft.com/office/drawing/2014/main" id="{2EF10A99-360C-41AA-821D-107E56A62DD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765028" y="2291715"/>
            <a:ext cx="2426972" cy="2274570"/>
          </a:xfrm>
          <a:custGeom>
            <a:avLst/>
            <a:gdLst>
              <a:gd name="connsiteX0" fmla="*/ 0 w 4854576"/>
              <a:gd name="connsiteY0" fmla="*/ 0 h 4549140"/>
              <a:gd name="connsiteX1" fmla="*/ 4854576 w 4854576"/>
              <a:gd name="connsiteY1" fmla="*/ 0 h 4549140"/>
              <a:gd name="connsiteX2" fmla="*/ 4854576 w 4854576"/>
              <a:gd name="connsiteY2" fmla="*/ 4549140 h 4549140"/>
              <a:gd name="connsiteX3" fmla="*/ 0 w 4854576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6" h="4549140">
                <a:moveTo>
                  <a:pt x="0" y="0"/>
                </a:moveTo>
                <a:lnTo>
                  <a:pt x="4854576" y="0"/>
                </a:lnTo>
                <a:lnTo>
                  <a:pt x="4854576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3" name="Picture Placeholder 92">
            <a:extLst>
              <a:ext uri="{FF2B5EF4-FFF2-40B4-BE49-F238E27FC236}">
                <a16:creationId xmlns:a16="http://schemas.microsoft.com/office/drawing/2014/main" id="{F966354A-A564-431F-B7DD-4801994D22F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0" y="4583430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5" name="Picture Placeholder 94">
            <a:extLst>
              <a:ext uri="{FF2B5EF4-FFF2-40B4-BE49-F238E27FC236}">
                <a16:creationId xmlns:a16="http://schemas.microsoft.com/office/drawing/2014/main" id="{70153A5C-E9DB-46BD-AF67-D5028191A028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4882515" y="4583430"/>
            <a:ext cx="2426971" cy="2274570"/>
          </a:xfrm>
          <a:custGeom>
            <a:avLst/>
            <a:gdLst>
              <a:gd name="connsiteX0" fmla="*/ 0 w 4854575"/>
              <a:gd name="connsiteY0" fmla="*/ 0 h 4549140"/>
              <a:gd name="connsiteX1" fmla="*/ 4854575 w 4854575"/>
              <a:gd name="connsiteY1" fmla="*/ 0 h 4549140"/>
              <a:gd name="connsiteX2" fmla="*/ 4854575 w 4854575"/>
              <a:gd name="connsiteY2" fmla="*/ 4549140 h 4549140"/>
              <a:gd name="connsiteX3" fmla="*/ 0 w 4854575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5" h="4549140">
                <a:moveTo>
                  <a:pt x="0" y="0"/>
                </a:moveTo>
                <a:lnTo>
                  <a:pt x="4854575" y="0"/>
                </a:lnTo>
                <a:lnTo>
                  <a:pt x="4854575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6" name="Picture Placeholder 95">
            <a:extLst>
              <a:ext uri="{FF2B5EF4-FFF2-40B4-BE49-F238E27FC236}">
                <a16:creationId xmlns:a16="http://schemas.microsoft.com/office/drawing/2014/main" id="{F6E16CAF-F7B5-4D3C-A150-056C8546C97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7323771" y="4583430"/>
            <a:ext cx="2426971" cy="2274570"/>
          </a:xfrm>
          <a:custGeom>
            <a:avLst/>
            <a:gdLst>
              <a:gd name="connsiteX0" fmla="*/ 0 w 4854574"/>
              <a:gd name="connsiteY0" fmla="*/ 0 h 4549140"/>
              <a:gd name="connsiteX1" fmla="*/ 4854574 w 4854574"/>
              <a:gd name="connsiteY1" fmla="*/ 0 h 4549140"/>
              <a:gd name="connsiteX2" fmla="*/ 4854574 w 4854574"/>
              <a:gd name="connsiteY2" fmla="*/ 4549140 h 4549140"/>
              <a:gd name="connsiteX3" fmla="*/ 0 w 4854574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4" h="4549140">
                <a:moveTo>
                  <a:pt x="0" y="0"/>
                </a:moveTo>
                <a:lnTo>
                  <a:pt x="4854574" y="0"/>
                </a:lnTo>
                <a:lnTo>
                  <a:pt x="4854574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7" name="Picture Placeholder 96">
            <a:extLst>
              <a:ext uri="{FF2B5EF4-FFF2-40B4-BE49-F238E27FC236}">
                <a16:creationId xmlns:a16="http://schemas.microsoft.com/office/drawing/2014/main" id="{DEA29BFE-0750-4CED-858B-21CC3D43CF9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9765028" y="4583430"/>
            <a:ext cx="2426972" cy="2274570"/>
          </a:xfrm>
          <a:custGeom>
            <a:avLst/>
            <a:gdLst>
              <a:gd name="connsiteX0" fmla="*/ 0 w 4854576"/>
              <a:gd name="connsiteY0" fmla="*/ 0 h 4549140"/>
              <a:gd name="connsiteX1" fmla="*/ 4854576 w 4854576"/>
              <a:gd name="connsiteY1" fmla="*/ 0 h 4549140"/>
              <a:gd name="connsiteX2" fmla="*/ 4854576 w 4854576"/>
              <a:gd name="connsiteY2" fmla="*/ 4549140 h 4549140"/>
              <a:gd name="connsiteX3" fmla="*/ 0 w 4854576"/>
              <a:gd name="connsiteY3" fmla="*/ 454914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4576" h="4549140">
                <a:moveTo>
                  <a:pt x="0" y="0"/>
                </a:moveTo>
                <a:lnTo>
                  <a:pt x="4854576" y="0"/>
                </a:lnTo>
                <a:lnTo>
                  <a:pt x="4854576" y="4549140"/>
                </a:lnTo>
                <a:lnTo>
                  <a:pt x="0" y="454914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3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28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28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28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28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28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28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2" grpId="0" animBg="1"/>
      <p:bldP spid="93" grpId="0" animBg="1"/>
      <p:bldP spid="95" grpId="0" animBg="1"/>
      <p:bldP spid="96" grpId="0" animBg="1"/>
      <p:bldP spid="97" grpId="0" animBg="1"/>
    </p:bldLst>
  </p:timing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8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icture Placeholder 114">
            <a:extLst>
              <a:ext uri="{FF2B5EF4-FFF2-40B4-BE49-F238E27FC236}">
                <a16:creationId xmlns:a16="http://schemas.microsoft.com/office/drawing/2014/main" id="{2939B95A-6CBF-409F-84B3-42C0839203D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0" y="-1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6" name="Picture Placeholder 115">
            <a:extLst>
              <a:ext uri="{FF2B5EF4-FFF2-40B4-BE49-F238E27FC236}">
                <a16:creationId xmlns:a16="http://schemas.microsoft.com/office/drawing/2014/main" id="{AB40BECF-EB5B-43F0-9FB0-D40B193417E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033984" y="-1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8" name="Picture Placeholder 117">
            <a:extLst>
              <a:ext uri="{FF2B5EF4-FFF2-40B4-BE49-F238E27FC236}">
                <a16:creationId xmlns:a16="http://schemas.microsoft.com/office/drawing/2014/main" id="{53AB5C98-F720-42C1-B036-26353EA021E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01951" y="-1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9" name="Picture Placeholder 118">
            <a:extLst>
              <a:ext uri="{FF2B5EF4-FFF2-40B4-BE49-F238E27FC236}">
                <a16:creationId xmlns:a16="http://schemas.microsoft.com/office/drawing/2014/main" id="{A7B7ADEA-629D-47FB-960D-A1F8AC8D6DA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35934" y="-1"/>
            <a:ext cx="2022081" cy="1704862"/>
          </a:xfrm>
          <a:custGeom>
            <a:avLst/>
            <a:gdLst>
              <a:gd name="connsiteX0" fmla="*/ 0 w 4044688"/>
              <a:gd name="connsiteY0" fmla="*/ 0 h 3409723"/>
              <a:gd name="connsiteX1" fmla="*/ 4044688 w 4044688"/>
              <a:gd name="connsiteY1" fmla="*/ 0 h 3409723"/>
              <a:gd name="connsiteX2" fmla="*/ 4044688 w 4044688"/>
              <a:gd name="connsiteY2" fmla="*/ 3409723 h 3409723"/>
              <a:gd name="connsiteX3" fmla="*/ 0 w 4044688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8" h="3409723">
                <a:moveTo>
                  <a:pt x="0" y="0"/>
                </a:moveTo>
                <a:lnTo>
                  <a:pt x="4044688" y="0"/>
                </a:lnTo>
                <a:lnTo>
                  <a:pt x="4044688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0" name="Picture Placeholder 119">
            <a:extLst>
              <a:ext uri="{FF2B5EF4-FFF2-40B4-BE49-F238E27FC236}">
                <a16:creationId xmlns:a16="http://schemas.microsoft.com/office/drawing/2014/main" id="{4F9312AB-9B7D-4B09-959E-75FF662CDFF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10169919" y="-1"/>
            <a:ext cx="2022082" cy="1704862"/>
          </a:xfrm>
          <a:custGeom>
            <a:avLst/>
            <a:gdLst>
              <a:gd name="connsiteX0" fmla="*/ 0 w 4044690"/>
              <a:gd name="connsiteY0" fmla="*/ 0 h 3409723"/>
              <a:gd name="connsiteX1" fmla="*/ 4044690 w 4044690"/>
              <a:gd name="connsiteY1" fmla="*/ 0 h 3409723"/>
              <a:gd name="connsiteX2" fmla="*/ 4044690 w 4044690"/>
              <a:gd name="connsiteY2" fmla="*/ 3409723 h 3409723"/>
              <a:gd name="connsiteX3" fmla="*/ 0 w 4044690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90" h="3409723">
                <a:moveTo>
                  <a:pt x="0" y="0"/>
                </a:moveTo>
                <a:lnTo>
                  <a:pt x="4044690" y="0"/>
                </a:lnTo>
                <a:lnTo>
                  <a:pt x="4044690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2" name="Picture Placeholder 121">
            <a:extLst>
              <a:ext uri="{FF2B5EF4-FFF2-40B4-BE49-F238E27FC236}">
                <a16:creationId xmlns:a16="http://schemas.microsoft.com/office/drawing/2014/main" id="{C21CF143-7CE8-4EDB-8F5B-1EAA4F3EB3D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2033984" y="1717713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3" name="Picture Placeholder 122">
            <a:extLst>
              <a:ext uri="{FF2B5EF4-FFF2-40B4-BE49-F238E27FC236}">
                <a16:creationId xmlns:a16="http://schemas.microsoft.com/office/drawing/2014/main" id="{676C95BA-1B92-4AF1-A0AD-7D39D18028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067968" y="1717713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4" name="Picture Placeholder 123">
            <a:extLst>
              <a:ext uri="{FF2B5EF4-FFF2-40B4-BE49-F238E27FC236}">
                <a16:creationId xmlns:a16="http://schemas.microsoft.com/office/drawing/2014/main" id="{09B06827-9EF7-4EC9-88E0-7E5D4771928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101951" y="1717713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6" name="Picture Placeholder 125">
            <a:extLst>
              <a:ext uri="{FF2B5EF4-FFF2-40B4-BE49-F238E27FC236}">
                <a16:creationId xmlns:a16="http://schemas.microsoft.com/office/drawing/2014/main" id="{24D86F31-D54B-49AB-BB38-E9ACE3B86956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10169919" y="1717713"/>
            <a:ext cx="2022082" cy="1704862"/>
          </a:xfrm>
          <a:custGeom>
            <a:avLst/>
            <a:gdLst>
              <a:gd name="connsiteX0" fmla="*/ 0 w 4044690"/>
              <a:gd name="connsiteY0" fmla="*/ 0 h 3409723"/>
              <a:gd name="connsiteX1" fmla="*/ 4044690 w 4044690"/>
              <a:gd name="connsiteY1" fmla="*/ 0 h 3409723"/>
              <a:gd name="connsiteX2" fmla="*/ 4044690 w 4044690"/>
              <a:gd name="connsiteY2" fmla="*/ 3409723 h 3409723"/>
              <a:gd name="connsiteX3" fmla="*/ 0 w 4044690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90" h="3409723">
                <a:moveTo>
                  <a:pt x="0" y="0"/>
                </a:moveTo>
                <a:lnTo>
                  <a:pt x="4044690" y="0"/>
                </a:lnTo>
                <a:lnTo>
                  <a:pt x="4044690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7" name="Picture Placeholder 126">
            <a:extLst>
              <a:ext uri="{FF2B5EF4-FFF2-40B4-BE49-F238E27FC236}">
                <a16:creationId xmlns:a16="http://schemas.microsoft.com/office/drawing/2014/main" id="{49C7DD07-2040-4ADB-A7E0-F22A03458583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0" y="3435426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8" name="Picture Placeholder 127">
            <a:extLst>
              <a:ext uri="{FF2B5EF4-FFF2-40B4-BE49-F238E27FC236}">
                <a16:creationId xmlns:a16="http://schemas.microsoft.com/office/drawing/2014/main" id="{0A16FB21-FEDC-4115-B682-77804B1F1599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2033984" y="3435426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0" name="Picture Placeholder 129">
            <a:extLst>
              <a:ext uri="{FF2B5EF4-FFF2-40B4-BE49-F238E27FC236}">
                <a16:creationId xmlns:a16="http://schemas.microsoft.com/office/drawing/2014/main" id="{09FBAFEB-6675-4992-9F59-3CDEEB06C1E2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101951" y="3435426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1" name="Picture Placeholder 130">
            <a:extLst>
              <a:ext uri="{FF2B5EF4-FFF2-40B4-BE49-F238E27FC236}">
                <a16:creationId xmlns:a16="http://schemas.microsoft.com/office/drawing/2014/main" id="{73DE433A-65DB-4D80-BEBA-C0E98C0B13CD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135934" y="3435426"/>
            <a:ext cx="2022081" cy="1704862"/>
          </a:xfrm>
          <a:custGeom>
            <a:avLst/>
            <a:gdLst>
              <a:gd name="connsiteX0" fmla="*/ 0 w 4044688"/>
              <a:gd name="connsiteY0" fmla="*/ 0 h 3409723"/>
              <a:gd name="connsiteX1" fmla="*/ 4044688 w 4044688"/>
              <a:gd name="connsiteY1" fmla="*/ 0 h 3409723"/>
              <a:gd name="connsiteX2" fmla="*/ 4044688 w 4044688"/>
              <a:gd name="connsiteY2" fmla="*/ 3409723 h 3409723"/>
              <a:gd name="connsiteX3" fmla="*/ 0 w 4044688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8" h="3409723">
                <a:moveTo>
                  <a:pt x="0" y="0"/>
                </a:moveTo>
                <a:lnTo>
                  <a:pt x="4044688" y="0"/>
                </a:lnTo>
                <a:lnTo>
                  <a:pt x="4044688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3" name="Picture Placeholder 132">
            <a:extLst>
              <a:ext uri="{FF2B5EF4-FFF2-40B4-BE49-F238E27FC236}">
                <a16:creationId xmlns:a16="http://schemas.microsoft.com/office/drawing/2014/main" id="{1C48A930-F2CC-46AD-B2D2-40758BAF99D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0" y="5153139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5" name="Picture Placeholder 134">
            <a:extLst>
              <a:ext uri="{FF2B5EF4-FFF2-40B4-BE49-F238E27FC236}">
                <a16:creationId xmlns:a16="http://schemas.microsoft.com/office/drawing/2014/main" id="{FF796C8D-5331-4731-A404-B7B2D5A9E529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067968" y="5153139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6" name="Picture Placeholder 135">
            <a:extLst>
              <a:ext uri="{FF2B5EF4-FFF2-40B4-BE49-F238E27FC236}">
                <a16:creationId xmlns:a16="http://schemas.microsoft.com/office/drawing/2014/main" id="{7F0BA582-E839-40B1-9A4B-DFE0D1A9D75F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6101951" y="5153139"/>
            <a:ext cx="2022081" cy="1704862"/>
          </a:xfrm>
          <a:custGeom>
            <a:avLst/>
            <a:gdLst>
              <a:gd name="connsiteX0" fmla="*/ 0 w 4044689"/>
              <a:gd name="connsiteY0" fmla="*/ 0 h 3409723"/>
              <a:gd name="connsiteX1" fmla="*/ 4044689 w 4044689"/>
              <a:gd name="connsiteY1" fmla="*/ 0 h 3409723"/>
              <a:gd name="connsiteX2" fmla="*/ 4044689 w 4044689"/>
              <a:gd name="connsiteY2" fmla="*/ 3409723 h 3409723"/>
              <a:gd name="connsiteX3" fmla="*/ 0 w 4044689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89" h="3409723">
                <a:moveTo>
                  <a:pt x="0" y="0"/>
                </a:moveTo>
                <a:lnTo>
                  <a:pt x="4044689" y="0"/>
                </a:lnTo>
                <a:lnTo>
                  <a:pt x="4044689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9" name="Picture Placeholder 138">
            <a:extLst>
              <a:ext uri="{FF2B5EF4-FFF2-40B4-BE49-F238E27FC236}">
                <a16:creationId xmlns:a16="http://schemas.microsoft.com/office/drawing/2014/main" id="{9376C177-5763-401A-9E03-56709766AA9F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10169919" y="5153139"/>
            <a:ext cx="2022082" cy="1704862"/>
          </a:xfrm>
          <a:custGeom>
            <a:avLst/>
            <a:gdLst>
              <a:gd name="connsiteX0" fmla="*/ 0 w 4044690"/>
              <a:gd name="connsiteY0" fmla="*/ 0 h 3409723"/>
              <a:gd name="connsiteX1" fmla="*/ 4044690 w 4044690"/>
              <a:gd name="connsiteY1" fmla="*/ 0 h 3409723"/>
              <a:gd name="connsiteX2" fmla="*/ 4044690 w 4044690"/>
              <a:gd name="connsiteY2" fmla="*/ 3409723 h 3409723"/>
              <a:gd name="connsiteX3" fmla="*/ 0 w 4044690"/>
              <a:gd name="connsiteY3" fmla="*/ 3409723 h 3409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4690" h="3409723">
                <a:moveTo>
                  <a:pt x="0" y="0"/>
                </a:moveTo>
                <a:lnTo>
                  <a:pt x="4044690" y="0"/>
                </a:lnTo>
                <a:lnTo>
                  <a:pt x="4044690" y="3409723"/>
                </a:lnTo>
                <a:lnTo>
                  <a:pt x="0" y="340972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1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28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28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28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28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28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28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3" presetClass="entr" presetSubtype="28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28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28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3" presetClass="entr" presetSubtype="288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28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28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  <p:bldP spid="116" grpId="0" animBg="1"/>
      <p:bldP spid="118" grpId="0" animBg="1"/>
      <p:bldP spid="119" grpId="0" animBg="1"/>
      <p:bldP spid="120" grpId="0" animBg="1"/>
      <p:bldP spid="122" grpId="0" animBg="1"/>
      <p:bldP spid="123" grpId="0" animBg="1"/>
      <p:bldP spid="124" grpId="0" animBg="1"/>
      <p:bldP spid="126" grpId="0" animBg="1"/>
      <p:bldP spid="127" grpId="0" animBg="1"/>
      <p:bldP spid="128" grpId="0" animBg="1"/>
      <p:bldP spid="130" grpId="0" animBg="1"/>
      <p:bldP spid="131" grpId="0" animBg="1"/>
      <p:bldP spid="133" grpId="0" animBg="1"/>
      <p:bldP spid="135" grpId="0" animBg="1"/>
      <p:bldP spid="136" grpId="0" animBg="1"/>
      <p:bldP spid="139" grpId="0" animBg="1"/>
    </p:bldLst>
  </p:timing>
  <p:extLst>
    <p:ext uri="{DCECCB84-F9BA-43D5-87BE-67443E8EF086}">
      <p15:sldGuideLst xmlns:p15="http://schemas.microsoft.com/office/powerpoint/2012/main">
        <p15:guide id="4" orient="horz" pos="4320">
          <p15:clr>
            <a:srgbClr val="FBAE40"/>
          </p15:clr>
        </p15:guide>
        <p15:guide id="5" pos="768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-Morph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39"/>
          </p:nvPr>
        </p:nvSpPr>
        <p:spPr>
          <a:xfrm>
            <a:off x="1149628" y="209384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40"/>
          </p:nvPr>
        </p:nvSpPr>
        <p:spPr>
          <a:xfrm>
            <a:off x="3157331" y="209384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/>
          </p:nvPr>
        </p:nvSpPr>
        <p:spPr>
          <a:xfrm>
            <a:off x="5165035" y="209384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/>
          </p:nvPr>
        </p:nvSpPr>
        <p:spPr>
          <a:xfrm>
            <a:off x="7172738" y="209384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43"/>
          </p:nvPr>
        </p:nvSpPr>
        <p:spPr>
          <a:xfrm>
            <a:off x="9180441" y="209384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75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-Morph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-10586795" y="1635523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-7593872" y="1635524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-4600949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-1608026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1384898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5889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Morph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-7593871" y="1635523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-4600948" y="1635524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-1608025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1384898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121920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64175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Morph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-4600947" y="1635523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-1608024" y="1635524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1384898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121920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151462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820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Morph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-1627385" y="1635523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1365537" y="1635524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121920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151462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181004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8194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Morph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251252" y="1635523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12192000" y="1635524"/>
            <a:ext cx="2954199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15146200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18100399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21054599" y="1635524"/>
            <a:ext cx="2954200" cy="3586734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1784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40"/>
          </p:nvPr>
        </p:nvSpPr>
        <p:spPr>
          <a:xfrm>
            <a:off x="1801959" y="1007164"/>
            <a:ext cx="3924233" cy="476415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43"/>
          </p:nvPr>
        </p:nvSpPr>
        <p:spPr>
          <a:xfrm>
            <a:off x="7896894" y="347869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39"/>
          </p:nvPr>
        </p:nvSpPr>
        <p:spPr>
          <a:xfrm>
            <a:off x="5845460" y="347869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41"/>
          </p:nvPr>
        </p:nvSpPr>
        <p:spPr>
          <a:xfrm>
            <a:off x="5845460" y="100716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42"/>
          </p:nvPr>
        </p:nvSpPr>
        <p:spPr>
          <a:xfrm>
            <a:off x="7853164" y="1007164"/>
            <a:ext cx="1888435" cy="2292626"/>
          </a:xfrm>
          <a:prstGeom prst="rect">
            <a:avLst/>
          </a:pr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75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1D6E6F-1A6B-45CF-B9D7-D9761B246E4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849528" y="1711570"/>
            <a:ext cx="2860058" cy="3563816"/>
          </a:xfrm>
          <a:custGeom>
            <a:avLst/>
            <a:gdLst>
              <a:gd name="connsiteX0" fmla="*/ 0 w 5720861"/>
              <a:gd name="connsiteY0" fmla="*/ 0 h 7127631"/>
              <a:gd name="connsiteX1" fmla="*/ 5720861 w 5720861"/>
              <a:gd name="connsiteY1" fmla="*/ 0 h 7127631"/>
              <a:gd name="connsiteX2" fmla="*/ 5720861 w 5720861"/>
              <a:gd name="connsiteY2" fmla="*/ 7127631 h 7127631"/>
              <a:gd name="connsiteX3" fmla="*/ 0 w 5720861"/>
              <a:gd name="connsiteY3" fmla="*/ 7127631 h 712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0861" h="7127631">
                <a:moveTo>
                  <a:pt x="0" y="0"/>
                </a:moveTo>
                <a:lnTo>
                  <a:pt x="5720861" y="0"/>
                </a:lnTo>
                <a:lnTo>
                  <a:pt x="5720861" y="7127631"/>
                </a:lnTo>
                <a:lnTo>
                  <a:pt x="0" y="7127631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133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3DD1C2-C46F-4111-8691-AF13BE6E39C6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90969" y="1991544"/>
            <a:ext cx="2860058" cy="3563816"/>
          </a:xfrm>
          <a:custGeom>
            <a:avLst/>
            <a:gdLst>
              <a:gd name="connsiteX0" fmla="*/ 0 w 5720861"/>
              <a:gd name="connsiteY0" fmla="*/ 0 h 7127631"/>
              <a:gd name="connsiteX1" fmla="*/ 5720861 w 5720861"/>
              <a:gd name="connsiteY1" fmla="*/ 0 h 7127631"/>
              <a:gd name="connsiteX2" fmla="*/ 5720861 w 5720861"/>
              <a:gd name="connsiteY2" fmla="*/ 7127631 h 7127631"/>
              <a:gd name="connsiteX3" fmla="*/ 0 w 5720861"/>
              <a:gd name="connsiteY3" fmla="*/ 7127631 h 712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0861" h="7127631">
                <a:moveTo>
                  <a:pt x="0" y="0"/>
                </a:moveTo>
                <a:lnTo>
                  <a:pt x="5720861" y="0"/>
                </a:lnTo>
                <a:lnTo>
                  <a:pt x="5720861" y="7127631"/>
                </a:lnTo>
                <a:lnTo>
                  <a:pt x="0" y="7127631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11D6E6F-1A6B-45CF-B9D7-D9761B246E4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63411" y="1991544"/>
            <a:ext cx="2860058" cy="3563816"/>
          </a:xfrm>
          <a:custGeom>
            <a:avLst/>
            <a:gdLst>
              <a:gd name="connsiteX0" fmla="*/ 0 w 5720861"/>
              <a:gd name="connsiteY0" fmla="*/ 0 h 7127631"/>
              <a:gd name="connsiteX1" fmla="*/ 5720861 w 5720861"/>
              <a:gd name="connsiteY1" fmla="*/ 0 h 7127631"/>
              <a:gd name="connsiteX2" fmla="*/ 5720861 w 5720861"/>
              <a:gd name="connsiteY2" fmla="*/ 7127631 h 7127631"/>
              <a:gd name="connsiteX3" fmla="*/ 0 w 5720861"/>
              <a:gd name="connsiteY3" fmla="*/ 7127631 h 7127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20861" h="7127631">
                <a:moveTo>
                  <a:pt x="0" y="0"/>
                </a:moveTo>
                <a:lnTo>
                  <a:pt x="5720861" y="0"/>
                </a:lnTo>
                <a:lnTo>
                  <a:pt x="5720861" y="7127631"/>
                </a:lnTo>
                <a:lnTo>
                  <a:pt x="0" y="7127631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4376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68464A-15E7-4D9B-AD60-34512335592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81903" y="1989641"/>
            <a:ext cx="2571847" cy="3541908"/>
          </a:xfrm>
          <a:custGeom>
            <a:avLst/>
            <a:gdLst>
              <a:gd name="connsiteX0" fmla="*/ 0 w 5144364"/>
              <a:gd name="connsiteY0" fmla="*/ 0 h 7083816"/>
              <a:gd name="connsiteX1" fmla="*/ 5144364 w 5144364"/>
              <a:gd name="connsiteY1" fmla="*/ 0 h 7083816"/>
              <a:gd name="connsiteX2" fmla="*/ 5144364 w 5144364"/>
              <a:gd name="connsiteY2" fmla="*/ 7083816 h 7083816"/>
              <a:gd name="connsiteX3" fmla="*/ 0 w 5144364"/>
              <a:gd name="connsiteY3" fmla="*/ 7083816 h 708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4364" h="7083816">
                <a:moveTo>
                  <a:pt x="0" y="0"/>
                </a:moveTo>
                <a:lnTo>
                  <a:pt x="5144364" y="0"/>
                </a:lnTo>
                <a:lnTo>
                  <a:pt x="5144364" y="7083816"/>
                </a:lnTo>
                <a:lnTo>
                  <a:pt x="0" y="7083816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030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86C5A2-21C0-4124-8346-6F4224A77D4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559699" y="1721223"/>
            <a:ext cx="2944479" cy="1640541"/>
          </a:xfrm>
          <a:custGeom>
            <a:avLst/>
            <a:gdLst>
              <a:gd name="connsiteX0" fmla="*/ 0 w 5889724"/>
              <a:gd name="connsiteY0" fmla="*/ 0 h 3281082"/>
              <a:gd name="connsiteX1" fmla="*/ 5889724 w 5889724"/>
              <a:gd name="connsiteY1" fmla="*/ 0 h 3281082"/>
              <a:gd name="connsiteX2" fmla="*/ 5889724 w 5889724"/>
              <a:gd name="connsiteY2" fmla="*/ 3281082 h 3281082"/>
              <a:gd name="connsiteX3" fmla="*/ 4598808 w 5889724"/>
              <a:gd name="connsiteY3" fmla="*/ 3281082 h 3281082"/>
              <a:gd name="connsiteX4" fmla="*/ 726142 w 5889724"/>
              <a:gd name="connsiteY4" fmla="*/ 3281082 h 3281082"/>
              <a:gd name="connsiteX5" fmla="*/ 0 w 5889724"/>
              <a:gd name="connsiteY5" fmla="*/ 3281082 h 328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89724" h="3281082">
                <a:moveTo>
                  <a:pt x="0" y="0"/>
                </a:moveTo>
                <a:lnTo>
                  <a:pt x="5889724" y="0"/>
                </a:lnTo>
                <a:lnTo>
                  <a:pt x="5889724" y="3281082"/>
                </a:lnTo>
                <a:lnTo>
                  <a:pt x="4598808" y="3281082"/>
                </a:lnTo>
                <a:lnTo>
                  <a:pt x="726142" y="3281082"/>
                </a:lnTo>
                <a:lnTo>
                  <a:pt x="0" y="328108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227DA8D-2981-4111-A228-A72FCA3F970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849847" y="1721223"/>
            <a:ext cx="2944479" cy="1640541"/>
          </a:xfrm>
          <a:custGeom>
            <a:avLst/>
            <a:gdLst>
              <a:gd name="connsiteX0" fmla="*/ 0 w 5889724"/>
              <a:gd name="connsiteY0" fmla="*/ 0 h 3281082"/>
              <a:gd name="connsiteX1" fmla="*/ 5889724 w 5889724"/>
              <a:gd name="connsiteY1" fmla="*/ 0 h 3281082"/>
              <a:gd name="connsiteX2" fmla="*/ 5889724 w 5889724"/>
              <a:gd name="connsiteY2" fmla="*/ 3281082 h 3281082"/>
              <a:gd name="connsiteX3" fmla="*/ 0 w 5889724"/>
              <a:gd name="connsiteY3" fmla="*/ 3281082 h 328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9724" h="3281082">
                <a:moveTo>
                  <a:pt x="0" y="0"/>
                </a:moveTo>
                <a:lnTo>
                  <a:pt x="5889724" y="0"/>
                </a:lnTo>
                <a:lnTo>
                  <a:pt x="5889724" y="3281082"/>
                </a:lnTo>
                <a:lnTo>
                  <a:pt x="0" y="328108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56C2B7F-79ED-47F6-8F62-450E015B464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139997" y="1721223"/>
            <a:ext cx="2944478" cy="1640541"/>
          </a:xfrm>
          <a:custGeom>
            <a:avLst/>
            <a:gdLst>
              <a:gd name="connsiteX0" fmla="*/ 0 w 5889723"/>
              <a:gd name="connsiteY0" fmla="*/ 0 h 3281082"/>
              <a:gd name="connsiteX1" fmla="*/ 5889723 w 5889723"/>
              <a:gd name="connsiteY1" fmla="*/ 0 h 3281082"/>
              <a:gd name="connsiteX2" fmla="*/ 5889723 w 5889723"/>
              <a:gd name="connsiteY2" fmla="*/ 3281082 h 3281082"/>
              <a:gd name="connsiteX3" fmla="*/ 0 w 5889723"/>
              <a:gd name="connsiteY3" fmla="*/ 3281082 h 3281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9723" h="3281082">
                <a:moveTo>
                  <a:pt x="0" y="0"/>
                </a:moveTo>
                <a:lnTo>
                  <a:pt x="5889723" y="0"/>
                </a:lnTo>
                <a:lnTo>
                  <a:pt x="5889723" y="3281082"/>
                </a:lnTo>
                <a:lnTo>
                  <a:pt x="0" y="328108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4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D70656-C88E-47A8-AF4E-6796ABD0376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36144" y="1481328"/>
            <a:ext cx="2224520" cy="1880437"/>
          </a:xfrm>
          <a:custGeom>
            <a:avLst/>
            <a:gdLst>
              <a:gd name="connsiteX0" fmla="*/ 0 w 4449620"/>
              <a:gd name="connsiteY0" fmla="*/ 0 h 3760873"/>
              <a:gd name="connsiteX1" fmla="*/ 4449620 w 4449620"/>
              <a:gd name="connsiteY1" fmla="*/ 0 h 3760873"/>
              <a:gd name="connsiteX2" fmla="*/ 4449620 w 4449620"/>
              <a:gd name="connsiteY2" fmla="*/ 3760873 h 3760873"/>
              <a:gd name="connsiteX3" fmla="*/ 0 w 4449620"/>
              <a:gd name="connsiteY3" fmla="*/ 3760873 h 376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20" h="3760873">
                <a:moveTo>
                  <a:pt x="0" y="0"/>
                </a:moveTo>
                <a:lnTo>
                  <a:pt x="4449620" y="0"/>
                </a:lnTo>
                <a:lnTo>
                  <a:pt x="4449620" y="3760873"/>
                </a:lnTo>
                <a:lnTo>
                  <a:pt x="0" y="376087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C696FB3-7798-452D-A70D-9F9025FD10F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2659942" y="1481328"/>
            <a:ext cx="2224520" cy="1880437"/>
          </a:xfrm>
          <a:custGeom>
            <a:avLst/>
            <a:gdLst>
              <a:gd name="connsiteX0" fmla="*/ 0 w 4449620"/>
              <a:gd name="connsiteY0" fmla="*/ 0 h 3760873"/>
              <a:gd name="connsiteX1" fmla="*/ 4449620 w 4449620"/>
              <a:gd name="connsiteY1" fmla="*/ 0 h 3760873"/>
              <a:gd name="connsiteX2" fmla="*/ 4449620 w 4449620"/>
              <a:gd name="connsiteY2" fmla="*/ 3760873 h 3760873"/>
              <a:gd name="connsiteX3" fmla="*/ 0 w 4449620"/>
              <a:gd name="connsiteY3" fmla="*/ 3760873 h 376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20" h="3760873">
                <a:moveTo>
                  <a:pt x="0" y="0"/>
                </a:moveTo>
                <a:lnTo>
                  <a:pt x="4449620" y="0"/>
                </a:lnTo>
                <a:lnTo>
                  <a:pt x="4449620" y="3760873"/>
                </a:lnTo>
                <a:lnTo>
                  <a:pt x="0" y="376087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0011766-26D5-4106-9378-06DEFFB04B6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983739" y="1481328"/>
            <a:ext cx="2224520" cy="1880437"/>
          </a:xfrm>
          <a:custGeom>
            <a:avLst/>
            <a:gdLst>
              <a:gd name="connsiteX0" fmla="*/ 0 w 4449620"/>
              <a:gd name="connsiteY0" fmla="*/ 0 h 3760873"/>
              <a:gd name="connsiteX1" fmla="*/ 4449620 w 4449620"/>
              <a:gd name="connsiteY1" fmla="*/ 0 h 3760873"/>
              <a:gd name="connsiteX2" fmla="*/ 4449620 w 4449620"/>
              <a:gd name="connsiteY2" fmla="*/ 3760873 h 3760873"/>
              <a:gd name="connsiteX3" fmla="*/ 0 w 4449620"/>
              <a:gd name="connsiteY3" fmla="*/ 3760873 h 376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20" h="3760873">
                <a:moveTo>
                  <a:pt x="0" y="0"/>
                </a:moveTo>
                <a:lnTo>
                  <a:pt x="4449620" y="0"/>
                </a:lnTo>
                <a:lnTo>
                  <a:pt x="4449620" y="3760873"/>
                </a:lnTo>
                <a:lnTo>
                  <a:pt x="0" y="376087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A1BFBE-A9BC-46DF-B192-ABC87F485EC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7307537" y="1481328"/>
            <a:ext cx="2224520" cy="1880437"/>
          </a:xfrm>
          <a:custGeom>
            <a:avLst/>
            <a:gdLst>
              <a:gd name="connsiteX0" fmla="*/ 0 w 4449619"/>
              <a:gd name="connsiteY0" fmla="*/ 0 h 3760873"/>
              <a:gd name="connsiteX1" fmla="*/ 4449619 w 4449619"/>
              <a:gd name="connsiteY1" fmla="*/ 0 h 3760873"/>
              <a:gd name="connsiteX2" fmla="*/ 4449619 w 4449619"/>
              <a:gd name="connsiteY2" fmla="*/ 3760873 h 3760873"/>
              <a:gd name="connsiteX3" fmla="*/ 0 w 4449619"/>
              <a:gd name="connsiteY3" fmla="*/ 3760873 h 376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19" h="3760873">
                <a:moveTo>
                  <a:pt x="0" y="0"/>
                </a:moveTo>
                <a:lnTo>
                  <a:pt x="4449619" y="0"/>
                </a:lnTo>
                <a:lnTo>
                  <a:pt x="4449619" y="3760873"/>
                </a:lnTo>
                <a:lnTo>
                  <a:pt x="0" y="376087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B7D466C-A520-4902-99C4-B78E98A6E6C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631334" y="1481328"/>
            <a:ext cx="2224520" cy="1880437"/>
          </a:xfrm>
          <a:custGeom>
            <a:avLst/>
            <a:gdLst>
              <a:gd name="connsiteX0" fmla="*/ 0 w 4449620"/>
              <a:gd name="connsiteY0" fmla="*/ 0 h 3760873"/>
              <a:gd name="connsiteX1" fmla="*/ 4449620 w 4449620"/>
              <a:gd name="connsiteY1" fmla="*/ 0 h 3760873"/>
              <a:gd name="connsiteX2" fmla="*/ 4449620 w 4449620"/>
              <a:gd name="connsiteY2" fmla="*/ 3760873 h 3760873"/>
              <a:gd name="connsiteX3" fmla="*/ 0 w 4449620"/>
              <a:gd name="connsiteY3" fmla="*/ 3760873 h 3760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49620" h="3760873">
                <a:moveTo>
                  <a:pt x="0" y="0"/>
                </a:moveTo>
                <a:lnTo>
                  <a:pt x="4449620" y="0"/>
                </a:lnTo>
                <a:lnTo>
                  <a:pt x="4449620" y="3760873"/>
                </a:lnTo>
                <a:lnTo>
                  <a:pt x="0" y="376087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44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DED6899-EE35-4C9F-85BC-2800893A7A0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100787" y="191452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C8CD014F-DCFE-440B-9C46-DE5E50FC1AC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429341" y="191452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F25211DE-2900-41DB-94E0-DADC7578762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757895" y="191452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tx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51C6DB-32A3-4464-AE10-5633A7CE53C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100787" y="3262312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B30DC47F-8DF3-4F33-B1B6-FF730859D68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429341" y="3262312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8F4643DF-0111-4FA8-BE96-A6CE1DA67C8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757895" y="3262312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tx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95EDDFA-6EB5-48D5-94C9-9CC6B10491F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100787" y="461010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97A33113-4109-4E55-A5EC-1DD0D9F09F4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429341" y="461010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C9EBD72A-C4D9-488C-8B28-C748536236D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7757895" y="461010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tx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506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4BA24CCC-EDF0-4391-BDAD-5A1AC3C41ED2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3092" y="188214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8C50DEA-9D79-44F2-8F00-34CE2DFBB10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341648" y="188214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7C511FA-F714-464A-AC1B-9514AED5E82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70205" y="188214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bg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9CD4A1BF-2AF8-4D45-921D-BCC41796000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998762" y="188214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tx2">
                <a:lumMod val="75000"/>
              </a:schemeClr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610A3D6E-C358-439C-8B8A-28D7DA56AB3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13092" y="345376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176FB6D-30B1-4A91-BF7B-E0B3AC30EFB6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3341648" y="345376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F6FEED80-41F9-45B8-810F-A371D8C9E3AC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70205" y="345376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bg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6D041EF4-D5CD-4126-B32F-5971C6FA721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998762" y="3453765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tx2">
                <a:lumMod val="75000"/>
              </a:schemeClr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CEE5E17D-B267-4245-B058-59B9515089D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13092" y="502539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6CBC3CA6-B6A2-4EEB-9A63-B3A2ED1EA40C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341648" y="502539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49975133-13E9-47E2-B89B-39D855512B99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6170205" y="502539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bg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id="{63CF676C-B8B6-4C40-91EF-D8B604B3000F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998762" y="5025390"/>
            <a:ext cx="952376" cy="952500"/>
          </a:xfrm>
          <a:custGeom>
            <a:avLst/>
            <a:gdLst>
              <a:gd name="connsiteX0" fmla="*/ 0 w 1905000"/>
              <a:gd name="connsiteY0" fmla="*/ 0 h 1905000"/>
              <a:gd name="connsiteX1" fmla="*/ 1905000 w 1905000"/>
              <a:gd name="connsiteY1" fmla="*/ 0 h 1905000"/>
              <a:gd name="connsiteX2" fmla="*/ 1905000 w 1905000"/>
              <a:gd name="connsiteY2" fmla="*/ 1905000 h 1905000"/>
              <a:gd name="connsiteX3" fmla="*/ 0 w 1905000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00" h="1905000">
                <a:moveTo>
                  <a:pt x="0" y="0"/>
                </a:moveTo>
                <a:lnTo>
                  <a:pt x="1905000" y="0"/>
                </a:lnTo>
                <a:lnTo>
                  <a:pt x="1905000" y="1905000"/>
                </a:lnTo>
                <a:lnTo>
                  <a:pt x="0" y="19050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88900" dir="10800000" sx="99000" sy="99000" algn="r" rotWithShape="0">
              <a:schemeClr val="tx2">
                <a:lumMod val="75000"/>
              </a:schemeClr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46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D938956-B64C-4A69-AD96-2E304154F00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466052" y="1667097"/>
            <a:ext cx="1828118" cy="1828357"/>
          </a:xfrm>
          <a:custGeom>
            <a:avLst/>
            <a:gdLst>
              <a:gd name="connsiteX0" fmla="*/ 0 w 3656713"/>
              <a:gd name="connsiteY0" fmla="*/ 0 h 3656713"/>
              <a:gd name="connsiteX1" fmla="*/ 3656713 w 3656713"/>
              <a:gd name="connsiteY1" fmla="*/ 0 h 3656713"/>
              <a:gd name="connsiteX2" fmla="*/ 3656713 w 3656713"/>
              <a:gd name="connsiteY2" fmla="*/ 3656713 h 3656713"/>
              <a:gd name="connsiteX3" fmla="*/ 0 w 3656713"/>
              <a:gd name="connsiteY3" fmla="*/ 3656713 h 3656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713" h="3656713">
                <a:moveTo>
                  <a:pt x="0" y="0"/>
                </a:moveTo>
                <a:lnTo>
                  <a:pt x="3656713" y="0"/>
                </a:lnTo>
                <a:lnTo>
                  <a:pt x="3656713" y="3656713"/>
                </a:lnTo>
                <a:lnTo>
                  <a:pt x="0" y="365671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1397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6B722B3-CFC5-45EA-9ED6-3E100F31BD1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475550" y="1667097"/>
            <a:ext cx="1828118" cy="1828357"/>
          </a:xfrm>
          <a:custGeom>
            <a:avLst/>
            <a:gdLst>
              <a:gd name="connsiteX0" fmla="*/ 0 w 3656713"/>
              <a:gd name="connsiteY0" fmla="*/ 0 h 3656713"/>
              <a:gd name="connsiteX1" fmla="*/ 3656713 w 3656713"/>
              <a:gd name="connsiteY1" fmla="*/ 0 h 3656713"/>
              <a:gd name="connsiteX2" fmla="*/ 3656713 w 3656713"/>
              <a:gd name="connsiteY2" fmla="*/ 3656713 h 3656713"/>
              <a:gd name="connsiteX3" fmla="*/ 0 w 3656713"/>
              <a:gd name="connsiteY3" fmla="*/ 3656713 h 3656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713" h="3656713">
                <a:moveTo>
                  <a:pt x="0" y="0"/>
                </a:moveTo>
                <a:lnTo>
                  <a:pt x="3656713" y="0"/>
                </a:lnTo>
                <a:lnTo>
                  <a:pt x="3656713" y="3656713"/>
                </a:lnTo>
                <a:lnTo>
                  <a:pt x="0" y="365671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139700" dir="10800000" sx="99000" sy="99000" algn="r" rotWithShape="0">
              <a:schemeClr val="accent4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B0BB8CC-07D9-47C2-A423-DA7944D7355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466052" y="4105497"/>
            <a:ext cx="1828118" cy="1828357"/>
          </a:xfrm>
          <a:custGeom>
            <a:avLst/>
            <a:gdLst>
              <a:gd name="connsiteX0" fmla="*/ 0 w 3656713"/>
              <a:gd name="connsiteY0" fmla="*/ 0 h 3656713"/>
              <a:gd name="connsiteX1" fmla="*/ 3656713 w 3656713"/>
              <a:gd name="connsiteY1" fmla="*/ 0 h 3656713"/>
              <a:gd name="connsiteX2" fmla="*/ 3656713 w 3656713"/>
              <a:gd name="connsiteY2" fmla="*/ 3656713 h 3656713"/>
              <a:gd name="connsiteX3" fmla="*/ 0 w 3656713"/>
              <a:gd name="connsiteY3" fmla="*/ 3656713 h 3656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713" h="3656713">
                <a:moveTo>
                  <a:pt x="0" y="0"/>
                </a:moveTo>
                <a:lnTo>
                  <a:pt x="3656713" y="0"/>
                </a:lnTo>
                <a:lnTo>
                  <a:pt x="3656713" y="3656713"/>
                </a:lnTo>
                <a:lnTo>
                  <a:pt x="0" y="365671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139700" dir="10800000" sx="99000" sy="99000" algn="r" rotWithShape="0">
              <a:schemeClr val="bg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9D065CD-90D1-4F95-954E-57604EA9B4A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475550" y="4105497"/>
            <a:ext cx="1828118" cy="1828357"/>
          </a:xfrm>
          <a:custGeom>
            <a:avLst/>
            <a:gdLst>
              <a:gd name="connsiteX0" fmla="*/ 0 w 3656713"/>
              <a:gd name="connsiteY0" fmla="*/ 0 h 3656713"/>
              <a:gd name="connsiteX1" fmla="*/ 3656713 w 3656713"/>
              <a:gd name="connsiteY1" fmla="*/ 0 h 3656713"/>
              <a:gd name="connsiteX2" fmla="*/ 3656713 w 3656713"/>
              <a:gd name="connsiteY2" fmla="*/ 3656713 h 3656713"/>
              <a:gd name="connsiteX3" fmla="*/ 0 w 3656713"/>
              <a:gd name="connsiteY3" fmla="*/ 3656713 h 3656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713" h="3656713">
                <a:moveTo>
                  <a:pt x="0" y="0"/>
                </a:moveTo>
                <a:lnTo>
                  <a:pt x="3656713" y="0"/>
                </a:lnTo>
                <a:lnTo>
                  <a:pt x="3656713" y="3656713"/>
                </a:lnTo>
                <a:lnTo>
                  <a:pt x="0" y="365671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139700" dir="10800000" sx="99000" sy="99000" algn="r" rotWithShape="0">
              <a:schemeClr val="tx2">
                <a:lumMod val="75000"/>
              </a:schemeClr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6229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D938956-B64C-4A69-AD96-2E304154F00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466052" y="1667097"/>
            <a:ext cx="1828118" cy="1828357"/>
          </a:xfrm>
          <a:custGeom>
            <a:avLst/>
            <a:gdLst>
              <a:gd name="connsiteX0" fmla="*/ 0 w 3656713"/>
              <a:gd name="connsiteY0" fmla="*/ 0 h 3656713"/>
              <a:gd name="connsiteX1" fmla="*/ 3656713 w 3656713"/>
              <a:gd name="connsiteY1" fmla="*/ 0 h 3656713"/>
              <a:gd name="connsiteX2" fmla="*/ 3656713 w 3656713"/>
              <a:gd name="connsiteY2" fmla="*/ 3656713 h 3656713"/>
              <a:gd name="connsiteX3" fmla="*/ 0 w 3656713"/>
              <a:gd name="connsiteY3" fmla="*/ 3656713 h 3656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713" h="3656713">
                <a:moveTo>
                  <a:pt x="0" y="0"/>
                </a:moveTo>
                <a:lnTo>
                  <a:pt x="3656713" y="0"/>
                </a:lnTo>
                <a:lnTo>
                  <a:pt x="3656713" y="3656713"/>
                </a:lnTo>
                <a:lnTo>
                  <a:pt x="0" y="365671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139700" dir="10800000" sx="99000" sy="99000" algn="r" rotWithShape="0">
              <a:schemeClr val="accent1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B0BB8CC-07D9-47C2-A423-DA7944D73557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466052" y="4105497"/>
            <a:ext cx="1828118" cy="1828357"/>
          </a:xfrm>
          <a:custGeom>
            <a:avLst/>
            <a:gdLst>
              <a:gd name="connsiteX0" fmla="*/ 0 w 3656713"/>
              <a:gd name="connsiteY0" fmla="*/ 0 h 3656713"/>
              <a:gd name="connsiteX1" fmla="*/ 3656713 w 3656713"/>
              <a:gd name="connsiteY1" fmla="*/ 0 h 3656713"/>
              <a:gd name="connsiteX2" fmla="*/ 3656713 w 3656713"/>
              <a:gd name="connsiteY2" fmla="*/ 3656713 h 3656713"/>
              <a:gd name="connsiteX3" fmla="*/ 0 w 3656713"/>
              <a:gd name="connsiteY3" fmla="*/ 3656713 h 3656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6713" h="3656713">
                <a:moveTo>
                  <a:pt x="0" y="0"/>
                </a:moveTo>
                <a:lnTo>
                  <a:pt x="3656713" y="0"/>
                </a:lnTo>
                <a:lnTo>
                  <a:pt x="3656713" y="3656713"/>
                </a:lnTo>
                <a:lnTo>
                  <a:pt x="0" y="3656713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C1C9D5"/>
            </a:bgClr>
          </a:pattFill>
          <a:effectLst>
            <a:outerShdw dist="139700" dir="10800000" sx="99000" sy="99000" algn="r" rotWithShape="0">
              <a:schemeClr val="bg2"/>
            </a:outerShdw>
          </a:effectLst>
          <a:scene3d>
            <a:camera prst="isometricOffAxis1Top">
              <a:rot lat="0" lon="0" rev="0"/>
            </a:camera>
            <a:lightRig rig="threePt" dir="t"/>
          </a:scene3d>
        </p:spPr>
        <p:txBody>
          <a:bodyPr wrap="square" anchor="t">
            <a:noAutofit/>
          </a:bodyPr>
          <a:lstStyle>
            <a:lvl1pPr marL="0" indent="0" algn="ctr">
              <a:buNone/>
              <a:defRPr sz="1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93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0FF5E0-9782-4262-8C8E-F25D5187B2A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31683" y="1761865"/>
            <a:ext cx="2482838" cy="3352800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0C477C-0616-4B25-AECC-C8579212EEC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546948" y="1761865"/>
            <a:ext cx="2482838" cy="3352800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1CF97D-2FDA-4292-861E-0CA5A754E9C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62213" y="1761865"/>
            <a:ext cx="2482838" cy="3352800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34B1061-2D91-4253-9DCF-0987EC9BF35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777478" y="1761865"/>
            <a:ext cx="2482837" cy="3352800"/>
          </a:xfrm>
          <a:custGeom>
            <a:avLst/>
            <a:gdLst>
              <a:gd name="connsiteX0" fmla="*/ 0 w 4966320"/>
              <a:gd name="connsiteY0" fmla="*/ 0 h 6705600"/>
              <a:gd name="connsiteX1" fmla="*/ 4966320 w 4966320"/>
              <a:gd name="connsiteY1" fmla="*/ 0 h 6705600"/>
              <a:gd name="connsiteX2" fmla="*/ 4966320 w 4966320"/>
              <a:gd name="connsiteY2" fmla="*/ 6705600 h 6705600"/>
              <a:gd name="connsiteX3" fmla="*/ 0 w 4966320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0" h="6705600">
                <a:moveTo>
                  <a:pt x="0" y="0"/>
                </a:moveTo>
                <a:lnTo>
                  <a:pt x="4966320" y="0"/>
                </a:lnTo>
                <a:lnTo>
                  <a:pt x="4966320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5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2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2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 animBg="1"/>
          <p:bldP spid="13" grpId="0" animBg="1"/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2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2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2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 animBg="1"/>
          <p:bldP spid="13" grpId="0" animBg="1"/>
          <p:bldP spid="14" grpId="0" animBg="1"/>
        </p:bldLst>
      </p:timing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0FF5E0-9782-4262-8C8E-F25D5187B2A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31683" y="1605183"/>
            <a:ext cx="2482838" cy="4462577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0C477C-0616-4B25-AECC-C8579212EEC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546948" y="1605183"/>
            <a:ext cx="2482838" cy="4462577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1CF97D-2FDA-4292-861E-0CA5A754E9C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62213" y="1605183"/>
            <a:ext cx="2482838" cy="4462577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34B1061-2D91-4253-9DCF-0987EC9BF35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777478" y="1605183"/>
            <a:ext cx="2482837" cy="4462577"/>
          </a:xfrm>
          <a:custGeom>
            <a:avLst/>
            <a:gdLst>
              <a:gd name="connsiteX0" fmla="*/ 0 w 4966320"/>
              <a:gd name="connsiteY0" fmla="*/ 0 h 6705600"/>
              <a:gd name="connsiteX1" fmla="*/ 4966320 w 4966320"/>
              <a:gd name="connsiteY1" fmla="*/ 0 h 6705600"/>
              <a:gd name="connsiteX2" fmla="*/ 4966320 w 4966320"/>
              <a:gd name="connsiteY2" fmla="*/ 6705600 h 6705600"/>
              <a:gd name="connsiteX3" fmla="*/ 0 w 4966320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0" h="6705600">
                <a:moveTo>
                  <a:pt x="0" y="0"/>
                </a:moveTo>
                <a:lnTo>
                  <a:pt x="4966320" y="0"/>
                </a:lnTo>
                <a:lnTo>
                  <a:pt x="4966320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58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81000" fill="hold" grpId="0" nodeType="with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81000" fill="hold" grpId="0" nodeType="withEffect" p14:presetBounceEnd="48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1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1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81000" fill="hold" grpId="0" nodeType="withEffect" p14:presetBounceEnd="48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1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1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81000" fill="hold" grpId="0" nodeType="withEffect" p14:presetBounceEnd="48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19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20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 animBg="1"/>
          <p:bldP spid="13" grpId="0" animBg="1"/>
          <p:bldP spid="1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81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81000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81000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81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 animBg="1"/>
          <p:bldP spid="12" grpId="0" animBg="1"/>
          <p:bldP spid="13" grpId="0" animBg="1"/>
          <p:bldP spid="14" grpId="0" animBg="1"/>
        </p:bldLst>
      </p:timing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0FF5E0-9782-4262-8C8E-F25D5187B2A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44119" y="1605183"/>
            <a:ext cx="2482838" cy="4462577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0C477C-0616-4B25-AECC-C8579212EEC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859384" y="1605183"/>
            <a:ext cx="2482838" cy="4462577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1CF97D-2FDA-4292-861E-0CA5A754E9C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474649" y="1605183"/>
            <a:ext cx="2482838" cy="4462577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6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38000" decel="6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38000" decel="62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38000" decel="62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0FF5E0-9782-4262-8C8E-F25D5187B2A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9484" y="1197712"/>
            <a:ext cx="2482838" cy="3898724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80F5ECF-FA0D-41F4-BED6-8DC0A070043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559608" y="1197712"/>
            <a:ext cx="2482838" cy="3898724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FE8DDD-E08B-487F-939D-C82BD1C71FD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69733" y="1197712"/>
            <a:ext cx="2482838" cy="3898724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B6A14B1-5BD5-4CA2-86FC-A299F6127078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779858" y="1197712"/>
            <a:ext cx="2482838" cy="3898724"/>
          </a:xfrm>
          <a:custGeom>
            <a:avLst/>
            <a:gdLst>
              <a:gd name="connsiteX0" fmla="*/ 0 w 4966322"/>
              <a:gd name="connsiteY0" fmla="*/ 0 h 6705600"/>
              <a:gd name="connsiteX1" fmla="*/ 4966322 w 4966322"/>
              <a:gd name="connsiteY1" fmla="*/ 0 h 6705600"/>
              <a:gd name="connsiteX2" fmla="*/ 4966322 w 4966322"/>
              <a:gd name="connsiteY2" fmla="*/ 6705600 h 6705600"/>
              <a:gd name="connsiteX3" fmla="*/ 0 w 4966322"/>
              <a:gd name="connsiteY3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66322" h="6705600">
                <a:moveTo>
                  <a:pt x="0" y="0"/>
                </a:moveTo>
                <a:lnTo>
                  <a:pt x="4966322" y="0"/>
                </a:lnTo>
                <a:lnTo>
                  <a:pt x="4966322" y="6705600"/>
                </a:lnTo>
                <a:lnTo>
                  <a:pt x="0" y="670560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38000" decel="6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accel="38000" decel="62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accel="38000" decel="62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accel="38000" decel="62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5" grpId="0" animBg="1"/>
      <p:bldP spid="6" grpId="0" animBg="1"/>
      <p:bldP spid="7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4B8AA38-6F73-4586-B483-53523EF1116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86492" y="1828800"/>
            <a:ext cx="2348472" cy="1465730"/>
          </a:xfrm>
          <a:custGeom>
            <a:avLst/>
            <a:gdLst>
              <a:gd name="connsiteX0" fmla="*/ 0 w 4697555"/>
              <a:gd name="connsiteY0" fmla="*/ 0 h 2931460"/>
              <a:gd name="connsiteX1" fmla="*/ 4697555 w 4697555"/>
              <a:gd name="connsiteY1" fmla="*/ 0 h 2931460"/>
              <a:gd name="connsiteX2" fmla="*/ 4697555 w 4697555"/>
              <a:gd name="connsiteY2" fmla="*/ 2931460 h 2931460"/>
              <a:gd name="connsiteX3" fmla="*/ 0 w 4697555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5" h="2931460">
                <a:moveTo>
                  <a:pt x="0" y="0"/>
                </a:moveTo>
                <a:lnTo>
                  <a:pt x="4697555" y="0"/>
                </a:lnTo>
                <a:lnTo>
                  <a:pt x="4697555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35ECBCE-7512-4811-A88A-61113AE75F7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510007" y="1828800"/>
            <a:ext cx="2348472" cy="1465730"/>
          </a:xfrm>
          <a:custGeom>
            <a:avLst/>
            <a:gdLst>
              <a:gd name="connsiteX0" fmla="*/ 0 w 4697555"/>
              <a:gd name="connsiteY0" fmla="*/ 0 h 2931460"/>
              <a:gd name="connsiteX1" fmla="*/ 4697555 w 4697555"/>
              <a:gd name="connsiteY1" fmla="*/ 0 h 2931460"/>
              <a:gd name="connsiteX2" fmla="*/ 4697555 w 4697555"/>
              <a:gd name="connsiteY2" fmla="*/ 2931460 h 2931460"/>
              <a:gd name="connsiteX3" fmla="*/ 0 w 4697555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5" h="2931460">
                <a:moveTo>
                  <a:pt x="0" y="0"/>
                </a:moveTo>
                <a:lnTo>
                  <a:pt x="4697555" y="0"/>
                </a:lnTo>
                <a:lnTo>
                  <a:pt x="4697555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89E65B-19FF-4927-98A8-4E005823E96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333521" y="1828800"/>
            <a:ext cx="2348472" cy="1465730"/>
          </a:xfrm>
          <a:custGeom>
            <a:avLst/>
            <a:gdLst>
              <a:gd name="connsiteX0" fmla="*/ 0 w 4697556"/>
              <a:gd name="connsiteY0" fmla="*/ 0 h 2931460"/>
              <a:gd name="connsiteX1" fmla="*/ 4697556 w 4697556"/>
              <a:gd name="connsiteY1" fmla="*/ 0 h 2931460"/>
              <a:gd name="connsiteX2" fmla="*/ 4697556 w 4697556"/>
              <a:gd name="connsiteY2" fmla="*/ 2931460 h 2931460"/>
              <a:gd name="connsiteX3" fmla="*/ 0 w 4697556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6" h="2931460">
                <a:moveTo>
                  <a:pt x="0" y="0"/>
                </a:moveTo>
                <a:lnTo>
                  <a:pt x="4697556" y="0"/>
                </a:lnTo>
                <a:lnTo>
                  <a:pt x="4697556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DCF3998-E81D-49D7-B078-F19837D4418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57035" y="1828800"/>
            <a:ext cx="2348472" cy="1465730"/>
          </a:xfrm>
          <a:custGeom>
            <a:avLst/>
            <a:gdLst>
              <a:gd name="connsiteX0" fmla="*/ 0 w 4697556"/>
              <a:gd name="connsiteY0" fmla="*/ 0 h 2931460"/>
              <a:gd name="connsiteX1" fmla="*/ 4697556 w 4697556"/>
              <a:gd name="connsiteY1" fmla="*/ 0 h 2931460"/>
              <a:gd name="connsiteX2" fmla="*/ 4697556 w 4697556"/>
              <a:gd name="connsiteY2" fmla="*/ 2931460 h 2931460"/>
              <a:gd name="connsiteX3" fmla="*/ 0 w 4697556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6" h="2931460">
                <a:moveTo>
                  <a:pt x="0" y="0"/>
                </a:moveTo>
                <a:lnTo>
                  <a:pt x="4697556" y="0"/>
                </a:lnTo>
                <a:lnTo>
                  <a:pt x="4697556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1575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4B8AA38-6F73-4586-B483-53523EF1116E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703761" y="2024522"/>
            <a:ext cx="2841651" cy="1773534"/>
          </a:xfrm>
          <a:custGeom>
            <a:avLst/>
            <a:gdLst>
              <a:gd name="connsiteX0" fmla="*/ 0 w 4697555"/>
              <a:gd name="connsiteY0" fmla="*/ 0 h 2931460"/>
              <a:gd name="connsiteX1" fmla="*/ 4697555 w 4697555"/>
              <a:gd name="connsiteY1" fmla="*/ 0 h 2931460"/>
              <a:gd name="connsiteX2" fmla="*/ 4697555 w 4697555"/>
              <a:gd name="connsiteY2" fmla="*/ 2931460 h 2931460"/>
              <a:gd name="connsiteX3" fmla="*/ 0 w 4697555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5" h="2931460">
                <a:moveTo>
                  <a:pt x="0" y="0"/>
                </a:moveTo>
                <a:lnTo>
                  <a:pt x="4697555" y="0"/>
                </a:lnTo>
                <a:lnTo>
                  <a:pt x="4697555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35ECBCE-7512-4811-A88A-61113AE75F7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661729" y="2024522"/>
            <a:ext cx="2841651" cy="1773534"/>
          </a:xfrm>
          <a:custGeom>
            <a:avLst/>
            <a:gdLst>
              <a:gd name="connsiteX0" fmla="*/ 0 w 4697555"/>
              <a:gd name="connsiteY0" fmla="*/ 0 h 2931460"/>
              <a:gd name="connsiteX1" fmla="*/ 4697555 w 4697555"/>
              <a:gd name="connsiteY1" fmla="*/ 0 h 2931460"/>
              <a:gd name="connsiteX2" fmla="*/ 4697555 w 4697555"/>
              <a:gd name="connsiteY2" fmla="*/ 2931460 h 2931460"/>
              <a:gd name="connsiteX3" fmla="*/ 0 w 4697555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5" h="2931460">
                <a:moveTo>
                  <a:pt x="0" y="0"/>
                </a:moveTo>
                <a:lnTo>
                  <a:pt x="4697555" y="0"/>
                </a:lnTo>
                <a:lnTo>
                  <a:pt x="4697555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89E65B-19FF-4927-98A8-4E005823E96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619697" y="2024522"/>
            <a:ext cx="2841651" cy="1773534"/>
          </a:xfrm>
          <a:custGeom>
            <a:avLst/>
            <a:gdLst>
              <a:gd name="connsiteX0" fmla="*/ 0 w 4697556"/>
              <a:gd name="connsiteY0" fmla="*/ 0 h 2931460"/>
              <a:gd name="connsiteX1" fmla="*/ 4697556 w 4697556"/>
              <a:gd name="connsiteY1" fmla="*/ 0 h 2931460"/>
              <a:gd name="connsiteX2" fmla="*/ 4697556 w 4697556"/>
              <a:gd name="connsiteY2" fmla="*/ 2931460 h 2931460"/>
              <a:gd name="connsiteX3" fmla="*/ 0 w 4697556"/>
              <a:gd name="connsiteY3" fmla="*/ 2931460 h 2931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7556" h="2931460">
                <a:moveTo>
                  <a:pt x="0" y="0"/>
                </a:moveTo>
                <a:lnTo>
                  <a:pt x="4697556" y="0"/>
                </a:lnTo>
                <a:lnTo>
                  <a:pt x="4697556" y="2931460"/>
                </a:lnTo>
                <a:lnTo>
                  <a:pt x="0" y="2931460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88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A78B9B9-87C2-4E94-A516-96CFADBE230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941171" y="1156447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909BFB-BB38-4018-AAEC-7D2EF2E710C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568282" y="1156447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6481C08-79AF-4EEB-B132-E05B8BF1A28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195393" y="1156447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A7E1B70-4896-4420-9B1A-59968879189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822504" y="1156447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8841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A78B9B9-87C2-4E94-A516-96CFADBE230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05030" y="1237129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1909BFB-BB38-4018-AAEC-7D2EF2E710C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832141" y="1237129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6481C08-79AF-4EEB-B132-E05B8BF1A28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7459252" y="1237129"/>
            <a:ext cx="2527718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355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A78B9B9-87C2-4E94-A516-96CFADBE230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163" y="1536887"/>
            <a:ext cx="5297451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629835A-B777-47DB-A9E0-41743E09CD8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258464" y="1536887"/>
            <a:ext cx="5297451" cy="3784226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89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80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A78B9B9-87C2-4E94-A516-96CFADBE230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70586" y="443753"/>
            <a:ext cx="8812305" cy="5607424"/>
          </a:xfrm>
          <a:custGeom>
            <a:avLst/>
            <a:gdLst>
              <a:gd name="connsiteX0" fmla="*/ 0 w 5056094"/>
              <a:gd name="connsiteY0" fmla="*/ 0 h 7568452"/>
              <a:gd name="connsiteX1" fmla="*/ 5056094 w 5056094"/>
              <a:gd name="connsiteY1" fmla="*/ 0 h 7568452"/>
              <a:gd name="connsiteX2" fmla="*/ 5056094 w 5056094"/>
              <a:gd name="connsiteY2" fmla="*/ 7568452 h 7568452"/>
              <a:gd name="connsiteX3" fmla="*/ 0 w 5056094"/>
              <a:gd name="connsiteY3" fmla="*/ 7568452 h 7568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94" h="7568452">
                <a:moveTo>
                  <a:pt x="0" y="0"/>
                </a:moveTo>
                <a:lnTo>
                  <a:pt x="5056094" y="0"/>
                </a:lnTo>
                <a:lnTo>
                  <a:pt x="5056094" y="7568452"/>
                </a:lnTo>
                <a:lnTo>
                  <a:pt x="0" y="7568452"/>
                </a:lnTo>
                <a:close/>
              </a:path>
            </a:pathLst>
          </a:custGeom>
          <a:pattFill prst="pct60">
            <a:fgClr>
              <a:srgbClr val="FFFFFF"/>
            </a:fgClr>
            <a:bgClr>
              <a:srgbClr val="E6E9EE"/>
            </a:bgClr>
          </a:pattFill>
        </p:spPr>
        <p:txBody>
          <a:bodyPr anchor="ctr"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87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80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3896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2663464" y="0"/>
            <a:ext cx="9528536" cy="6858000"/>
          </a:xfrm>
          <a:prstGeom prst="rect">
            <a:avLst/>
          </a:prstGeom>
          <a:pattFill prst="pct5">
            <a:fgClr>
              <a:srgbClr val="DEE2E4"/>
            </a:fgClr>
            <a:bgClr>
              <a:srgbClr val="A0ACB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1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82345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65CD39-C441-4C4E-B863-AA8AF4602A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9288" y="1416471"/>
            <a:ext cx="4022844" cy="4025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9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8297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4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32950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1558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0116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74" y="1523297"/>
            <a:ext cx="2389597" cy="3773308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27232" y="1523297"/>
            <a:ext cx="2389597" cy="3773308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5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9792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8350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86908" y="1523297"/>
            <a:ext cx="2389597" cy="3773308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15466" y="1523297"/>
            <a:ext cx="2389597" cy="3773308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0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2663464" y="0"/>
            <a:ext cx="9528536" cy="6858000"/>
          </a:xfrm>
          <a:prstGeom prst="rect">
            <a:avLst/>
          </a:prstGeom>
          <a:pattFill prst="pct5">
            <a:fgClr>
              <a:srgbClr val="DEE2E4"/>
            </a:fgClr>
            <a:bgClr>
              <a:srgbClr val="A0ACB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7724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8451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0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42070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BF29B47-3016-4680-8D0F-8F659E214A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2120" y="647700"/>
            <a:ext cx="2102846" cy="55245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3C2F1D8-84EF-4A68-A3BD-098B35D12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44966" y="647700"/>
            <a:ext cx="2102846" cy="55245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CA1D5714-E770-4124-B6F4-2A79AB0D075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47812" y="647700"/>
            <a:ext cx="2102846" cy="55245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0CCFF675-4CFA-4559-BF32-ACE7582DC5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0659" y="647700"/>
            <a:ext cx="2102846" cy="55245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12A6D458-EDF9-4371-9B79-9D32475040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53505" y="647700"/>
            <a:ext cx="2102846" cy="5524500"/>
          </a:xfrm>
          <a:custGeom>
            <a:avLst/>
            <a:gdLst>
              <a:gd name="connsiteX0" fmla="*/ 0 w 4206240"/>
              <a:gd name="connsiteY0" fmla="*/ 0 h 11049000"/>
              <a:gd name="connsiteX1" fmla="*/ 4206240 w 4206240"/>
              <a:gd name="connsiteY1" fmla="*/ 0 h 11049000"/>
              <a:gd name="connsiteX2" fmla="*/ 4206240 w 4206240"/>
              <a:gd name="connsiteY2" fmla="*/ 11049000 h 11049000"/>
              <a:gd name="connsiteX3" fmla="*/ 0 w 420624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1049000">
                <a:moveTo>
                  <a:pt x="0" y="0"/>
                </a:moveTo>
                <a:lnTo>
                  <a:pt x="4206240" y="0"/>
                </a:lnTo>
                <a:lnTo>
                  <a:pt x="420624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9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0839A5C-EEE3-4982-A5D2-9CB167589D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1742" y="647700"/>
            <a:ext cx="5314258" cy="5525438"/>
          </a:xfrm>
          <a:custGeom>
            <a:avLst/>
            <a:gdLst>
              <a:gd name="connsiteX0" fmla="*/ 0 w 11050876"/>
              <a:gd name="connsiteY0" fmla="*/ 0 h 11050876"/>
              <a:gd name="connsiteX1" fmla="*/ 11050876 w 11050876"/>
              <a:gd name="connsiteY1" fmla="*/ 0 h 11050876"/>
              <a:gd name="connsiteX2" fmla="*/ 11050876 w 11050876"/>
              <a:gd name="connsiteY2" fmla="*/ 11050876 h 11050876"/>
              <a:gd name="connsiteX3" fmla="*/ 0 w 11050876"/>
              <a:gd name="connsiteY3" fmla="*/ 11050876 h 11050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50876" h="11050876">
                <a:moveTo>
                  <a:pt x="0" y="0"/>
                </a:moveTo>
                <a:lnTo>
                  <a:pt x="11050876" y="0"/>
                </a:lnTo>
                <a:lnTo>
                  <a:pt x="11050876" y="11050876"/>
                </a:lnTo>
                <a:lnTo>
                  <a:pt x="0" y="1105087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D2B8E5A-2BD1-4898-9EAD-B8153950C4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47700"/>
            <a:ext cx="2761890" cy="276225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A70770E0-20BD-4707-B1C1-A9B6F017F0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409950"/>
            <a:ext cx="2761890" cy="2762250"/>
          </a:xfrm>
          <a:custGeom>
            <a:avLst/>
            <a:gdLst>
              <a:gd name="connsiteX0" fmla="*/ 0 w 5524500"/>
              <a:gd name="connsiteY0" fmla="*/ 0 h 5524500"/>
              <a:gd name="connsiteX1" fmla="*/ 5524500 w 5524500"/>
              <a:gd name="connsiteY1" fmla="*/ 0 h 5524500"/>
              <a:gd name="connsiteX2" fmla="*/ 5524500 w 5524500"/>
              <a:gd name="connsiteY2" fmla="*/ 5524500 h 5524500"/>
              <a:gd name="connsiteX3" fmla="*/ 0 w 5524500"/>
              <a:gd name="connsiteY3" fmla="*/ 5524500 h 552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24500" h="5524500">
                <a:moveTo>
                  <a:pt x="0" y="0"/>
                </a:moveTo>
                <a:lnTo>
                  <a:pt x="5524500" y="0"/>
                </a:lnTo>
                <a:lnTo>
                  <a:pt x="5524500" y="5524500"/>
                </a:lnTo>
                <a:lnTo>
                  <a:pt x="0" y="55245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61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7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B8D9FE0-2BB0-4951-87E4-EC751C031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1742" y="647700"/>
            <a:ext cx="5314258" cy="5524500"/>
          </a:xfrm>
          <a:custGeom>
            <a:avLst/>
            <a:gdLst>
              <a:gd name="connsiteX0" fmla="*/ 0 w 10172699"/>
              <a:gd name="connsiteY0" fmla="*/ 0 h 11049000"/>
              <a:gd name="connsiteX1" fmla="*/ 10172699 w 10172699"/>
              <a:gd name="connsiteY1" fmla="*/ 0 h 11049000"/>
              <a:gd name="connsiteX2" fmla="*/ 10172699 w 10172699"/>
              <a:gd name="connsiteY2" fmla="*/ 11049000 h 11049000"/>
              <a:gd name="connsiteX3" fmla="*/ 0 w 101726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2699" h="11049000">
                <a:moveTo>
                  <a:pt x="0" y="0"/>
                </a:moveTo>
                <a:lnTo>
                  <a:pt x="10172699" y="0"/>
                </a:lnTo>
                <a:lnTo>
                  <a:pt x="101726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A70CBB4C-B5B4-4660-817C-385F23628B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47700"/>
            <a:ext cx="5314258" cy="5524500"/>
          </a:xfrm>
          <a:custGeom>
            <a:avLst/>
            <a:gdLst>
              <a:gd name="connsiteX0" fmla="*/ 0 w 10858500"/>
              <a:gd name="connsiteY0" fmla="*/ 0 h 11049000"/>
              <a:gd name="connsiteX1" fmla="*/ 10858500 w 10858500"/>
              <a:gd name="connsiteY1" fmla="*/ 0 h 11049000"/>
              <a:gd name="connsiteX2" fmla="*/ 10858500 w 10858500"/>
              <a:gd name="connsiteY2" fmla="*/ 11049000 h 11049000"/>
              <a:gd name="connsiteX3" fmla="*/ 0 w 1085850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58500" h="11049000">
                <a:moveTo>
                  <a:pt x="0" y="0"/>
                </a:moveTo>
                <a:lnTo>
                  <a:pt x="10858500" y="0"/>
                </a:lnTo>
                <a:lnTo>
                  <a:pt x="108585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7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</p:bldLst>
  </p:timing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2E49EDA7-E0B3-44D6-ADA1-4C6DE88415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3429762"/>
            <a:ext cx="3504744" cy="27432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D3A46C86-1D5D-4D5A-81D6-35065A5DB85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43628" y="685038"/>
            <a:ext cx="3504744" cy="27432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7A46BF3-B94D-4FE7-864C-9D33C80DC7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5262" y="3429762"/>
            <a:ext cx="3504744" cy="2743200"/>
          </a:xfrm>
          <a:custGeom>
            <a:avLst/>
            <a:gdLst>
              <a:gd name="connsiteX0" fmla="*/ 0 w 7010400"/>
              <a:gd name="connsiteY0" fmla="*/ 0 h 5486400"/>
              <a:gd name="connsiteX1" fmla="*/ 7010400 w 7010400"/>
              <a:gd name="connsiteY1" fmla="*/ 0 h 5486400"/>
              <a:gd name="connsiteX2" fmla="*/ 7010400 w 7010400"/>
              <a:gd name="connsiteY2" fmla="*/ 5486400 h 5486400"/>
              <a:gd name="connsiteX3" fmla="*/ 0 w 7010400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486400">
                <a:moveTo>
                  <a:pt x="0" y="0"/>
                </a:moveTo>
                <a:lnTo>
                  <a:pt x="7010400" y="0"/>
                </a:lnTo>
                <a:lnTo>
                  <a:pt x="7010400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1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</p:bld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244A630-990B-44C6-B5C2-E447990CE8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67131"/>
            <a:ext cx="3504744" cy="2762631"/>
          </a:xfrm>
          <a:custGeom>
            <a:avLst/>
            <a:gdLst>
              <a:gd name="connsiteX0" fmla="*/ 0 w 7010400"/>
              <a:gd name="connsiteY0" fmla="*/ 0 h 5525261"/>
              <a:gd name="connsiteX1" fmla="*/ 7010400 w 7010400"/>
              <a:gd name="connsiteY1" fmla="*/ 0 h 5525261"/>
              <a:gd name="connsiteX2" fmla="*/ 7010400 w 7010400"/>
              <a:gd name="connsiteY2" fmla="*/ 5525261 h 5525261"/>
              <a:gd name="connsiteX3" fmla="*/ 0 w 7010400"/>
              <a:gd name="connsiteY3" fmla="*/ 5525261 h 552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525261">
                <a:moveTo>
                  <a:pt x="0" y="0"/>
                </a:moveTo>
                <a:lnTo>
                  <a:pt x="7010400" y="0"/>
                </a:lnTo>
                <a:lnTo>
                  <a:pt x="7010400" y="5525261"/>
                </a:lnTo>
                <a:lnTo>
                  <a:pt x="0" y="55252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37581DB-28D0-4142-B51E-CE474A5445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3429761"/>
            <a:ext cx="7123771" cy="2743200"/>
          </a:xfrm>
          <a:custGeom>
            <a:avLst/>
            <a:gdLst>
              <a:gd name="connsiteX0" fmla="*/ 0 w 14020799"/>
              <a:gd name="connsiteY0" fmla="*/ 0 h 5486400"/>
              <a:gd name="connsiteX1" fmla="*/ 14020799 w 14020799"/>
              <a:gd name="connsiteY1" fmla="*/ 0 h 5486400"/>
              <a:gd name="connsiteX2" fmla="*/ 14020799 w 14020799"/>
              <a:gd name="connsiteY2" fmla="*/ 5486400 h 5486400"/>
              <a:gd name="connsiteX3" fmla="*/ 0 w 14020799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20799" h="5486400">
                <a:moveTo>
                  <a:pt x="0" y="0"/>
                </a:moveTo>
                <a:lnTo>
                  <a:pt x="14020799" y="0"/>
                </a:lnTo>
                <a:lnTo>
                  <a:pt x="14020799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B605010-9C23-46F9-B058-970E7275A1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5514" y="647700"/>
            <a:ext cx="3504744" cy="5525261"/>
          </a:xfrm>
          <a:custGeom>
            <a:avLst/>
            <a:gdLst>
              <a:gd name="connsiteX0" fmla="*/ 0 w 7010401"/>
              <a:gd name="connsiteY0" fmla="*/ 0 h 11050522"/>
              <a:gd name="connsiteX1" fmla="*/ 7010401 w 7010401"/>
              <a:gd name="connsiteY1" fmla="*/ 0 h 11050522"/>
              <a:gd name="connsiteX2" fmla="*/ 7010401 w 7010401"/>
              <a:gd name="connsiteY2" fmla="*/ 11050522 h 11050522"/>
              <a:gd name="connsiteX3" fmla="*/ 0 w 7010401"/>
              <a:gd name="connsiteY3" fmla="*/ 11050522 h 11050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1" h="11050522">
                <a:moveTo>
                  <a:pt x="0" y="0"/>
                </a:moveTo>
                <a:lnTo>
                  <a:pt x="7010401" y="0"/>
                </a:lnTo>
                <a:lnTo>
                  <a:pt x="7010401" y="11050522"/>
                </a:lnTo>
                <a:lnTo>
                  <a:pt x="0" y="1105052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1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</p:bld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5541C4D-A1D1-493A-8547-B708240F2F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8968" y="4357771"/>
            <a:ext cx="3504744" cy="2619375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0323BDD-FDAD-4B17-9EC0-CBB895127D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53711" y="4357772"/>
            <a:ext cx="3504744" cy="2619375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7B9D4458-5A68-4C82-9759-3F61B7D6A09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58455" y="4357772"/>
            <a:ext cx="3504744" cy="2619375"/>
          </a:xfrm>
          <a:custGeom>
            <a:avLst/>
            <a:gdLst>
              <a:gd name="connsiteX0" fmla="*/ 0 w 7010400"/>
              <a:gd name="connsiteY0" fmla="*/ 0 h 5238750"/>
              <a:gd name="connsiteX1" fmla="*/ 7010400 w 7010400"/>
              <a:gd name="connsiteY1" fmla="*/ 0 h 5238750"/>
              <a:gd name="connsiteX2" fmla="*/ 7010400 w 7010400"/>
              <a:gd name="connsiteY2" fmla="*/ 5238750 h 5238750"/>
              <a:gd name="connsiteX3" fmla="*/ 0 w 7010400"/>
              <a:gd name="connsiteY3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10400" h="5238750">
                <a:moveTo>
                  <a:pt x="0" y="0"/>
                </a:moveTo>
                <a:lnTo>
                  <a:pt x="7010400" y="0"/>
                </a:lnTo>
                <a:lnTo>
                  <a:pt x="7010400" y="5238750"/>
                </a:lnTo>
                <a:lnTo>
                  <a:pt x="0" y="52387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>
              <a:defRPr lang="en-US" sz="1200"/>
            </a:lvl1pPr>
          </a:lstStyle>
          <a:p>
            <a:pPr marL="0" lvl="0" indent="0" algn="ctr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6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8" grpId="0" animBg="1"/>
      <p:bldP spid="39" grpId="0" animBg="1"/>
    </p:bld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279617834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B50162-B53A-4D53-985F-D3169468460F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5AA740-871A-4FDD-B5BE-77B04DD73008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350918672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6E49E-6A53-4F4D-9EED-FA6EEC2123E3}"/>
              </a:ext>
            </a:extLst>
          </p:cNvPr>
          <p:cNvSpPr txBox="1"/>
          <p:nvPr userDrawn="1"/>
        </p:nvSpPr>
        <p:spPr>
          <a:xfrm>
            <a:off x="5465184" y="115055"/>
            <a:ext cx="1261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147298993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5F7554-38B1-48BE-91E4-43BCAA8E8F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1625" y="495300"/>
            <a:ext cx="5604345" cy="5870981"/>
          </a:xfrm>
          <a:custGeom>
            <a:avLst/>
            <a:gdLst>
              <a:gd name="connsiteX0" fmla="*/ 0 w 11210150"/>
              <a:gd name="connsiteY0" fmla="*/ 0 h 11741961"/>
              <a:gd name="connsiteX1" fmla="*/ 11210150 w 11210150"/>
              <a:gd name="connsiteY1" fmla="*/ 0 h 11741961"/>
              <a:gd name="connsiteX2" fmla="*/ 11210150 w 11210150"/>
              <a:gd name="connsiteY2" fmla="*/ 11741961 h 11741961"/>
              <a:gd name="connsiteX3" fmla="*/ 0 w 11210150"/>
              <a:gd name="connsiteY3" fmla="*/ 11741961 h 1174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0150" h="11741961">
                <a:moveTo>
                  <a:pt x="0" y="0"/>
                </a:moveTo>
                <a:lnTo>
                  <a:pt x="11210150" y="0"/>
                </a:lnTo>
                <a:lnTo>
                  <a:pt x="11210150" y="11741961"/>
                </a:lnTo>
                <a:lnTo>
                  <a:pt x="0" y="117419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1900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0764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D77B443-E4CE-4B2B-BCA4-5E82A0D3FC5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9826" y="1479237"/>
            <a:ext cx="3256941" cy="4468697"/>
          </a:xfrm>
          <a:custGeom>
            <a:avLst/>
            <a:gdLst>
              <a:gd name="connsiteX0" fmla="*/ 0 w 6514730"/>
              <a:gd name="connsiteY0" fmla="*/ 0 h 8937393"/>
              <a:gd name="connsiteX1" fmla="*/ 6514730 w 6514730"/>
              <a:gd name="connsiteY1" fmla="*/ 0 h 8937393"/>
              <a:gd name="connsiteX2" fmla="*/ 6514730 w 6514730"/>
              <a:gd name="connsiteY2" fmla="*/ 8937393 h 8937393"/>
              <a:gd name="connsiteX3" fmla="*/ 0 w 6514730"/>
              <a:gd name="connsiteY3" fmla="*/ 8937393 h 8937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4730" h="8937393">
                <a:moveTo>
                  <a:pt x="0" y="0"/>
                </a:moveTo>
                <a:lnTo>
                  <a:pt x="6514730" y="0"/>
                </a:lnTo>
                <a:lnTo>
                  <a:pt x="6514730" y="8937393"/>
                </a:lnTo>
                <a:lnTo>
                  <a:pt x="0" y="8937393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3EDA427-109E-4E2F-B440-99F7E6FF365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13241" y="823246"/>
            <a:ext cx="3720054" cy="5113654"/>
          </a:xfrm>
          <a:custGeom>
            <a:avLst/>
            <a:gdLst>
              <a:gd name="connsiteX0" fmla="*/ 0 w 7441077"/>
              <a:gd name="connsiteY0" fmla="*/ 0 h 10227307"/>
              <a:gd name="connsiteX1" fmla="*/ 7441077 w 7441077"/>
              <a:gd name="connsiteY1" fmla="*/ 0 h 10227307"/>
              <a:gd name="connsiteX2" fmla="*/ 7441077 w 7441077"/>
              <a:gd name="connsiteY2" fmla="*/ 10227307 h 10227307"/>
              <a:gd name="connsiteX3" fmla="*/ 0 w 7441077"/>
              <a:gd name="connsiteY3" fmla="*/ 10227307 h 1022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1077" h="10227307">
                <a:moveTo>
                  <a:pt x="0" y="0"/>
                </a:moveTo>
                <a:lnTo>
                  <a:pt x="7441077" y="0"/>
                </a:lnTo>
                <a:lnTo>
                  <a:pt x="7441077" y="10227307"/>
                </a:lnTo>
                <a:lnTo>
                  <a:pt x="0" y="1022730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621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</p:bld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24548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2516F8B-E0FE-4C4A-820B-A5DC7B2F2B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178324" y="-82822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A4626463-2253-4697-9500-AEF47C1C3A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435489" y="-1820952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7703B000-8D12-4B1A-ACB6-C06DD087F7A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-1024430" y="1650794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8000927B-DD2F-4561-A86B-BAA2792A8F7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6246799" y="3379874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0A9600A9-5EAC-4F18-91A0-4E6C5F39458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1632841" y="5171234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37EEC992-E907-4E25-8861-053D3E578F0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0764331" y="-2359182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611DF2A1-D74B-4D29-98F3-927F8A285DB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26021496" y="-4097312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4E68B947-3A67-4B79-9911-051D6B75725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5561577" y="-625566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4060BDBD-2126-4E95-81A9-F0DE44CC68D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339208" y="1103514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7D11A113-C1B4-4B9C-AC18-EC628568D82B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953166" y="2894874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71596971-2921-4B94-B0AB-B47F97CA22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3826551" y="-6479347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3" name="Picture Placeholder 6">
            <a:extLst>
              <a:ext uri="{FF2B5EF4-FFF2-40B4-BE49-F238E27FC236}">
                <a16:creationId xmlns:a16="http://schemas.microsoft.com/office/drawing/2014/main" id="{0D869799-5865-4C17-A764-D9457241E00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9083716" y="-8217477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566937C7-F205-4656-A8E8-906793DD2E1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623797" y="-4745731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D72442AB-B35D-4075-8B3B-92AA68A6072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401428" y="-3016651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6B46F04C-4E8E-4C12-BDE6-6EE31FC8A4E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-1984613" y="-1225291"/>
            <a:ext cx="3154269" cy="74980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420000" lon="3000000" rev="1731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9429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2062E-6 5E-6 L 0.86967 -0.51355 " pathEditMode="relative" rAng="0" ptsTypes="AA">
                                      <p:cBhvr>
                                        <p:cTn id="6" dur="6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84" y="-2568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2062E-6 5E-6 L 0.86967 -0.51355 " pathEditMode="relative" rAng="0" ptsTypes="AA">
                                      <p:cBhvr>
                                        <p:cTn id="8" dur="6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84" y="-2568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2062E-6 5E-6 L 0.86967 -0.51355 " pathEditMode="relative" rAng="0" ptsTypes="AA">
                                      <p:cBhvr>
                                        <p:cTn id="10" dur="6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84" y="-2568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2062E-6 5E-6 L 0.86967 -0.51355 " pathEditMode="relative" rAng="0" ptsTypes="AA">
                                      <p:cBhvr>
                                        <p:cTn id="12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84" y="-2568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2062E-6 5E-6 L 0.86967 -0.51355 " pathEditMode="relative" rAng="0" ptsTypes="AA">
                                      <p:cBhvr>
                                        <p:cTn id="14" dur="6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484" y="-2568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16" dur="8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18" dur="8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20" dur="8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22" dur="8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24" dur="8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26" dur="1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28" dur="1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30" dur="1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32" dur="1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1.2963E-6 L -1.28714 0.75949 " pathEditMode="relative" rAng="0" ptsTypes="AA">
                                      <p:cBhvr>
                                        <p:cTn id="34" dur="1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360" y="379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E077831-3A99-42B8-A64A-A9FC48EC8FD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056930" y="3438186"/>
            <a:ext cx="2633044" cy="36118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2AD2F7D8-97AC-41F5-8B1A-10C2F15849E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459874" y="1613875"/>
            <a:ext cx="2633044" cy="36118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1AD996C-27B9-4AF0-9B8C-43684938D6B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116382" y="818499"/>
            <a:ext cx="2633044" cy="36118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8D1A1F1D-5322-44B1-B7B0-38BB3D4DEAF4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288785" y="3454605"/>
            <a:ext cx="2633044" cy="36118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37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10" grpId="0" animBg="1"/>
      <p:bldP spid="11" grpId="0" animBg="1"/>
    </p:bld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97F12BB4-E64D-4CC7-BB98-9795426006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84699" y="24182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3000000" lon="3000000" rev="396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529CB4CC-F54C-4AA5-8343-ACE0D81CE7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70801" y="2007234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600000" lon="3000000" rev="1764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3D99A0DA-7D07-4249-A498-3ECFEC79A93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05964" y="4005045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3000000" lon="3000000" rev="396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A40C83F4-4617-45B0-AEBC-B7A1DAEE8A4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39785" y="2035093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600000" lon="3000000" rev="1764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B2DDB705-8583-4205-A6AC-A0C9FE6C24C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20738" y="-1993030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600000" lon="3000000" rev="1764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041FFFF-ABCB-478C-81C8-2748EDA068E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37782" y="-1985773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600000" lon="3000000" rev="1764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E8C46F02-D220-4F1D-A205-CD188B1EADC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1021082" y="5552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3000000" lon="3000000" rev="396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29" name="Picture Placeholder 6">
            <a:extLst>
              <a:ext uri="{FF2B5EF4-FFF2-40B4-BE49-F238E27FC236}">
                <a16:creationId xmlns:a16="http://schemas.microsoft.com/office/drawing/2014/main" id="{EF1A4BA8-0A92-4533-9270-471B0E0C082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88626" y="-4013106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3000000" lon="3000000" rev="396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9DC83989-293D-49EE-BAB8-4BA6670BF53C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2510582" y="3574"/>
            <a:ext cx="3565696" cy="658368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3000000" lon="3000000" rev="3960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024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</p:bld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B377B436-AD91-4A23-A051-AF6356A159D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930650" y="1022135"/>
            <a:ext cx="3756374" cy="4471522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orthographicFront">
              <a:rot lat="1020000" lon="1800000" rev="300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367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49954E-6 0 L -0.21593 0.32604 " pathEditMode="relative" rAng="0" ptsTypes="AA">
                                      <p:cBhvr>
                                        <p:cTn id="8" dur="15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99" y="1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E12D1873-4C6A-4207-99DF-D6965458C36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862192" y="1843660"/>
            <a:ext cx="3153634" cy="43260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0FBD7F3-8A32-4678-B495-A7950092CE8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758988" y="427439"/>
            <a:ext cx="3091760" cy="4241124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968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1485ED5A-661D-47FA-AB95-328051D18E3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15090" y="-41563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25243F5F-E2B4-4582-A747-9EF41C77B8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76571" y="2635129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B66FB757-3EAB-4A9D-9615-B1CF789586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76657" y="-2403141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31951E21-46C6-4F86-A1C8-00C55E1943C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3509" y="-2749429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8C498355-E31F-4535-968E-71F8984B38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128932" y="2365888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23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1485ED5A-661D-47FA-AB95-328051D18E3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08258" y="1298576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F86CCD24-EEBD-44B1-AAE0-E278A998106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08258" y="165346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outerShdw blurRad="1257300" dist="1041400" dir="1800000" sx="99000" sy="99000" algn="ctr" rotWithShape="0">
              <a:prstClr val="black">
                <a:alpha val="40000"/>
              </a:prstClr>
            </a:outerShdw>
          </a:effectLst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BA520E2-51C3-40D7-AEDE-9D02A83EC1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08258" y="-967883"/>
            <a:ext cx="4068550" cy="626364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>
            <a:outerShdw blurRad="1257300" dist="1041400" dir="1800000" sx="99000" sy="99000" algn="ctr" rotWithShape="0">
              <a:prstClr val="black">
                <a:alpha val="40000"/>
              </a:prstClr>
            </a:outerShdw>
          </a:effectLst>
          <a:scene3d>
            <a:camera prst="isometricBottomDown">
              <a:rot lat="19620000" lon="3000000" rev="17412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766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decel="10000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4.63351E-6 2.96296E-6 L -4.63351E-6 0.25 " pathEditMode="relative" rAng="0" ptsTypes="AA">
                                      <p:cBhvr>
                                        <p:cTn id="12" dur="1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4.63351E-6 7.40741E-7 L -4.63351E-6 0.25 " pathEditMode="relative" rAng="0" ptsTypes="AA">
                                      <p:cBhvr>
                                        <p:cTn id="17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8" grpId="1" animBg="1"/>
      <p:bldP spid="9" grpId="0" animBg="1"/>
      <p:bldP spid="9" grpId="1" animBg="1"/>
    </p:bld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0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A6497792-ED6D-4F54-8610-2FD55173DA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0435" y="-1252135"/>
            <a:ext cx="3885694" cy="50292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440000" lon="2400000" rev="366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 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395A455-90B6-47E0-8201-16D4F23F8B8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10480" y="952867"/>
            <a:ext cx="3163961" cy="5202959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0" lon="0" rev="259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C8BF64FE-1E33-45BC-BDD7-7BD551FA39A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72160" y="4958957"/>
            <a:ext cx="3885694" cy="50292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440000" lon="2400000" rev="366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29ECFF06-47C2-4779-9C66-22674E15A74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00746" y="4728760"/>
            <a:ext cx="3885694" cy="50292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440000" lon="2400000" rev="366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B245FDF-2A7F-47E6-A435-6D63863F340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555067" y="1705429"/>
            <a:ext cx="3885694" cy="50292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440000" lon="2400000" rev="366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806396D0-282B-4936-BB42-1F4A486620B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660359" y="-1161656"/>
            <a:ext cx="3885694" cy="50292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440000" lon="2400000" rev="366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81EECD4-1CBF-4857-A094-2EEA39215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31615" y="-4228734"/>
            <a:ext cx="3885694" cy="50292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440000" lon="2400000" rev="366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62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12967E-6 -4.81481E-6 L -0.27893 0.45186 " pathEditMode="relative" rAng="0" ptsTypes="AA">
                                      <p:cBhvr>
                                        <p:cTn id="11" dur="15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50" y="22593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1.40737E-6 -4.25926E-6 L 0.34911 0.34387 " pathEditMode="relative" rAng="0" ptsTypes="AA">
                                      <p:cBhvr>
                                        <p:cTn id="15" dur="15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2" y="1718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1.40737E-6 -4.25926E-6 L 0.34911 0.34387 " pathEditMode="relative" rAng="0" ptsTypes="AA">
                                      <p:cBhvr>
                                        <p:cTn id="19" dur="15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2" y="1718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3.93569E-6 -3.51852E-6 L 0.29944 -0.49247 " pathEditMode="relative" rAng="0" ptsTypes="AA">
                                      <p:cBhvr>
                                        <p:cTn id="23" dur="15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2" y="-2461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3.93569E-6 -3.51852E-6 L 0.29944 -0.49247 " pathEditMode="relative" rAng="0" ptsTypes="AA">
                                      <p:cBhvr>
                                        <p:cTn id="27" dur="15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72" y="-2461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06588E-6 -2.22222E-6 L -0.41374 -0.39722 " pathEditMode="relative" rAng="0" ptsTypes="AA">
                                      <p:cBhvr>
                                        <p:cTn id="31" dur="15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87" y="-19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4" grpId="0" animBg="1"/>
      <p:bldP spid="13" grpId="0" animBg="1"/>
      <p:bldP spid="13" grpId="1" animBg="1"/>
      <p:bldP spid="12" grpId="0" animBg="1"/>
      <p:bldP spid="12" grpId="1" animBg="1"/>
      <p:bldP spid="11" grpId="0" animBg="1"/>
      <p:bldP spid="11" grpId="1" animBg="1"/>
      <p:bldP spid="10" grpId="0" animBg="1"/>
      <p:bldP spid="10" grpId="1" animBg="1"/>
      <p:bldP spid="9" grpId="0" animBg="1"/>
      <p:bldP spid="9" grpId="1" animBg="1"/>
    </p:bld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2FC2C4F6-9E25-4F70-B725-71CB76BE778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7778819" y="2686840"/>
            <a:ext cx="4249533" cy="58293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09F82A40-81E3-4DE4-8299-3DECD9A99C1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-70827" y="-1635375"/>
            <a:ext cx="4249533" cy="58293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3B5A5CDA-F8CF-4518-ADFD-9C9508FC9E5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17321" y="504916"/>
            <a:ext cx="4249533" cy="58293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779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</p:bld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ACAE1461-CED5-4CEB-AD77-5A2941D55B6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616723" y="576495"/>
            <a:ext cx="4097661" cy="5620969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9" name="Picture Placeholder 6">
            <a:extLst>
              <a:ext uri="{FF2B5EF4-FFF2-40B4-BE49-F238E27FC236}">
                <a16:creationId xmlns:a16="http://schemas.microsoft.com/office/drawing/2014/main" id="{4031F053-FFCE-4E58-8288-CA1CA7CBAF3D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047170" y="576495"/>
            <a:ext cx="4097661" cy="5620969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8D8AEBA2-A473-4B8C-A093-E7A8861679D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522384" y="576495"/>
            <a:ext cx="4097661" cy="5620969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0157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9" grpId="0" animBg="1"/>
      <p:bldP spid="38" grpId="0" animBg="1"/>
    </p:bld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E1B043C-CA58-4020-9ABB-9FC0E0BC68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36234" y="19052"/>
            <a:ext cx="3976675" cy="6463349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800000" lon="2250000" rev="2196000"/>
            </a:camera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075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44486E-6 1.66667E-6 L 0.3262 -0.18148 " pathEditMode="relative" rAng="0" ptsTypes="AA">
                                      <p:cBhvr>
                                        <p:cTn id="8" dur="15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306" y="-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3F78BE3-93BA-4AE7-9B9D-7F0CFDEBEEF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216167" y="477415"/>
            <a:ext cx="3369125" cy="46216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979228-4867-46D4-8D83-B558D8D1F035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707311" y="-30480"/>
            <a:ext cx="3369125" cy="46216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Left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E197C23-33DC-4B31-96DD-D6405E2FD36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32072" y="3119941"/>
            <a:ext cx="3369125" cy="46216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  <a:sp3d prstMaterial="matte"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524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</p:bld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08CCCF2-2C24-4ACE-BBFE-94B1B3336D4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486823" y="-1363451"/>
            <a:ext cx="13165646" cy="9584902"/>
          </a:xfrm>
          <a:custGeom>
            <a:avLst/>
            <a:gdLst>
              <a:gd name="connsiteX0" fmla="*/ 0 w 7441077"/>
              <a:gd name="connsiteY0" fmla="*/ 0 h 10227307"/>
              <a:gd name="connsiteX1" fmla="*/ 7441077 w 7441077"/>
              <a:gd name="connsiteY1" fmla="*/ 0 h 10227307"/>
              <a:gd name="connsiteX2" fmla="*/ 7441077 w 7441077"/>
              <a:gd name="connsiteY2" fmla="*/ 10227307 h 10227307"/>
              <a:gd name="connsiteX3" fmla="*/ 0 w 7441077"/>
              <a:gd name="connsiteY3" fmla="*/ 10227307 h 1022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1077" h="10227307">
                <a:moveTo>
                  <a:pt x="0" y="0"/>
                </a:moveTo>
                <a:lnTo>
                  <a:pt x="7441077" y="0"/>
                </a:lnTo>
                <a:lnTo>
                  <a:pt x="7441077" y="10227307"/>
                </a:lnTo>
                <a:lnTo>
                  <a:pt x="0" y="1022730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868178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AC569164-93A8-4FFB-8668-B9E6F855C31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3814" y="941140"/>
            <a:ext cx="6756058" cy="4918571"/>
          </a:xfrm>
          <a:custGeom>
            <a:avLst/>
            <a:gdLst>
              <a:gd name="connsiteX0" fmla="*/ 0 w 7441077"/>
              <a:gd name="connsiteY0" fmla="*/ 0 h 10227307"/>
              <a:gd name="connsiteX1" fmla="*/ 7441077 w 7441077"/>
              <a:gd name="connsiteY1" fmla="*/ 0 h 10227307"/>
              <a:gd name="connsiteX2" fmla="*/ 7441077 w 7441077"/>
              <a:gd name="connsiteY2" fmla="*/ 10227307 h 10227307"/>
              <a:gd name="connsiteX3" fmla="*/ 0 w 7441077"/>
              <a:gd name="connsiteY3" fmla="*/ 10227307 h 1022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1077" h="10227307">
                <a:moveTo>
                  <a:pt x="0" y="0"/>
                </a:moveTo>
                <a:lnTo>
                  <a:pt x="7441077" y="0"/>
                </a:lnTo>
                <a:lnTo>
                  <a:pt x="7441077" y="10227307"/>
                </a:lnTo>
                <a:lnTo>
                  <a:pt x="0" y="1022730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970905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AC569164-93A8-4FFB-8668-B9E6F855C31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941450" y="941140"/>
            <a:ext cx="6756058" cy="4918571"/>
          </a:xfrm>
          <a:custGeom>
            <a:avLst/>
            <a:gdLst>
              <a:gd name="connsiteX0" fmla="*/ 0 w 7441077"/>
              <a:gd name="connsiteY0" fmla="*/ 0 h 10227307"/>
              <a:gd name="connsiteX1" fmla="*/ 7441077 w 7441077"/>
              <a:gd name="connsiteY1" fmla="*/ 0 h 10227307"/>
              <a:gd name="connsiteX2" fmla="*/ 7441077 w 7441077"/>
              <a:gd name="connsiteY2" fmla="*/ 10227307 h 10227307"/>
              <a:gd name="connsiteX3" fmla="*/ 0 w 7441077"/>
              <a:gd name="connsiteY3" fmla="*/ 10227307 h 1022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1077" h="10227307">
                <a:moveTo>
                  <a:pt x="0" y="0"/>
                </a:moveTo>
                <a:lnTo>
                  <a:pt x="7441077" y="0"/>
                </a:lnTo>
                <a:lnTo>
                  <a:pt x="7441077" y="10227307"/>
                </a:lnTo>
                <a:lnTo>
                  <a:pt x="0" y="1022730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164747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E07B66-5987-495D-B793-0151B7A8F8D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086677" y="-542318"/>
            <a:ext cx="6399967" cy="8786779"/>
          </a:xfrm>
          <a:custGeom>
            <a:avLst/>
            <a:gdLst>
              <a:gd name="connsiteX0" fmla="*/ 0 w 5420811"/>
              <a:gd name="connsiteY0" fmla="*/ 0 h 7441488"/>
              <a:gd name="connsiteX1" fmla="*/ 5420811 w 5420811"/>
              <a:gd name="connsiteY1" fmla="*/ 0 h 7441488"/>
              <a:gd name="connsiteX2" fmla="*/ 5420811 w 5420811"/>
              <a:gd name="connsiteY2" fmla="*/ 7441488 h 7441488"/>
              <a:gd name="connsiteX3" fmla="*/ 0 w 5420811"/>
              <a:gd name="connsiteY3" fmla="*/ 7441488 h 744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0811" h="7441488">
                <a:moveTo>
                  <a:pt x="0" y="0"/>
                </a:moveTo>
                <a:lnTo>
                  <a:pt x="5420811" y="0"/>
                </a:lnTo>
                <a:lnTo>
                  <a:pt x="5420811" y="7441488"/>
                </a:lnTo>
                <a:lnTo>
                  <a:pt x="0" y="74414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>
              <a:rot lat="19391481" lon="17604000" rev="450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515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7DF37DB-1AD0-46E7-8D70-731E4DBD9E0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532291" y="-102582"/>
            <a:ext cx="5128318" cy="7040880"/>
          </a:xfrm>
          <a:custGeom>
            <a:avLst/>
            <a:gdLst>
              <a:gd name="connsiteX0" fmla="*/ 0 w 5420811"/>
              <a:gd name="connsiteY0" fmla="*/ 0 h 7441488"/>
              <a:gd name="connsiteX1" fmla="*/ 5420811 w 5420811"/>
              <a:gd name="connsiteY1" fmla="*/ 0 h 7441488"/>
              <a:gd name="connsiteX2" fmla="*/ 5420811 w 5420811"/>
              <a:gd name="connsiteY2" fmla="*/ 7441488 h 7441488"/>
              <a:gd name="connsiteX3" fmla="*/ 0 w 5420811"/>
              <a:gd name="connsiteY3" fmla="*/ 7441488 h 744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0811" h="7441488">
                <a:moveTo>
                  <a:pt x="0" y="0"/>
                </a:moveTo>
                <a:lnTo>
                  <a:pt x="5420811" y="0"/>
                </a:lnTo>
                <a:lnTo>
                  <a:pt x="5420811" y="7441488"/>
                </a:lnTo>
                <a:lnTo>
                  <a:pt x="0" y="7441488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064835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FBBC965-65BB-4441-B195-361528EBE0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6269" y="406809"/>
            <a:ext cx="8233100" cy="5993892"/>
          </a:xfrm>
          <a:custGeom>
            <a:avLst/>
            <a:gdLst>
              <a:gd name="connsiteX0" fmla="*/ 0 w 7441077"/>
              <a:gd name="connsiteY0" fmla="*/ 0 h 10227307"/>
              <a:gd name="connsiteX1" fmla="*/ 7441077 w 7441077"/>
              <a:gd name="connsiteY1" fmla="*/ 0 h 10227307"/>
              <a:gd name="connsiteX2" fmla="*/ 7441077 w 7441077"/>
              <a:gd name="connsiteY2" fmla="*/ 10227307 h 10227307"/>
              <a:gd name="connsiteX3" fmla="*/ 0 w 7441077"/>
              <a:gd name="connsiteY3" fmla="*/ 10227307 h 1022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1077" h="10227307">
                <a:moveTo>
                  <a:pt x="0" y="0"/>
                </a:moveTo>
                <a:lnTo>
                  <a:pt x="7441077" y="0"/>
                </a:lnTo>
                <a:lnTo>
                  <a:pt x="7441077" y="10227307"/>
                </a:lnTo>
                <a:lnTo>
                  <a:pt x="0" y="1022730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9460685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5AE822-AEAC-4FB9-A43E-290DA7E678D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077676" y="3000853"/>
            <a:ext cx="5991184" cy="8235591"/>
          </a:xfrm>
          <a:custGeom>
            <a:avLst/>
            <a:gdLst>
              <a:gd name="connsiteX0" fmla="*/ 0 w 7441077"/>
              <a:gd name="connsiteY0" fmla="*/ 0 h 10227307"/>
              <a:gd name="connsiteX1" fmla="*/ 7441077 w 7441077"/>
              <a:gd name="connsiteY1" fmla="*/ 0 h 10227307"/>
              <a:gd name="connsiteX2" fmla="*/ 7441077 w 7441077"/>
              <a:gd name="connsiteY2" fmla="*/ 10227307 h 10227307"/>
              <a:gd name="connsiteX3" fmla="*/ 0 w 7441077"/>
              <a:gd name="connsiteY3" fmla="*/ 10227307 h 10227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41077" h="10227307">
                <a:moveTo>
                  <a:pt x="0" y="0"/>
                </a:moveTo>
                <a:lnTo>
                  <a:pt x="7441077" y="0"/>
                </a:lnTo>
                <a:lnTo>
                  <a:pt x="7441077" y="10227307"/>
                </a:lnTo>
                <a:lnTo>
                  <a:pt x="0" y="10227307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645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847EA13-01D4-45C3-B0E5-1D3667AA00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51339" y="834571"/>
            <a:ext cx="3874810" cy="5181601"/>
          </a:xfrm>
          <a:custGeom>
            <a:avLst/>
            <a:gdLst>
              <a:gd name="connsiteX0" fmla="*/ 0 w 7750629"/>
              <a:gd name="connsiteY0" fmla="*/ 0 h 10363201"/>
              <a:gd name="connsiteX1" fmla="*/ 7750629 w 7750629"/>
              <a:gd name="connsiteY1" fmla="*/ 0 h 10363201"/>
              <a:gd name="connsiteX2" fmla="*/ 7750629 w 7750629"/>
              <a:gd name="connsiteY2" fmla="*/ 10363201 h 10363201"/>
              <a:gd name="connsiteX3" fmla="*/ 0 w 7750629"/>
              <a:gd name="connsiteY3" fmla="*/ 10363201 h 1036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0629" h="10363201">
                <a:moveTo>
                  <a:pt x="0" y="0"/>
                </a:moveTo>
                <a:lnTo>
                  <a:pt x="7750629" y="0"/>
                </a:lnTo>
                <a:lnTo>
                  <a:pt x="7750629" y="10363201"/>
                </a:lnTo>
                <a:lnTo>
                  <a:pt x="0" y="1036320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2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13D91D79-BB44-418C-A6E0-03C49B2BFF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3751" y="3678129"/>
            <a:ext cx="643205" cy="1388019"/>
          </a:xfrm>
          <a:custGeom>
            <a:avLst/>
            <a:gdLst>
              <a:gd name="connsiteX0" fmla="*/ 0 w 6261100"/>
              <a:gd name="connsiteY0" fmla="*/ 0 h 13509522"/>
              <a:gd name="connsiteX1" fmla="*/ 6261100 w 6261100"/>
              <a:gd name="connsiteY1" fmla="*/ 0 h 13509522"/>
              <a:gd name="connsiteX2" fmla="*/ 6261100 w 6261100"/>
              <a:gd name="connsiteY2" fmla="*/ 13509522 h 13509522"/>
              <a:gd name="connsiteX3" fmla="*/ 0 w 6261100"/>
              <a:gd name="connsiteY3" fmla="*/ 13509522 h 1350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100" h="13509522">
                <a:moveTo>
                  <a:pt x="0" y="0"/>
                </a:moveTo>
                <a:lnTo>
                  <a:pt x="6261100" y="0"/>
                </a:lnTo>
                <a:lnTo>
                  <a:pt x="6261100" y="13509522"/>
                </a:lnTo>
                <a:lnTo>
                  <a:pt x="0" y="13509522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1341CDB-C9B9-4F7E-86D0-A59CD06C8B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2164" y="1151763"/>
            <a:ext cx="4154933" cy="2532716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effectLst/>
          <a:scene3d>
            <a:camera prst="isometricLeft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1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</p:bld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BB034F9E-2ACF-49E2-B371-928DA82F5E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770215" y="940007"/>
            <a:ext cx="3878940" cy="2364480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Left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FB1E58D5-5B5E-4334-95CB-7C04506A12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58032" y="1543376"/>
            <a:ext cx="3878940" cy="2364480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Right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1341CDB-C9B9-4F7E-86D0-A59CD06C8B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30745" y="3278705"/>
            <a:ext cx="3878940" cy="2364480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Left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3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4" grpId="0" animBg="1"/>
    </p:bldLst>
  </p:timing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B44D2C-DA33-42E9-A7B4-46984900850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32072" y="3119941"/>
            <a:ext cx="3369125" cy="4621600"/>
          </a:xfrm>
          <a:custGeom>
            <a:avLst/>
            <a:gdLst>
              <a:gd name="connsiteX0" fmla="*/ 180928 w 6946900"/>
              <a:gd name="connsiteY0" fmla="*/ 0 h 9528175"/>
              <a:gd name="connsiteX1" fmla="*/ 6762202 w 6946900"/>
              <a:gd name="connsiteY1" fmla="*/ 0 h 9528175"/>
              <a:gd name="connsiteX2" fmla="*/ 6946900 w 6946900"/>
              <a:gd name="connsiteY2" fmla="*/ 184611 h 9528175"/>
              <a:gd name="connsiteX3" fmla="*/ 6946900 w 6946900"/>
              <a:gd name="connsiteY3" fmla="*/ 9347332 h 9528175"/>
              <a:gd name="connsiteX4" fmla="*/ 6762202 w 6946900"/>
              <a:gd name="connsiteY4" fmla="*/ 9528175 h 9528175"/>
              <a:gd name="connsiteX5" fmla="*/ 180928 w 6946900"/>
              <a:gd name="connsiteY5" fmla="*/ 9528175 h 9528175"/>
              <a:gd name="connsiteX6" fmla="*/ 0 w 6946900"/>
              <a:gd name="connsiteY6" fmla="*/ 9347332 h 9528175"/>
              <a:gd name="connsiteX7" fmla="*/ 0 w 6946900"/>
              <a:gd name="connsiteY7" fmla="*/ 184611 h 9528175"/>
              <a:gd name="connsiteX8" fmla="*/ 180928 w 6946900"/>
              <a:gd name="connsiteY8" fmla="*/ 0 h 9528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46900" h="9528175">
                <a:moveTo>
                  <a:pt x="180928" y="0"/>
                </a:moveTo>
                <a:cubicBezTo>
                  <a:pt x="6762202" y="0"/>
                  <a:pt x="6762202" y="0"/>
                  <a:pt x="6762202" y="0"/>
                </a:cubicBezTo>
                <a:cubicBezTo>
                  <a:pt x="6863974" y="0"/>
                  <a:pt x="6946900" y="82886"/>
                  <a:pt x="6946900" y="184611"/>
                </a:cubicBezTo>
                <a:cubicBezTo>
                  <a:pt x="6946900" y="9347332"/>
                  <a:pt x="6946900" y="9347332"/>
                  <a:pt x="6946900" y="9347332"/>
                </a:cubicBezTo>
                <a:cubicBezTo>
                  <a:pt x="6946900" y="9445289"/>
                  <a:pt x="6863974" y="9528175"/>
                  <a:pt x="6762202" y="9528175"/>
                </a:cubicBezTo>
                <a:cubicBezTo>
                  <a:pt x="180928" y="9528175"/>
                  <a:pt x="180928" y="9528175"/>
                  <a:pt x="180928" y="9528175"/>
                </a:cubicBezTo>
                <a:cubicBezTo>
                  <a:pt x="82925" y="9528175"/>
                  <a:pt x="0" y="9445289"/>
                  <a:pt x="0" y="9347332"/>
                </a:cubicBezTo>
                <a:cubicBezTo>
                  <a:pt x="0" y="184611"/>
                  <a:pt x="0" y="184611"/>
                  <a:pt x="0" y="184611"/>
                </a:cubicBezTo>
                <a:cubicBezTo>
                  <a:pt x="0" y="82886"/>
                  <a:pt x="82925" y="0"/>
                  <a:pt x="18092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853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63381D-AA6D-45B2-AC4E-EAD117C82B3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66484" y="2398480"/>
            <a:ext cx="2925699" cy="2103120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perspectiveRight" fov="3600000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3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B7AB7AFB-ED3D-4D6A-A9B8-52817BB37E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53770" y="3302793"/>
            <a:ext cx="629044" cy="1144660"/>
          </a:xfrm>
          <a:custGeom>
            <a:avLst/>
            <a:gdLst>
              <a:gd name="connsiteX0" fmla="*/ 0 w 6261100"/>
              <a:gd name="connsiteY0" fmla="*/ 0 h 13509522"/>
              <a:gd name="connsiteX1" fmla="*/ 6261100 w 6261100"/>
              <a:gd name="connsiteY1" fmla="*/ 0 h 13509522"/>
              <a:gd name="connsiteX2" fmla="*/ 6261100 w 6261100"/>
              <a:gd name="connsiteY2" fmla="*/ 13509522 h 13509522"/>
              <a:gd name="connsiteX3" fmla="*/ 0 w 6261100"/>
              <a:gd name="connsiteY3" fmla="*/ 13509522 h 1350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100" h="13509522">
                <a:moveTo>
                  <a:pt x="0" y="0"/>
                </a:moveTo>
                <a:lnTo>
                  <a:pt x="6261100" y="0"/>
                </a:lnTo>
                <a:lnTo>
                  <a:pt x="6261100" y="13509522"/>
                </a:lnTo>
                <a:lnTo>
                  <a:pt x="0" y="13509522"/>
                </a:lnTo>
                <a:close/>
              </a:path>
            </a:pathLst>
          </a:custGeom>
          <a:blipFill>
            <a:blip r:embed="rId2"/>
            <a:tile tx="0" ty="0" sx="100000" sy="100000" flip="none" algn="ctr"/>
          </a:blipFill>
          <a:effectLst/>
          <a:scene3d>
            <a:camera prst="isometricRightUp">
              <a:rot lat="1200000" lon="18899998" rev="78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A6D1CAE-3831-4DFC-A92E-1E7CD1BD65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28560" y="2434319"/>
            <a:ext cx="3565696" cy="2148840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effectLst/>
          <a:scene3d>
            <a:camera prst="isometricRight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23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5DAAA84-8CB9-4126-A2A3-B5810518A7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2589" y="1129448"/>
            <a:ext cx="4584700" cy="2794689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Right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3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5DAAA84-8CB9-4126-A2A3-B5810518A7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56138" y="1233179"/>
            <a:ext cx="4527231" cy="2759657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Left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603B5-AB83-43BF-A00A-6612535A162F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500556" y="56076"/>
            <a:ext cx="4845689" cy="6654409"/>
          </a:xfrm>
          <a:custGeom>
            <a:avLst/>
            <a:gdLst>
              <a:gd name="connsiteX0" fmla="*/ 0 w 8965220"/>
              <a:gd name="connsiteY0" fmla="*/ 0 h 12310009"/>
              <a:gd name="connsiteX1" fmla="*/ 8965220 w 8965220"/>
              <a:gd name="connsiteY1" fmla="*/ 0 h 12310009"/>
              <a:gd name="connsiteX2" fmla="*/ 8965220 w 8965220"/>
              <a:gd name="connsiteY2" fmla="*/ 12310009 h 12310009"/>
              <a:gd name="connsiteX3" fmla="*/ 0 w 8965220"/>
              <a:gd name="connsiteY3" fmla="*/ 12310009 h 123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65220" h="12310009">
                <a:moveTo>
                  <a:pt x="0" y="0"/>
                </a:moveTo>
                <a:lnTo>
                  <a:pt x="8965220" y="0"/>
                </a:lnTo>
                <a:lnTo>
                  <a:pt x="8965220" y="12310009"/>
                </a:lnTo>
                <a:lnTo>
                  <a:pt x="0" y="12310009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5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B728D6DB-B85E-4643-A9CA-2E23A332871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85022" y="2276475"/>
            <a:ext cx="3376842" cy="2058416"/>
          </a:xfrm>
          <a:custGeom>
            <a:avLst/>
            <a:gdLst>
              <a:gd name="connsiteX0" fmla="*/ 0 w 6263640"/>
              <a:gd name="connsiteY0" fmla="*/ 0 h 3817620"/>
              <a:gd name="connsiteX1" fmla="*/ 6263640 w 6263640"/>
              <a:gd name="connsiteY1" fmla="*/ 0 h 3817620"/>
              <a:gd name="connsiteX2" fmla="*/ 6263640 w 6263640"/>
              <a:gd name="connsiteY2" fmla="*/ 3817620 h 3817620"/>
              <a:gd name="connsiteX3" fmla="*/ 0 w 6263640"/>
              <a:gd name="connsiteY3" fmla="*/ 3817620 h 3817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3640" h="3817620">
                <a:moveTo>
                  <a:pt x="0" y="0"/>
                </a:moveTo>
                <a:lnTo>
                  <a:pt x="6263640" y="0"/>
                </a:lnTo>
                <a:lnTo>
                  <a:pt x="6263640" y="3817620"/>
                </a:lnTo>
                <a:lnTo>
                  <a:pt x="0" y="381762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7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AC53062C-9BB7-47AB-A6F1-8A1D04D2E4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68636" y="2022249"/>
            <a:ext cx="2879985" cy="1848077"/>
          </a:xfrm>
          <a:custGeom>
            <a:avLst/>
            <a:gdLst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4086225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3980923 h 4086225"/>
              <a:gd name="connsiteX4" fmla="*/ 0 w 6762750"/>
              <a:gd name="connsiteY4" fmla="*/ 0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33545 w 6762750"/>
              <a:gd name="connsiteY3" fmla="*/ 3896681 h 4086225"/>
              <a:gd name="connsiteX4" fmla="*/ 0 w 6762750"/>
              <a:gd name="connsiteY4" fmla="*/ 0 h 408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62750" h="4086225">
                <a:moveTo>
                  <a:pt x="0" y="0"/>
                </a:moveTo>
                <a:lnTo>
                  <a:pt x="6762750" y="0"/>
                </a:lnTo>
                <a:lnTo>
                  <a:pt x="6762750" y="4086225"/>
                </a:lnTo>
                <a:lnTo>
                  <a:pt x="33545" y="3896681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  <a:effectLst/>
          <a:scene3d>
            <a:camera prst="perspectiveFront" fov="1800000">
              <a:rot lat="1500000" lon="180000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8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4C06A5-7833-4BEF-AEAC-88B10E260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07685" y="2622324"/>
            <a:ext cx="3076629" cy="1848077"/>
          </a:xfrm>
          <a:custGeom>
            <a:avLst/>
            <a:gdLst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4086225 h 408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2750" h="4086225">
                <a:moveTo>
                  <a:pt x="0" y="0"/>
                </a:moveTo>
                <a:lnTo>
                  <a:pt x="6762750" y="0"/>
                </a:lnTo>
                <a:lnTo>
                  <a:pt x="6762750" y="4086225"/>
                </a:lnTo>
                <a:lnTo>
                  <a:pt x="0" y="408622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0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705FB43-2CAF-4A25-A589-75445A70E48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38307" y="2085114"/>
            <a:ext cx="2921323" cy="1696312"/>
          </a:xfrm>
          <a:custGeom>
            <a:avLst/>
            <a:gdLst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4086225 h 4086225"/>
              <a:gd name="connsiteX0" fmla="*/ 44210 w 6762750"/>
              <a:gd name="connsiteY0" fmla="*/ 0 h 4095321"/>
              <a:gd name="connsiteX1" fmla="*/ 6762750 w 6762750"/>
              <a:gd name="connsiteY1" fmla="*/ 9096 h 4095321"/>
              <a:gd name="connsiteX2" fmla="*/ 6762750 w 6762750"/>
              <a:gd name="connsiteY2" fmla="*/ 4095321 h 4095321"/>
              <a:gd name="connsiteX3" fmla="*/ 0 w 6762750"/>
              <a:gd name="connsiteY3" fmla="*/ 4095321 h 4095321"/>
              <a:gd name="connsiteX4" fmla="*/ 44210 w 6762750"/>
              <a:gd name="connsiteY4" fmla="*/ 0 h 4095321"/>
              <a:gd name="connsiteX0" fmla="*/ 106103 w 6762750"/>
              <a:gd name="connsiteY0" fmla="*/ 0 h 4095321"/>
              <a:gd name="connsiteX1" fmla="*/ 6762750 w 6762750"/>
              <a:gd name="connsiteY1" fmla="*/ 9096 h 4095321"/>
              <a:gd name="connsiteX2" fmla="*/ 6762750 w 6762750"/>
              <a:gd name="connsiteY2" fmla="*/ 4095321 h 4095321"/>
              <a:gd name="connsiteX3" fmla="*/ 0 w 6762750"/>
              <a:gd name="connsiteY3" fmla="*/ 4095321 h 4095321"/>
              <a:gd name="connsiteX4" fmla="*/ 106103 w 6762750"/>
              <a:gd name="connsiteY4" fmla="*/ 0 h 4095321"/>
              <a:gd name="connsiteX0" fmla="*/ 114945 w 6762750"/>
              <a:gd name="connsiteY0" fmla="*/ 0 h 4095321"/>
              <a:gd name="connsiteX1" fmla="*/ 6762750 w 6762750"/>
              <a:gd name="connsiteY1" fmla="*/ 9096 h 4095321"/>
              <a:gd name="connsiteX2" fmla="*/ 6762750 w 6762750"/>
              <a:gd name="connsiteY2" fmla="*/ 4095321 h 4095321"/>
              <a:gd name="connsiteX3" fmla="*/ 0 w 6762750"/>
              <a:gd name="connsiteY3" fmla="*/ 4095321 h 4095321"/>
              <a:gd name="connsiteX4" fmla="*/ 114945 w 6762750"/>
              <a:gd name="connsiteY4" fmla="*/ 0 h 4095321"/>
              <a:gd name="connsiteX0" fmla="*/ 150313 w 6762750"/>
              <a:gd name="connsiteY0" fmla="*/ 0 h 4095321"/>
              <a:gd name="connsiteX1" fmla="*/ 6762750 w 6762750"/>
              <a:gd name="connsiteY1" fmla="*/ 9096 h 4095321"/>
              <a:gd name="connsiteX2" fmla="*/ 6762750 w 6762750"/>
              <a:gd name="connsiteY2" fmla="*/ 4095321 h 4095321"/>
              <a:gd name="connsiteX3" fmla="*/ 0 w 6762750"/>
              <a:gd name="connsiteY3" fmla="*/ 4095321 h 4095321"/>
              <a:gd name="connsiteX4" fmla="*/ 150313 w 6762750"/>
              <a:gd name="connsiteY4" fmla="*/ 0 h 4095321"/>
              <a:gd name="connsiteX0" fmla="*/ 132629 w 6745066"/>
              <a:gd name="connsiteY0" fmla="*/ 0 h 4095321"/>
              <a:gd name="connsiteX1" fmla="*/ 6745066 w 6745066"/>
              <a:gd name="connsiteY1" fmla="*/ 9096 h 4095321"/>
              <a:gd name="connsiteX2" fmla="*/ 6745066 w 6745066"/>
              <a:gd name="connsiteY2" fmla="*/ 4095321 h 4095321"/>
              <a:gd name="connsiteX3" fmla="*/ 0 w 6745066"/>
              <a:gd name="connsiteY3" fmla="*/ 4058936 h 4095321"/>
              <a:gd name="connsiteX4" fmla="*/ 132629 w 6745066"/>
              <a:gd name="connsiteY4" fmla="*/ 0 h 4095321"/>
              <a:gd name="connsiteX0" fmla="*/ 167997 w 6780434"/>
              <a:gd name="connsiteY0" fmla="*/ 0 h 4095321"/>
              <a:gd name="connsiteX1" fmla="*/ 6780434 w 6780434"/>
              <a:gd name="connsiteY1" fmla="*/ 9096 h 4095321"/>
              <a:gd name="connsiteX2" fmla="*/ 6780434 w 6780434"/>
              <a:gd name="connsiteY2" fmla="*/ 4095321 h 4095321"/>
              <a:gd name="connsiteX3" fmla="*/ 0 w 6780434"/>
              <a:gd name="connsiteY3" fmla="*/ 4049840 h 4095321"/>
              <a:gd name="connsiteX4" fmla="*/ 167997 w 6780434"/>
              <a:gd name="connsiteY4" fmla="*/ 0 h 4095321"/>
              <a:gd name="connsiteX0" fmla="*/ 167997 w 6780434"/>
              <a:gd name="connsiteY0" fmla="*/ 0 h 4095321"/>
              <a:gd name="connsiteX1" fmla="*/ 6780434 w 6780434"/>
              <a:gd name="connsiteY1" fmla="*/ 9096 h 4095321"/>
              <a:gd name="connsiteX2" fmla="*/ 6780434 w 6780434"/>
              <a:gd name="connsiteY2" fmla="*/ 4095321 h 4095321"/>
              <a:gd name="connsiteX3" fmla="*/ 0 w 6780434"/>
              <a:gd name="connsiteY3" fmla="*/ 4049840 h 4095321"/>
              <a:gd name="connsiteX4" fmla="*/ 167997 w 6780434"/>
              <a:gd name="connsiteY4" fmla="*/ 0 h 4095321"/>
              <a:gd name="connsiteX0" fmla="*/ 167997 w 6780434"/>
              <a:gd name="connsiteY0" fmla="*/ 0 h 4049840"/>
              <a:gd name="connsiteX1" fmla="*/ 6780434 w 6780434"/>
              <a:gd name="connsiteY1" fmla="*/ 9096 h 4049840"/>
              <a:gd name="connsiteX2" fmla="*/ 6656647 w 6780434"/>
              <a:gd name="connsiteY2" fmla="*/ 4040744 h 4049840"/>
              <a:gd name="connsiteX3" fmla="*/ 0 w 6780434"/>
              <a:gd name="connsiteY3" fmla="*/ 4049840 h 4049840"/>
              <a:gd name="connsiteX4" fmla="*/ 167997 w 6780434"/>
              <a:gd name="connsiteY4" fmla="*/ 0 h 4049840"/>
              <a:gd name="connsiteX0" fmla="*/ 167997 w 6780434"/>
              <a:gd name="connsiteY0" fmla="*/ 0 h 4049840"/>
              <a:gd name="connsiteX1" fmla="*/ 6780434 w 6780434"/>
              <a:gd name="connsiteY1" fmla="*/ 9096 h 4049840"/>
              <a:gd name="connsiteX2" fmla="*/ 6577070 w 6780434"/>
              <a:gd name="connsiteY2" fmla="*/ 4013455 h 4049840"/>
              <a:gd name="connsiteX3" fmla="*/ 0 w 6780434"/>
              <a:gd name="connsiteY3" fmla="*/ 4049840 h 4049840"/>
              <a:gd name="connsiteX4" fmla="*/ 167997 w 6780434"/>
              <a:gd name="connsiteY4" fmla="*/ 0 h 4049840"/>
              <a:gd name="connsiteX0" fmla="*/ 167997 w 6780434"/>
              <a:gd name="connsiteY0" fmla="*/ 0 h 4049840"/>
              <a:gd name="connsiteX1" fmla="*/ 6780434 w 6780434"/>
              <a:gd name="connsiteY1" fmla="*/ 9096 h 4049840"/>
              <a:gd name="connsiteX2" fmla="*/ 6524018 w 6780434"/>
              <a:gd name="connsiteY2" fmla="*/ 3986167 h 4049840"/>
              <a:gd name="connsiteX3" fmla="*/ 0 w 6780434"/>
              <a:gd name="connsiteY3" fmla="*/ 4049840 h 4049840"/>
              <a:gd name="connsiteX4" fmla="*/ 167997 w 6780434"/>
              <a:gd name="connsiteY4" fmla="*/ 0 h 4049840"/>
              <a:gd name="connsiteX0" fmla="*/ 167997 w 6780434"/>
              <a:gd name="connsiteY0" fmla="*/ 0 h 4049840"/>
              <a:gd name="connsiteX1" fmla="*/ 6780434 w 6780434"/>
              <a:gd name="connsiteY1" fmla="*/ 9096 h 4049840"/>
              <a:gd name="connsiteX2" fmla="*/ 6497493 w 6780434"/>
              <a:gd name="connsiteY2" fmla="*/ 3986167 h 4049840"/>
              <a:gd name="connsiteX3" fmla="*/ 0 w 6780434"/>
              <a:gd name="connsiteY3" fmla="*/ 4049840 h 4049840"/>
              <a:gd name="connsiteX4" fmla="*/ 167997 w 6780434"/>
              <a:gd name="connsiteY4" fmla="*/ 0 h 4049840"/>
              <a:gd name="connsiteX0" fmla="*/ 167997 w 6780434"/>
              <a:gd name="connsiteY0" fmla="*/ 0 h 4049840"/>
              <a:gd name="connsiteX1" fmla="*/ 6780434 w 6780434"/>
              <a:gd name="connsiteY1" fmla="*/ 9096 h 4049840"/>
              <a:gd name="connsiteX2" fmla="*/ 6444441 w 6780434"/>
              <a:gd name="connsiteY2" fmla="*/ 3986167 h 4049840"/>
              <a:gd name="connsiteX3" fmla="*/ 0 w 6780434"/>
              <a:gd name="connsiteY3" fmla="*/ 4049840 h 4049840"/>
              <a:gd name="connsiteX4" fmla="*/ 167997 w 6780434"/>
              <a:gd name="connsiteY4" fmla="*/ 0 h 4049840"/>
              <a:gd name="connsiteX0" fmla="*/ 167997 w 6727383"/>
              <a:gd name="connsiteY0" fmla="*/ 0 h 4049840"/>
              <a:gd name="connsiteX1" fmla="*/ 6727383 w 6727383"/>
              <a:gd name="connsiteY1" fmla="*/ 72769 h 4049840"/>
              <a:gd name="connsiteX2" fmla="*/ 6444441 w 6727383"/>
              <a:gd name="connsiteY2" fmla="*/ 3986167 h 4049840"/>
              <a:gd name="connsiteX3" fmla="*/ 0 w 6727383"/>
              <a:gd name="connsiteY3" fmla="*/ 4049840 h 4049840"/>
              <a:gd name="connsiteX4" fmla="*/ 167997 w 6727383"/>
              <a:gd name="connsiteY4" fmla="*/ 0 h 4049840"/>
              <a:gd name="connsiteX0" fmla="*/ 167997 w 6745067"/>
              <a:gd name="connsiteY0" fmla="*/ 0 h 4049840"/>
              <a:gd name="connsiteX1" fmla="*/ 6745067 w 6745067"/>
              <a:gd name="connsiteY1" fmla="*/ 45481 h 4049840"/>
              <a:gd name="connsiteX2" fmla="*/ 6444441 w 6745067"/>
              <a:gd name="connsiteY2" fmla="*/ 3986167 h 4049840"/>
              <a:gd name="connsiteX3" fmla="*/ 0 w 6745067"/>
              <a:gd name="connsiteY3" fmla="*/ 4049840 h 4049840"/>
              <a:gd name="connsiteX4" fmla="*/ 167997 w 6745067"/>
              <a:gd name="connsiteY4" fmla="*/ 0 h 4049840"/>
              <a:gd name="connsiteX0" fmla="*/ 167997 w 6780435"/>
              <a:gd name="connsiteY0" fmla="*/ 0 h 4049840"/>
              <a:gd name="connsiteX1" fmla="*/ 6780435 w 6780435"/>
              <a:gd name="connsiteY1" fmla="*/ 54577 h 4049840"/>
              <a:gd name="connsiteX2" fmla="*/ 6444441 w 6780435"/>
              <a:gd name="connsiteY2" fmla="*/ 3986167 h 4049840"/>
              <a:gd name="connsiteX3" fmla="*/ 0 w 6780435"/>
              <a:gd name="connsiteY3" fmla="*/ 4049840 h 4049840"/>
              <a:gd name="connsiteX4" fmla="*/ 167997 w 6780435"/>
              <a:gd name="connsiteY4" fmla="*/ 0 h 404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0435" h="4049840">
                <a:moveTo>
                  <a:pt x="167997" y="0"/>
                </a:moveTo>
                <a:lnTo>
                  <a:pt x="6780435" y="54577"/>
                </a:lnTo>
                <a:lnTo>
                  <a:pt x="6444441" y="3986167"/>
                </a:lnTo>
                <a:lnTo>
                  <a:pt x="0" y="4049840"/>
                </a:lnTo>
                <a:cubicBezTo>
                  <a:pt x="0" y="2687765"/>
                  <a:pt x="167997" y="1362075"/>
                  <a:pt x="167997" y="0"/>
                </a:cubicBezTo>
                <a:close/>
              </a:path>
            </a:pathLst>
          </a:custGeom>
          <a:blipFill dpi="0" rotWithShape="1">
            <a:blip r:embed="rId2">
              <a:alphaModFix amt="76000"/>
            </a:blip>
            <a:srcRect/>
            <a:stretch>
              <a:fillRect/>
            </a:stretch>
          </a:blipFill>
          <a:effectLst/>
          <a:scene3d>
            <a:camera prst="perspectiveFront" fov="1200000">
              <a:rot lat="240000" lon="1896000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8D8F2483-F389-4908-BE22-45DF052AE3D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41547" y="2077493"/>
            <a:ext cx="2688859" cy="1700122"/>
          </a:xfrm>
          <a:custGeom>
            <a:avLst/>
            <a:gdLst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4086225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75898 w 6762750"/>
              <a:gd name="connsiteY3" fmla="*/ 4086225 h 4086225"/>
              <a:gd name="connsiteX4" fmla="*/ 0 w 6762750"/>
              <a:gd name="connsiteY4" fmla="*/ 0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142308 w 6762750"/>
              <a:gd name="connsiteY3" fmla="*/ 4031648 h 4086225"/>
              <a:gd name="connsiteX4" fmla="*/ 0 w 6762750"/>
              <a:gd name="connsiteY4" fmla="*/ 0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379488 w 6762750"/>
              <a:gd name="connsiteY3" fmla="*/ 3940687 h 4086225"/>
              <a:gd name="connsiteX4" fmla="*/ 0 w 6762750"/>
              <a:gd name="connsiteY4" fmla="*/ 0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379488 w 6762750"/>
              <a:gd name="connsiteY3" fmla="*/ 3940687 h 4086225"/>
              <a:gd name="connsiteX4" fmla="*/ 0 w 6762750"/>
              <a:gd name="connsiteY4" fmla="*/ 0 h 4086225"/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379488 w 6762750"/>
              <a:gd name="connsiteY3" fmla="*/ 3940687 h 4086225"/>
              <a:gd name="connsiteX4" fmla="*/ 0 w 6762750"/>
              <a:gd name="connsiteY4" fmla="*/ 0 h 4086225"/>
              <a:gd name="connsiteX0" fmla="*/ 0 w 6696340"/>
              <a:gd name="connsiteY0" fmla="*/ 0 h 4086225"/>
              <a:gd name="connsiteX1" fmla="*/ 6696340 w 6696340"/>
              <a:gd name="connsiteY1" fmla="*/ 0 h 4086225"/>
              <a:gd name="connsiteX2" fmla="*/ 6696340 w 6696340"/>
              <a:gd name="connsiteY2" fmla="*/ 4086225 h 4086225"/>
              <a:gd name="connsiteX3" fmla="*/ 313078 w 6696340"/>
              <a:gd name="connsiteY3" fmla="*/ 3940687 h 4086225"/>
              <a:gd name="connsiteX4" fmla="*/ 0 w 6696340"/>
              <a:gd name="connsiteY4" fmla="*/ 0 h 4086225"/>
              <a:gd name="connsiteX0" fmla="*/ 0 w 6724802"/>
              <a:gd name="connsiteY0" fmla="*/ 45481 h 4086225"/>
              <a:gd name="connsiteX1" fmla="*/ 6724802 w 6724802"/>
              <a:gd name="connsiteY1" fmla="*/ 0 h 4086225"/>
              <a:gd name="connsiteX2" fmla="*/ 6724802 w 6724802"/>
              <a:gd name="connsiteY2" fmla="*/ 4086225 h 4086225"/>
              <a:gd name="connsiteX3" fmla="*/ 341540 w 6724802"/>
              <a:gd name="connsiteY3" fmla="*/ 3940687 h 4086225"/>
              <a:gd name="connsiteX4" fmla="*/ 0 w 6724802"/>
              <a:gd name="connsiteY4" fmla="*/ 45481 h 4086225"/>
              <a:gd name="connsiteX0" fmla="*/ 0 w 6724802"/>
              <a:gd name="connsiteY0" fmla="*/ 81865 h 4086225"/>
              <a:gd name="connsiteX1" fmla="*/ 6724802 w 6724802"/>
              <a:gd name="connsiteY1" fmla="*/ 0 h 4086225"/>
              <a:gd name="connsiteX2" fmla="*/ 6724802 w 6724802"/>
              <a:gd name="connsiteY2" fmla="*/ 4086225 h 4086225"/>
              <a:gd name="connsiteX3" fmla="*/ 341540 w 6724802"/>
              <a:gd name="connsiteY3" fmla="*/ 3940687 h 4086225"/>
              <a:gd name="connsiteX4" fmla="*/ 0 w 6724802"/>
              <a:gd name="connsiteY4" fmla="*/ 81865 h 4086225"/>
              <a:gd name="connsiteX0" fmla="*/ 0 w 6705828"/>
              <a:gd name="connsiteY0" fmla="*/ 81865 h 4086225"/>
              <a:gd name="connsiteX1" fmla="*/ 6705828 w 6705828"/>
              <a:gd name="connsiteY1" fmla="*/ 0 h 4086225"/>
              <a:gd name="connsiteX2" fmla="*/ 6705828 w 6705828"/>
              <a:gd name="connsiteY2" fmla="*/ 4086225 h 4086225"/>
              <a:gd name="connsiteX3" fmla="*/ 322566 w 6705828"/>
              <a:gd name="connsiteY3" fmla="*/ 3940687 h 4086225"/>
              <a:gd name="connsiteX4" fmla="*/ 0 w 6705828"/>
              <a:gd name="connsiteY4" fmla="*/ 81865 h 4086225"/>
              <a:gd name="connsiteX0" fmla="*/ 0 w 6705828"/>
              <a:gd name="connsiteY0" fmla="*/ 109153 h 4113513"/>
              <a:gd name="connsiteX1" fmla="*/ 6544546 w 6705828"/>
              <a:gd name="connsiteY1" fmla="*/ 0 h 4113513"/>
              <a:gd name="connsiteX2" fmla="*/ 6705828 w 6705828"/>
              <a:gd name="connsiteY2" fmla="*/ 4113513 h 4113513"/>
              <a:gd name="connsiteX3" fmla="*/ 322566 w 6705828"/>
              <a:gd name="connsiteY3" fmla="*/ 3967975 h 4113513"/>
              <a:gd name="connsiteX4" fmla="*/ 0 w 6705828"/>
              <a:gd name="connsiteY4" fmla="*/ 109153 h 4113513"/>
              <a:gd name="connsiteX0" fmla="*/ 0 w 6648905"/>
              <a:gd name="connsiteY0" fmla="*/ 109153 h 4077128"/>
              <a:gd name="connsiteX1" fmla="*/ 6544546 w 6648905"/>
              <a:gd name="connsiteY1" fmla="*/ 0 h 4077128"/>
              <a:gd name="connsiteX2" fmla="*/ 6648905 w 6648905"/>
              <a:gd name="connsiteY2" fmla="*/ 4077128 h 4077128"/>
              <a:gd name="connsiteX3" fmla="*/ 322566 w 6648905"/>
              <a:gd name="connsiteY3" fmla="*/ 3967975 h 4077128"/>
              <a:gd name="connsiteX4" fmla="*/ 0 w 6648905"/>
              <a:gd name="connsiteY4" fmla="*/ 109153 h 4077128"/>
              <a:gd name="connsiteX0" fmla="*/ 0 w 6667879"/>
              <a:gd name="connsiteY0" fmla="*/ 109153 h 4068032"/>
              <a:gd name="connsiteX1" fmla="*/ 6544546 w 6667879"/>
              <a:gd name="connsiteY1" fmla="*/ 0 h 4068032"/>
              <a:gd name="connsiteX2" fmla="*/ 6667879 w 6667879"/>
              <a:gd name="connsiteY2" fmla="*/ 4068032 h 4068032"/>
              <a:gd name="connsiteX3" fmla="*/ 322566 w 6667879"/>
              <a:gd name="connsiteY3" fmla="*/ 3967975 h 4068032"/>
              <a:gd name="connsiteX4" fmla="*/ 0 w 6667879"/>
              <a:gd name="connsiteY4" fmla="*/ 109153 h 4068032"/>
              <a:gd name="connsiteX0" fmla="*/ 0 w 6696341"/>
              <a:gd name="connsiteY0" fmla="*/ 109153 h 4058936"/>
              <a:gd name="connsiteX1" fmla="*/ 6544546 w 6696341"/>
              <a:gd name="connsiteY1" fmla="*/ 0 h 4058936"/>
              <a:gd name="connsiteX2" fmla="*/ 6696341 w 6696341"/>
              <a:gd name="connsiteY2" fmla="*/ 4058936 h 4058936"/>
              <a:gd name="connsiteX3" fmla="*/ 322566 w 6696341"/>
              <a:gd name="connsiteY3" fmla="*/ 3967975 h 4058936"/>
              <a:gd name="connsiteX4" fmla="*/ 0 w 6696341"/>
              <a:gd name="connsiteY4" fmla="*/ 109153 h 405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6341" h="4058936">
                <a:moveTo>
                  <a:pt x="0" y="109153"/>
                </a:moveTo>
                <a:lnTo>
                  <a:pt x="6544546" y="0"/>
                </a:lnTo>
                <a:lnTo>
                  <a:pt x="6696341" y="4058936"/>
                </a:lnTo>
                <a:lnTo>
                  <a:pt x="322566" y="3967975"/>
                </a:lnTo>
                <a:cubicBezTo>
                  <a:pt x="-28460" y="204518"/>
                  <a:pt x="161282" y="1807785"/>
                  <a:pt x="0" y="109153"/>
                </a:cubicBezTo>
                <a:close/>
              </a:path>
            </a:pathLst>
          </a:custGeom>
          <a:blipFill dpi="0" rotWithShape="1">
            <a:blip r:embed="rId2">
              <a:alphaModFix amt="76000"/>
            </a:blip>
            <a:srcRect/>
            <a:stretch>
              <a:fillRect/>
            </a:stretch>
          </a:blipFill>
          <a:effectLst/>
          <a:scene3d>
            <a:camera prst="perspectiveFront" fov="1200000">
              <a:rot lat="300000" lon="240000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4C06A5-7833-4BEF-AEAC-88B10E260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32289" y="2088924"/>
            <a:ext cx="2972433" cy="1873477"/>
          </a:xfrm>
          <a:custGeom>
            <a:avLst/>
            <a:gdLst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4086225 h 408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2750" h="4086225">
                <a:moveTo>
                  <a:pt x="0" y="0"/>
                </a:moveTo>
                <a:lnTo>
                  <a:pt x="6762750" y="0"/>
                </a:lnTo>
                <a:lnTo>
                  <a:pt x="6762750" y="4086225"/>
                </a:lnTo>
                <a:lnTo>
                  <a:pt x="0" y="4086225"/>
                </a:lnTo>
                <a:close/>
              </a:path>
            </a:pathLst>
          </a:custGeom>
          <a:blipFill dpi="0" rotWithShape="1">
            <a:blip r:embed="rId2">
              <a:alphaModFix amt="76000"/>
            </a:blip>
            <a:srcRect/>
            <a:stretch>
              <a:fillRect/>
            </a:stretch>
          </a:blipFill>
          <a:effectLst/>
          <a:scene3d>
            <a:camera prst="perspectiveFront" fov="1200000">
              <a:rot lat="900000" lon="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5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6" grpId="0" animBg="1"/>
    </p:bld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4C06A5-7833-4BEF-AEAC-88B10E26025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9022" y="1657350"/>
            <a:ext cx="3095222" cy="2024063"/>
          </a:xfrm>
          <a:custGeom>
            <a:avLst/>
            <a:gdLst>
              <a:gd name="connsiteX0" fmla="*/ 0 w 6762750"/>
              <a:gd name="connsiteY0" fmla="*/ 0 h 4086225"/>
              <a:gd name="connsiteX1" fmla="*/ 6762750 w 6762750"/>
              <a:gd name="connsiteY1" fmla="*/ 0 h 4086225"/>
              <a:gd name="connsiteX2" fmla="*/ 6762750 w 6762750"/>
              <a:gd name="connsiteY2" fmla="*/ 4086225 h 4086225"/>
              <a:gd name="connsiteX3" fmla="*/ 0 w 6762750"/>
              <a:gd name="connsiteY3" fmla="*/ 4086225 h 408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2750" h="4086225">
                <a:moveTo>
                  <a:pt x="0" y="0"/>
                </a:moveTo>
                <a:lnTo>
                  <a:pt x="6762750" y="0"/>
                </a:lnTo>
                <a:lnTo>
                  <a:pt x="6762750" y="4086225"/>
                </a:lnTo>
                <a:lnTo>
                  <a:pt x="0" y="4086225"/>
                </a:lnTo>
                <a:close/>
              </a:path>
            </a:pathLst>
          </a:custGeom>
          <a:blipFill dpi="0" rotWithShape="1">
            <a:blip r:embed="rId2">
              <a:alphaModFix amt="53000"/>
            </a:blip>
            <a:srcRect/>
            <a:stretch>
              <a:fillRect/>
            </a:stretch>
          </a:blipFill>
          <a:effectLst/>
          <a:scene3d>
            <a:camera prst="perspectiveFront" fov="2100000">
              <a:rot lat="2100000" lon="2231522" rev="2130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6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CC5FAF24-BEA2-490B-BCDB-DFAC9D7728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93827" y="1746739"/>
            <a:ext cx="5604345" cy="2485293"/>
          </a:xfrm>
          <a:custGeom>
            <a:avLst/>
            <a:gdLst>
              <a:gd name="connsiteX0" fmla="*/ 0 w 11210150"/>
              <a:gd name="connsiteY0" fmla="*/ 0 h 11741961"/>
              <a:gd name="connsiteX1" fmla="*/ 11210150 w 11210150"/>
              <a:gd name="connsiteY1" fmla="*/ 0 h 11741961"/>
              <a:gd name="connsiteX2" fmla="*/ 11210150 w 11210150"/>
              <a:gd name="connsiteY2" fmla="*/ 11741961 h 11741961"/>
              <a:gd name="connsiteX3" fmla="*/ 0 w 11210150"/>
              <a:gd name="connsiteY3" fmla="*/ 11741961 h 1174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0150" h="11741961">
                <a:moveTo>
                  <a:pt x="0" y="0"/>
                </a:moveTo>
                <a:lnTo>
                  <a:pt x="11210150" y="0"/>
                </a:lnTo>
                <a:lnTo>
                  <a:pt x="11210150" y="11741961"/>
                </a:lnTo>
                <a:lnTo>
                  <a:pt x="0" y="117419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76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2EE59A4B-62F4-4433-BE85-26B188EF139D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225994" y="11418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18337562-962D-485E-8F64-009D65426FF2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3383928" y="4078436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F8AEF08-EB9B-4A32-8467-5998B2BB565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-927309" y="-4065365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6EEEE568-1DB7-48CC-BF26-76D245147EB5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68099" y="-5153771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467146EF-49BF-42F0-B8C7-5CD08CBA8640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1926033" y="-1086753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B5FE4D9-3147-4486-96B9-5E08CA951EE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-2385204" y="-9230553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EDE0EB38-B27B-4434-BFBD-E0630270C9A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2841811" y="-841556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4B8E2F39-97C7-4305-8208-06313DBAB46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316123" y="3225462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9E02DE52-BA19-4266-8058-7F9FDAAF4A1C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-9995114" y="-4918338"/>
            <a:ext cx="4034631" cy="883059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97176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8559E-6 -4.81481E-6 L 0.61313 0.62929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54" y="3145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8559E-6 -4.81481E-6 L 0.61313 0.62929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54" y="3145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8559E-6 -4.81481E-6 L 0.61313 0.62929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54" y="3145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4579E-6 2.96296E-6 L -0.58521 -0.59398 " pathEditMode="relative" rAng="0" ptsTypes="AA">
                                      <p:cBhvr>
                                        <p:cTn id="12" dur="7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261" y="-2969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4579E-6 2.96296E-6 L -0.58521 -0.59398 " pathEditMode="relative" rAng="0" ptsTypes="AA">
                                      <p:cBhvr>
                                        <p:cTn id="14" dur="7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261" y="-2969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4579E-6 2.96296E-6 L -0.58521 -0.59398 " pathEditMode="relative" rAng="0" ptsTypes="AA">
                                      <p:cBhvr>
                                        <p:cTn id="16" dur="7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261" y="-2969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1405E-6 -3.51852E-6 L 0.61314 0.62929 " pathEditMode="relative" rAng="0" ptsTypes="AA">
                                      <p:cBhvr>
                                        <p:cTn id="18" dur="6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54" y="3145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1405E-6 -3.51852E-6 L 0.61314 0.62929 " pathEditMode="relative" rAng="0" ptsTypes="AA">
                                      <p:cBhvr>
                                        <p:cTn id="20" dur="6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54" y="3145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20000" decel="2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1405E-6 -3.51852E-6 L 0.61314 0.62929 " pathEditMode="relative" rAng="0" ptsTypes="AA">
                                      <p:cBhvr>
                                        <p:cTn id="22" dur="6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654" y="3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417F1E4-026F-483C-93F7-966CE4BE8C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029114" y="849622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95298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99FF38B-C933-4889-900A-6F061087770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15322" y="758218"/>
            <a:ext cx="2538913" cy="514900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197548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ACFF124-91DE-4270-8B20-C6B773DA6F3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32834" y="1224083"/>
            <a:ext cx="2098275" cy="425537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D29ACF4C-B280-4B02-861A-2A89FDA3820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999243" y="1224083"/>
            <a:ext cx="2098275" cy="425537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EFB7973-0670-4441-9F1A-0A9A6A0C786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909132" y="1224083"/>
            <a:ext cx="2098275" cy="425537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19744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BC04114F-B17C-47EC-AF69-2916485680D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05790" y="369627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B6222758-0FAF-4255-9C81-1A0F962F6F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29802" y="1328498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EC7EB88-1C11-44DF-B215-3D516927963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004941" y="4764436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533DC553-12CF-406F-9DB9-67DB3CFD36C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850430" y="-3081125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A89E6887-55DE-40BF-915A-82B7ABE85B2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8784" y="-4053479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7A5965A1-0BCC-4AA7-AA83-A54A26EEBB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89595" y="-669291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3D5E6D23-BAD6-4EE7-BEF0-298DCA579CA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89420" y="3753816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6F22F61A-69C9-4DA6-9D4F-E04805CAFB2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088571" y="8142972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C6137A97-A52B-4418-9BB7-52427A63AFA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1236624" y="5727928"/>
            <a:ext cx="2278521" cy="4634173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2691959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8901E-6 2.22222E-6 L -0.18135 -0.4475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accel="50000" decel="50000" autoRev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4.27418E-6 4.81481E-6 L -0.18136 -0.44757 " pathEditMode="relative" rAng="0" ptsTypes="AA">
                                      <p:cBhvr>
                                        <p:cTn id="8" dur="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54511E-6 -1.48148E-6 L -0.18136 -0.44757 " pathEditMode="relative" rAng="0" ptsTypes="AA">
                                      <p:cBhvr>
                                        <p:cTn id="10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accel="50000" decel="50000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89689E-6 -5E-6 L -0.18136 -0.44757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7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repeatCount="indefinite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3.84716E-6 -2.40741E-6 L -0.18136 -0.44757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repeatCount="indefinite" accel="50000" decel="50000" autoRev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11808E-6 -3.14815E-6 L -0.18136 -0.44757 " pathEditMode="relative" rAng="0" ptsTypes="AA">
                                      <p:cBhvr>
                                        <p:cTn id="1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repeatCount="indefinite" accel="50000" decel="50000" autoRev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2.82255E-6 2.59259E-6 L -0.18136 -0.44757 " pathEditMode="relative" rAng="0" ptsTypes="AA">
                                      <p:cBhvr>
                                        <p:cTn id="18" dur="7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7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repeatCount="indefinite" accel="50000" decel="50000" autoRev="1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5.14256E-7 2.77778E-6 L -0.18136 -0.44757 " pathEditMode="relative" rAng="0" ptsTypes="AA">
                                      <p:cBhvr>
                                        <p:cTn id="20" dur="7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indefinite" accel="50000" decel="50000" autoRev="1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2.89546E-6 -2.40741E-6 L -0.18136 -0.44757 " pathEditMode="relative" rAng="0" ptsTypes="AA">
                                      <p:cBhvr>
                                        <p:cTn id="22" dur="7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68" y="-2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6B4B5C6-317D-4962-9048-37719B2DE0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458" y="3110435"/>
            <a:ext cx="3130142" cy="6754761"/>
          </a:xfrm>
          <a:custGeom>
            <a:avLst/>
            <a:gdLst>
              <a:gd name="connsiteX0" fmla="*/ 0 w 6261100"/>
              <a:gd name="connsiteY0" fmla="*/ 0 h 13509522"/>
              <a:gd name="connsiteX1" fmla="*/ 6261100 w 6261100"/>
              <a:gd name="connsiteY1" fmla="*/ 0 h 13509522"/>
              <a:gd name="connsiteX2" fmla="*/ 6261100 w 6261100"/>
              <a:gd name="connsiteY2" fmla="*/ 13509522 h 13509522"/>
              <a:gd name="connsiteX3" fmla="*/ 0 w 6261100"/>
              <a:gd name="connsiteY3" fmla="*/ 13509522 h 1350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100" h="13509522">
                <a:moveTo>
                  <a:pt x="0" y="0"/>
                </a:moveTo>
                <a:lnTo>
                  <a:pt x="6261100" y="0"/>
                </a:lnTo>
                <a:lnTo>
                  <a:pt x="6261100" y="13509522"/>
                </a:lnTo>
                <a:lnTo>
                  <a:pt x="0" y="13509522"/>
                </a:lnTo>
                <a:close/>
              </a:path>
            </a:pathLst>
          </a:custGeom>
          <a:blipFill>
            <a:blip r:embed="rId2"/>
            <a:tile tx="0" ty="0" sx="100000" sy="100000" flip="none" algn="ctr"/>
          </a:blipFill>
          <a:effectLst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9FD299AD-3DBC-433F-9DF7-F306EF6A99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07460" y="3156155"/>
            <a:ext cx="3130142" cy="6754761"/>
          </a:xfrm>
          <a:custGeom>
            <a:avLst/>
            <a:gdLst>
              <a:gd name="connsiteX0" fmla="*/ 0 w 6261100"/>
              <a:gd name="connsiteY0" fmla="*/ 0 h 13509522"/>
              <a:gd name="connsiteX1" fmla="*/ 6261100 w 6261100"/>
              <a:gd name="connsiteY1" fmla="*/ 0 h 13509522"/>
              <a:gd name="connsiteX2" fmla="*/ 6261100 w 6261100"/>
              <a:gd name="connsiteY2" fmla="*/ 13509522 h 13509522"/>
              <a:gd name="connsiteX3" fmla="*/ 0 w 6261100"/>
              <a:gd name="connsiteY3" fmla="*/ 13509522 h 1350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100" h="13509522">
                <a:moveTo>
                  <a:pt x="0" y="0"/>
                </a:moveTo>
                <a:lnTo>
                  <a:pt x="6261100" y="0"/>
                </a:lnTo>
                <a:lnTo>
                  <a:pt x="6261100" y="13509522"/>
                </a:lnTo>
                <a:lnTo>
                  <a:pt x="0" y="13509522"/>
                </a:lnTo>
                <a:close/>
              </a:path>
            </a:pathLst>
          </a:custGeom>
          <a:blipFill>
            <a:blip r:embed="rId2"/>
            <a:tile tx="0" ty="0" sx="100000" sy="100000" flip="none" algn="ctr"/>
          </a:blipFill>
          <a:effectLst/>
          <a:scene3d>
            <a:camera prst="orthographicFront">
              <a:rot lat="0" lon="180000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1E9F344F-8748-4D29-B4EF-88107DA18C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33309" y="3156155"/>
            <a:ext cx="3130142" cy="6754761"/>
          </a:xfrm>
          <a:custGeom>
            <a:avLst/>
            <a:gdLst>
              <a:gd name="connsiteX0" fmla="*/ 0 w 6261100"/>
              <a:gd name="connsiteY0" fmla="*/ 0 h 13509522"/>
              <a:gd name="connsiteX1" fmla="*/ 6261100 w 6261100"/>
              <a:gd name="connsiteY1" fmla="*/ 0 h 13509522"/>
              <a:gd name="connsiteX2" fmla="*/ 6261100 w 6261100"/>
              <a:gd name="connsiteY2" fmla="*/ 13509522 h 13509522"/>
              <a:gd name="connsiteX3" fmla="*/ 0 w 6261100"/>
              <a:gd name="connsiteY3" fmla="*/ 13509522 h 13509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61100" h="13509522">
                <a:moveTo>
                  <a:pt x="0" y="0"/>
                </a:moveTo>
                <a:lnTo>
                  <a:pt x="6261100" y="0"/>
                </a:lnTo>
                <a:lnTo>
                  <a:pt x="6261100" y="13509522"/>
                </a:lnTo>
                <a:lnTo>
                  <a:pt x="0" y="13509522"/>
                </a:lnTo>
                <a:close/>
              </a:path>
            </a:pathLst>
          </a:custGeom>
          <a:blipFill>
            <a:blip r:embed="rId2"/>
            <a:tile tx="0" ty="0" sx="100000" sy="100000" flip="none" algn="ctr"/>
          </a:blip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67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7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8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8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2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2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8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0" grpId="0" animBg="1"/>
          <p:bldP spid="2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0" grpId="0" animBg="1"/>
          <p:bldP spid="29" grpId="0" animBg="1"/>
        </p:bldLst>
      </p:timing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4A02EFB-B385-47FF-9B8B-D0AF70EB0A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88140" y="625268"/>
            <a:ext cx="2757066" cy="5607464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303178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4A02EFB-B385-47FF-9B8B-D0AF70EB0A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88140" y="625268"/>
            <a:ext cx="2757066" cy="5607464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21156044" lon="19471222" rev="2142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195822945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623F710-3A2E-425B-A333-5A92DAD13EA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910374" y="2477150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A28F13BA-1910-4632-AD0A-D7B0A4CE4C4D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003114" y="956923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DD410A9-9FE3-4789-A7BC-46C85AFCD27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128261" y="-473642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174151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DD410A9-9FE3-4789-A7BC-46C85AFCD27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012984" y="-254938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7A52C93F-F0CC-4A4A-ABA9-5A30489F2F8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311719" y="2240621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AA3E768-26D8-4B93-883E-2190238146FB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322508" y="-438770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A96855E-0C0B-42CE-91C9-AE3C8F1221FD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304707" y="4906796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931DAE40-C18E-4237-B28F-25D660550E74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020490" y="2447842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02AD1624-5BD6-4E5E-B307-26317D0BDF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9899782" y="-558075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76A9713-42A3-4558-AF3C-975E68B3604A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917772" y="-3236375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AFD2B53B-0A07-43BF-9BEA-C72C900E650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2027017" y="-2899146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16077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DD410A9-9FE3-4789-A7BC-46C85AFCD27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527312" y="33960"/>
            <a:ext cx="3080233" cy="6866281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254025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A0442CB4-02A3-445D-B385-3A537BC279F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552658" y="906954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9A1D6E-551A-4D95-8296-50971FFD7083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5742032" y="-592757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19540A2-5E76-49FF-B414-5A30F6EF70D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445553" y="2480325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221160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bg>
      <p:bgPr>
        <a:solidFill>
          <a:srgbClr val="131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6DB8D0F1-3783-4D29-ABF1-F6032F25C822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19810" y="566690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r>
              <a:rPr lang="en-US"/>
              <a:t>Drop in here your images 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9FFAD1B3-C6C0-4BF6-A7B0-B7952B535F66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0010635" y="784533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0A9357A-2328-4772-ACFB-502367CA9F7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377073" y="3494843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27DBCCB7-6EA6-4E72-950B-7C3B221CF6F4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6388" y="3361776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6687E59D-80A1-42F6-8D0F-2B38FAADDA8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-1012326" y="683426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2" name="Picture Placeholder 4">
            <a:extLst>
              <a:ext uri="{FF2B5EF4-FFF2-40B4-BE49-F238E27FC236}">
                <a16:creationId xmlns:a16="http://schemas.microsoft.com/office/drawing/2014/main" id="{7E715FB8-53EA-4919-B1E4-B609DAC360A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3639841" y="-2155492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23" name="Picture Placeholder 4">
            <a:extLst>
              <a:ext uri="{FF2B5EF4-FFF2-40B4-BE49-F238E27FC236}">
                <a16:creationId xmlns:a16="http://schemas.microsoft.com/office/drawing/2014/main" id="{C46817BB-A669-43D4-9706-C0D2D144FE50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376384" y="-2175089"/>
            <a:ext cx="2407364" cy="514178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314772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57C70D-47AE-4BCC-B703-C18D129A667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099719" y="1197694"/>
            <a:ext cx="1986214" cy="424227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BottomDown"/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88718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A24EC50-EAD6-4818-A560-1BBC95112582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568300" y="132588"/>
            <a:ext cx="3055400" cy="6592824"/>
          </a:xfrm>
          <a:custGeom>
            <a:avLst/>
            <a:gdLst>
              <a:gd name="connsiteX0" fmla="*/ 0 w 11210150"/>
              <a:gd name="connsiteY0" fmla="*/ 0 h 11741961"/>
              <a:gd name="connsiteX1" fmla="*/ 11210150 w 11210150"/>
              <a:gd name="connsiteY1" fmla="*/ 0 h 11741961"/>
              <a:gd name="connsiteX2" fmla="*/ 11210150 w 11210150"/>
              <a:gd name="connsiteY2" fmla="*/ 11741961 h 11741961"/>
              <a:gd name="connsiteX3" fmla="*/ 0 w 11210150"/>
              <a:gd name="connsiteY3" fmla="*/ 11741961 h 1174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0150" h="11741961">
                <a:moveTo>
                  <a:pt x="0" y="0"/>
                </a:moveTo>
                <a:lnTo>
                  <a:pt x="11210150" y="0"/>
                </a:lnTo>
                <a:lnTo>
                  <a:pt x="11210150" y="11741961"/>
                </a:lnTo>
                <a:lnTo>
                  <a:pt x="0" y="1174196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8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AA24EC50-EAD6-4818-A560-1BBC95112582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809118" y="539496"/>
            <a:ext cx="2529922" cy="5458968"/>
          </a:xfrm>
          <a:custGeom>
            <a:avLst/>
            <a:gdLst>
              <a:gd name="connsiteX0" fmla="*/ 0 w 11210150"/>
              <a:gd name="connsiteY0" fmla="*/ 0 h 11741961"/>
              <a:gd name="connsiteX1" fmla="*/ 11210150 w 11210150"/>
              <a:gd name="connsiteY1" fmla="*/ 0 h 11741961"/>
              <a:gd name="connsiteX2" fmla="*/ 11210150 w 11210150"/>
              <a:gd name="connsiteY2" fmla="*/ 11741961 h 11741961"/>
              <a:gd name="connsiteX3" fmla="*/ 0 w 11210150"/>
              <a:gd name="connsiteY3" fmla="*/ 11741961 h 1174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0150" h="11741961">
                <a:moveTo>
                  <a:pt x="0" y="0"/>
                </a:moveTo>
                <a:lnTo>
                  <a:pt x="11210150" y="0"/>
                </a:lnTo>
                <a:lnTo>
                  <a:pt x="11210150" y="11741961"/>
                </a:lnTo>
                <a:lnTo>
                  <a:pt x="0" y="1174196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effectLst/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6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4955AE4-982C-411B-8E02-DA9762E66B0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024921" y="645886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391995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4955AE4-982C-411B-8E02-DA9762E66B0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379333" y="-659323"/>
            <a:ext cx="3521845" cy="7850696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409317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Custom Layout">
    <p:bg>
      <p:bgPr>
        <a:solidFill>
          <a:srgbClr val="F851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E6FB2DE-8735-4B79-BDCB-115BD0A3271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874932" y="132615"/>
            <a:ext cx="1970227" cy="439191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A2246E0-C8F4-4901-853D-A569A8290A2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8601244" y="2670091"/>
            <a:ext cx="1970227" cy="439191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0CD2805-03B8-42C8-8266-0B3EBF6AAF1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9116" y="2462554"/>
            <a:ext cx="1970227" cy="439191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0CB81037-EE8F-4DD5-8A63-4987B5A1FFB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8394992" y="-255606"/>
            <a:ext cx="1970227" cy="4391918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</p:spTree>
    <p:extLst>
      <p:ext uri="{BB962C8B-B14F-4D97-AF65-F5344CB8AC3E}">
        <p14:creationId xmlns:p14="http://schemas.microsoft.com/office/powerpoint/2010/main" val="172906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4955AE4-982C-411B-8E02-DA9762E66B0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014490" y="660400"/>
            <a:ext cx="2103841" cy="4689762"/>
          </a:xfrm>
          <a:custGeom>
            <a:avLst/>
            <a:gdLst>
              <a:gd name="connsiteX0" fmla="*/ 540818 w 3856038"/>
              <a:gd name="connsiteY0" fmla="*/ 33 h 8234879"/>
              <a:gd name="connsiteX1" fmla="*/ 790982 w 3856038"/>
              <a:gd name="connsiteY1" fmla="*/ 4667 h 8234879"/>
              <a:gd name="connsiteX2" fmla="*/ 845532 w 3856038"/>
              <a:gd name="connsiteY2" fmla="*/ 82184 h 8234879"/>
              <a:gd name="connsiteX3" fmla="*/ 937586 w 3856038"/>
              <a:gd name="connsiteY3" fmla="*/ 281030 h 8234879"/>
              <a:gd name="connsiteX4" fmla="*/ 1070554 w 3856038"/>
              <a:gd name="connsiteY4" fmla="*/ 328214 h 8234879"/>
              <a:gd name="connsiteX5" fmla="*/ 2754800 w 3856038"/>
              <a:gd name="connsiteY5" fmla="*/ 324844 h 8234879"/>
              <a:gd name="connsiteX6" fmla="*/ 3000278 w 3856038"/>
              <a:gd name="connsiteY6" fmla="*/ 115886 h 8234879"/>
              <a:gd name="connsiteX7" fmla="*/ 3133244 w 3856038"/>
              <a:gd name="connsiteY7" fmla="*/ 4667 h 8234879"/>
              <a:gd name="connsiteX8" fmla="*/ 3515098 w 3856038"/>
              <a:gd name="connsiteY8" fmla="*/ 14778 h 8234879"/>
              <a:gd name="connsiteX9" fmla="*/ 3842400 w 3856038"/>
              <a:gd name="connsiteY9" fmla="*/ 318103 h 8234879"/>
              <a:gd name="connsiteX10" fmla="*/ 3856038 w 3856038"/>
              <a:gd name="connsiteY10" fmla="*/ 486617 h 8234879"/>
              <a:gd name="connsiteX11" fmla="*/ 3856038 w 3856038"/>
              <a:gd name="connsiteY11" fmla="*/ 7749560 h 8234879"/>
              <a:gd name="connsiteX12" fmla="*/ 3821944 w 3856038"/>
              <a:gd name="connsiteY12" fmla="*/ 7995590 h 8234879"/>
              <a:gd name="connsiteX13" fmla="*/ 3634426 w 3856038"/>
              <a:gd name="connsiteY13" fmla="*/ 8194436 h 8234879"/>
              <a:gd name="connsiteX14" fmla="*/ 3378722 w 3856038"/>
              <a:gd name="connsiteY14" fmla="*/ 8234879 h 8234879"/>
              <a:gd name="connsiteX15" fmla="*/ 470498 w 3856038"/>
              <a:gd name="connsiteY15" fmla="*/ 8234879 h 8234879"/>
              <a:gd name="connsiteX16" fmla="*/ 279571 w 3856038"/>
              <a:gd name="connsiteY16" fmla="*/ 8214658 h 8234879"/>
              <a:gd name="connsiteX17" fmla="*/ 10228 w 3856038"/>
              <a:gd name="connsiteY17" fmla="*/ 7897852 h 8234879"/>
              <a:gd name="connsiteX18" fmla="*/ 0 w 3856038"/>
              <a:gd name="connsiteY18" fmla="*/ 7709116 h 8234879"/>
              <a:gd name="connsiteX19" fmla="*/ 0 w 3856038"/>
              <a:gd name="connsiteY19" fmla="*/ 4109662 h 8234879"/>
              <a:gd name="connsiteX20" fmla="*/ 0 w 3856038"/>
              <a:gd name="connsiteY20" fmla="*/ 513579 h 8234879"/>
              <a:gd name="connsiteX21" fmla="*/ 40913 w 3856038"/>
              <a:gd name="connsiteY21" fmla="*/ 220365 h 8234879"/>
              <a:gd name="connsiteX22" fmla="*/ 293209 w 3856038"/>
              <a:gd name="connsiteY22" fmla="*/ 18149 h 8234879"/>
              <a:gd name="connsiteX23" fmla="*/ 540818 w 3856038"/>
              <a:gd name="connsiteY23" fmla="*/ 33 h 823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56038" h="8234879">
                <a:moveTo>
                  <a:pt x="540818" y="33"/>
                </a:moveTo>
                <a:cubicBezTo>
                  <a:pt x="623922" y="455"/>
                  <a:pt x="707452" y="4667"/>
                  <a:pt x="790982" y="4667"/>
                </a:cubicBezTo>
                <a:cubicBezTo>
                  <a:pt x="842124" y="4667"/>
                  <a:pt x="842124" y="45111"/>
                  <a:pt x="845532" y="82184"/>
                </a:cubicBezTo>
                <a:cubicBezTo>
                  <a:pt x="855760" y="159700"/>
                  <a:pt x="862580" y="233846"/>
                  <a:pt x="937586" y="281030"/>
                </a:cubicBezTo>
                <a:cubicBezTo>
                  <a:pt x="978500" y="307992"/>
                  <a:pt x="1019412" y="328214"/>
                  <a:pt x="1070554" y="328214"/>
                </a:cubicBezTo>
                <a:cubicBezTo>
                  <a:pt x="1633106" y="324844"/>
                  <a:pt x="2192248" y="328214"/>
                  <a:pt x="2754800" y="324844"/>
                </a:cubicBezTo>
                <a:cubicBezTo>
                  <a:pt x="2908224" y="324844"/>
                  <a:pt x="2976412" y="264179"/>
                  <a:pt x="3000278" y="115886"/>
                </a:cubicBezTo>
                <a:cubicBezTo>
                  <a:pt x="3020734" y="4667"/>
                  <a:pt x="3020734" y="1297"/>
                  <a:pt x="3133244" y="4667"/>
                </a:cubicBezTo>
                <a:cubicBezTo>
                  <a:pt x="3259392" y="4667"/>
                  <a:pt x="3385540" y="-2073"/>
                  <a:pt x="3515098" y="14778"/>
                </a:cubicBezTo>
                <a:cubicBezTo>
                  <a:pt x="3702614" y="35000"/>
                  <a:pt x="3811716" y="132738"/>
                  <a:pt x="3842400" y="318103"/>
                </a:cubicBezTo>
                <a:cubicBezTo>
                  <a:pt x="3849220" y="372027"/>
                  <a:pt x="3856038" y="429322"/>
                  <a:pt x="3856038" y="486617"/>
                </a:cubicBezTo>
                <a:cubicBezTo>
                  <a:pt x="3856038" y="2906474"/>
                  <a:pt x="3856038" y="5326332"/>
                  <a:pt x="3856038" y="7749560"/>
                </a:cubicBezTo>
                <a:cubicBezTo>
                  <a:pt x="3856038" y="7833816"/>
                  <a:pt x="3845810" y="7914703"/>
                  <a:pt x="3821944" y="7995590"/>
                </a:cubicBezTo>
                <a:cubicBezTo>
                  <a:pt x="3794668" y="8093328"/>
                  <a:pt x="3729890" y="8157362"/>
                  <a:pt x="3634426" y="8194436"/>
                </a:cubicBezTo>
                <a:cubicBezTo>
                  <a:pt x="3552602" y="8224768"/>
                  <a:pt x="3467366" y="8234879"/>
                  <a:pt x="3378722" y="8234879"/>
                </a:cubicBezTo>
                <a:cubicBezTo>
                  <a:pt x="2410450" y="8234879"/>
                  <a:pt x="1438770" y="8234879"/>
                  <a:pt x="470498" y="8234879"/>
                </a:cubicBezTo>
                <a:cubicBezTo>
                  <a:pt x="405719" y="8234879"/>
                  <a:pt x="340941" y="8231508"/>
                  <a:pt x="279571" y="8214658"/>
                </a:cubicBezTo>
                <a:cubicBezTo>
                  <a:pt x="115920" y="8170844"/>
                  <a:pt x="30685" y="8062995"/>
                  <a:pt x="10228" y="7897852"/>
                </a:cubicBezTo>
                <a:cubicBezTo>
                  <a:pt x="3409" y="7833816"/>
                  <a:pt x="0" y="7773152"/>
                  <a:pt x="0" y="7709116"/>
                </a:cubicBezTo>
                <a:cubicBezTo>
                  <a:pt x="0" y="6509298"/>
                  <a:pt x="0" y="5309480"/>
                  <a:pt x="0" y="4109662"/>
                </a:cubicBezTo>
                <a:cubicBezTo>
                  <a:pt x="0" y="2909845"/>
                  <a:pt x="0" y="1713397"/>
                  <a:pt x="0" y="513579"/>
                </a:cubicBezTo>
                <a:cubicBezTo>
                  <a:pt x="0" y="412471"/>
                  <a:pt x="0" y="314733"/>
                  <a:pt x="40913" y="220365"/>
                </a:cubicBezTo>
                <a:cubicBezTo>
                  <a:pt x="88645" y="105775"/>
                  <a:pt x="173880" y="41741"/>
                  <a:pt x="293209" y="18149"/>
                </a:cubicBezTo>
                <a:cubicBezTo>
                  <a:pt x="375035" y="2982"/>
                  <a:pt x="457713" y="-388"/>
                  <a:pt x="540818" y="33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  <a:scene3d>
            <a:camera prst="isometricTopUp">
              <a:rot lat="19634922" lon="19414224" rev="3362221"/>
            </a:camera>
            <a:lightRig rig="threePt" dir="t"/>
          </a:scene3d>
        </p:spPr>
        <p:txBody>
          <a:bodyPr wrap="square" anchor="ctr">
            <a:noAutofit/>
          </a:bodyPr>
          <a:lstStyle>
            <a:lvl1pPr>
              <a:defRPr lang="en-US" sz="2200"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marL="0" lvl="0" indent="0" algn="ctr">
              <a:buFontTx/>
              <a:buNone/>
            </a:pPr>
            <a:r>
              <a:rPr lang="en-US"/>
              <a:t>Drop in here your images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1B422-1931-4ABA-AC6F-AA8D5AF6B4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3633" y="898292"/>
            <a:ext cx="5504733" cy="4129088"/>
          </a:xfrm>
          <a:prstGeom prst="rect">
            <a:avLst/>
          </a:prstGeom>
          <a:effectLst>
            <a:outerShdw blurRad="228600" dist="152400" dir="4620000" algn="ctr" rotWithShape="0">
              <a:srgbClr val="273C81">
                <a:alpha val="6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314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144CA5-400B-42E8-8E68-E90BB1B212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50341" y="2203767"/>
            <a:ext cx="2971413" cy="1737360"/>
          </a:xfrm>
          <a:custGeom>
            <a:avLst/>
            <a:gdLst>
              <a:gd name="connsiteX0" fmla="*/ 0 w 24387176"/>
              <a:gd name="connsiteY0" fmla="*/ 0 h 13716000"/>
              <a:gd name="connsiteX1" fmla="*/ 24387176 w 24387176"/>
              <a:gd name="connsiteY1" fmla="*/ 0 h 13716000"/>
              <a:gd name="connsiteX2" fmla="*/ 24387176 w 24387176"/>
              <a:gd name="connsiteY2" fmla="*/ 13716000 h 13716000"/>
              <a:gd name="connsiteX3" fmla="*/ 0 w 243871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13716000">
                <a:moveTo>
                  <a:pt x="0" y="0"/>
                </a:moveTo>
                <a:lnTo>
                  <a:pt x="24387176" y="0"/>
                </a:lnTo>
                <a:lnTo>
                  <a:pt x="2438717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rgbClr val="E6EAF3"/>
            </a:fgClr>
            <a:bgClr>
              <a:schemeClr val="bg1"/>
            </a:bgClr>
          </a:pattFill>
          <a:scene3d>
            <a:camera prst="perspectiveFront" fov="2700000">
              <a:rot lat="1620000" lon="19800000" rev="54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0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925B467-B57E-44FB-8DF2-B0BEC60FD9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19024" y="1348908"/>
            <a:ext cx="5412543" cy="3131820"/>
          </a:xfrm>
          <a:custGeom>
            <a:avLst/>
            <a:gdLst>
              <a:gd name="connsiteX0" fmla="*/ 0 w 24387176"/>
              <a:gd name="connsiteY0" fmla="*/ 0 h 13716000"/>
              <a:gd name="connsiteX1" fmla="*/ 24387176 w 24387176"/>
              <a:gd name="connsiteY1" fmla="*/ 0 h 13716000"/>
              <a:gd name="connsiteX2" fmla="*/ 24387176 w 24387176"/>
              <a:gd name="connsiteY2" fmla="*/ 13716000 h 13716000"/>
              <a:gd name="connsiteX3" fmla="*/ 0 w 243871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7176" h="13716000">
                <a:moveTo>
                  <a:pt x="0" y="0"/>
                </a:moveTo>
                <a:lnTo>
                  <a:pt x="24387176" y="0"/>
                </a:lnTo>
                <a:lnTo>
                  <a:pt x="24387176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scene3d>
            <a:camera prst="perspectiveFront" fov="2520000">
              <a:rot lat="960000" lon="2082000" rev="2142000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7144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482A689-CC2A-4F2B-BAB9-2127EA08A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4740" y="0"/>
            <a:ext cx="12341479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E8DB23E-DC77-4E50-A38D-DDDDEEDB1A0B}"/>
              </a:ext>
            </a:extLst>
          </p:cNvPr>
          <p:cNvSpPr txBox="1">
            <a:spLocks/>
          </p:cNvSpPr>
          <p:nvPr userDrawn="1"/>
        </p:nvSpPr>
        <p:spPr>
          <a:xfrm>
            <a:off x="118816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7B9C2-6A96-4E56-8A5F-50BC1EAA29D4}"/>
              </a:ext>
            </a:extLst>
          </p:cNvPr>
          <p:cNvSpPr txBox="1"/>
          <p:nvPr userDrawn="1"/>
        </p:nvSpPr>
        <p:spPr>
          <a:xfrm>
            <a:off x="10782272" y="6444039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384986447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E8DB23E-DC77-4E50-A38D-DDDDEEDB1A0B}"/>
              </a:ext>
            </a:extLst>
          </p:cNvPr>
          <p:cNvSpPr txBox="1">
            <a:spLocks/>
          </p:cNvSpPr>
          <p:nvPr userDrawn="1"/>
        </p:nvSpPr>
        <p:spPr>
          <a:xfrm>
            <a:off x="118816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7B9C2-6A96-4E56-8A5F-50BC1EAA29D4}"/>
              </a:ext>
            </a:extLst>
          </p:cNvPr>
          <p:cNvSpPr txBox="1"/>
          <p:nvPr userDrawn="1"/>
        </p:nvSpPr>
        <p:spPr>
          <a:xfrm>
            <a:off x="10782272" y="6444039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403974481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4E2DCC9-7A91-43AF-A2ED-33E09E36B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40576" y="1473322"/>
            <a:ext cx="3910848" cy="3911357"/>
          </a:xfrm>
          <a:custGeom>
            <a:avLst/>
            <a:gdLst>
              <a:gd name="connsiteX0" fmla="*/ 0 w 7822714"/>
              <a:gd name="connsiteY0" fmla="*/ 0 h 7822714"/>
              <a:gd name="connsiteX1" fmla="*/ 7822714 w 7822714"/>
              <a:gd name="connsiteY1" fmla="*/ 0 h 7822714"/>
              <a:gd name="connsiteX2" fmla="*/ 7822714 w 7822714"/>
              <a:gd name="connsiteY2" fmla="*/ 7822714 h 7822714"/>
              <a:gd name="connsiteX3" fmla="*/ 0 w 7822714"/>
              <a:gd name="connsiteY3" fmla="*/ 7822714 h 782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2714" h="7822714">
                <a:moveTo>
                  <a:pt x="0" y="0"/>
                </a:moveTo>
                <a:lnTo>
                  <a:pt x="7822714" y="0"/>
                </a:lnTo>
                <a:lnTo>
                  <a:pt x="7822714" y="7822714"/>
                </a:lnTo>
                <a:lnTo>
                  <a:pt x="0" y="782271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6E49E-6A53-4F4D-9EED-FA6EEC2123E3}"/>
              </a:ext>
            </a:extLst>
          </p:cNvPr>
          <p:cNvSpPr txBox="1"/>
          <p:nvPr userDrawn="1"/>
        </p:nvSpPr>
        <p:spPr>
          <a:xfrm>
            <a:off x="5465184" y="115055"/>
            <a:ext cx="1261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329318328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11318C-4794-4780-B048-65BF2EFB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1" cy="6858000"/>
          </a:xfrm>
          <a:custGeom>
            <a:avLst/>
            <a:gdLst>
              <a:gd name="connsiteX0" fmla="*/ 0 w 12193589"/>
              <a:gd name="connsiteY0" fmla="*/ 0 h 13716000"/>
              <a:gd name="connsiteX1" fmla="*/ 12193589 w 12193589"/>
              <a:gd name="connsiteY1" fmla="*/ 0 h 13716000"/>
              <a:gd name="connsiteX2" fmla="*/ 12193589 w 12193589"/>
              <a:gd name="connsiteY2" fmla="*/ 13716000 h 13716000"/>
              <a:gd name="connsiteX3" fmla="*/ 0 w 12193589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9" h="13716000">
                <a:moveTo>
                  <a:pt x="0" y="0"/>
                </a:moveTo>
                <a:lnTo>
                  <a:pt x="12193589" y="0"/>
                </a:lnTo>
                <a:lnTo>
                  <a:pt x="12193589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9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1792505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1792504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1792505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1837176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9912533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10087155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11318C-4794-4780-B048-65BF2EFB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48000" y="0"/>
            <a:ext cx="6096001" cy="6858000"/>
          </a:xfrm>
          <a:custGeom>
            <a:avLst/>
            <a:gdLst>
              <a:gd name="connsiteX0" fmla="*/ 0 w 12193589"/>
              <a:gd name="connsiteY0" fmla="*/ 0 h 13716000"/>
              <a:gd name="connsiteX1" fmla="*/ 12193589 w 12193589"/>
              <a:gd name="connsiteY1" fmla="*/ 0 h 13716000"/>
              <a:gd name="connsiteX2" fmla="*/ 12193589 w 12193589"/>
              <a:gd name="connsiteY2" fmla="*/ 13716000 h 13716000"/>
              <a:gd name="connsiteX3" fmla="*/ 0 w 12193589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9" h="13716000">
                <a:moveTo>
                  <a:pt x="0" y="0"/>
                </a:moveTo>
                <a:lnTo>
                  <a:pt x="12193589" y="0"/>
                </a:lnTo>
                <a:lnTo>
                  <a:pt x="12193589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9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1792505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1792504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1792505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1837176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9912533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10087155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11318C-4794-4780-B048-65BF2EFB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6096001" cy="6858000"/>
          </a:xfrm>
          <a:custGeom>
            <a:avLst/>
            <a:gdLst>
              <a:gd name="connsiteX0" fmla="*/ 0 w 12193589"/>
              <a:gd name="connsiteY0" fmla="*/ 0 h 13716000"/>
              <a:gd name="connsiteX1" fmla="*/ 12193589 w 12193589"/>
              <a:gd name="connsiteY1" fmla="*/ 0 h 13716000"/>
              <a:gd name="connsiteX2" fmla="*/ 12193589 w 12193589"/>
              <a:gd name="connsiteY2" fmla="*/ 13716000 h 13716000"/>
              <a:gd name="connsiteX3" fmla="*/ 0 w 12193589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9" h="13716000">
                <a:moveTo>
                  <a:pt x="0" y="0"/>
                </a:moveTo>
                <a:lnTo>
                  <a:pt x="12193589" y="0"/>
                </a:lnTo>
                <a:lnTo>
                  <a:pt x="12193589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8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8">
            <a:extLst>
              <a:ext uri="{FF2B5EF4-FFF2-40B4-BE49-F238E27FC236}">
                <a16:creationId xmlns:a16="http://schemas.microsoft.com/office/drawing/2014/main" id="{6884AB12-9032-475A-82B0-6E1C4050A8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34213" y="665692"/>
            <a:ext cx="5523574" cy="5526617"/>
          </a:xfrm>
          <a:custGeom>
            <a:avLst/>
            <a:gdLst>
              <a:gd name="connsiteX0" fmla="*/ 2834837 w 5669673"/>
              <a:gd name="connsiteY0" fmla="*/ 0 h 5672056"/>
              <a:gd name="connsiteX1" fmla="*/ 4522327 w 5669673"/>
              <a:gd name="connsiteY1" fmla="*/ 698944 h 5672056"/>
              <a:gd name="connsiteX2" fmla="*/ 4971023 w 5669673"/>
              <a:gd name="connsiteY2" fmla="*/ 1147830 h 5672056"/>
              <a:gd name="connsiteX3" fmla="*/ 4971023 w 5669673"/>
              <a:gd name="connsiteY3" fmla="*/ 4524228 h 5672056"/>
              <a:gd name="connsiteX4" fmla="*/ 4522327 w 5669673"/>
              <a:gd name="connsiteY4" fmla="*/ 4973113 h 5672056"/>
              <a:gd name="connsiteX5" fmla="*/ 1147346 w 5669673"/>
              <a:gd name="connsiteY5" fmla="*/ 4973113 h 5672056"/>
              <a:gd name="connsiteX6" fmla="*/ 698650 w 5669673"/>
              <a:gd name="connsiteY6" fmla="*/ 4524228 h 5672056"/>
              <a:gd name="connsiteX7" fmla="*/ 698650 w 5669673"/>
              <a:gd name="connsiteY7" fmla="*/ 1147830 h 5672056"/>
              <a:gd name="connsiteX8" fmla="*/ 1147346 w 5669673"/>
              <a:gd name="connsiteY8" fmla="*/ 698944 h 5672056"/>
              <a:gd name="connsiteX9" fmla="*/ 2834837 w 5669673"/>
              <a:gd name="connsiteY9" fmla="*/ 0 h 567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9673" h="5672056">
                <a:moveTo>
                  <a:pt x="2834837" y="0"/>
                </a:moveTo>
                <a:cubicBezTo>
                  <a:pt x="3445698" y="0"/>
                  <a:pt x="4056560" y="232981"/>
                  <a:pt x="4522327" y="698944"/>
                </a:cubicBezTo>
                <a:cubicBezTo>
                  <a:pt x="4971023" y="1147830"/>
                  <a:pt x="4971023" y="1147830"/>
                  <a:pt x="4971023" y="1147830"/>
                </a:cubicBezTo>
                <a:cubicBezTo>
                  <a:pt x="5902557" y="2079754"/>
                  <a:pt x="5902557" y="3592303"/>
                  <a:pt x="4971023" y="4524228"/>
                </a:cubicBezTo>
                <a:cubicBezTo>
                  <a:pt x="4522327" y="4973113"/>
                  <a:pt x="4522327" y="4973113"/>
                  <a:pt x="4522327" y="4973113"/>
                </a:cubicBezTo>
                <a:cubicBezTo>
                  <a:pt x="3590793" y="5905038"/>
                  <a:pt x="2078880" y="5905038"/>
                  <a:pt x="1147346" y="4973113"/>
                </a:cubicBezTo>
                <a:cubicBezTo>
                  <a:pt x="698650" y="4524228"/>
                  <a:pt x="698650" y="4524228"/>
                  <a:pt x="698650" y="4524228"/>
                </a:cubicBezTo>
                <a:cubicBezTo>
                  <a:pt x="-232884" y="3592303"/>
                  <a:pt x="-232884" y="2079754"/>
                  <a:pt x="698650" y="1147830"/>
                </a:cubicBezTo>
                <a:cubicBezTo>
                  <a:pt x="1147346" y="698944"/>
                  <a:pt x="1147346" y="698944"/>
                  <a:pt x="1147346" y="698944"/>
                </a:cubicBezTo>
                <a:cubicBezTo>
                  <a:pt x="1613113" y="232981"/>
                  <a:pt x="2223975" y="0"/>
                  <a:pt x="283483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V="1"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51745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A7C05D-F1DC-463F-989D-14FCC661B2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5479" y="887538"/>
            <a:ext cx="1673783" cy="1674705"/>
          </a:xfrm>
          <a:custGeom>
            <a:avLst/>
            <a:gdLst>
              <a:gd name="connsiteX0" fmla="*/ 1674001 w 3348002"/>
              <a:gd name="connsiteY0" fmla="*/ 0 h 3349409"/>
              <a:gd name="connsiteX1" fmla="*/ 2670482 w 3348002"/>
              <a:gd name="connsiteY1" fmla="*/ 412733 h 3349409"/>
              <a:gd name="connsiteX2" fmla="*/ 2935442 w 3348002"/>
              <a:gd name="connsiteY2" fmla="*/ 677805 h 3349409"/>
              <a:gd name="connsiteX3" fmla="*/ 2935442 w 3348002"/>
              <a:gd name="connsiteY3" fmla="*/ 2671604 h 3349409"/>
              <a:gd name="connsiteX4" fmla="*/ 2670482 w 3348002"/>
              <a:gd name="connsiteY4" fmla="*/ 2936676 h 3349409"/>
              <a:gd name="connsiteX5" fmla="*/ 677520 w 3348002"/>
              <a:gd name="connsiteY5" fmla="*/ 2936676 h 3349409"/>
              <a:gd name="connsiteX6" fmla="*/ 412560 w 3348002"/>
              <a:gd name="connsiteY6" fmla="*/ 2671604 h 3349409"/>
              <a:gd name="connsiteX7" fmla="*/ 412560 w 3348002"/>
              <a:gd name="connsiteY7" fmla="*/ 677805 h 3349409"/>
              <a:gd name="connsiteX8" fmla="*/ 677520 w 3348002"/>
              <a:gd name="connsiteY8" fmla="*/ 412733 h 3349409"/>
              <a:gd name="connsiteX9" fmla="*/ 1674001 w 3348002"/>
              <a:gd name="connsiteY9" fmla="*/ 0 h 334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8002" h="3349409">
                <a:moveTo>
                  <a:pt x="1674001" y="0"/>
                </a:moveTo>
                <a:cubicBezTo>
                  <a:pt x="2034722" y="0"/>
                  <a:pt x="2395442" y="137578"/>
                  <a:pt x="2670482" y="412733"/>
                </a:cubicBezTo>
                <a:cubicBezTo>
                  <a:pt x="2935442" y="677805"/>
                  <a:pt x="2935442" y="677805"/>
                  <a:pt x="2935442" y="677805"/>
                </a:cubicBezTo>
                <a:cubicBezTo>
                  <a:pt x="3485523" y="1228117"/>
                  <a:pt x="3485523" y="2121293"/>
                  <a:pt x="2935442" y="2671604"/>
                </a:cubicBezTo>
                <a:cubicBezTo>
                  <a:pt x="2670482" y="2936676"/>
                  <a:pt x="2670482" y="2936676"/>
                  <a:pt x="2670482" y="2936676"/>
                </a:cubicBezTo>
                <a:cubicBezTo>
                  <a:pt x="2120402" y="3486987"/>
                  <a:pt x="1227600" y="3486987"/>
                  <a:pt x="677520" y="2936676"/>
                </a:cubicBezTo>
                <a:cubicBezTo>
                  <a:pt x="412560" y="2671604"/>
                  <a:pt x="412560" y="2671604"/>
                  <a:pt x="412560" y="2671604"/>
                </a:cubicBezTo>
                <a:cubicBezTo>
                  <a:pt x="-137521" y="2121293"/>
                  <a:pt x="-137521" y="1228117"/>
                  <a:pt x="412560" y="677805"/>
                </a:cubicBezTo>
                <a:cubicBezTo>
                  <a:pt x="677520" y="412733"/>
                  <a:pt x="677520" y="412733"/>
                  <a:pt x="677520" y="412733"/>
                </a:cubicBezTo>
                <a:cubicBezTo>
                  <a:pt x="952560" y="137578"/>
                  <a:pt x="1313281" y="0"/>
                  <a:pt x="167400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DD218A9-C81F-4FF9-AF7E-D26C0FC978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9362" y="2591648"/>
            <a:ext cx="1673784" cy="1674705"/>
          </a:xfrm>
          <a:custGeom>
            <a:avLst/>
            <a:gdLst>
              <a:gd name="connsiteX0" fmla="*/ 1674001 w 3348003"/>
              <a:gd name="connsiteY0" fmla="*/ 0 h 3349409"/>
              <a:gd name="connsiteX1" fmla="*/ 2670482 w 3348003"/>
              <a:gd name="connsiteY1" fmla="*/ 412734 h 3349409"/>
              <a:gd name="connsiteX2" fmla="*/ 2935443 w 3348003"/>
              <a:gd name="connsiteY2" fmla="*/ 677805 h 3349409"/>
              <a:gd name="connsiteX3" fmla="*/ 2935443 w 3348003"/>
              <a:gd name="connsiteY3" fmla="*/ 2671604 h 3349409"/>
              <a:gd name="connsiteX4" fmla="*/ 2670482 w 3348003"/>
              <a:gd name="connsiteY4" fmla="*/ 2936676 h 3349409"/>
              <a:gd name="connsiteX5" fmla="*/ 677520 w 3348003"/>
              <a:gd name="connsiteY5" fmla="*/ 2936676 h 3349409"/>
              <a:gd name="connsiteX6" fmla="*/ 412560 w 3348003"/>
              <a:gd name="connsiteY6" fmla="*/ 2671604 h 3349409"/>
              <a:gd name="connsiteX7" fmla="*/ 412560 w 3348003"/>
              <a:gd name="connsiteY7" fmla="*/ 677805 h 3349409"/>
              <a:gd name="connsiteX8" fmla="*/ 677520 w 3348003"/>
              <a:gd name="connsiteY8" fmla="*/ 412734 h 3349409"/>
              <a:gd name="connsiteX9" fmla="*/ 1674001 w 3348003"/>
              <a:gd name="connsiteY9" fmla="*/ 0 h 334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8003" h="3349409">
                <a:moveTo>
                  <a:pt x="1674001" y="0"/>
                </a:moveTo>
                <a:cubicBezTo>
                  <a:pt x="2034721" y="0"/>
                  <a:pt x="2395441" y="137578"/>
                  <a:pt x="2670482" y="412734"/>
                </a:cubicBezTo>
                <a:cubicBezTo>
                  <a:pt x="2935443" y="677805"/>
                  <a:pt x="2935443" y="677805"/>
                  <a:pt x="2935443" y="677805"/>
                </a:cubicBezTo>
                <a:cubicBezTo>
                  <a:pt x="3485523" y="1228117"/>
                  <a:pt x="3485523" y="2121293"/>
                  <a:pt x="2935443" y="2671604"/>
                </a:cubicBezTo>
                <a:cubicBezTo>
                  <a:pt x="2670482" y="2936676"/>
                  <a:pt x="2670482" y="2936676"/>
                  <a:pt x="2670482" y="2936676"/>
                </a:cubicBezTo>
                <a:cubicBezTo>
                  <a:pt x="2120401" y="3486987"/>
                  <a:pt x="1227601" y="3486987"/>
                  <a:pt x="677520" y="2936676"/>
                </a:cubicBezTo>
                <a:cubicBezTo>
                  <a:pt x="412560" y="2671604"/>
                  <a:pt x="412560" y="2671604"/>
                  <a:pt x="412560" y="2671604"/>
                </a:cubicBezTo>
                <a:cubicBezTo>
                  <a:pt x="-137521" y="2121293"/>
                  <a:pt x="-137521" y="1228117"/>
                  <a:pt x="412560" y="677805"/>
                </a:cubicBezTo>
                <a:cubicBezTo>
                  <a:pt x="677520" y="412734"/>
                  <a:pt x="677520" y="412734"/>
                  <a:pt x="677520" y="412734"/>
                </a:cubicBezTo>
                <a:cubicBezTo>
                  <a:pt x="952561" y="137578"/>
                  <a:pt x="1313281" y="0"/>
                  <a:pt x="167400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8B8A224-37B6-49F3-9AEA-36A5E3325D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3529" y="4619207"/>
            <a:ext cx="1673784" cy="1674705"/>
          </a:xfrm>
          <a:custGeom>
            <a:avLst/>
            <a:gdLst>
              <a:gd name="connsiteX0" fmla="*/ 1674001 w 3348003"/>
              <a:gd name="connsiteY0" fmla="*/ 0 h 3349409"/>
              <a:gd name="connsiteX1" fmla="*/ 2670482 w 3348003"/>
              <a:gd name="connsiteY1" fmla="*/ 412734 h 3349409"/>
              <a:gd name="connsiteX2" fmla="*/ 2935443 w 3348003"/>
              <a:gd name="connsiteY2" fmla="*/ 677805 h 3349409"/>
              <a:gd name="connsiteX3" fmla="*/ 2935443 w 3348003"/>
              <a:gd name="connsiteY3" fmla="*/ 2671604 h 3349409"/>
              <a:gd name="connsiteX4" fmla="*/ 2670482 w 3348003"/>
              <a:gd name="connsiteY4" fmla="*/ 2936675 h 3349409"/>
              <a:gd name="connsiteX5" fmla="*/ 677520 w 3348003"/>
              <a:gd name="connsiteY5" fmla="*/ 2936675 h 3349409"/>
              <a:gd name="connsiteX6" fmla="*/ 412560 w 3348003"/>
              <a:gd name="connsiteY6" fmla="*/ 2671604 h 3349409"/>
              <a:gd name="connsiteX7" fmla="*/ 412560 w 3348003"/>
              <a:gd name="connsiteY7" fmla="*/ 677805 h 3349409"/>
              <a:gd name="connsiteX8" fmla="*/ 677520 w 3348003"/>
              <a:gd name="connsiteY8" fmla="*/ 412734 h 3349409"/>
              <a:gd name="connsiteX9" fmla="*/ 1674001 w 3348003"/>
              <a:gd name="connsiteY9" fmla="*/ 0 h 334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8003" h="3349409">
                <a:moveTo>
                  <a:pt x="1674001" y="0"/>
                </a:moveTo>
                <a:cubicBezTo>
                  <a:pt x="2034721" y="0"/>
                  <a:pt x="2395442" y="137578"/>
                  <a:pt x="2670482" y="412734"/>
                </a:cubicBezTo>
                <a:cubicBezTo>
                  <a:pt x="2935443" y="677805"/>
                  <a:pt x="2935443" y="677805"/>
                  <a:pt x="2935443" y="677805"/>
                </a:cubicBezTo>
                <a:cubicBezTo>
                  <a:pt x="3485523" y="1228117"/>
                  <a:pt x="3485523" y="2121293"/>
                  <a:pt x="2935443" y="2671604"/>
                </a:cubicBezTo>
                <a:cubicBezTo>
                  <a:pt x="2670482" y="2936675"/>
                  <a:pt x="2670482" y="2936675"/>
                  <a:pt x="2670482" y="2936675"/>
                </a:cubicBezTo>
                <a:cubicBezTo>
                  <a:pt x="2120401" y="3486987"/>
                  <a:pt x="1227601" y="3486987"/>
                  <a:pt x="677520" y="2936675"/>
                </a:cubicBezTo>
                <a:cubicBezTo>
                  <a:pt x="412560" y="2671604"/>
                  <a:pt x="412560" y="2671604"/>
                  <a:pt x="412560" y="2671604"/>
                </a:cubicBezTo>
                <a:cubicBezTo>
                  <a:pt x="-137521" y="2121293"/>
                  <a:pt x="-137521" y="1228117"/>
                  <a:pt x="412560" y="677805"/>
                </a:cubicBezTo>
                <a:cubicBezTo>
                  <a:pt x="677520" y="412734"/>
                  <a:pt x="677520" y="412734"/>
                  <a:pt x="677520" y="412734"/>
                </a:cubicBezTo>
                <a:cubicBezTo>
                  <a:pt x="952561" y="137578"/>
                  <a:pt x="1313281" y="0"/>
                  <a:pt x="167400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48407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92C0904-053A-4790-ABF2-C6278A0C34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78767" y="2010986"/>
            <a:ext cx="2834467" cy="2836028"/>
          </a:xfrm>
          <a:custGeom>
            <a:avLst/>
            <a:gdLst>
              <a:gd name="connsiteX0" fmla="*/ 2834837 w 5669673"/>
              <a:gd name="connsiteY0" fmla="*/ 0 h 5672056"/>
              <a:gd name="connsiteX1" fmla="*/ 4522327 w 5669673"/>
              <a:gd name="connsiteY1" fmla="*/ 698944 h 5672056"/>
              <a:gd name="connsiteX2" fmla="*/ 4971023 w 5669673"/>
              <a:gd name="connsiteY2" fmla="*/ 1147830 h 5672056"/>
              <a:gd name="connsiteX3" fmla="*/ 4971023 w 5669673"/>
              <a:gd name="connsiteY3" fmla="*/ 4524228 h 5672056"/>
              <a:gd name="connsiteX4" fmla="*/ 4522327 w 5669673"/>
              <a:gd name="connsiteY4" fmla="*/ 4973113 h 5672056"/>
              <a:gd name="connsiteX5" fmla="*/ 1147346 w 5669673"/>
              <a:gd name="connsiteY5" fmla="*/ 4973113 h 5672056"/>
              <a:gd name="connsiteX6" fmla="*/ 698650 w 5669673"/>
              <a:gd name="connsiteY6" fmla="*/ 4524228 h 5672056"/>
              <a:gd name="connsiteX7" fmla="*/ 698650 w 5669673"/>
              <a:gd name="connsiteY7" fmla="*/ 1147830 h 5672056"/>
              <a:gd name="connsiteX8" fmla="*/ 1147346 w 5669673"/>
              <a:gd name="connsiteY8" fmla="*/ 698944 h 5672056"/>
              <a:gd name="connsiteX9" fmla="*/ 2834837 w 5669673"/>
              <a:gd name="connsiteY9" fmla="*/ 0 h 567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9673" h="5672056">
                <a:moveTo>
                  <a:pt x="2834837" y="0"/>
                </a:moveTo>
                <a:cubicBezTo>
                  <a:pt x="3445698" y="0"/>
                  <a:pt x="4056560" y="232981"/>
                  <a:pt x="4522327" y="698944"/>
                </a:cubicBezTo>
                <a:cubicBezTo>
                  <a:pt x="4971023" y="1147830"/>
                  <a:pt x="4971023" y="1147830"/>
                  <a:pt x="4971023" y="1147830"/>
                </a:cubicBezTo>
                <a:cubicBezTo>
                  <a:pt x="5902557" y="2079754"/>
                  <a:pt x="5902557" y="3592303"/>
                  <a:pt x="4971023" y="4524228"/>
                </a:cubicBezTo>
                <a:cubicBezTo>
                  <a:pt x="4522327" y="4973113"/>
                  <a:pt x="4522327" y="4973113"/>
                  <a:pt x="4522327" y="4973113"/>
                </a:cubicBezTo>
                <a:cubicBezTo>
                  <a:pt x="3590793" y="5905038"/>
                  <a:pt x="2078880" y="5905038"/>
                  <a:pt x="1147346" y="4973113"/>
                </a:cubicBezTo>
                <a:cubicBezTo>
                  <a:pt x="698650" y="4524228"/>
                  <a:pt x="698650" y="4524228"/>
                  <a:pt x="698650" y="4524228"/>
                </a:cubicBezTo>
                <a:cubicBezTo>
                  <a:pt x="-232884" y="3592303"/>
                  <a:pt x="-232884" y="2079754"/>
                  <a:pt x="698650" y="1147830"/>
                </a:cubicBezTo>
                <a:cubicBezTo>
                  <a:pt x="1147346" y="698944"/>
                  <a:pt x="1147346" y="698944"/>
                  <a:pt x="1147346" y="698944"/>
                </a:cubicBezTo>
                <a:cubicBezTo>
                  <a:pt x="1613113" y="232981"/>
                  <a:pt x="2223975" y="0"/>
                  <a:pt x="283483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7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DACA323-AFE1-42D8-BB53-A9B65C9B26C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87232" y="1137054"/>
            <a:ext cx="4599623" cy="4600222"/>
          </a:xfrm>
          <a:custGeom>
            <a:avLst/>
            <a:gdLst>
              <a:gd name="connsiteX0" fmla="*/ 0 w 6912429"/>
              <a:gd name="connsiteY0" fmla="*/ 0 h 6912429"/>
              <a:gd name="connsiteX1" fmla="*/ 6912429 w 6912429"/>
              <a:gd name="connsiteY1" fmla="*/ 0 h 6912429"/>
              <a:gd name="connsiteX2" fmla="*/ 6912429 w 6912429"/>
              <a:gd name="connsiteY2" fmla="*/ 6912429 h 6912429"/>
              <a:gd name="connsiteX3" fmla="*/ 0 w 6912429"/>
              <a:gd name="connsiteY3" fmla="*/ 6912429 h 691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12429" h="6912429">
                <a:moveTo>
                  <a:pt x="0" y="0"/>
                </a:moveTo>
                <a:lnTo>
                  <a:pt x="6912429" y="0"/>
                </a:lnTo>
                <a:lnTo>
                  <a:pt x="6912429" y="6912429"/>
                </a:lnTo>
                <a:lnTo>
                  <a:pt x="0" y="691242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2342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7A63888-FAB6-42D9-963F-0298E9A2CB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2512" y="0"/>
            <a:ext cx="2116996" cy="2190710"/>
          </a:xfrm>
          <a:custGeom>
            <a:avLst/>
            <a:gdLst>
              <a:gd name="connsiteX0" fmla="*/ 0 w 4234543"/>
              <a:gd name="connsiteY0" fmla="*/ 0 h 4381419"/>
              <a:gd name="connsiteX1" fmla="*/ 4234543 w 4234543"/>
              <a:gd name="connsiteY1" fmla="*/ 0 h 4381419"/>
              <a:gd name="connsiteX2" fmla="*/ 4234543 w 4234543"/>
              <a:gd name="connsiteY2" fmla="*/ 4381419 h 4381419"/>
              <a:gd name="connsiteX3" fmla="*/ 0 w 4234543"/>
              <a:gd name="connsiteY3" fmla="*/ 4381419 h 4381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543" h="4381419">
                <a:moveTo>
                  <a:pt x="0" y="0"/>
                </a:moveTo>
                <a:lnTo>
                  <a:pt x="4234543" y="0"/>
                </a:lnTo>
                <a:lnTo>
                  <a:pt x="4234543" y="4381419"/>
                </a:lnTo>
                <a:lnTo>
                  <a:pt x="0" y="43814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EDFA15A-AE97-4FAA-8F65-2E9DED702B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8442" y="3176814"/>
            <a:ext cx="2116996" cy="3681186"/>
          </a:xfrm>
          <a:custGeom>
            <a:avLst/>
            <a:gdLst>
              <a:gd name="connsiteX0" fmla="*/ 0 w 4234543"/>
              <a:gd name="connsiteY0" fmla="*/ 0 h 7362371"/>
              <a:gd name="connsiteX1" fmla="*/ 4234543 w 4234543"/>
              <a:gd name="connsiteY1" fmla="*/ 0 h 7362371"/>
              <a:gd name="connsiteX2" fmla="*/ 4234543 w 4234543"/>
              <a:gd name="connsiteY2" fmla="*/ 7362371 h 7362371"/>
              <a:gd name="connsiteX3" fmla="*/ 0 w 4234543"/>
              <a:gd name="connsiteY3" fmla="*/ 7362371 h 736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543" h="7362371">
                <a:moveTo>
                  <a:pt x="0" y="0"/>
                </a:moveTo>
                <a:lnTo>
                  <a:pt x="4234543" y="0"/>
                </a:lnTo>
                <a:lnTo>
                  <a:pt x="4234543" y="7362371"/>
                </a:lnTo>
                <a:lnTo>
                  <a:pt x="0" y="7362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C89C061-DCFD-43BB-9BCA-A6DF206F57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2512" y="5811158"/>
            <a:ext cx="2116996" cy="1046843"/>
          </a:xfrm>
          <a:custGeom>
            <a:avLst/>
            <a:gdLst>
              <a:gd name="connsiteX0" fmla="*/ 0 w 4234543"/>
              <a:gd name="connsiteY0" fmla="*/ 0 h 2093685"/>
              <a:gd name="connsiteX1" fmla="*/ 4234543 w 4234543"/>
              <a:gd name="connsiteY1" fmla="*/ 0 h 2093685"/>
              <a:gd name="connsiteX2" fmla="*/ 4234543 w 4234543"/>
              <a:gd name="connsiteY2" fmla="*/ 2093685 h 2093685"/>
              <a:gd name="connsiteX3" fmla="*/ 0 w 4234543"/>
              <a:gd name="connsiteY3" fmla="*/ 2093685 h 209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543" h="2093685">
                <a:moveTo>
                  <a:pt x="0" y="0"/>
                </a:moveTo>
                <a:lnTo>
                  <a:pt x="4234543" y="0"/>
                </a:lnTo>
                <a:lnTo>
                  <a:pt x="4234543" y="2093685"/>
                </a:lnTo>
                <a:lnTo>
                  <a:pt x="0" y="20936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43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4" grpId="0" animBg="1"/>
    </p:bldLst>
  </p:timing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D82F200-A714-424A-A435-53D0BB730B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78196" y="2493769"/>
            <a:ext cx="1876687" cy="1877719"/>
          </a:xfrm>
          <a:custGeom>
            <a:avLst/>
            <a:gdLst>
              <a:gd name="connsiteX0" fmla="*/ 1876931 w 3753862"/>
              <a:gd name="connsiteY0" fmla="*/ 0 h 3755437"/>
              <a:gd name="connsiteX1" fmla="*/ 2994210 w 3753862"/>
              <a:gd name="connsiteY1" fmla="*/ 462766 h 3755437"/>
              <a:gd name="connsiteX2" fmla="*/ 3291290 w 3753862"/>
              <a:gd name="connsiteY2" fmla="*/ 759971 h 3755437"/>
              <a:gd name="connsiteX3" fmla="*/ 3291290 w 3753862"/>
              <a:gd name="connsiteY3" fmla="*/ 2995466 h 3755437"/>
              <a:gd name="connsiteX4" fmla="*/ 2994210 w 3753862"/>
              <a:gd name="connsiteY4" fmla="*/ 3292671 h 3755437"/>
              <a:gd name="connsiteX5" fmla="*/ 759653 w 3753862"/>
              <a:gd name="connsiteY5" fmla="*/ 3292671 h 3755437"/>
              <a:gd name="connsiteX6" fmla="*/ 462573 w 3753862"/>
              <a:gd name="connsiteY6" fmla="*/ 2995466 h 3755437"/>
              <a:gd name="connsiteX7" fmla="*/ 462573 w 3753862"/>
              <a:gd name="connsiteY7" fmla="*/ 759971 h 3755437"/>
              <a:gd name="connsiteX8" fmla="*/ 759653 w 3753862"/>
              <a:gd name="connsiteY8" fmla="*/ 462766 h 3755437"/>
              <a:gd name="connsiteX9" fmla="*/ 1876931 w 3753862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2" h="3755437">
                <a:moveTo>
                  <a:pt x="1876931" y="0"/>
                </a:moveTo>
                <a:cubicBezTo>
                  <a:pt x="2281380" y="0"/>
                  <a:pt x="2685828" y="154255"/>
                  <a:pt x="2994210" y="462766"/>
                </a:cubicBezTo>
                <a:cubicBezTo>
                  <a:pt x="3291290" y="759971"/>
                  <a:pt x="3291290" y="759971"/>
                  <a:pt x="3291290" y="759971"/>
                </a:cubicBezTo>
                <a:cubicBezTo>
                  <a:pt x="3908053" y="1376994"/>
                  <a:pt x="3908053" y="2378444"/>
                  <a:pt x="3291290" y="2995466"/>
                </a:cubicBezTo>
                <a:cubicBezTo>
                  <a:pt x="2994210" y="3292671"/>
                  <a:pt x="2994210" y="3292671"/>
                  <a:pt x="2994210" y="3292671"/>
                </a:cubicBezTo>
                <a:cubicBezTo>
                  <a:pt x="2377446" y="3909693"/>
                  <a:pt x="1376416" y="3909693"/>
                  <a:pt x="759653" y="3292671"/>
                </a:cubicBezTo>
                <a:cubicBezTo>
                  <a:pt x="462573" y="2995466"/>
                  <a:pt x="462573" y="2995466"/>
                  <a:pt x="462573" y="2995466"/>
                </a:cubicBezTo>
                <a:cubicBezTo>
                  <a:pt x="-154191" y="2378444"/>
                  <a:pt x="-154191" y="1376994"/>
                  <a:pt x="462573" y="759971"/>
                </a:cubicBezTo>
                <a:cubicBezTo>
                  <a:pt x="759653" y="462766"/>
                  <a:pt x="759653" y="462766"/>
                  <a:pt x="759653" y="462766"/>
                </a:cubicBezTo>
                <a:cubicBezTo>
                  <a:pt x="1068034" y="154255"/>
                  <a:pt x="1472483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D584025-6492-4000-BC15-63CFC4EB30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91949" y="2493769"/>
            <a:ext cx="1876687" cy="1877719"/>
          </a:xfrm>
          <a:custGeom>
            <a:avLst/>
            <a:gdLst>
              <a:gd name="connsiteX0" fmla="*/ 1876931 w 3753862"/>
              <a:gd name="connsiteY0" fmla="*/ 0 h 3755437"/>
              <a:gd name="connsiteX1" fmla="*/ 2994209 w 3753862"/>
              <a:gd name="connsiteY1" fmla="*/ 462766 h 3755437"/>
              <a:gd name="connsiteX2" fmla="*/ 3291289 w 3753862"/>
              <a:gd name="connsiteY2" fmla="*/ 759971 h 3755437"/>
              <a:gd name="connsiteX3" fmla="*/ 3291289 w 3753862"/>
              <a:gd name="connsiteY3" fmla="*/ 2995466 h 3755437"/>
              <a:gd name="connsiteX4" fmla="*/ 2994209 w 3753862"/>
              <a:gd name="connsiteY4" fmla="*/ 3292671 h 3755437"/>
              <a:gd name="connsiteX5" fmla="*/ 759652 w 3753862"/>
              <a:gd name="connsiteY5" fmla="*/ 3292671 h 3755437"/>
              <a:gd name="connsiteX6" fmla="*/ 462573 w 3753862"/>
              <a:gd name="connsiteY6" fmla="*/ 2995466 h 3755437"/>
              <a:gd name="connsiteX7" fmla="*/ 462573 w 3753862"/>
              <a:gd name="connsiteY7" fmla="*/ 759971 h 3755437"/>
              <a:gd name="connsiteX8" fmla="*/ 759652 w 3753862"/>
              <a:gd name="connsiteY8" fmla="*/ 462766 h 3755437"/>
              <a:gd name="connsiteX9" fmla="*/ 1876931 w 3753862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2" h="3755437">
                <a:moveTo>
                  <a:pt x="1876931" y="0"/>
                </a:moveTo>
                <a:cubicBezTo>
                  <a:pt x="2281379" y="0"/>
                  <a:pt x="2685827" y="154255"/>
                  <a:pt x="2994209" y="462766"/>
                </a:cubicBezTo>
                <a:cubicBezTo>
                  <a:pt x="3291289" y="759971"/>
                  <a:pt x="3291289" y="759971"/>
                  <a:pt x="3291289" y="759971"/>
                </a:cubicBezTo>
                <a:cubicBezTo>
                  <a:pt x="3908053" y="1376994"/>
                  <a:pt x="3908053" y="2378444"/>
                  <a:pt x="3291289" y="2995466"/>
                </a:cubicBezTo>
                <a:cubicBezTo>
                  <a:pt x="2994209" y="3292671"/>
                  <a:pt x="2994209" y="3292671"/>
                  <a:pt x="2994209" y="3292671"/>
                </a:cubicBezTo>
                <a:cubicBezTo>
                  <a:pt x="2377446" y="3909693"/>
                  <a:pt x="1376416" y="3909693"/>
                  <a:pt x="759652" y="3292671"/>
                </a:cubicBezTo>
                <a:cubicBezTo>
                  <a:pt x="462573" y="2995466"/>
                  <a:pt x="462573" y="2995466"/>
                  <a:pt x="462573" y="2995466"/>
                </a:cubicBezTo>
                <a:cubicBezTo>
                  <a:pt x="-154191" y="2378444"/>
                  <a:pt x="-154191" y="1376994"/>
                  <a:pt x="462573" y="759971"/>
                </a:cubicBezTo>
                <a:cubicBezTo>
                  <a:pt x="759652" y="462766"/>
                  <a:pt x="759652" y="462766"/>
                  <a:pt x="759652" y="462766"/>
                </a:cubicBezTo>
                <a:cubicBezTo>
                  <a:pt x="1068034" y="154255"/>
                  <a:pt x="1472483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90430CB-5603-4A45-8F4C-2566B0ADD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05701" y="2493769"/>
            <a:ext cx="1876686" cy="1877719"/>
          </a:xfrm>
          <a:custGeom>
            <a:avLst/>
            <a:gdLst>
              <a:gd name="connsiteX0" fmla="*/ 1876931 w 3753861"/>
              <a:gd name="connsiteY0" fmla="*/ 0 h 3755437"/>
              <a:gd name="connsiteX1" fmla="*/ 2994210 w 3753861"/>
              <a:gd name="connsiteY1" fmla="*/ 462766 h 3755437"/>
              <a:gd name="connsiteX2" fmla="*/ 3291290 w 3753861"/>
              <a:gd name="connsiteY2" fmla="*/ 759971 h 3755437"/>
              <a:gd name="connsiteX3" fmla="*/ 3291290 w 3753861"/>
              <a:gd name="connsiteY3" fmla="*/ 2995466 h 3755437"/>
              <a:gd name="connsiteX4" fmla="*/ 2994210 w 3753861"/>
              <a:gd name="connsiteY4" fmla="*/ 3292671 h 3755437"/>
              <a:gd name="connsiteX5" fmla="*/ 759652 w 3753861"/>
              <a:gd name="connsiteY5" fmla="*/ 3292671 h 3755437"/>
              <a:gd name="connsiteX6" fmla="*/ 462573 w 3753861"/>
              <a:gd name="connsiteY6" fmla="*/ 2995466 h 3755437"/>
              <a:gd name="connsiteX7" fmla="*/ 462573 w 3753861"/>
              <a:gd name="connsiteY7" fmla="*/ 759971 h 3755437"/>
              <a:gd name="connsiteX8" fmla="*/ 759652 w 3753861"/>
              <a:gd name="connsiteY8" fmla="*/ 462766 h 3755437"/>
              <a:gd name="connsiteX9" fmla="*/ 1876931 w 3753861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1" h="3755437">
                <a:moveTo>
                  <a:pt x="1876931" y="0"/>
                </a:moveTo>
                <a:cubicBezTo>
                  <a:pt x="2281380" y="0"/>
                  <a:pt x="2685828" y="154255"/>
                  <a:pt x="2994210" y="462766"/>
                </a:cubicBezTo>
                <a:cubicBezTo>
                  <a:pt x="3291290" y="759971"/>
                  <a:pt x="3291290" y="759971"/>
                  <a:pt x="3291290" y="759971"/>
                </a:cubicBezTo>
                <a:cubicBezTo>
                  <a:pt x="3908052" y="1376994"/>
                  <a:pt x="3908052" y="2378444"/>
                  <a:pt x="3291290" y="2995466"/>
                </a:cubicBezTo>
                <a:cubicBezTo>
                  <a:pt x="2994210" y="3292671"/>
                  <a:pt x="2994210" y="3292671"/>
                  <a:pt x="2994210" y="3292671"/>
                </a:cubicBezTo>
                <a:cubicBezTo>
                  <a:pt x="2377446" y="3909693"/>
                  <a:pt x="1376416" y="3909693"/>
                  <a:pt x="759652" y="3292671"/>
                </a:cubicBezTo>
                <a:cubicBezTo>
                  <a:pt x="462573" y="2995466"/>
                  <a:pt x="462573" y="2995466"/>
                  <a:pt x="462573" y="2995466"/>
                </a:cubicBezTo>
                <a:cubicBezTo>
                  <a:pt x="-154191" y="2378444"/>
                  <a:pt x="-154191" y="1376994"/>
                  <a:pt x="462573" y="759971"/>
                </a:cubicBezTo>
                <a:cubicBezTo>
                  <a:pt x="759652" y="462766"/>
                  <a:pt x="759652" y="462766"/>
                  <a:pt x="759652" y="462766"/>
                </a:cubicBezTo>
                <a:cubicBezTo>
                  <a:pt x="1068034" y="154255"/>
                  <a:pt x="1472483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6D2D97A9-1C9B-4398-B77F-DFCF56A992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19453" y="2493769"/>
            <a:ext cx="1876687" cy="1877719"/>
          </a:xfrm>
          <a:custGeom>
            <a:avLst/>
            <a:gdLst>
              <a:gd name="connsiteX0" fmla="*/ 1876931 w 3753862"/>
              <a:gd name="connsiteY0" fmla="*/ 0 h 3755437"/>
              <a:gd name="connsiteX1" fmla="*/ 2994209 w 3753862"/>
              <a:gd name="connsiteY1" fmla="*/ 462766 h 3755437"/>
              <a:gd name="connsiteX2" fmla="*/ 3291289 w 3753862"/>
              <a:gd name="connsiteY2" fmla="*/ 759971 h 3755437"/>
              <a:gd name="connsiteX3" fmla="*/ 3291289 w 3753862"/>
              <a:gd name="connsiteY3" fmla="*/ 2995466 h 3755437"/>
              <a:gd name="connsiteX4" fmla="*/ 2994209 w 3753862"/>
              <a:gd name="connsiteY4" fmla="*/ 3292671 h 3755437"/>
              <a:gd name="connsiteX5" fmla="*/ 759651 w 3753862"/>
              <a:gd name="connsiteY5" fmla="*/ 3292671 h 3755437"/>
              <a:gd name="connsiteX6" fmla="*/ 462571 w 3753862"/>
              <a:gd name="connsiteY6" fmla="*/ 2995466 h 3755437"/>
              <a:gd name="connsiteX7" fmla="*/ 462571 w 3753862"/>
              <a:gd name="connsiteY7" fmla="*/ 759971 h 3755437"/>
              <a:gd name="connsiteX8" fmla="*/ 759651 w 3753862"/>
              <a:gd name="connsiteY8" fmla="*/ 462766 h 3755437"/>
              <a:gd name="connsiteX9" fmla="*/ 1876931 w 3753862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2" h="3755437">
                <a:moveTo>
                  <a:pt x="1876931" y="0"/>
                </a:moveTo>
                <a:cubicBezTo>
                  <a:pt x="2281379" y="0"/>
                  <a:pt x="2685827" y="154255"/>
                  <a:pt x="2994209" y="462766"/>
                </a:cubicBezTo>
                <a:cubicBezTo>
                  <a:pt x="3291289" y="759971"/>
                  <a:pt x="3291289" y="759971"/>
                  <a:pt x="3291289" y="759971"/>
                </a:cubicBezTo>
                <a:cubicBezTo>
                  <a:pt x="3908053" y="1376994"/>
                  <a:pt x="3908053" y="2378444"/>
                  <a:pt x="3291289" y="2995466"/>
                </a:cubicBezTo>
                <a:cubicBezTo>
                  <a:pt x="2994209" y="3292671"/>
                  <a:pt x="2994209" y="3292671"/>
                  <a:pt x="2994209" y="3292671"/>
                </a:cubicBezTo>
                <a:cubicBezTo>
                  <a:pt x="2377445" y="3909693"/>
                  <a:pt x="1376415" y="3909693"/>
                  <a:pt x="759651" y="3292671"/>
                </a:cubicBezTo>
                <a:cubicBezTo>
                  <a:pt x="462571" y="2995466"/>
                  <a:pt x="462571" y="2995466"/>
                  <a:pt x="462571" y="2995466"/>
                </a:cubicBezTo>
                <a:cubicBezTo>
                  <a:pt x="-154191" y="2378444"/>
                  <a:pt x="-154191" y="1376994"/>
                  <a:pt x="462571" y="759971"/>
                </a:cubicBezTo>
                <a:cubicBezTo>
                  <a:pt x="759651" y="462766"/>
                  <a:pt x="759651" y="462766"/>
                  <a:pt x="759651" y="462766"/>
                </a:cubicBezTo>
                <a:cubicBezTo>
                  <a:pt x="1068033" y="154255"/>
                  <a:pt x="1472481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1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084324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0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82849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2B16B6E-AD49-451B-83D4-272BF0A78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3408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0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555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660E3C2-461C-4DBC-9149-27A6AA152E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1311" y="1564347"/>
            <a:ext cx="2669379" cy="3729307"/>
          </a:xfrm>
          <a:custGeom>
            <a:avLst/>
            <a:gdLst>
              <a:gd name="connsiteX0" fmla="*/ 1599758 w 5339453"/>
              <a:gd name="connsiteY0" fmla="*/ 0 h 7458613"/>
              <a:gd name="connsiteX1" fmla="*/ 3739695 w 5339453"/>
              <a:gd name="connsiteY1" fmla="*/ 2139936 h 7458613"/>
              <a:gd name="connsiteX2" fmla="*/ 5339453 w 5339453"/>
              <a:gd name="connsiteY2" fmla="*/ 3729307 h 7458613"/>
              <a:gd name="connsiteX3" fmla="*/ 3739695 w 5339453"/>
              <a:gd name="connsiteY3" fmla="*/ 5318676 h 7458613"/>
              <a:gd name="connsiteX4" fmla="*/ 1599758 w 5339453"/>
              <a:gd name="connsiteY4" fmla="*/ 7458613 h 7458613"/>
              <a:gd name="connsiteX5" fmla="*/ 0 w 5339453"/>
              <a:gd name="connsiteY5" fmla="*/ 5869243 h 7458613"/>
              <a:gd name="connsiteX6" fmla="*/ 2139937 w 5339453"/>
              <a:gd name="connsiteY6" fmla="*/ 3729307 h 7458613"/>
              <a:gd name="connsiteX7" fmla="*/ 1007640 w 5339453"/>
              <a:gd name="connsiteY7" fmla="*/ 2597010 h 7458613"/>
              <a:gd name="connsiteX8" fmla="*/ 0 w 5339453"/>
              <a:gd name="connsiteY8" fmla="*/ 1589370 h 745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9453" h="7458613">
                <a:moveTo>
                  <a:pt x="1599758" y="0"/>
                </a:moveTo>
                <a:lnTo>
                  <a:pt x="3739695" y="2139936"/>
                </a:lnTo>
                <a:lnTo>
                  <a:pt x="5339453" y="3729307"/>
                </a:lnTo>
                <a:lnTo>
                  <a:pt x="3739695" y="5318676"/>
                </a:lnTo>
                <a:lnTo>
                  <a:pt x="1599758" y="7458613"/>
                </a:lnTo>
                <a:lnTo>
                  <a:pt x="0" y="5869243"/>
                </a:lnTo>
                <a:lnTo>
                  <a:pt x="2139937" y="3729307"/>
                </a:lnTo>
                <a:lnTo>
                  <a:pt x="1007640" y="2597010"/>
                </a:lnTo>
                <a:lnTo>
                  <a:pt x="0" y="158937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43779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10332EE7-7835-487A-8D6D-E08E118CE9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533977"/>
            <a:ext cx="7940095" cy="3790048"/>
          </a:xfrm>
          <a:custGeom>
            <a:avLst/>
            <a:gdLst>
              <a:gd name="connsiteX0" fmla="*/ 0 w 11863449"/>
              <a:gd name="connsiteY0" fmla="*/ 0 h 12207817"/>
              <a:gd name="connsiteX1" fmla="*/ 11863449 w 11863449"/>
              <a:gd name="connsiteY1" fmla="*/ 0 h 12207817"/>
              <a:gd name="connsiteX2" fmla="*/ 11863449 w 11863449"/>
              <a:gd name="connsiteY2" fmla="*/ 12207817 h 12207817"/>
              <a:gd name="connsiteX3" fmla="*/ 0 w 11863449"/>
              <a:gd name="connsiteY3" fmla="*/ 12207817 h 1220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3449" h="12207817">
                <a:moveTo>
                  <a:pt x="0" y="0"/>
                </a:moveTo>
                <a:lnTo>
                  <a:pt x="11863449" y="0"/>
                </a:lnTo>
                <a:lnTo>
                  <a:pt x="11863449" y="12207817"/>
                </a:lnTo>
                <a:lnTo>
                  <a:pt x="0" y="1220781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9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0F76354-D06E-4152-AB8B-A3C3D1D84C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5465" y="427512"/>
            <a:ext cx="5930952" cy="6103909"/>
          </a:xfrm>
          <a:custGeom>
            <a:avLst/>
            <a:gdLst>
              <a:gd name="connsiteX0" fmla="*/ 0 w 11863449"/>
              <a:gd name="connsiteY0" fmla="*/ 0 h 12207817"/>
              <a:gd name="connsiteX1" fmla="*/ 11863449 w 11863449"/>
              <a:gd name="connsiteY1" fmla="*/ 0 h 12207817"/>
              <a:gd name="connsiteX2" fmla="*/ 11863449 w 11863449"/>
              <a:gd name="connsiteY2" fmla="*/ 12207817 h 12207817"/>
              <a:gd name="connsiteX3" fmla="*/ 0 w 11863449"/>
              <a:gd name="connsiteY3" fmla="*/ 12207817 h 1220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3449" h="12207817">
                <a:moveTo>
                  <a:pt x="0" y="0"/>
                </a:moveTo>
                <a:lnTo>
                  <a:pt x="11863449" y="0"/>
                </a:lnTo>
                <a:lnTo>
                  <a:pt x="11863449" y="12207817"/>
                </a:lnTo>
                <a:lnTo>
                  <a:pt x="0" y="1220781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8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366E0EA-E4A8-489F-B34D-4A3DA1089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2131" y="1764217"/>
            <a:ext cx="3327737" cy="3329567"/>
          </a:xfrm>
          <a:custGeom>
            <a:avLst/>
            <a:gdLst>
              <a:gd name="connsiteX0" fmla="*/ 4425705 w 8851410"/>
              <a:gd name="connsiteY0" fmla="*/ 0 h 8855126"/>
              <a:gd name="connsiteX1" fmla="*/ 7060189 w 8851410"/>
              <a:gd name="connsiteY1" fmla="*/ 1091180 h 8855126"/>
              <a:gd name="connsiteX2" fmla="*/ 7760688 w 8851410"/>
              <a:gd name="connsiteY2" fmla="*/ 1791973 h 8855126"/>
              <a:gd name="connsiteX3" fmla="*/ 7760688 w 8851410"/>
              <a:gd name="connsiteY3" fmla="*/ 7063153 h 8855126"/>
              <a:gd name="connsiteX4" fmla="*/ 7060189 w 8851410"/>
              <a:gd name="connsiteY4" fmla="*/ 7763946 h 8855126"/>
              <a:gd name="connsiteX5" fmla="*/ 1791221 w 8851410"/>
              <a:gd name="connsiteY5" fmla="*/ 7763946 h 8855126"/>
              <a:gd name="connsiteX6" fmla="*/ 1090722 w 8851410"/>
              <a:gd name="connsiteY6" fmla="*/ 7063153 h 8855126"/>
              <a:gd name="connsiteX7" fmla="*/ 1090722 w 8851410"/>
              <a:gd name="connsiteY7" fmla="*/ 1791973 h 8855126"/>
              <a:gd name="connsiteX8" fmla="*/ 1791221 w 8851410"/>
              <a:gd name="connsiteY8" fmla="*/ 1091180 h 8855126"/>
              <a:gd name="connsiteX9" fmla="*/ 4425705 w 8851410"/>
              <a:gd name="connsiteY9" fmla="*/ 0 h 885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51410" h="8855126">
                <a:moveTo>
                  <a:pt x="4425705" y="0"/>
                </a:moveTo>
                <a:cubicBezTo>
                  <a:pt x="5379373" y="0"/>
                  <a:pt x="6333041" y="363727"/>
                  <a:pt x="7060189" y="1091180"/>
                </a:cubicBezTo>
                <a:cubicBezTo>
                  <a:pt x="7760688" y="1791973"/>
                  <a:pt x="7760688" y="1791973"/>
                  <a:pt x="7760688" y="1791973"/>
                </a:cubicBezTo>
                <a:cubicBezTo>
                  <a:pt x="9214984" y="3246880"/>
                  <a:pt x="9214984" y="5608247"/>
                  <a:pt x="7760688" y="7063153"/>
                </a:cubicBezTo>
                <a:cubicBezTo>
                  <a:pt x="7060189" y="7763946"/>
                  <a:pt x="7060189" y="7763946"/>
                  <a:pt x="7060189" y="7763946"/>
                </a:cubicBezTo>
                <a:cubicBezTo>
                  <a:pt x="5605893" y="9218853"/>
                  <a:pt x="3245517" y="9218853"/>
                  <a:pt x="1791221" y="7763946"/>
                </a:cubicBezTo>
                <a:cubicBezTo>
                  <a:pt x="1090722" y="7063153"/>
                  <a:pt x="1090722" y="7063153"/>
                  <a:pt x="1090722" y="7063153"/>
                </a:cubicBezTo>
                <a:cubicBezTo>
                  <a:pt x="-363574" y="5608247"/>
                  <a:pt x="-363574" y="3246880"/>
                  <a:pt x="1090722" y="1791973"/>
                </a:cubicBezTo>
                <a:cubicBezTo>
                  <a:pt x="1791221" y="1091180"/>
                  <a:pt x="1791221" y="1091180"/>
                  <a:pt x="1791221" y="1091180"/>
                </a:cubicBezTo>
                <a:cubicBezTo>
                  <a:pt x="2518369" y="363727"/>
                  <a:pt x="3472037" y="0"/>
                  <a:pt x="4425705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14429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4A5C4B8-2A99-411B-991D-423AA8569A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3273" y="1646041"/>
            <a:ext cx="3565454" cy="3565918"/>
          </a:xfrm>
          <a:custGeom>
            <a:avLst/>
            <a:gdLst>
              <a:gd name="connsiteX0" fmla="*/ 0 w 7131836"/>
              <a:gd name="connsiteY0" fmla="*/ 0 h 7131836"/>
              <a:gd name="connsiteX1" fmla="*/ 7131836 w 7131836"/>
              <a:gd name="connsiteY1" fmla="*/ 0 h 7131836"/>
              <a:gd name="connsiteX2" fmla="*/ 7131836 w 7131836"/>
              <a:gd name="connsiteY2" fmla="*/ 7131836 h 7131836"/>
              <a:gd name="connsiteX3" fmla="*/ 0 w 7131836"/>
              <a:gd name="connsiteY3" fmla="*/ 7131836 h 71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1836" h="7131836">
                <a:moveTo>
                  <a:pt x="0" y="0"/>
                </a:moveTo>
                <a:lnTo>
                  <a:pt x="7131836" y="0"/>
                </a:lnTo>
                <a:lnTo>
                  <a:pt x="7131836" y="7131836"/>
                </a:lnTo>
                <a:lnTo>
                  <a:pt x="0" y="713183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3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4A5C4B8-2A99-411B-991D-423AA8569A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15860" y="1736767"/>
            <a:ext cx="3360280" cy="3384468"/>
          </a:xfrm>
          <a:custGeom>
            <a:avLst/>
            <a:gdLst>
              <a:gd name="connsiteX0" fmla="*/ 0 w 7131836"/>
              <a:gd name="connsiteY0" fmla="*/ 0 h 7131836"/>
              <a:gd name="connsiteX1" fmla="*/ 7131836 w 7131836"/>
              <a:gd name="connsiteY1" fmla="*/ 0 h 7131836"/>
              <a:gd name="connsiteX2" fmla="*/ 7131836 w 7131836"/>
              <a:gd name="connsiteY2" fmla="*/ 7131836 h 7131836"/>
              <a:gd name="connsiteX3" fmla="*/ 0 w 7131836"/>
              <a:gd name="connsiteY3" fmla="*/ 7131836 h 71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1836" h="7131836">
                <a:moveTo>
                  <a:pt x="0" y="0"/>
                </a:moveTo>
                <a:lnTo>
                  <a:pt x="7131836" y="0"/>
                </a:lnTo>
                <a:lnTo>
                  <a:pt x="7131836" y="7131836"/>
                </a:lnTo>
                <a:lnTo>
                  <a:pt x="0" y="713183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0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CF20DD-8F0C-446A-957D-3AED9A0D4F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99752" y="2003368"/>
            <a:ext cx="2983880" cy="2984269"/>
          </a:xfrm>
          <a:custGeom>
            <a:avLst/>
            <a:gdLst>
              <a:gd name="connsiteX0" fmla="*/ 0 w 5968538"/>
              <a:gd name="connsiteY0" fmla="*/ 0 h 5968538"/>
              <a:gd name="connsiteX1" fmla="*/ 5968538 w 5968538"/>
              <a:gd name="connsiteY1" fmla="*/ 0 h 5968538"/>
              <a:gd name="connsiteX2" fmla="*/ 5968538 w 5968538"/>
              <a:gd name="connsiteY2" fmla="*/ 5968538 h 5968538"/>
              <a:gd name="connsiteX3" fmla="*/ 0 w 5968538"/>
              <a:gd name="connsiteY3" fmla="*/ 5968538 h 596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8538" h="5968538">
                <a:moveTo>
                  <a:pt x="0" y="0"/>
                </a:moveTo>
                <a:lnTo>
                  <a:pt x="5968538" y="0"/>
                </a:lnTo>
                <a:lnTo>
                  <a:pt x="5968538" y="5968538"/>
                </a:lnTo>
                <a:lnTo>
                  <a:pt x="0" y="5968538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66FB4C-ADAA-4847-94E5-5DC5373A82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08367" y="2003368"/>
            <a:ext cx="2983881" cy="2984269"/>
          </a:xfrm>
          <a:custGeom>
            <a:avLst/>
            <a:gdLst>
              <a:gd name="connsiteX0" fmla="*/ 0 w 5968539"/>
              <a:gd name="connsiteY0" fmla="*/ 0 h 5968538"/>
              <a:gd name="connsiteX1" fmla="*/ 5968539 w 5968539"/>
              <a:gd name="connsiteY1" fmla="*/ 0 h 5968538"/>
              <a:gd name="connsiteX2" fmla="*/ 5968539 w 5968539"/>
              <a:gd name="connsiteY2" fmla="*/ 5968538 h 5968538"/>
              <a:gd name="connsiteX3" fmla="*/ 0 w 5968539"/>
              <a:gd name="connsiteY3" fmla="*/ 5968538 h 596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8539" h="5968538">
                <a:moveTo>
                  <a:pt x="0" y="0"/>
                </a:moveTo>
                <a:lnTo>
                  <a:pt x="5968539" y="0"/>
                </a:lnTo>
                <a:lnTo>
                  <a:pt x="5968539" y="5968538"/>
                </a:lnTo>
                <a:lnTo>
                  <a:pt x="0" y="5968538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6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67E452C-19D1-41EF-8735-23A68B1970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58790" y="2219998"/>
            <a:ext cx="2417690" cy="2418005"/>
          </a:xfrm>
          <a:custGeom>
            <a:avLst/>
            <a:gdLst>
              <a:gd name="connsiteX0" fmla="*/ 0 w 4836009"/>
              <a:gd name="connsiteY0" fmla="*/ 0 h 4836009"/>
              <a:gd name="connsiteX1" fmla="*/ 4836009 w 4836009"/>
              <a:gd name="connsiteY1" fmla="*/ 0 h 4836009"/>
              <a:gd name="connsiteX2" fmla="*/ 4836009 w 4836009"/>
              <a:gd name="connsiteY2" fmla="*/ 4836009 h 4836009"/>
              <a:gd name="connsiteX3" fmla="*/ 0 w 4836009"/>
              <a:gd name="connsiteY3" fmla="*/ 4836009 h 4836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6009" h="4836009">
                <a:moveTo>
                  <a:pt x="0" y="0"/>
                </a:moveTo>
                <a:lnTo>
                  <a:pt x="4836009" y="0"/>
                </a:lnTo>
                <a:lnTo>
                  <a:pt x="4836009" y="4836009"/>
                </a:lnTo>
                <a:lnTo>
                  <a:pt x="0" y="48360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B210D6E-64B7-45A8-B852-CD8D74D09B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33298" y="1966108"/>
            <a:ext cx="2925405" cy="2925786"/>
          </a:xfrm>
          <a:custGeom>
            <a:avLst/>
            <a:gdLst>
              <a:gd name="connsiteX0" fmla="*/ 0 w 5851571"/>
              <a:gd name="connsiteY0" fmla="*/ 0 h 5851571"/>
              <a:gd name="connsiteX1" fmla="*/ 5851571 w 5851571"/>
              <a:gd name="connsiteY1" fmla="*/ 0 h 5851571"/>
              <a:gd name="connsiteX2" fmla="*/ 5851571 w 5851571"/>
              <a:gd name="connsiteY2" fmla="*/ 5851571 h 5851571"/>
              <a:gd name="connsiteX3" fmla="*/ 0 w 5851571"/>
              <a:gd name="connsiteY3" fmla="*/ 5851571 h 585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1571" h="5851571">
                <a:moveTo>
                  <a:pt x="0" y="0"/>
                </a:moveTo>
                <a:lnTo>
                  <a:pt x="5851571" y="0"/>
                </a:lnTo>
                <a:lnTo>
                  <a:pt x="5851571" y="5851571"/>
                </a:lnTo>
                <a:lnTo>
                  <a:pt x="0" y="58515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5E52FF-08AA-4E28-A1E7-F39F627535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15520" y="2219998"/>
            <a:ext cx="2417690" cy="2418005"/>
          </a:xfrm>
          <a:custGeom>
            <a:avLst/>
            <a:gdLst>
              <a:gd name="connsiteX0" fmla="*/ 0 w 4836010"/>
              <a:gd name="connsiteY0" fmla="*/ 0 h 4836009"/>
              <a:gd name="connsiteX1" fmla="*/ 4836010 w 4836010"/>
              <a:gd name="connsiteY1" fmla="*/ 0 h 4836009"/>
              <a:gd name="connsiteX2" fmla="*/ 4836010 w 4836010"/>
              <a:gd name="connsiteY2" fmla="*/ 4836009 h 4836009"/>
              <a:gd name="connsiteX3" fmla="*/ 0 w 4836010"/>
              <a:gd name="connsiteY3" fmla="*/ 4836009 h 4836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6010" h="4836009">
                <a:moveTo>
                  <a:pt x="0" y="0"/>
                </a:moveTo>
                <a:lnTo>
                  <a:pt x="4836010" y="0"/>
                </a:lnTo>
                <a:lnTo>
                  <a:pt x="4836010" y="4836009"/>
                </a:lnTo>
                <a:lnTo>
                  <a:pt x="0" y="48360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1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A701BC0-D77B-4CAE-8580-7534058C3A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34511" y="1567338"/>
            <a:ext cx="1809479" cy="1809505"/>
          </a:xfrm>
          <a:custGeom>
            <a:avLst/>
            <a:gdLst>
              <a:gd name="connsiteX0" fmla="*/ 3619429 w 3619429"/>
              <a:gd name="connsiteY0" fmla="*/ 0 h 3619010"/>
              <a:gd name="connsiteX1" fmla="*/ 3619429 w 3619429"/>
              <a:gd name="connsiteY1" fmla="*/ 3619010 h 3619010"/>
              <a:gd name="connsiteX2" fmla="*/ 0 w 3619429"/>
              <a:gd name="connsiteY2" fmla="*/ 3619010 h 3619010"/>
              <a:gd name="connsiteX3" fmla="*/ 917060 w 3619429"/>
              <a:gd name="connsiteY3" fmla="*/ 1505980 h 3619010"/>
              <a:gd name="connsiteX4" fmla="*/ 1507235 w 3619429"/>
              <a:gd name="connsiteY4" fmla="*/ 916362 h 3619010"/>
              <a:gd name="connsiteX5" fmla="*/ 3619429 w 3619429"/>
              <a:gd name="connsiteY5" fmla="*/ 0 h 361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9010">
                <a:moveTo>
                  <a:pt x="3619429" y="0"/>
                </a:moveTo>
                <a:lnTo>
                  <a:pt x="3619429" y="3619010"/>
                </a:lnTo>
                <a:lnTo>
                  <a:pt x="0" y="3619010"/>
                </a:lnTo>
                <a:cubicBezTo>
                  <a:pt x="25520" y="2851308"/>
                  <a:pt x="331207" y="2091415"/>
                  <a:pt x="917060" y="1505980"/>
                </a:cubicBezTo>
                <a:cubicBezTo>
                  <a:pt x="1507235" y="916362"/>
                  <a:pt x="1507235" y="916362"/>
                  <a:pt x="1507235" y="916362"/>
                </a:cubicBezTo>
                <a:cubicBezTo>
                  <a:pt x="2092530" y="331486"/>
                  <a:pt x="2852145" y="25939"/>
                  <a:pt x="361942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FB6FEBA-DB51-4D69-9B4C-36616E7236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8567" y="1567269"/>
            <a:ext cx="1811710" cy="1809575"/>
          </a:xfrm>
          <a:custGeom>
            <a:avLst/>
            <a:gdLst>
              <a:gd name="connsiteX0" fmla="*/ 0 w 3623892"/>
              <a:gd name="connsiteY0" fmla="*/ 0 h 3619150"/>
              <a:gd name="connsiteX1" fmla="*/ 2116795 w 3623892"/>
              <a:gd name="connsiteY1" fmla="*/ 916502 h 3619150"/>
              <a:gd name="connsiteX2" fmla="*/ 2706832 w 3623892"/>
              <a:gd name="connsiteY2" fmla="*/ 1506120 h 3619150"/>
              <a:gd name="connsiteX3" fmla="*/ 3623892 w 3623892"/>
              <a:gd name="connsiteY3" fmla="*/ 3619150 h 3619150"/>
              <a:gd name="connsiteX4" fmla="*/ 0 w 3623892"/>
              <a:gd name="connsiteY4" fmla="*/ 3619150 h 36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9150">
                <a:moveTo>
                  <a:pt x="0" y="0"/>
                </a:moveTo>
                <a:cubicBezTo>
                  <a:pt x="768958" y="24823"/>
                  <a:pt x="1530385" y="330370"/>
                  <a:pt x="2116795" y="916502"/>
                </a:cubicBezTo>
                <a:cubicBezTo>
                  <a:pt x="2706832" y="1506120"/>
                  <a:pt x="2706832" y="1506120"/>
                  <a:pt x="2706832" y="1506120"/>
                </a:cubicBezTo>
                <a:cubicBezTo>
                  <a:pt x="3292684" y="2091554"/>
                  <a:pt x="3598371" y="2851447"/>
                  <a:pt x="3623892" y="3619150"/>
                </a:cubicBezTo>
                <a:lnTo>
                  <a:pt x="0" y="36191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99129B9-5063-4716-A8DB-2516775ED0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8567" y="3481436"/>
            <a:ext cx="1811710" cy="1809436"/>
          </a:xfrm>
          <a:custGeom>
            <a:avLst/>
            <a:gdLst>
              <a:gd name="connsiteX0" fmla="*/ 0 w 3623892"/>
              <a:gd name="connsiteY0" fmla="*/ 0 h 3618871"/>
              <a:gd name="connsiteX1" fmla="*/ 3623892 w 3623892"/>
              <a:gd name="connsiteY1" fmla="*/ 0 h 3618871"/>
              <a:gd name="connsiteX2" fmla="*/ 2706832 w 3623892"/>
              <a:gd name="connsiteY2" fmla="*/ 2112891 h 3618871"/>
              <a:gd name="connsiteX3" fmla="*/ 2116795 w 3623892"/>
              <a:gd name="connsiteY3" fmla="*/ 2702509 h 3618871"/>
              <a:gd name="connsiteX4" fmla="*/ 0 w 3623892"/>
              <a:gd name="connsiteY4" fmla="*/ 3618871 h 361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8871">
                <a:moveTo>
                  <a:pt x="0" y="0"/>
                </a:moveTo>
                <a:lnTo>
                  <a:pt x="3623892" y="0"/>
                </a:lnTo>
                <a:cubicBezTo>
                  <a:pt x="3598371" y="767563"/>
                  <a:pt x="3292684" y="1527456"/>
                  <a:pt x="2706832" y="2112891"/>
                </a:cubicBezTo>
                <a:cubicBezTo>
                  <a:pt x="2116795" y="2702509"/>
                  <a:pt x="2116795" y="2702509"/>
                  <a:pt x="2116795" y="2702509"/>
                </a:cubicBezTo>
                <a:cubicBezTo>
                  <a:pt x="1530385" y="3288640"/>
                  <a:pt x="768958" y="3594048"/>
                  <a:pt x="0" y="3618871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9E1851D-605E-4620-A08E-5EEFA04BE2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511" y="3481435"/>
            <a:ext cx="1809479" cy="1809366"/>
          </a:xfrm>
          <a:custGeom>
            <a:avLst/>
            <a:gdLst>
              <a:gd name="connsiteX0" fmla="*/ 0 w 3619429"/>
              <a:gd name="connsiteY0" fmla="*/ 0 h 3618732"/>
              <a:gd name="connsiteX1" fmla="*/ 3619429 w 3619429"/>
              <a:gd name="connsiteY1" fmla="*/ 0 h 3618732"/>
              <a:gd name="connsiteX2" fmla="*/ 3619429 w 3619429"/>
              <a:gd name="connsiteY2" fmla="*/ 3618732 h 3618732"/>
              <a:gd name="connsiteX3" fmla="*/ 1507235 w 3619429"/>
              <a:gd name="connsiteY3" fmla="*/ 2702509 h 3618732"/>
              <a:gd name="connsiteX4" fmla="*/ 917060 w 3619429"/>
              <a:gd name="connsiteY4" fmla="*/ 2112891 h 3618732"/>
              <a:gd name="connsiteX5" fmla="*/ 0 w 3619429"/>
              <a:gd name="connsiteY5" fmla="*/ 0 h 361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8732">
                <a:moveTo>
                  <a:pt x="0" y="0"/>
                </a:moveTo>
                <a:lnTo>
                  <a:pt x="3619429" y="0"/>
                </a:lnTo>
                <a:lnTo>
                  <a:pt x="3619429" y="3618732"/>
                </a:lnTo>
                <a:cubicBezTo>
                  <a:pt x="2852145" y="3592793"/>
                  <a:pt x="2092530" y="3287385"/>
                  <a:pt x="1507235" y="2702509"/>
                </a:cubicBezTo>
                <a:cubicBezTo>
                  <a:pt x="917060" y="2112891"/>
                  <a:pt x="917060" y="2112891"/>
                  <a:pt x="917060" y="2112891"/>
                </a:cubicBezTo>
                <a:cubicBezTo>
                  <a:pt x="331207" y="1527456"/>
                  <a:pt x="25520" y="767563"/>
                  <a:pt x="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7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B5593F2-E64A-40ED-944E-8AB64DD17CF1}"/>
              </a:ext>
            </a:extLst>
          </p:cNvPr>
          <p:cNvSpPr/>
          <p:nvPr userDrawn="1"/>
        </p:nvSpPr>
        <p:spPr>
          <a:xfrm rot="5400000">
            <a:off x="5850141" y="516141"/>
            <a:ext cx="491719" cy="1219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319BCE-E364-4BCD-908C-A01F28027962}"/>
              </a:ext>
            </a:extLst>
          </p:cNvPr>
          <p:cNvSpPr/>
          <p:nvPr userDrawn="1"/>
        </p:nvSpPr>
        <p:spPr>
          <a:xfrm rot="5400000">
            <a:off x="5850141" y="-5850141"/>
            <a:ext cx="491719" cy="1219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C634A3-E97D-43E8-BF4A-61945DFF0111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54402473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27561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8682058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647700"/>
            <a:ext cx="10628516" cy="6210300"/>
          </a:xfrm>
          <a:prstGeom prst="round2SameRect">
            <a:avLst>
              <a:gd name="adj1" fmla="val 241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83479513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90196510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B5C310A-868F-4549-AAED-53A84764F0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1832" y="647699"/>
            <a:ext cx="3396103" cy="5524501"/>
          </a:xfrm>
          <a:custGeom>
            <a:avLst/>
            <a:gdLst>
              <a:gd name="connsiteX0" fmla="*/ 195574 w 6793091"/>
              <a:gd name="connsiteY0" fmla="*/ 0 h 11049001"/>
              <a:gd name="connsiteX1" fmla="*/ 6793091 w 6793091"/>
              <a:gd name="connsiteY1" fmla="*/ 0 h 11049001"/>
              <a:gd name="connsiteX2" fmla="*/ 6793091 w 6793091"/>
              <a:gd name="connsiteY2" fmla="*/ 11049000 h 11049001"/>
              <a:gd name="connsiteX3" fmla="*/ 195574 w 6793091"/>
              <a:gd name="connsiteY3" fmla="*/ 11049001 h 11049001"/>
              <a:gd name="connsiteX4" fmla="*/ 0 w 6793091"/>
              <a:gd name="connsiteY4" fmla="*/ 10853427 h 11049001"/>
              <a:gd name="connsiteX5" fmla="*/ 0 w 6793091"/>
              <a:gd name="connsiteY5" fmla="*/ 195573 h 11049001"/>
              <a:gd name="connsiteX6" fmla="*/ 195574 w 6793091"/>
              <a:gd name="connsiteY6" fmla="*/ 0 h 110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3091" h="11049001">
                <a:moveTo>
                  <a:pt x="195574" y="0"/>
                </a:moveTo>
                <a:lnTo>
                  <a:pt x="6793091" y="0"/>
                </a:lnTo>
                <a:lnTo>
                  <a:pt x="6793091" y="11049000"/>
                </a:lnTo>
                <a:lnTo>
                  <a:pt x="195574" y="11049001"/>
                </a:lnTo>
                <a:cubicBezTo>
                  <a:pt x="87561" y="11049001"/>
                  <a:pt x="0" y="10961439"/>
                  <a:pt x="0" y="10853427"/>
                </a:cubicBezTo>
                <a:lnTo>
                  <a:pt x="0" y="195573"/>
                </a:lnTo>
                <a:cubicBezTo>
                  <a:pt x="0" y="87561"/>
                  <a:pt x="87561" y="0"/>
                  <a:pt x="19557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marR="0" indent="0" algn="ctr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99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32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</p:bldLst>
      </p:timing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89274D-46F1-404F-9A1F-832329A5BA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2603" y="1045578"/>
            <a:ext cx="4363397" cy="4766844"/>
          </a:xfrm>
          <a:custGeom>
            <a:avLst/>
            <a:gdLst>
              <a:gd name="connsiteX0" fmla="*/ 251277 w 8727931"/>
              <a:gd name="connsiteY0" fmla="*/ 0 h 9533687"/>
              <a:gd name="connsiteX1" fmla="*/ 8727931 w 8727931"/>
              <a:gd name="connsiteY1" fmla="*/ 0 h 9533687"/>
              <a:gd name="connsiteX2" fmla="*/ 8727931 w 8727931"/>
              <a:gd name="connsiteY2" fmla="*/ 9533687 h 9533687"/>
              <a:gd name="connsiteX3" fmla="*/ 251277 w 8727931"/>
              <a:gd name="connsiteY3" fmla="*/ 9533687 h 9533687"/>
              <a:gd name="connsiteX4" fmla="*/ 0 w 8727931"/>
              <a:gd name="connsiteY4" fmla="*/ 9282410 h 9533687"/>
              <a:gd name="connsiteX5" fmla="*/ 0 w 8727931"/>
              <a:gd name="connsiteY5" fmla="*/ 251277 h 9533687"/>
              <a:gd name="connsiteX6" fmla="*/ 251277 w 8727931"/>
              <a:gd name="connsiteY6" fmla="*/ 0 h 953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7931" h="9533687">
                <a:moveTo>
                  <a:pt x="251277" y="0"/>
                </a:moveTo>
                <a:lnTo>
                  <a:pt x="8727931" y="0"/>
                </a:lnTo>
                <a:lnTo>
                  <a:pt x="8727931" y="9533687"/>
                </a:lnTo>
                <a:lnTo>
                  <a:pt x="251277" y="9533687"/>
                </a:lnTo>
                <a:cubicBezTo>
                  <a:pt x="112501" y="9533687"/>
                  <a:pt x="0" y="9421186"/>
                  <a:pt x="0" y="9282410"/>
                </a:cubicBezTo>
                <a:lnTo>
                  <a:pt x="0" y="251277"/>
                </a:lnTo>
                <a:cubicBezTo>
                  <a:pt x="0" y="112501"/>
                  <a:pt x="112501" y="0"/>
                  <a:pt x="25127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7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12FE6D-78FE-4F42-A970-BF00C9D8BA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045578"/>
            <a:ext cx="4363397" cy="4766844"/>
          </a:xfrm>
          <a:custGeom>
            <a:avLst/>
            <a:gdLst>
              <a:gd name="connsiteX0" fmla="*/ 0 w 8727931"/>
              <a:gd name="connsiteY0" fmla="*/ 0 h 9533687"/>
              <a:gd name="connsiteX1" fmla="*/ 8476653 w 8727931"/>
              <a:gd name="connsiteY1" fmla="*/ 0 h 9533687"/>
              <a:gd name="connsiteX2" fmla="*/ 8727931 w 8727931"/>
              <a:gd name="connsiteY2" fmla="*/ 251277 h 9533687"/>
              <a:gd name="connsiteX3" fmla="*/ 8727931 w 8727931"/>
              <a:gd name="connsiteY3" fmla="*/ 9282410 h 9533687"/>
              <a:gd name="connsiteX4" fmla="*/ 8476653 w 8727931"/>
              <a:gd name="connsiteY4" fmla="*/ 9533687 h 9533687"/>
              <a:gd name="connsiteX5" fmla="*/ 0 w 8727931"/>
              <a:gd name="connsiteY5" fmla="*/ 9533687 h 953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27931" h="9533687">
                <a:moveTo>
                  <a:pt x="0" y="0"/>
                </a:moveTo>
                <a:lnTo>
                  <a:pt x="8476653" y="0"/>
                </a:lnTo>
                <a:cubicBezTo>
                  <a:pt x="8615429" y="0"/>
                  <a:pt x="8727931" y="112501"/>
                  <a:pt x="8727931" y="251277"/>
                </a:cubicBezTo>
                <a:lnTo>
                  <a:pt x="8727931" y="9282410"/>
                </a:lnTo>
                <a:cubicBezTo>
                  <a:pt x="8727931" y="9421186"/>
                  <a:pt x="8615429" y="9533687"/>
                  <a:pt x="8476653" y="9533687"/>
                </a:cubicBezTo>
                <a:lnTo>
                  <a:pt x="0" y="953368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9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03FC9EE-4B68-4F52-9EE6-F0F1AA1A4C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01841" y="1789462"/>
            <a:ext cx="1962946" cy="2832335"/>
          </a:xfrm>
          <a:custGeom>
            <a:avLst/>
            <a:gdLst>
              <a:gd name="connsiteX0" fmla="*/ 102872 w 3926403"/>
              <a:gd name="connsiteY0" fmla="*/ 0 h 5664669"/>
              <a:gd name="connsiteX1" fmla="*/ 3823531 w 3926403"/>
              <a:gd name="connsiteY1" fmla="*/ 0 h 5664669"/>
              <a:gd name="connsiteX2" fmla="*/ 3926403 w 3926403"/>
              <a:gd name="connsiteY2" fmla="*/ 102872 h 5664669"/>
              <a:gd name="connsiteX3" fmla="*/ 3926403 w 3926403"/>
              <a:gd name="connsiteY3" fmla="*/ 5561797 h 5664669"/>
              <a:gd name="connsiteX4" fmla="*/ 3823531 w 3926403"/>
              <a:gd name="connsiteY4" fmla="*/ 5664669 h 5664669"/>
              <a:gd name="connsiteX5" fmla="*/ 102872 w 3926403"/>
              <a:gd name="connsiteY5" fmla="*/ 5664669 h 5664669"/>
              <a:gd name="connsiteX6" fmla="*/ 0 w 3926403"/>
              <a:gd name="connsiteY6" fmla="*/ 5561797 h 5664669"/>
              <a:gd name="connsiteX7" fmla="*/ 0 w 3926403"/>
              <a:gd name="connsiteY7" fmla="*/ 102872 h 5664669"/>
              <a:gd name="connsiteX8" fmla="*/ 102872 w 3926403"/>
              <a:gd name="connsiteY8" fmla="*/ 0 h 5664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5664669">
                <a:moveTo>
                  <a:pt x="102872" y="0"/>
                </a:moveTo>
                <a:lnTo>
                  <a:pt x="3823531" y="0"/>
                </a:lnTo>
                <a:cubicBezTo>
                  <a:pt x="3880346" y="0"/>
                  <a:pt x="3926403" y="46057"/>
                  <a:pt x="3926403" y="102872"/>
                </a:cubicBezTo>
                <a:lnTo>
                  <a:pt x="3926403" y="5561797"/>
                </a:lnTo>
                <a:cubicBezTo>
                  <a:pt x="3926403" y="5618612"/>
                  <a:pt x="3880346" y="5664669"/>
                  <a:pt x="3823531" y="5664669"/>
                </a:cubicBezTo>
                <a:lnTo>
                  <a:pt x="102872" y="5664669"/>
                </a:lnTo>
                <a:cubicBezTo>
                  <a:pt x="46057" y="5664669"/>
                  <a:pt x="0" y="5618612"/>
                  <a:pt x="0" y="5561797"/>
                </a:cubicBezTo>
                <a:lnTo>
                  <a:pt x="0" y="102872"/>
                </a:lnTo>
                <a:cubicBezTo>
                  <a:pt x="0" y="46057"/>
                  <a:pt x="46057" y="0"/>
                  <a:pt x="1028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49D040-7743-4D16-B377-5B78AF4A7E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5957" y="300007"/>
            <a:ext cx="1962946" cy="2426865"/>
          </a:xfrm>
          <a:custGeom>
            <a:avLst/>
            <a:gdLst>
              <a:gd name="connsiteX0" fmla="*/ 102872 w 3926403"/>
              <a:gd name="connsiteY0" fmla="*/ 0 h 4853729"/>
              <a:gd name="connsiteX1" fmla="*/ 3823531 w 3926403"/>
              <a:gd name="connsiteY1" fmla="*/ 0 h 4853729"/>
              <a:gd name="connsiteX2" fmla="*/ 3926403 w 3926403"/>
              <a:gd name="connsiteY2" fmla="*/ 102872 h 4853729"/>
              <a:gd name="connsiteX3" fmla="*/ 3926403 w 3926403"/>
              <a:gd name="connsiteY3" fmla="*/ 4750857 h 4853729"/>
              <a:gd name="connsiteX4" fmla="*/ 3823531 w 3926403"/>
              <a:gd name="connsiteY4" fmla="*/ 4853729 h 4853729"/>
              <a:gd name="connsiteX5" fmla="*/ 102872 w 3926403"/>
              <a:gd name="connsiteY5" fmla="*/ 4853729 h 4853729"/>
              <a:gd name="connsiteX6" fmla="*/ 0 w 3926403"/>
              <a:gd name="connsiteY6" fmla="*/ 4750857 h 4853729"/>
              <a:gd name="connsiteX7" fmla="*/ 0 w 3926403"/>
              <a:gd name="connsiteY7" fmla="*/ 102872 h 4853729"/>
              <a:gd name="connsiteX8" fmla="*/ 102872 w 3926403"/>
              <a:gd name="connsiteY8" fmla="*/ 0 h 4853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4853729">
                <a:moveTo>
                  <a:pt x="102872" y="0"/>
                </a:moveTo>
                <a:lnTo>
                  <a:pt x="3823531" y="0"/>
                </a:lnTo>
                <a:cubicBezTo>
                  <a:pt x="3880346" y="0"/>
                  <a:pt x="3926403" y="46057"/>
                  <a:pt x="3926403" y="102872"/>
                </a:cubicBezTo>
                <a:lnTo>
                  <a:pt x="3926403" y="4750857"/>
                </a:lnTo>
                <a:cubicBezTo>
                  <a:pt x="3926403" y="4807672"/>
                  <a:pt x="3880346" y="4853729"/>
                  <a:pt x="3823531" y="4853729"/>
                </a:cubicBezTo>
                <a:lnTo>
                  <a:pt x="102872" y="4853729"/>
                </a:lnTo>
                <a:cubicBezTo>
                  <a:pt x="46057" y="4853729"/>
                  <a:pt x="0" y="4807672"/>
                  <a:pt x="0" y="4750857"/>
                </a:cubicBezTo>
                <a:lnTo>
                  <a:pt x="0" y="102872"/>
                </a:lnTo>
                <a:cubicBezTo>
                  <a:pt x="0" y="46057"/>
                  <a:pt x="46057" y="0"/>
                  <a:pt x="1028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9DC3289-DAAE-42C2-B177-1F3B4B3B04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70073" y="1312314"/>
            <a:ext cx="1962946" cy="1943046"/>
          </a:xfrm>
          <a:custGeom>
            <a:avLst/>
            <a:gdLst>
              <a:gd name="connsiteX0" fmla="*/ 101816 w 3926403"/>
              <a:gd name="connsiteY0" fmla="*/ 0 h 3886092"/>
              <a:gd name="connsiteX1" fmla="*/ 3824587 w 3926403"/>
              <a:gd name="connsiteY1" fmla="*/ 0 h 3886092"/>
              <a:gd name="connsiteX2" fmla="*/ 3926403 w 3926403"/>
              <a:gd name="connsiteY2" fmla="*/ 101816 h 3886092"/>
              <a:gd name="connsiteX3" fmla="*/ 3926403 w 3926403"/>
              <a:gd name="connsiteY3" fmla="*/ 3784276 h 3886092"/>
              <a:gd name="connsiteX4" fmla="*/ 3824587 w 3926403"/>
              <a:gd name="connsiteY4" fmla="*/ 3886092 h 3886092"/>
              <a:gd name="connsiteX5" fmla="*/ 101816 w 3926403"/>
              <a:gd name="connsiteY5" fmla="*/ 3886092 h 3886092"/>
              <a:gd name="connsiteX6" fmla="*/ 0 w 3926403"/>
              <a:gd name="connsiteY6" fmla="*/ 3784276 h 3886092"/>
              <a:gd name="connsiteX7" fmla="*/ 0 w 3926403"/>
              <a:gd name="connsiteY7" fmla="*/ 101816 h 3886092"/>
              <a:gd name="connsiteX8" fmla="*/ 101816 w 3926403"/>
              <a:gd name="connsiteY8" fmla="*/ 0 h 388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3886092">
                <a:moveTo>
                  <a:pt x="101816" y="0"/>
                </a:moveTo>
                <a:lnTo>
                  <a:pt x="3824587" y="0"/>
                </a:lnTo>
                <a:cubicBezTo>
                  <a:pt x="3880817" y="0"/>
                  <a:pt x="3926403" y="45585"/>
                  <a:pt x="3926403" y="101816"/>
                </a:cubicBezTo>
                <a:lnTo>
                  <a:pt x="3926403" y="3784276"/>
                </a:lnTo>
                <a:cubicBezTo>
                  <a:pt x="3926403" y="3840507"/>
                  <a:pt x="3880817" y="3886092"/>
                  <a:pt x="3824587" y="3886092"/>
                </a:cubicBezTo>
                <a:lnTo>
                  <a:pt x="101816" y="3886092"/>
                </a:lnTo>
                <a:cubicBezTo>
                  <a:pt x="45585" y="3886092"/>
                  <a:pt x="0" y="3840507"/>
                  <a:pt x="0" y="3784276"/>
                </a:cubicBezTo>
                <a:lnTo>
                  <a:pt x="0" y="101816"/>
                </a:lnTo>
                <a:cubicBezTo>
                  <a:pt x="0" y="45585"/>
                  <a:pt x="45585" y="0"/>
                  <a:pt x="10181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824DCF8-6488-4312-B93E-BDAE05E1B6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70073" y="4192885"/>
            <a:ext cx="1962946" cy="1362246"/>
          </a:xfrm>
          <a:custGeom>
            <a:avLst/>
            <a:gdLst>
              <a:gd name="connsiteX0" fmla="*/ 71382 w 3926403"/>
              <a:gd name="connsiteY0" fmla="*/ 0 h 2724492"/>
              <a:gd name="connsiteX1" fmla="*/ 3855021 w 3926403"/>
              <a:gd name="connsiteY1" fmla="*/ 0 h 2724492"/>
              <a:gd name="connsiteX2" fmla="*/ 3926403 w 3926403"/>
              <a:gd name="connsiteY2" fmla="*/ 71382 h 2724492"/>
              <a:gd name="connsiteX3" fmla="*/ 3926403 w 3926403"/>
              <a:gd name="connsiteY3" fmla="*/ 2653110 h 2724492"/>
              <a:gd name="connsiteX4" fmla="*/ 3855021 w 3926403"/>
              <a:gd name="connsiteY4" fmla="*/ 2724492 h 2724492"/>
              <a:gd name="connsiteX5" fmla="*/ 71382 w 3926403"/>
              <a:gd name="connsiteY5" fmla="*/ 2724492 h 2724492"/>
              <a:gd name="connsiteX6" fmla="*/ 0 w 3926403"/>
              <a:gd name="connsiteY6" fmla="*/ 2653110 h 2724492"/>
              <a:gd name="connsiteX7" fmla="*/ 0 w 3926403"/>
              <a:gd name="connsiteY7" fmla="*/ 71382 h 2724492"/>
              <a:gd name="connsiteX8" fmla="*/ 71382 w 3926403"/>
              <a:gd name="connsiteY8" fmla="*/ 0 h 27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2724492">
                <a:moveTo>
                  <a:pt x="71382" y="0"/>
                </a:moveTo>
                <a:lnTo>
                  <a:pt x="3855021" y="0"/>
                </a:lnTo>
                <a:cubicBezTo>
                  <a:pt x="3894445" y="0"/>
                  <a:pt x="3926403" y="31959"/>
                  <a:pt x="3926403" y="71382"/>
                </a:cubicBezTo>
                <a:lnTo>
                  <a:pt x="3926403" y="2653110"/>
                </a:lnTo>
                <a:cubicBezTo>
                  <a:pt x="3926403" y="2692533"/>
                  <a:pt x="3894445" y="2724492"/>
                  <a:pt x="3855021" y="2724492"/>
                </a:cubicBezTo>
                <a:lnTo>
                  <a:pt x="71382" y="2724492"/>
                </a:lnTo>
                <a:cubicBezTo>
                  <a:pt x="31959" y="2724492"/>
                  <a:pt x="0" y="2692533"/>
                  <a:pt x="0" y="2653110"/>
                </a:cubicBezTo>
                <a:lnTo>
                  <a:pt x="0" y="71382"/>
                </a:lnTo>
                <a:cubicBezTo>
                  <a:pt x="0" y="31959"/>
                  <a:pt x="31959" y="0"/>
                  <a:pt x="7138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40DCED3-97B9-4FB2-980E-F7701E1135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85957" y="3570754"/>
            <a:ext cx="1962946" cy="1635794"/>
          </a:xfrm>
          <a:custGeom>
            <a:avLst/>
            <a:gdLst>
              <a:gd name="connsiteX0" fmla="*/ 85716 w 3926403"/>
              <a:gd name="connsiteY0" fmla="*/ 0 h 3271587"/>
              <a:gd name="connsiteX1" fmla="*/ 3840687 w 3926403"/>
              <a:gd name="connsiteY1" fmla="*/ 0 h 3271587"/>
              <a:gd name="connsiteX2" fmla="*/ 3926403 w 3926403"/>
              <a:gd name="connsiteY2" fmla="*/ 85716 h 3271587"/>
              <a:gd name="connsiteX3" fmla="*/ 3926403 w 3926403"/>
              <a:gd name="connsiteY3" fmla="*/ 3185871 h 3271587"/>
              <a:gd name="connsiteX4" fmla="*/ 3840687 w 3926403"/>
              <a:gd name="connsiteY4" fmla="*/ 3271587 h 3271587"/>
              <a:gd name="connsiteX5" fmla="*/ 85716 w 3926403"/>
              <a:gd name="connsiteY5" fmla="*/ 3271587 h 3271587"/>
              <a:gd name="connsiteX6" fmla="*/ 0 w 3926403"/>
              <a:gd name="connsiteY6" fmla="*/ 3185871 h 3271587"/>
              <a:gd name="connsiteX7" fmla="*/ 0 w 3926403"/>
              <a:gd name="connsiteY7" fmla="*/ 85716 h 3271587"/>
              <a:gd name="connsiteX8" fmla="*/ 85716 w 3926403"/>
              <a:gd name="connsiteY8" fmla="*/ 0 h 3271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3271587">
                <a:moveTo>
                  <a:pt x="85716" y="0"/>
                </a:moveTo>
                <a:lnTo>
                  <a:pt x="3840687" y="0"/>
                </a:lnTo>
                <a:cubicBezTo>
                  <a:pt x="3888027" y="0"/>
                  <a:pt x="3926403" y="38376"/>
                  <a:pt x="3926403" y="85716"/>
                </a:cubicBezTo>
                <a:lnTo>
                  <a:pt x="3926403" y="3185871"/>
                </a:lnTo>
                <a:cubicBezTo>
                  <a:pt x="3926403" y="3233211"/>
                  <a:pt x="3888027" y="3271587"/>
                  <a:pt x="3840687" y="3271587"/>
                </a:cubicBezTo>
                <a:lnTo>
                  <a:pt x="85716" y="3271587"/>
                </a:lnTo>
                <a:cubicBezTo>
                  <a:pt x="38376" y="3271587"/>
                  <a:pt x="0" y="3233211"/>
                  <a:pt x="0" y="3185871"/>
                </a:cubicBezTo>
                <a:lnTo>
                  <a:pt x="0" y="85716"/>
                </a:lnTo>
                <a:cubicBezTo>
                  <a:pt x="0" y="38376"/>
                  <a:pt x="38376" y="0"/>
                  <a:pt x="8571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6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7" grpId="0" animBg="1"/>
          <p:bldP spid="18" grpId="0" animBg="1"/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7" grpId="0" animBg="1"/>
          <p:bldP spid="18" grpId="0" animBg="1"/>
          <p:bldP spid="16" grpId="0" animBg="1"/>
        </p:bldLst>
      </p:timing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DD3870-C715-4C53-9585-F741A2C71E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8264" y="240573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747441 w 3938333"/>
              <a:gd name="connsiteY1" fmla="*/ 0 h 4179264"/>
              <a:gd name="connsiteX2" fmla="*/ 3938333 w 3938333"/>
              <a:gd name="connsiteY2" fmla="*/ 190891 h 4179264"/>
              <a:gd name="connsiteX3" fmla="*/ 3938333 w 3938333"/>
              <a:gd name="connsiteY3" fmla="*/ 4179264 h 4179264"/>
              <a:gd name="connsiteX4" fmla="*/ 0 w 3938333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747441" y="0"/>
                </a:lnTo>
                <a:cubicBezTo>
                  <a:pt x="3852869" y="0"/>
                  <a:pt x="3938333" y="85465"/>
                  <a:pt x="3938333" y="190891"/>
                </a:cubicBezTo>
                <a:lnTo>
                  <a:pt x="393833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4FBAD0B-42CC-4583-8C90-F737428277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4110" y="240573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B92AA44-3056-4640-AE83-0BC4C1BCB8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7707" y="2384184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16F2E8-B18C-43CB-A260-74ED835B6F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84826" y="2384184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4179264 h 4179264"/>
              <a:gd name="connsiteX3" fmla="*/ 0 w 393833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938333" y="0"/>
                </a:lnTo>
                <a:lnTo>
                  <a:pt x="393833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A3784B9-508A-4B75-9D7E-381A78C381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4110" y="4527795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9F0F9EF-53B4-4A2C-B472-A90B22C56F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8264" y="4527795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3988373 h 4179264"/>
              <a:gd name="connsiteX3" fmla="*/ 3747441 w 3938333"/>
              <a:gd name="connsiteY3" fmla="*/ 4179264 h 4179264"/>
              <a:gd name="connsiteX4" fmla="*/ 0 w 3938333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938333" y="0"/>
                </a:lnTo>
                <a:lnTo>
                  <a:pt x="3938333" y="3988373"/>
                </a:lnTo>
                <a:cubicBezTo>
                  <a:pt x="3938333" y="4093799"/>
                  <a:pt x="3852869" y="4179264"/>
                  <a:pt x="3747441" y="4179264"/>
                </a:cubicBez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0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</p:bldLst>
      </p:timing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1939E0-D85C-4041-A6CB-C8E42A6813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87808" y="1312379"/>
            <a:ext cx="1968910" cy="2089632"/>
          </a:xfrm>
          <a:custGeom>
            <a:avLst/>
            <a:gdLst>
              <a:gd name="connsiteX0" fmla="*/ 190891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4179264 h 4179264"/>
              <a:gd name="connsiteX3" fmla="*/ 0 w 3938333"/>
              <a:gd name="connsiteY3" fmla="*/ 4179264 h 4179264"/>
              <a:gd name="connsiteX4" fmla="*/ 0 w 3938333"/>
              <a:gd name="connsiteY4" fmla="*/ 190891 h 4179264"/>
              <a:gd name="connsiteX5" fmla="*/ 190891 w 3938333"/>
              <a:gd name="connsiteY5" fmla="*/ 0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8333" h="4179264">
                <a:moveTo>
                  <a:pt x="190891" y="0"/>
                </a:moveTo>
                <a:lnTo>
                  <a:pt x="3938333" y="0"/>
                </a:lnTo>
                <a:lnTo>
                  <a:pt x="3938333" y="4179264"/>
                </a:lnTo>
                <a:lnTo>
                  <a:pt x="0" y="4179264"/>
                </a:lnTo>
                <a:lnTo>
                  <a:pt x="0" y="190891"/>
                </a:lnTo>
                <a:cubicBezTo>
                  <a:pt x="0" y="85465"/>
                  <a:pt x="85465" y="0"/>
                  <a:pt x="19089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20C1A15-ACE5-49D1-A3F6-63C8F5FF1E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0689" y="3455990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6C758D-179E-4D6D-A1BC-2C48452E9B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7092" y="1312379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98BD8D6-CA9B-4100-B7C2-C1BF996853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41246" y="3455990"/>
            <a:ext cx="1968910" cy="2089632"/>
          </a:xfrm>
          <a:custGeom>
            <a:avLst/>
            <a:gdLst>
              <a:gd name="connsiteX0" fmla="*/ 0 w 3938332"/>
              <a:gd name="connsiteY0" fmla="*/ 0 h 4179264"/>
              <a:gd name="connsiteX1" fmla="*/ 3938332 w 3938332"/>
              <a:gd name="connsiteY1" fmla="*/ 0 h 4179264"/>
              <a:gd name="connsiteX2" fmla="*/ 3938332 w 3938332"/>
              <a:gd name="connsiteY2" fmla="*/ 3988373 h 4179264"/>
              <a:gd name="connsiteX3" fmla="*/ 3747442 w 3938332"/>
              <a:gd name="connsiteY3" fmla="*/ 4179264 h 4179264"/>
              <a:gd name="connsiteX4" fmla="*/ 0 w 3938332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2" h="4179264">
                <a:moveTo>
                  <a:pt x="0" y="0"/>
                </a:moveTo>
                <a:lnTo>
                  <a:pt x="3938332" y="0"/>
                </a:lnTo>
                <a:lnTo>
                  <a:pt x="3938332" y="3988373"/>
                </a:lnTo>
                <a:cubicBezTo>
                  <a:pt x="3938332" y="4093799"/>
                  <a:pt x="3852868" y="4179264"/>
                  <a:pt x="3747442" y="4179264"/>
                </a:cubicBez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9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6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1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12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6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5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16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6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3" grpId="0" animBg="1"/>
          <p:bldP spid="14" grpId="0" animBg="1"/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3" grpId="0" animBg="1"/>
          <p:bldP spid="14" grpId="0" animBg="1"/>
          <p:bldP spid="16" grpId="0" animBg="1"/>
        </p:bldLst>
      </p:timing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45E64E0-0597-4664-9648-1BD35C5B2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2739" y="971550"/>
            <a:ext cx="2479794" cy="1210578"/>
          </a:xfrm>
          <a:custGeom>
            <a:avLst/>
            <a:gdLst>
              <a:gd name="connsiteX0" fmla="*/ 173670 w 4960234"/>
              <a:gd name="connsiteY0" fmla="*/ 0 h 2421156"/>
              <a:gd name="connsiteX1" fmla="*/ 4786564 w 4960234"/>
              <a:gd name="connsiteY1" fmla="*/ 0 h 2421156"/>
              <a:gd name="connsiteX2" fmla="*/ 4960234 w 4960234"/>
              <a:gd name="connsiteY2" fmla="*/ 173670 h 2421156"/>
              <a:gd name="connsiteX3" fmla="*/ 4960234 w 4960234"/>
              <a:gd name="connsiteY3" fmla="*/ 2247486 h 2421156"/>
              <a:gd name="connsiteX4" fmla="*/ 4786564 w 4960234"/>
              <a:gd name="connsiteY4" fmla="*/ 2421156 h 2421156"/>
              <a:gd name="connsiteX5" fmla="*/ 173670 w 4960234"/>
              <a:gd name="connsiteY5" fmla="*/ 2421156 h 2421156"/>
              <a:gd name="connsiteX6" fmla="*/ 0 w 4960234"/>
              <a:gd name="connsiteY6" fmla="*/ 2247486 h 2421156"/>
              <a:gd name="connsiteX7" fmla="*/ 0 w 4960234"/>
              <a:gd name="connsiteY7" fmla="*/ 173670 h 2421156"/>
              <a:gd name="connsiteX8" fmla="*/ 173670 w 4960234"/>
              <a:gd name="connsiteY8" fmla="*/ 0 h 242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2421156">
                <a:moveTo>
                  <a:pt x="173670" y="0"/>
                </a:moveTo>
                <a:lnTo>
                  <a:pt x="4786564" y="0"/>
                </a:lnTo>
                <a:cubicBezTo>
                  <a:pt x="4882479" y="0"/>
                  <a:pt x="4960234" y="77755"/>
                  <a:pt x="4960234" y="173670"/>
                </a:cubicBezTo>
                <a:lnTo>
                  <a:pt x="4960234" y="2247486"/>
                </a:lnTo>
                <a:cubicBezTo>
                  <a:pt x="4960234" y="2343401"/>
                  <a:pt x="4882479" y="2421156"/>
                  <a:pt x="4786564" y="2421156"/>
                </a:cubicBezTo>
                <a:lnTo>
                  <a:pt x="173670" y="2421156"/>
                </a:lnTo>
                <a:cubicBezTo>
                  <a:pt x="77755" y="2421156"/>
                  <a:pt x="0" y="2343401"/>
                  <a:pt x="0" y="2247486"/>
                </a:cubicBezTo>
                <a:lnTo>
                  <a:pt x="0" y="173670"/>
                </a:lnTo>
                <a:cubicBezTo>
                  <a:pt x="0" y="77755"/>
                  <a:pt x="77755" y="0"/>
                  <a:pt x="17367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0F6E29-965E-405A-ACD8-51499D9C54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2739" y="3081903"/>
            <a:ext cx="2479794" cy="2804548"/>
          </a:xfrm>
          <a:custGeom>
            <a:avLst/>
            <a:gdLst>
              <a:gd name="connsiteX0" fmla="*/ 190969 w 4960234"/>
              <a:gd name="connsiteY0" fmla="*/ 0 h 5609095"/>
              <a:gd name="connsiteX1" fmla="*/ 4769265 w 4960234"/>
              <a:gd name="connsiteY1" fmla="*/ 0 h 5609095"/>
              <a:gd name="connsiteX2" fmla="*/ 4960234 w 4960234"/>
              <a:gd name="connsiteY2" fmla="*/ 190969 h 5609095"/>
              <a:gd name="connsiteX3" fmla="*/ 4960234 w 4960234"/>
              <a:gd name="connsiteY3" fmla="*/ 5418126 h 5609095"/>
              <a:gd name="connsiteX4" fmla="*/ 4769265 w 4960234"/>
              <a:gd name="connsiteY4" fmla="*/ 5609095 h 5609095"/>
              <a:gd name="connsiteX5" fmla="*/ 190969 w 4960234"/>
              <a:gd name="connsiteY5" fmla="*/ 5609095 h 5609095"/>
              <a:gd name="connsiteX6" fmla="*/ 0 w 4960234"/>
              <a:gd name="connsiteY6" fmla="*/ 5418126 h 5609095"/>
              <a:gd name="connsiteX7" fmla="*/ 0 w 4960234"/>
              <a:gd name="connsiteY7" fmla="*/ 190969 h 5609095"/>
              <a:gd name="connsiteX8" fmla="*/ 190969 w 4960234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5609095">
                <a:moveTo>
                  <a:pt x="190969" y="0"/>
                </a:moveTo>
                <a:lnTo>
                  <a:pt x="4769265" y="0"/>
                </a:lnTo>
                <a:cubicBezTo>
                  <a:pt x="4874734" y="0"/>
                  <a:pt x="4960234" y="85500"/>
                  <a:pt x="4960234" y="190969"/>
                </a:cubicBezTo>
                <a:lnTo>
                  <a:pt x="4960234" y="5418126"/>
                </a:lnTo>
                <a:cubicBezTo>
                  <a:pt x="4960234" y="5523595"/>
                  <a:pt x="4874734" y="5609095"/>
                  <a:pt x="4769265" y="5609095"/>
                </a:cubicBezTo>
                <a:lnTo>
                  <a:pt x="190969" y="5609095"/>
                </a:lnTo>
                <a:cubicBezTo>
                  <a:pt x="85500" y="5609095"/>
                  <a:pt x="0" y="5523595"/>
                  <a:pt x="0" y="5418126"/>
                </a:cubicBezTo>
                <a:lnTo>
                  <a:pt x="0" y="190969"/>
                </a:lnTo>
                <a:cubicBezTo>
                  <a:pt x="0" y="85500"/>
                  <a:pt x="85500" y="0"/>
                  <a:pt x="19096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A7F1DC-1970-4B9F-9275-55D80C602D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6506" y="971550"/>
            <a:ext cx="2489391" cy="2804548"/>
          </a:xfrm>
          <a:custGeom>
            <a:avLst/>
            <a:gdLst>
              <a:gd name="connsiteX0" fmla="*/ 135341 w 4979431"/>
              <a:gd name="connsiteY0" fmla="*/ 0 h 5609095"/>
              <a:gd name="connsiteX1" fmla="*/ 4844090 w 4979431"/>
              <a:gd name="connsiteY1" fmla="*/ 0 h 5609095"/>
              <a:gd name="connsiteX2" fmla="*/ 4979431 w 4979431"/>
              <a:gd name="connsiteY2" fmla="*/ 135341 h 5609095"/>
              <a:gd name="connsiteX3" fmla="*/ 4979431 w 4979431"/>
              <a:gd name="connsiteY3" fmla="*/ 5473754 h 5609095"/>
              <a:gd name="connsiteX4" fmla="*/ 4844090 w 4979431"/>
              <a:gd name="connsiteY4" fmla="*/ 5609095 h 5609095"/>
              <a:gd name="connsiteX5" fmla="*/ 135341 w 4979431"/>
              <a:gd name="connsiteY5" fmla="*/ 5609095 h 5609095"/>
              <a:gd name="connsiteX6" fmla="*/ 0 w 4979431"/>
              <a:gd name="connsiteY6" fmla="*/ 5473754 h 5609095"/>
              <a:gd name="connsiteX7" fmla="*/ 0 w 4979431"/>
              <a:gd name="connsiteY7" fmla="*/ 135341 h 5609095"/>
              <a:gd name="connsiteX8" fmla="*/ 135341 w 4979431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79431" h="5609095">
                <a:moveTo>
                  <a:pt x="135341" y="0"/>
                </a:moveTo>
                <a:lnTo>
                  <a:pt x="4844090" y="0"/>
                </a:lnTo>
                <a:cubicBezTo>
                  <a:pt x="4918837" y="0"/>
                  <a:pt x="4979431" y="60594"/>
                  <a:pt x="4979431" y="135341"/>
                </a:cubicBezTo>
                <a:lnTo>
                  <a:pt x="4979431" y="5473754"/>
                </a:lnTo>
                <a:cubicBezTo>
                  <a:pt x="4979431" y="5548501"/>
                  <a:pt x="4918837" y="5609095"/>
                  <a:pt x="4844090" y="5609095"/>
                </a:cubicBezTo>
                <a:lnTo>
                  <a:pt x="135341" y="5609095"/>
                </a:lnTo>
                <a:cubicBezTo>
                  <a:pt x="60594" y="5609095"/>
                  <a:pt x="0" y="5548501"/>
                  <a:pt x="0" y="5473754"/>
                </a:cubicBezTo>
                <a:lnTo>
                  <a:pt x="0" y="135341"/>
                </a:lnTo>
                <a:cubicBezTo>
                  <a:pt x="0" y="60594"/>
                  <a:pt x="60594" y="0"/>
                  <a:pt x="1353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191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F0C0D1-6B4D-42D5-8D91-8BD223553E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41932" y="1146149"/>
            <a:ext cx="2479794" cy="1707176"/>
          </a:xfrm>
          <a:custGeom>
            <a:avLst/>
            <a:gdLst>
              <a:gd name="connsiteX0" fmla="*/ 92802 w 4960234"/>
              <a:gd name="connsiteY0" fmla="*/ 0 h 3414351"/>
              <a:gd name="connsiteX1" fmla="*/ 4867432 w 4960234"/>
              <a:gd name="connsiteY1" fmla="*/ 0 h 3414351"/>
              <a:gd name="connsiteX2" fmla="*/ 4960234 w 4960234"/>
              <a:gd name="connsiteY2" fmla="*/ 92802 h 3414351"/>
              <a:gd name="connsiteX3" fmla="*/ 4960234 w 4960234"/>
              <a:gd name="connsiteY3" fmla="*/ 3321549 h 3414351"/>
              <a:gd name="connsiteX4" fmla="*/ 4867432 w 4960234"/>
              <a:gd name="connsiteY4" fmla="*/ 3414351 h 3414351"/>
              <a:gd name="connsiteX5" fmla="*/ 92802 w 4960234"/>
              <a:gd name="connsiteY5" fmla="*/ 3414351 h 3414351"/>
              <a:gd name="connsiteX6" fmla="*/ 0 w 4960234"/>
              <a:gd name="connsiteY6" fmla="*/ 3321549 h 3414351"/>
              <a:gd name="connsiteX7" fmla="*/ 0 w 4960234"/>
              <a:gd name="connsiteY7" fmla="*/ 92802 h 3414351"/>
              <a:gd name="connsiteX8" fmla="*/ 92802 w 4960234"/>
              <a:gd name="connsiteY8" fmla="*/ 0 h 341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3414351">
                <a:moveTo>
                  <a:pt x="92802" y="0"/>
                </a:moveTo>
                <a:lnTo>
                  <a:pt x="4867432" y="0"/>
                </a:lnTo>
                <a:cubicBezTo>
                  <a:pt x="4918685" y="0"/>
                  <a:pt x="4960234" y="41549"/>
                  <a:pt x="4960234" y="92802"/>
                </a:cubicBezTo>
                <a:lnTo>
                  <a:pt x="4960234" y="3321549"/>
                </a:lnTo>
                <a:cubicBezTo>
                  <a:pt x="4960234" y="3372802"/>
                  <a:pt x="4918685" y="3414351"/>
                  <a:pt x="4867432" y="3414351"/>
                </a:cubicBezTo>
                <a:lnTo>
                  <a:pt x="92802" y="3414351"/>
                </a:lnTo>
                <a:cubicBezTo>
                  <a:pt x="41549" y="3414351"/>
                  <a:pt x="0" y="3372802"/>
                  <a:pt x="0" y="3321549"/>
                </a:cubicBezTo>
                <a:lnTo>
                  <a:pt x="0" y="92802"/>
                </a:lnTo>
                <a:cubicBezTo>
                  <a:pt x="0" y="41549"/>
                  <a:pt x="41549" y="0"/>
                  <a:pt x="9280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6F46C20-1F68-403F-AC9A-90B3E0EBA5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6623" y="2907304"/>
            <a:ext cx="1996953" cy="2804548"/>
          </a:xfrm>
          <a:custGeom>
            <a:avLst/>
            <a:gdLst>
              <a:gd name="connsiteX0" fmla="*/ 108568 w 3994426"/>
              <a:gd name="connsiteY0" fmla="*/ 0 h 5609095"/>
              <a:gd name="connsiteX1" fmla="*/ 3885858 w 3994426"/>
              <a:gd name="connsiteY1" fmla="*/ 0 h 5609095"/>
              <a:gd name="connsiteX2" fmla="*/ 3994426 w 3994426"/>
              <a:gd name="connsiteY2" fmla="*/ 108568 h 5609095"/>
              <a:gd name="connsiteX3" fmla="*/ 3994426 w 3994426"/>
              <a:gd name="connsiteY3" fmla="*/ 5500527 h 5609095"/>
              <a:gd name="connsiteX4" fmla="*/ 3885858 w 3994426"/>
              <a:gd name="connsiteY4" fmla="*/ 5609095 h 5609095"/>
              <a:gd name="connsiteX5" fmla="*/ 108568 w 3994426"/>
              <a:gd name="connsiteY5" fmla="*/ 5609095 h 5609095"/>
              <a:gd name="connsiteX6" fmla="*/ 0 w 3994426"/>
              <a:gd name="connsiteY6" fmla="*/ 5500527 h 5609095"/>
              <a:gd name="connsiteX7" fmla="*/ 0 w 3994426"/>
              <a:gd name="connsiteY7" fmla="*/ 108568 h 5609095"/>
              <a:gd name="connsiteX8" fmla="*/ 108568 w 3994426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4426" h="5609095">
                <a:moveTo>
                  <a:pt x="108568" y="0"/>
                </a:moveTo>
                <a:lnTo>
                  <a:pt x="3885858" y="0"/>
                </a:lnTo>
                <a:cubicBezTo>
                  <a:pt x="3945818" y="0"/>
                  <a:pt x="3994426" y="48608"/>
                  <a:pt x="3994426" y="108568"/>
                </a:cubicBezTo>
                <a:lnTo>
                  <a:pt x="3994426" y="5500527"/>
                </a:lnTo>
                <a:cubicBezTo>
                  <a:pt x="3994426" y="5560487"/>
                  <a:pt x="3945818" y="5609095"/>
                  <a:pt x="3885858" y="5609095"/>
                </a:cubicBezTo>
                <a:lnTo>
                  <a:pt x="108568" y="5609095"/>
                </a:lnTo>
                <a:cubicBezTo>
                  <a:pt x="48608" y="5609095"/>
                  <a:pt x="0" y="5560487"/>
                  <a:pt x="0" y="5500527"/>
                </a:cubicBezTo>
                <a:lnTo>
                  <a:pt x="0" y="108568"/>
                </a:lnTo>
                <a:cubicBezTo>
                  <a:pt x="0" y="48608"/>
                  <a:pt x="48608" y="0"/>
                  <a:pt x="1085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reflection blurRad="241300" stA="45000" endPos="65000" dist="50800" dir="5400000" sy="-100000" algn="bl" rotWithShape="0"/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AAD9279-7C04-442F-8D30-E26DF7D4A9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77548" y="2907304"/>
            <a:ext cx="1872519" cy="2804548"/>
          </a:xfrm>
          <a:custGeom>
            <a:avLst/>
            <a:gdLst>
              <a:gd name="connsiteX0" fmla="*/ 101804 w 3745526"/>
              <a:gd name="connsiteY0" fmla="*/ 0 h 5609095"/>
              <a:gd name="connsiteX1" fmla="*/ 3643724 w 3745526"/>
              <a:gd name="connsiteY1" fmla="*/ 0 h 5609095"/>
              <a:gd name="connsiteX2" fmla="*/ 3745526 w 3745526"/>
              <a:gd name="connsiteY2" fmla="*/ 101803 h 5609095"/>
              <a:gd name="connsiteX3" fmla="*/ 3745526 w 3745526"/>
              <a:gd name="connsiteY3" fmla="*/ 5507292 h 5609095"/>
              <a:gd name="connsiteX4" fmla="*/ 3643724 w 3745526"/>
              <a:gd name="connsiteY4" fmla="*/ 5609095 h 5609095"/>
              <a:gd name="connsiteX5" fmla="*/ 101804 w 3745526"/>
              <a:gd name="connsiteY5" fmla="*/ 5609095 h 5609095"/>
              <a:gd name="connsiteX6" fmla="*/ 0 w 3745526"/>
              <a:gd name="connsiteY6" fmla="*/ 5507292 h 5609095"/>
              <a:gd name="connsiteX7" fmla="*/ 0 w 3745526"/>
              <a:gd name="connsiteY7" fmla="*/ 101803 h 5609095"/>
              <a:gd name="connsiteX8" fmla="*/ 101804 w 3745526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45526" h="5609095">
                <a:moveTo>
                  <a:pt x="101804" y="0"/>
                </a:moveTo>
                <a:lnTo>
                  <a:pt x="3643724" y="0"/>
                </a:lnTo>
                <a:cubicBezTo>
                  <a:pt x="3699948" y="0"/>
                  <a:pt x="3745526" y="45579"/>
                  <a:pt x="3745526" y="101803"/>
                </a:cubicBezTo>
                <a:lnTo>
                  <a:pt x="3745526" y="5507292"/>
                </a:lnTo>
                <a:cubicBezTo>
                  <a:pt x="3745526" y="5563516"/>
                  <a:pt x="3699948" y="5609095"/>
                  <a:pt x="3643724" y="5609095"/>
                </a:cubicBezTo>
                <a:lnTo>
                  <a:pt x="101804" y="5609095"/>
                </a:lnTo>
                <a:cubicBezTo>
                  <a:pt x="45580" y="5609095"/>
                  <a:pt x="0" y="5563516"/>
                  <a:pt x="0" y="5507292"/>
                </a:cubicBezTo>
                <a:lnTo>
                  <a:pt x="0" y="101803"/>
                </a:lnTo>
                <a:cubicBezTo>
                  <a:pt x="0" y="45579"/>
                  <a:pt x="45580" y="0"/>
                  <a:pt x="10180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reflection blurRad="241300" stA="45000" endPos="65000" dist="50800" dir="5400000" sy="-100000" algn="bl" rotWithShape="0"/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64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E461B1-A8FB-486F-AEB2-28BCCDA011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-1"/>
            <a:ext cx="10628516" cy="3429000"/>
          </a:xfrm>
          <a:custGeom>
            <a:avLst/>
            <a:gdLst>
              <a:gd name="connsiteX0" fmla="*/ 0 w 21259800"/>
              <a:gd name="connsiteY0" fmla="*/ 0 h 6858000"/>
              <a:gd name="connsiteX1" fmla="*/ 21259800 w 21259800"/>
              <a:gd name="connsiteY1" fmla="*/ 0 h 6858000"/>
              <a:gd name="connsiteX2" fmla="*/ 21259800 w 21259800"/>
              <a:gd name="connsiteY2" fmla="*/ 6858000 h 6858000"/>
              <a:gd name="connsiteX3" fmla="*/ 0 w 21259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9800" h="6858000">
                <a:moveTo>
                  <a:pt x="0" y="0"/>
                </a:moveTo>
                <a:lnTo>
                  <a:pt x="21259800" y="0"/>
                </a:lnTo>
                <a:lnTo>
                  <a:pt x="212598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246444-38D4-4861-9E94-2214F5B43D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03042" y="3428999"/>
            <a:ext cx="1889681" cy="2743201"/>
          </a:xfrm>
          <a:custGeom>
            <a:avLst/>
            <a:gdLst>
              <a:gd name="connsiteX0" fmla="*/ 0 w 3779854"/>
              <a:gd name="connsiteY0" fmla="*/ 0 h 5486401"/>
              <a:gd name="connsiteX1" fmla="*/ 3779854 w 3779854"/>
              <a:gd name="connsiteY1" fmla="*/ 0 h 5486401"/>
              <a:gd name="connsiteX2" fmla="*/ 3779854 w 3779854"/>
              <a:gd name="connsiteY2" fmla="*/ 5486401 h 5486401"/>
              <a:gd name="connsiteX3" fmla="*/ 475732 w 3779854"/>
              <a:gd name="connsiteY3" fmla="*/ 5486401 h 5486401"/>
              <a:gd name="connsiteX4" fmla="*/ 0 w 3779854"/>
              <a:gd name="connsiteY4" fmla="*/ 5010669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9854" h="5486401">
                <a:moveTo>
                  <a:pt x="0" y="0"/>
                </a:moveTo>
                <a:lnTo>
                  <a:pt x="3779854" y="0"/>
                </a:lnTo>
                <a:lnTo>
                  <a:pt x="3779854" y="5486401"/>
                </a:lnTo>
                <a:lnTo>
                  <a:pt x="475732" y="5486401"/>
                </a:lnTo>
                <a:cubicBezTo>
                  <a:pt x="212992" y="5486401"/>
                  <a:pt x="0" y="5273409"/>
                  <a:pt x="0" y="5010669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46DAFC8-F3E7-48B9-923A-FD1F401E6F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2723" y="3428998"/>
            <a:ext cx="1903277" cy="2743202"/>
          </a:xfrm>
          <a:custGeom>
            <a:avLst/>
            <a:gdLst>
              <a:gd name="connsiteX0" fmla="*/ 0 w 3807049"/>
              <a:gd name="connsiteY0" fmla="*/ 0 h 5486403"/>
              <a:gd name="connsiteX1" fmla="*/ 3807049 w 3807049"/>
              <a:gd name="connsiteY1" fmla="*/ 0 h 5486403"/>
              <a:gd name="connsiteX2" fmla="*/ 3807049 w 3807049"/>
              <a:gd name="connsiteY2" fmla="*/ 5486403 h 5486403"/>
              <a:gd name="connsiteX3" fmla="*/ 0 w 3807049"/>
              <a:gd name="connsiteY3" fmla="*/ 5486403 h 5486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049" h="5486403">
                <a:moveTo>
                  <a:pt x="0" y="0"/>
                </a:moveTo>
                <a:lnTo>
                  <a:pt x="3807049" y="0"/>
                </a:lnTo>
                <a:lnTo>
                  <a:pt x="3807049" y="5486403"/>
                </a:lnTo>
                <a:lnTo>
                  <a:pt x="0" y="54864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BD2714F-1785-4F7D-B146-CB418D7FC4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8997"/>
            <a:ext cx="3792958" cy="2743201"/>
          </a:xfrm>
          <a:custGeom>
            <a:avLst/>
            <a:gdLst>
              <a:gd name="connsiteX0" fmla="*/ 0 w 7586904"/>
              <a:gd name="connsiteY0" fmla="*/ 0 h 5486401"/>
              <a:gd name="connsiteX1" fmla="*/ 7586904 w 7586904"/>
              <a:gd name="connsiteY1" fmla="*/ 0 h 5486401"/>
              <a:gd name="connsiteX2" fmla="*/ 7586904 w 7586904"/>
              <a:gd name="connsiteY2" fmla="*/ 4795883 h 5486401"/>
              <a:gd name="connsiteX3" fmla="*/ 6896384 w 7586904"/>
              <a:gd name="connsiteY3" fmla="*/ 5486401 h 5486401"/>
              <a:gd name="connsiteX4" fmla="*/ 0 w 7586904"/>
              <a:gd name="connsiteY4" fmla="*/ 548640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6904" h="5486401">
                <a:moveTo>
                  <a:pt x="0" y="0"/>
                </a:moveTo>
                <a:lnTo>
                  <a:pt x="7586904" y="0"/>
                </a:lnTo>
                <a:lnTo>
                  <a:pt x="7586904" y="4795883"/>
                </a:lnTo>
                <a:cubicBezTo>
                  <a:pt x="7586904" y="5177246"/>
                  <a:pt x="7277748" y="5486401"/>
                  <a:pt x="6896384" y="5486401"/>
                </a:cubicBezTo>
                <a:lnTo>
                  <a:pt x="0" y="54864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</p:bldLst>
  </p:timing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82B0E3D-837A-411E-ABDD-AB99B72FC554}"/>
              </a:ext>
            </a:extLst>
          </p:cNvPr>
          <p:cNvSpPr/>
          <p:nvPr/>
        </p:nvSpPr>
        <p:spPr>
          <a:xfrm rot="10800000">
            <a:off x="781742" y="0"/>
            <a:ext cx="10628516" cy="6172200"/>
          </a:xfrm>
          <a:prstGeom prst="round2SameRect">
            <a:avLst>
              <a:gd name="adj1" fmla="val 241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376049847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10C5212-174D-4440-9F25-1BA51A40D6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65170" y="885741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EB6247F-1EBF-4AB3-834F-BDBD5C591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5170" y="2177725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D43D92-99D1-40E3-BF57-798A5E0F03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65170" y="3469709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64CF7A3-BE12-472A-AF27-CF27257CDB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65170" y="4761693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0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7950C93-CBCD-40C9-9F9E-4B5673CC7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61516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0594C5E-0C9A-45A6-9F61-CACF42FC18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2424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D302998-AECE-4217-8C7F-562D445DCB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3334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84ADD14-A3D7-4F67-A4EB-9B2FE588C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61516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41521E-C06E-4D0E-A3A6-45A879C7DB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02424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D675A9D-DF1E-4EF0-900D-AD3085ECFC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43334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3268EE-6C21-4469-92FC-AB5A5F1BFC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61516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EF1324C-2C93-4135-83A3-1B6933A0E92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02424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172CA72-A160-4F89-B462-9B005CF14B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43334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3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C964FCC-9482-4CD6-9BC7-9F91C695B6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829672"/>
            <a:ext cx="2789129" cy="1675655"/>
          </a:xfrm>
          <a:custGeom>
            <a:avLst/>
            <a:gdLst>
              <a:gd name="connsiteX0" fmla="*/ 0 w 5578984"/>
              <a:gd name="connsiteY0" fmla="*/ 0 h 3351309"/>
              <a:gd name="connsiteX1" fmla="*/ 5578984 w 5578984"/>
              <a:gd name="connsiteY1" fmla="*/ 0 h 3351309"/>
              <a:gd name="connsiteX2" fmla="*/ 5578984 w 5578984"/>
              <a:gd name="connsiteY2" fmla="*/ 3351309 h 3351309"/>
              <a:gd name="connsiteX3" fmla="*/ 0 w 5578984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984" h="3351309">
                <a:moveTo>
                  <a:pt x="0" y="0"/>
                </a:moveTo>
                <a:lnTo>
                  <a:pt x="5578984" y="0"/>
                </a:lnTo>
                <a:lnTo>
                  <a:pt x="5578984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BBC5325-AF23-4B38-A560-00A7930EDB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707" y="829672"/>
            <a:ext cx="2439293" cy="1675655"/>
          </a:xfrm>
          <a:custGeom>
            <a:avLst/>
            <a:gdLst>
              <a:gd name="connsiteX0" fmla="*/ 0 w 4879221"/>
              <a:gd name="connsiteY0" fmla="*/ 0 h 3351309"/>
              <a:gd name="connsiteX1" fmla="*/ 4879221 w 4879221"/>
              <a:gd name="connsiteY1" fmla="*/ 0 h 3351309"/>
              <a:gd name="connsiteX2" fmla="*/ 4879221 w 4879221"/>
              <a:gd name="connsiteY2" fmla="*/ 3351309 h 3351309"/>
              <a:gd name="connsiteX3" fmla="*/ 0 w 4879221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9221" h="3351309">
                <a:moveTo>
                  <a:pt x="0" y="0"/>
                </a:moveTo>
                <a:lnTo>
                  <a:pt x="4879221" y="0"/>
                </a:lnTo>
                <a:lnTo>
                  <a:pt x="4879221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358AC-17FC-4CBD-B3CD-A852A5E274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1742" y="2591173"/>
            <a:ext cx="1716973" cy="1675655"/>
          </a:xfrm>
          <a:custGeom>
            <a:avLst/>
            <a:gdLst>
              <a:gd name="connsiteX0" fmla="*/ 0 w 3434394"/>
              <a:gd name="connsiteY0" fmla="*/ 0 h 3351309"/>
              <a:gd name="connsiteX1" fmla="*/ 3434394 w 3434394"/>
              <a:gd name="connsiteY1" fmla="*/ 0 h 3351309"/>
              <a:gd name="connsiteX2" fmla="*/ 3434394 w 3434394"/>
              <a:gd name="connsiteY2" fmla="*/ 3351309 h 3351309"/>
              <a:gd name="connsiteX3" fmla="*/ 0 w 3434394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394" h="3351309">
                <a:moveTo>
                  <a:pt x="0" y="0"/>
                </a:moveTo>
                <a:lnTo>
                  <a:pt x="3434394" y="0"/>
                </a:lnTo>
                <a:lnTo>
                  <a:pt x="3434394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BBF81E2-3DF4-4B6A-9014-5C226F2AD0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84552" y="2591173"/>
            <a:ext cx="4626192" cy="1675655"/>
          </a:xfrm>
          <a:custGeom>
            <a:avLst/>
            <a:gdLst>
              <a:gd name="connsiteX0" fmla="*/ 0 w 9253589"/>
              <a:gd name="connsiteY0" fmla="*/ 0 h 3351309"/>
              <a:gd name="connsiteX1" fmla="*/ 9253589 w 9253589"/>
              <a:gd name="connsiteY1" fmla="*/ 0 h 3351309"/>
              <a:gd name="connsiteX2" fmla="*/ 9253589 w 9253589"/>
              <a:gd name="connsiteY2" fmla="*/ 3351309 h 3351309"/>
              <a:gd name="connsiteX3" fmla="*/ 0 w 9253589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3589" h="3351309">
                <a:moveTo>
                  <a:pt x="0" y="0"/>
                </a:moveTo>
                <a:lnTo>
                  <a:pt x="9253589" y="0"/>
                </a:lnTo>
                <a:lnTo>
                  <a:pt x="9253589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241E551-A7EA-48E4-907C-5968FE7D03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3" y="4352675"/>
            <a:ext cx="3203142" cy="1675655"/>
          </a:xfrm>
          <a:custGeom>
            <a:avLst/>
            <a:gdLst>
              <a:gd name="connsiteX0" fmla="*/ 0 w 6407119"/>
              <a:gd name="connsiteY0" fmla="*/ 0 h 3351309"/>
              <a:gd name="connsiteX1" fmla="*/ 6407119 w 6407119"/>
              <a:gd name="connsiteY1" fmla="*/ 0 h 3351309"/>
              <a:gd name="connsiteX2" fmla="*/ 6407119 w 6407119"/>
              <a:gd name="connsiteY2" fmla="*/ 3351309 h 3351309"/>
              <a:gd name="connsiteX3" fmla="*/ 0 w 6407119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7119" h="3351309">
                <a:moveTo>
                  <a:pt x="0" y="0"/>
                </a:moveTo>
                <a:lnTo>
                  <a:pt x="6407119" y="0"/>
                </a:lnTo>
                <a:lnTo>
                  <a:pt x="6407119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8C7694D-D583-4662-A6EE-9C378074EC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70720" y="4352675"/>
            <a:ext cx="2795012" cy="1675655"/>
          </a:xfrm>
          <a:custGeom>
            <a:avLst/>
            <a:gdLst>
              <a:gd name="connsiteX0" fmla="*/ 0 w 5590752"/>
              <a:gd name="connsiteY0" fmla="*/ 0 h 3351309"/>
              <a:gd name="connsiteX1" fmla="*/ 5590752 w 5590752"/>
              <a:gd name="connsiteY1" fmla="*/ 0 h 3351309"/>
              <a:gd name="connsiteX2" fmla="*/ 5590752 w 5590752"/>
              <a:gd name="connsiteY2" fmla="*/ 3351309 h 3351309"/>
              <a:gd name="connsiteX3" fmla="*/ 0 w 5590752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0752" h="3351309">
                <a:moveTo>
                  <a:pt x="0" y="0"/>
                </a:moveTo>
                <a:lnTo>
                  <a:pt x="5590752" y="0"/>
                </a:lnTo>
                <a:lnTo>
                  <a:pt x="5590752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8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AB130C-3DB9-4FBF-8630-48711C92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00374" y="866361"/>
            <a:ext cx="10197564" cy="5087178"/>
          </a:xfrm>
          <a:custGeom>
            <a:avLst/>
            <a:gdLst>
              <a:gd name="connsiteX0" fmla="*/ 0 w 20397784"/>
              <a:gd name="connsiteY0" fmla="*/ 0 h 10174356"/>
              <a:gd name="connsiteX1" fmla="*/ 20397784 w 20397784"/>
              <a:gd name="connsiteY1" fmla="*/ 0 h 10174356"/>
              <a:gd name="connsiteX2" fmla="*/ 20397784 w 20397784"/>
              <a:gd name="connsiteY2" fmla="*/ 10174356 h 10174356"/>
              <a:gd name="connsiteX3" fmla="*/ 0 w 20397784"/>
              <a:gd name="connsiteY3" fmla="*/ 10174356 h 10174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97784" h="10174356">
                <a:moveTo>
                  <a:pt x="0" y="0"/>
                </a:moveTo>
                <a:lnTo>
                  <a:pt x="20397784" y="0"/>
                </a:lnTo>
                <a:lnTo>
                  <a:pt x="20397784" y="10174356"/>
                </a:lnTo>
                <a:lnTo>
                  <a:pt x="0" y="1017435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99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BBDB4A-483C-4989-9ED8-EA5117AB5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78859" y="1106225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AAC7545-D14D-484F-9522-255A26B40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8196" y="1106225"/>
            <a:ext cx="4644945" cy="4645550"/>
          </a:xfrm>
          <a:custGeom>
            <a:avLst/>
            <a:gdLst>
              <a:gd name="connsiteX0" fmla="*/ 0 w 9291099"/>
              <a:gd name="connsiteY0" fmla="*/ 0 h 9291100"/>
              <a:gd name="connsiteX1" fmla="*/ 9291099 w 9291099"/>
              <a:gd name="connsiteY1" fmla="*/ 0 h 9291100"/>
              <a:gd name="connsiteX2" fmla="*/ 9291099 w 9291099"/>
              <a:gd name="connsiteY2" fmla="*/ 9291100 h 9291100"/>
              <a:gd name="connsiteX3" fmla="*/ 0 w 9291099"/>
              <a:gd name="connsiteY3" fmla="*/ 9291100 h 929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91099" h="9291100">
                <a:moveTo>
                  <a:pt x="0" y="0"/>
                </a:moveTo>
                <a:lnTo>
                  <a:pt x="9291099" y="0"/>
                </a:lnTo>
                <a:lnTo>
                  <a:pt x="9291099" y="9291100"/>
                </a:lnTo>
                <a:lnTo>
                  <a:pt x="0" y="92911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494124D-FD87-4119-B1B9-8E7EFC900F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859" y="2695769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6726AAF-BDA2-456F-9D59-49772F219C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78859" y="4285313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236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3" grpId="0" animBg="1"/>
      <p:bldP spid="14" grpId="0" animBg="1"/>
    </p:bldLst>
  </p:timing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836778-F5B4-482E-B688-2B6F61D483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03219" y="801756"/>
            <a:ext cx="2406457" cy="2088093"/>
          </a:xfrm>
          <a:custGeom>
            <a:avLst/>
            <a:gdLst>
              <a:gd name="connsiteX0" fmla="*/ 0 w 4813540"/>
              <a:gd name="connsiteY0" fmla="*/ 0 h 4176185"/>
              <a:gd name="connsiteX1" fmla="*/ 4813540 w 4813540"/>
              <a:gd name="connsiteY1" fmla="*/ 0 h 4176185"/>
              <a:gd name="connsiteX2" fmla="*/ 4813540 w 4813540"/>
              <a:gd name="connsiteY2" fmla="*/ 4176185 h 4176185"/>
              <a:gd name="connsiteX3" fmla="*/ 0 w 4813540"/>
              <a:gd name="connsiteY3" fmla="*/ 4176185 h 4176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4176185">
                <a:moveTo>
                  <a:pt x="0" y="0"/>
                </a:moveTo>
                <a:lnTo>
                  <a:pt x="4813540" y="0"/>
                </a:lnTo>
                <a:lnTo>
                  <a:pt x="4813540" y="4176185"/>
                </a:lnTo>
                <a:lnTo>
                  <a:pt x="0" y="41761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0BD9A33-1BDD-4FEE-B101-544716CE74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3696" y="801757"/>
            <a:ext cx="2406457" cy="4145493"/>
          </a:xfrm>
          <a:custGeom>
            <a:avLst/>
            <a:gdLst>
              <a:gd name="connsiteX0" fmla="*/ 0 w 4813540"/>
              <a:gd name="connsiteY0" fmla="*/ 0 h 8290985"/>
              <a:gd name="connsiteX1" fmla="*/ 4813540 w 4813540"/>
              <a:gd name="connsiteY1" fmla="*/ 0 h 8290985"/>
              <a:gd name="connsiteX2" fmla="*/ 4813540 w 4813540"/>
              <a:gd name="connsiteY2" fmla="*/ 8290985 h 8290985"/>
              <a:gd name="connsiteX3" fmla="*/ 0 w 4813540"/>
              <a:gd name="connsiteY3" fmla="*/ 8290985 h 829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8290985">
                <a:moveTo>
                  <a:pt x="0" y="0"/>
                </a:moveTo>
                <a:lnTo>
                  <a:pt x="4813540" y="0"/>
                </a:lnTo>
                <a:lnTo>
                  <a:pt x="4813540" y="8290985"/>
                </a:lnTo>
                <a:lnTo>
                  <a:pt x="0" y="82909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D30366-BBE9-4324-9DCA-ECC26BF463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03219" y="3530557"/>
            <a:ext cx="2406457" cy="2019247"/>
          </a:xfrm>
          <a:custGeom>
            <a:avLst/>
            <a:gdLst>
              <a:gd name="connsiteX0" fmla="*/ 0 w 4813540"/>
              <a:gd name="connsiteY0" fmla="*/ 0 h 4038494"/>
              <a:gd name="connsiteX1" fmla="*/ 4813540 w 4813540"/>
              <a:gd name="connsiteY1" fmla="*/ 0 h 4038494"/>
              <a:gd name="connsiteX2" fmla="*/ 4813540 w 4813540"/>
              <a:gd name="connsiteY2" fmla="*/ 4038494 h 4038494"/>
              <a:gd name="connsiteX3" fmla="*/ 0 w 4813540"/>
              <a:gd name="connsiteY3" fmla="*/ 4038494 h 403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4038494">
                <a:moveTo>
                  <a:pt x="0" y="0"/>
                </a:moveTo>
                <a:lnTo>
                  <a:pt x="4813540" y="0"/>
                </a:lnTo>
                <a:lnTo>
                  <a:pt x="4813540" y="4038494"/>
                </a:lnTo>
                <a:lnTo>
                  <a:pt x="0" y="4038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3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E74CA1-C9C6-441D-949D-CF6B7CD477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3847" y="1061049"/>
            <a:ext cx="4338522" cy="4632385"/>
          </a:xfrm>
          <a:custGeom>
            <a:avLst/>
            <a:gdLst>
              <a:gd name="connsiteX0" fmla="*/ 0 w 9389427"/>
              <a:gd name="connsiteY0" fmla="*/ 0 h 8534400"/>
              <a:gd name="connsiteX1" fmla="*/ 9389427 w 9389427"/>
              <a:gd name="connsiteY1" fmla="*/ 0 h 8534400"/>
              <a:gd name="connsiteX2" fmla="*/ 9389427 w 9389427"/>
              <a:gd name="connsiteY2" fmla="*/ 8534400 h 8534400"/>
              <a:gd name="connsiteX3" fmla="*/ 0 w 9389427"/>
              <a:gd name="connsiteY3" fmla="*/ 8534400 h 85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9427" h="8534400">
                <a:moveTo>
                  <a:pt x="0" y="0"/>
                </a:moveTo>
                <a:lnTo>
                  <a:pt x="9389427" y="0"/>
                </a:lnTo>
                <a:lnTo>
                  <a:pt x="9389427" y="8534400"/>
                </a:lnTo>
                <a:lnTo>
                  <a:pt x="0" y="8534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9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E74CA1-C9C6-441D-949D-CF6B7CD477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1652" y="1061049"/>
            <a:ext cx="4338522" cy="4632385"/>
          </a:xfrm>
          <a:custGeom>
            <a:avLst/>
            <a:gdLst>
              <a:gd name="connsiteX0" fmla="*/ 0 w 9389427"/>
              <a:gd name="connsiteY0" fmla="*/ 0 h 8534400"/>
              <a:gd name="connsiteX1" fmla="*/ 9389427 w 9389427"/>
              <a:gd name="connsiteY1" fmla="*/ 0 h 8534400"/>
              <a:gd name="connsiteX2" fmla="*/ 9389427 w 9389427"/>
              <a:gd name="connsiteY2" fmla="*/ 8534400 h 8534400"/>
              <a:gd name="connsiteX3" fmla="*/ 0 w 9389427"/>
              <a:gd name="connsiteY3" fmla="*/ 8534400 h 85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9427" h="8534400">
                <a:moveTo>
                  <a:pt x="0" y="0"/>
                </a:moveTo>
                <a:lnTo>
                  <a:pt x="9389427" y="0"/>
                </a:lnTo>
                <a:lnTo>
                  <a:pt x="9389427" y="8534400"/>
                </a:lnTo>
                <a:lnTo>
                  <a:pt x="0" y="8534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6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19097552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051F579-D711-42D1-88E3-599E00379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5088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CDC450F-D971-47A6-A2A1-D4F35D3401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1874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8E9911-0431-44B1-8B46-0EC0E0A4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05088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FF98D4-C8EF-4BC0-96B5-C588DF33D5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71874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8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051F579-D711-42D1-88E3-599E00379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6166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8E9911-0431-44B1-8B46-0EC0E0A4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6166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141BE1-615B-405F-9064-C58E41F368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2952" y="1119151"/>
            <a:ext cx="2252312" cy="4619700"/>
          </a:xfrm>
          <a:custGeom>
            <a:avLst/>
            <a:gdLst>
              <a:gd name="connsiteX0" fmla="*/ 0 w 4505211"/>
              <a:gd name="connsiteY0" fmla="*/ 0 h 9239399"/>
              <a:gd name="connsiteX1" fmla="*/ 4505211 w 4505211"/>
              <a:gd name="connsiteY1" fmla="*/ 0 h 9239399"/>
              <a:gd name="connsiteX2" fmla="*/ 4505211 w 4505211"/>
              <a:gd name="connsiteY2" fmla="*/ 4266016 h 9239399"/>
              <a:gd name="connsiteX3" fmla="*/ 4505211 w 4505211"/>
              <a:gd name="connsiteY3" fmla="*/ 4505211 h 9239399"/>
              <a:gd name="connsiteX4" fmla="*/ 4505211 w 4505211"/>
              <a:gd name="connsiteY4" fmla="*/ 9239399 h 9239399"/>
              <a:gd name="connsiteX5" fmla="*/ 0 w 4505211"/>
              <a:gd name="connsiteY5" fmla="*/ 9239399 h 9239399"/>
              <a:gd name="connsiteX6" fmla="*/ 0 w 4505211"/>
              <a:gd name="connsiteY6" fmla="*/ 4505211 h 9239399"/>
              <a:gd name="connsiteX7" fmla="*/ 0 w 4505211"/>
              <a:gd name="connsiteY7" fmla="*/ 4266016 h 923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5211" h="9239399">
                <a:moveTo>
                  <a:pt x="0" y="0"/>
                </a:moveTo>
                <a:lnTo>
                  <a:pt x="4505211" y="0"/>
                </a:lnTo>
                <a:lnTo>
                  <a:pt x="4505211" y="4266016"/>
                </a:lnTo>
                <a:lnTo>
                  <a:pt x="4505211" y="4505211"/>
                </a:lnTo>
                <a:lnTo>
                  <a:pt x="4505211" y="9239399"/>
                </a:lnTo>
                <a:lnTo>
                  <a:pt x="0" y="9239399"/>
                </a:lnTo>
                <a:lnTo>
                  <a:pt x="0" y="4505211"/>
                </a:lnTo>
                <a:lnTo>
                  <a:pt x="0" y="426601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1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7" grpId="0" animBg="1"/>
    </p:bldLst>
  </p:timing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0193969-EFD4-496D-8B9E-5E88D86D87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67340" y="751610"/>
            <a:ext cx="2277077" cy="2790081"/>
          </a:xfrm>
          <a:custGeom>
            <a:avLst/>
            <a:gdLst>
              <a:gd name="connsiteX0" fmla="*/ 0 w 4554747"/>
              <a:gd name="connsiteY0" fmla="*/ 0 h 5580161"/>
              <a:gd name="connsiteX1" fmla="*/ 4554747 w 4554747"/>
              <a:gd name="connsiteY1" fmla="*/ 0 h 5580161"/>
              <a:gd name="connsiteX2" fmla="*/ 4554747 w 4554747"/>
              <a:gd name="connsiteY2" fmla="*/ 5580161 h 5580161"/>
              <a:gd name="connsiteX3" fmla="*/ 0 w 4554747"/>
              <a:gd name="connsiteY3" fmla="*/ 5580161 h 5580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5580161">
                <a:moveTo>
                  <a:pt x="0" y="0"/>
                </a:moveTo>
                <a:lnTo>
                  <a:pt x="4554747" y="0"/>
                </a:lnTo>
                <a:lnTo>
                  <a:pt x="4554747" y="5580161"/>
                </a:lnTo>
                <a:lnTo>
                  <a:pt x="0" y="55801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C89588F-47B5-4EA9-84D2-BB4714817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8312" y="751610"/>
            <a:ext cx="2277078" cy="3318115"/>
          </a:xfrm>
          <a:custGeom>
            <a:avLst/>
            <a:gdLst>
              <a:gd name="connsiteX0" fmla="*/ 0 w 4554748"/>
              <a:gd name="connsiteY0" fmla="*/ 0 h 6636229"/>
              <a:gd name="connsiteX1" fmla="*/ 4554748 w 4554748"/>
              <a:gd name="connsiteY1" fmla="*/ 0 h 6636229"/>
              <a:gd name="connsiteX2" fmla="*/ 4554748 w 4554748"/>
              <a:gd name="connsiteY2" fmla="*/ 6636229 h 6636229"/>
              <a:gd name="connsiteX3" fmla="*/ 0 w 4554748"/>
              <a:gd name="connsiteY3" fmla="*/ 6636229 h 663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8" h="6636229">
                <a:moveTo>
                  <a:pt x="0" y="0"/>
                </a:moveTo>
                <a:lnTo>
                  <a:pt x="4554748" y="0"/>
                </a:lnTo>
                <a:lnTo>
                  <a:pt x="4554748" y="6636229"/>
                </a:lnTo>
                <a:lnTo>
                  <a:pt x="0" y="663622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E6CF97D-0650-4B56-AB14-E0121CF1C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29285" y="751610"/>
            <a:ext cx="2277077" cy="2695755"/>
          </a:xfrm>
          <a:custGeom>
            <a:avLst/>
            <a:gdLst>
              <a:gd name="connsiteX0" fmla="*/ 0 w 4554746"/>
              <a:gd name="connsiteY0" fmla="*/ 0 h 5391509"/>
              <a:gd name="connsiteX1" fmla="*/ 4554746 w 4554746"/>
              <a:gd name="connsiteY1" fmla="*/ 0 h 5391509"/>
              <a:gd name="connsiteX2" fmla="*/ 4554746 w 4554746"/>
              <a:gd name="connsiteY2" fmla="*/ 5391509 h 5391509"/>
              <a:gd name="connsiteX3" fmla="*/ 0 w 4554746"/>
              <a:gd name="connsiteY3" fmla="*/ 5391509 h 53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6" h="5391509">
                <a:moveTo>
                  <a:pt x="0" y="0"/>
                </a:moveTo>
                <a:lnTo>
                  <a:pt x="4554746" y="0"/>
                </a:lnTo>
                <a:lnTo>
                  <a:pt x="4554746" y="5391509"/>
                </a:lnTo>
                <a:lnTo>
                  <a:pt x="0" y="53915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6BFA811-ED69-455B-96D0-37D354F87F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29285" y="3551274"/>
            <a:ext cx="2277077" cy="2517017"/>
          </a:xfrm>
          <a:custGeom>
            <a:avLst/>
            <a:gdLst>
              <a:gd name="connsiteX0" fmla="*/ 0 w 4554746"/>
              <a:gd name="connsiteY0" fmla="*/ 0 h 5034033"/>
              <a:gd name="connsiteX1" fmla="*/ 4554746 w 4554746"/>
              <a:gd name="connsiteY1" fmla="*/ 0 h 5034033"/>
              <a:gd name="connsiteX2" fmla="*/ 4554746 w 4554746"/>
              <a:gd name="connsiteY2" fmla="*/ 5034033 h 5034033"/>
              <a:gd name="connsiteX3" fmla="*/ 0 w 4554746"/>
              <a:gd name="connsiteY3" fmla="*/ 5034033 h 50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6" h="5034033">
                <a:moveTo>
                  <a:pt x="0" y="0"/>
                </a:moveTo>
                <a:lnTo>
                  <a:pt x="4554746" y="0"/>
                </a:lnTo>
                <a:lnTo>
                  <a:pt x="4554746" y="5034033"/>
                </a:lnTo>
                <a:lnTo>
                  <a:pt x="0" y="50340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D7D914E-F4E6-43AB-B3A5-B2689E3F93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8312" y="4173634"/>
            <a:ext cx="2277077" cy="1894657"/>
          </a:xfrm>
          <a:custGeom>
            <a:avLst/>
            <a:gdLst>
              <a:gd name="connsiteX0" fmla="*/ 0 w 4554747"/>
              <a:gd name="connsiteY0" fmla="*/ 0 h 3789313"/>
              <a:gd name="connsiteX1" fmla="*/ 4554747 w 4554747"/>
              <a:gd name="connsiteY1" fmla="*/ 0 h 3789313"/>
              <a:gd name="connsiteX2" fmla="*/ 4554747 w 4554747"/>
              <a:gd name="connsiteY2" fmla="*/ 3789313 h 3789313"/>
              <a:gd name="connsiteX3" fmla="*/ 0 w 4554747"/>
              <a:gd name="connsiteY3" fmla="*/ 3789313 h 378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3789313">
                <a:moveTo>
                  <a:pt x="0" y="0"/>
                </a:moveTo>
                <a:lnTo>
                  <a:pt x="4554747" y="0"/>
                </a:lnTo>
                <a:lnTo>
                  <a:pt x="4554747" y="3789313"/>
                </a:lnTo>
                <a:lnTo>
                  <a:pt x="0" y="37893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CA5BFD2-4568-4D70-8E22-082F80275A4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67340" y="3645600"/>
            <a:ext cx="2277077" cy="2422691"/>
          </a:xfrm>
          <a:custGeom>
            <a:avLst/>
            <a:gdLst>
              <a:gd name="connsiteX0" fmla="*/ 0 w 4554747"/>
              <a:gd name="connsiteY0" fmla="*/ 0 h 4845381"/>
              <a:gd name="connsiteX1" fmla="*/ 4554747 w 4554747"/>
              <a:gd name="connsiteY1" fmla="*/ 0 h 4845381"/>
              <a:gd name="connsiteX2" fmla="*/ 4554747 w 4554747"/>
              <a:gd name="connsiteY2" fmla="*/ 4845381 h 4845381"/>
              <a:gd name="connsiteX3" fmla="*/ 0 w 4554747"/>
              <a:gd name="connsiteY3" fmla="*/ 4845381 h 48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4845381">
                <a:moveTo>
                  <a:pt x="0" y="0"/>
                </a:moveTo>
                <a:lnTo>
                  <a:pt x="4554747" y="0"/>
                </a:lnTo>
                <a:lnTo>
                  <a:pt x="4554747" y="4845381"/>
                </a:lnTo>
                <a:lnTo>
                  <a:pt x="0" y="484538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401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  <p:bldP spid="20" grpId="0" animBg="1"/>
      <p:bldP spid="19" grpId="0" animBg="1"/>
    </p:bldLst>
  </p:timing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BEBEC-4602-490C-BDCC-808640865DA5}"/>
              </a:ext>
            </a:extLst>
          </p:cNvPr>
          <p:cNvSpPr/>
          <p:nvPr/>
        </p:nvSpPr>
        <p:spPr>
          <a:xfrm>
            <a:off x="707274" y="586596"/>
            <a:ext cx="10768677" cy="56675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A78E4F-330F-43B1-8E8D-634D7E2524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21259796 w 21259800"/>
              <a:gd name="connsiteY0" fmla="*/ 3549667 h 11049000"/>
              <a:gd name="connsiteX1" fmla="*/ 19246864 w 21259800"/>
              <a:gd name="connsiteY1" fmla="*/ 5562600 h 11049000"/>
              <a:gd name="connsiteX2" fmla="*/ 21259798 w 21259800"/>
              <a:gd name="connsiteY2" fmla="*/ 7575533 h 11049000"/>
              <a:gd name="connsiteX3" fmla="*/ 0 w 21259800"/>
              <a:gd name="connsiteY3" fmla="*/ 0 h 11049000"/>
              <a:gd name="connsiteX4" fmla="*/ 21259800 w 21259800"/>
              <a:gd name="connsiteY4" fmla="*/ 0 h 11049000"/>
              <a:gd name="connsiteX5" fmla="*/ 21259800 w 21259800"/>
              <a:gd name="connsiteY5" fmla="*/ 11049000 h 11049000"/>
              <a:gd name="connsiteX6" fmla="*/ 0 w 21259800"/>
              <a:gd name="connsiteY6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9800" h="11049000">
                <a:moveTo>
                  <a:pt x="21259796" y="3549667"/>
                </a:moveTo>
                <a:lnTo>
                  <a:pt x="19246864" y="5562600"/>
                </a:lnTo>
                <a:lnTo>
                  <a:pt x="21259798" y="7575533"/>
                </a:lnTo>
                <a:close/>
                <a:moveTo>
                  <a:pt x="0" y="0"/>
                </a:moveTo>
                <a:lnTo>
                  <a:pt x="21259800" y="0"/>
                </a:lnTo>
                <a:lnTo>
                  <a:pt x="212598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BEBEC-4602-490C-BDCC-808640865DA5}"/>
              </a:ext>
            </a:extLst>
          </p:cNvPr>
          <p:cNvSpPr/>
          <p:nvPr/>
        </p:nvSpPr>
        <p:spPr>
          <a:xfrm>
            <a:off x="707274" y="586596"/>
            <a:ext cx="10768677" cy="56675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6670D1-8893-47E2-92FC-474C4574E2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1" y="647699"/>
            <a:ext cx="10628518" cy="5524500"/>
          </a:xfrm>
          <a:custGeom>
            <a:avLst/>
            <a:gdLst>
              <a:gd name="connsiteX0" fmla="*/ 0 w 21259803"/>
              <a:gd name="connsiteY0" fmla="*/ 3579586 h 11049000"/>
              <a:gd name="connsiteX1" fmla="*/ 1 w 21259803"/>
              <a:gd name="connsiteY1" fmla="*/ 3579587 h 11049000"/>
              <a:gd name="connsiteX2" fmla="*/ 1 w 21259803"/>
              <a:gd name="connsiteY2" fmla="*/ 7589810 h 11049000"/>
              <a:gd name="connsiteX3" fmla="*/ 1 w 21259803"/>
              <a:gd name="connsiteY3" fmla="*/ 7589810 h 11049000"/>
              <a:gd name="connsiteX4" fmla="*/ 21259803 w 21259803"/>
              <a:gd name="connsiteY4" fmla="*/ 0 h 11049000"/>
              <a:gd name="connsiteX5" fmla="*/ 21259801 w 21259803"/>
              <a:gd name="connsiteY5" fmla="*/ 2724510 h 11049000"/>
              <a:gd name="connsiteX6" fmla="*/ 21259801 w 21259803"/>
              <a:gd name="connsiteY6" fmla="*/ 8141898 h 11049000"/>
              <a:gd name="connsiteX7" fmla="*/ 21259803 w 21259803"/>
              <a:gd name="connsiteY7" fmla="*/ 11049000 h 11049000"/>
              <a:gd name="connsiteX8" fmla="*/ 1 w 21259803"/>
              <a:gd name="connsiteY8" fmla="*/ 11048999 h 11049000"/>
              <a:gd name="connsiteX9" fmla="*/ 1 w 21259803"/>
              <a:gd name="connsiteY9" fmla="*/ 7589810 h 11049000"/>
              <a:gd name="connsiteX10" fmla="*/ 2005112 w 21259803"/>
              <a:gd name="connsiteY10" fmla="*/ 5584698 h 11049000"/>
              <a:gd name="connsiteX11" fmla="*/ 1 w 21259803"/>
              <a:gd name="connsiteY11" fmla="*/ 3579587 h 11049000"/>
              <a:gd name="connsiteX12" fmla="*/ 1 w 21259803"/>
              <a:gd name="connsiteY12" fmla="*/ 1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59803" h="11049000">
                <a:moveTo>
                  <a:pt x="0" y="3579586"/>
                </a:moveTo>
                <a:lnTo>
                  <a:pt x="1" y="3579587"/>
                </a:lnTo>
                <a:lnTo>
                  <a:pt x="1" y="7589810"/>
                </a:lnTo>
                <a:lnTo>
                  <a:pt x="1" y="7589810"/>
                </a:lnTo>
                <a:close/>
                <a:moveTo>
                  <a:pt x="21259803" y="0"/>
                </a:moveTo>
                <a:lnTo>
                  <a:pt x="21259801" y="2724510"/>
                </a:lnTo>
                <a:lnTo>
                  <a:pt x="21259801" y="8141898"/>
                </a:lnTo>
                <a:lnTo>
                  <a:pt x="21259803" y="11049000"/>
                </a:lnTo>
                <a:lnTo>
                  <a:pt x="1" y="11048999"/>
                </a:lnTo>
                <a:lnTo>
                  <a:pt x="1" y="7589810"/>
                </a:lnTo>
                <a:lnTo>
                  <a:pt x="2005112" y="5584698"/>
                </a:lnTo>
                <a:lnTo>
                  <a:pt x="1" y="3579587"/>
                </a:lnTo>
                <a:lnTo>
                  <a:pt x="1" y="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5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E45A193-946A-476B-8F64-305BA1FA6A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56715" y="647700"/>
            <a:ext cx="2239326" cy="5524500"/>
          </a:xfrm>
          <a:custGeom>
            <a:avLst/>
            <a:gdLst>
              <a:gd name="connsiteX0" fmla="*/ 0 w 4479235"/>
              <a:gd name="connsiteY0" fmla="*/ 0 h 11049000"/>
              <a:gd name="connsiteX1" fmla="*/ 4479235 w 4479235"/>
              <a:gd name="connsiteY1" fmla="*/ 0 h 11049000"/>
              <a:gd name="connsiteX2" fmla="*/ 4479235 w 4479235"/>
              <a:gd name="connsiteY2" fmla="*/ 11049000 h 11049000"/>
              <a:gd name="connsiteX3" fmla="*/ 0 w 4479235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11049000">
                <a:moveTo>
                  <a:pt x="0" y="0"/>
                </a:moveTo>
                <a:lnTo>
                  <a:pt x="4479235" y="0"/>
                </a:lnTo>
                <a:lnTo>
                  <a:pt x="4479235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C4729B-341C-4AE9-81FD-6CBFA6263B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9210" y="647700"/>
            <a:ext cx="2239326" cy="2711726"/>
          </a:xfrm>
          <a:custGeom>
            <a:avLst/>
            <a:gdLst>
              <a:gd name="connsiteX0" fmla="*/ 0 w 4479235"/>
              <a:gd name="connsiteY0" fmla="*/ 0 h 5423452"/>
              <a:gd name="connsiteX1" fmla="*/ 4479235 w 4479235"/>
              <a:gd name="connsiteY1" fmla="*/ 0 h 5423452"/>
              <a:gd name="connsiteX2" fmla="*/ 4479235 w 4479235"/>
              <a:gd name="connsiteY2" fmla="*/ 5423452 h 5423452"/>
              <a:gd name="connsiteX3" fmla="*/ 0 w 4479235"/>
              <a:gd name="connsiteY3" fmla="*/ 5423452 h 54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5423452">
                <a:moveTo>
                  <a:pt x="0" y="0"/>
                </a:moveTo>
                <a:lnTo>
                  <a:pt x="4479235" y="0"/>
                </a:lnTo>
                <a:lnTo>
                  <a:pt x="4479235" y="5423452"/>
                </a:lnTo>
                <a:lnTo>
                  <a:pt x="0" y="542345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C9A88A-638C-43BA-9C93-31A56E47AD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09210" y="3453848"/>
            <a:ext cx="2239326" cy="2711726"/>
          </a:xfrm>
          <a:custGeom>
            <a:avLst/>
            <a:gdLst>
              <a:gd name="connsiteX0" fmla="*/ 0 w 4479235"/>
              <a:gd name="connsiteY0" fmla="*/ 0 h 5423452"/>
              <a:gd name="connsiteX1" fmla="*/ 4479235 w 4479235"/>
              <a:gd name="connsiteY1" fmla="*/ 0 h 5423452"/>
              <a:gd name="connsiteX2" fmla="*/ 4479235 w 4479235"/>
              <a:gd name="connsiteY2" fmla="*/ 5423452 h 5423452"/>
              <a:gd name="connsiteX3" fmla="*/ 0 w 4479235"/>
              <a:gd name="connsiteY3" fmla="*/ 5423452 h 54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5423452">
                <a:moveTo>
                  <a:pt x="0" y="0"/>
                </a:moveTo>
                <a:lnTo>
                  <a:pt x="4479235" y="0"/>
                </a:lnTo>
                <a:lnTo>
                  <a:pt x="4479235" y="5423452"/>
                </a:lnTo>
                <a:lnTo>
                  <a:pt x="0" y="542345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1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56B7E-4AD2-4409-947D-18DECC0E2602}"/>
              </a:ext>
            </a:extLst>
          </p:cNvPr>
          <p:cNvSpPr/>
          <p:nvPr/>
        </p:nvSpPr>
        <p:spPr>
          <a:xfrm>
            <a:off x="781742" y="666750"/>
            <a:ext cx="10628516" cy="5524500"/>
          </a:xfrm>
          <a:prstGeom prst="rect">
            <a:avLst/>
          </a:prstGeom>
          <a:noFill/>
          <a:ln w="190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71608762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66A4359F-16C4-442E-949E-B1CBE5348C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5899" y="647700"/>
            <a:ext cx="7024359" cy="5524500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8EDEBD-17D3-4DF2-AA7E-AA113622C4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79525" y="1718056"/>
            <a:ext cx="1160119" cy="871729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881EA14-3A57-4B11-A9FF-1616AF937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0002" y="1718056"/>
            <a:ext cx="1160119" cy="871729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0086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452C489-EA6E-4BC5-9850-D8537E86C9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9F50EE-1872-42E1-8F57-3DB9C267B3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4581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3BA0F6-5D4B-47F5-9DA5-B602829E29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7419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17796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967188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ght Blue">
            <a:extLst>
              <a:ext uri="{FF2B5EF4-FFF2-40B4-BE49-F238E27FC236}">
                <a16:creationId xmlns:a16="http://schemas.microsoft.com/office/drawing/2014/main" id="{737C1824-F0F8-4696-B834-5E2D2D66B4B5}"/>
              </a:ext>
            </a:extLst>
          </p:cNvPr>
          <p:cNvSpPr/>
          <p:nvPr/>
        </p:nvSpPr>
        <p:spPr>
          <a:xfrm rot="11700000">
            <a:off x="-4544341" y="83911"/>
            <a:ext cx="15959221" cy="10708345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7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" name="Pink Purple">
            <a:extLst>
              <a:ext uri="{FF2B5EF4-FFF2-40B4-BE49-F238E27FC236}">
                <a16:creationId xmlns:a16="http://schemas.microsoft.com/office/drawing/2014/main" id="{500985AA-642B-4D7B-8B9E-2F84B87877A6}"/>
              </a:ext>
            </a:extLst>
          </p:cNvPr>
          <p:cNvSpPr/>
          <p:nvPr/>
        </p:nvSpPr>
        <p:spPr>
          <a:xfrm rot="900000">
            <a:off x="-2008543" y="-4096517"/>
            <a:ext cx="10503734" cy="939410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1000">
                <a:schemeClr val="accent2"/>
              </a:gs>
              <a:gs pos="40000">
                <a:schemeClr val="accent3">
                  <a:lumMod val="75000"/>
                </a:schemeClr>
              </a:gs>
              <a:gs pos="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" name="Purple">
            <a:extLst>
              <a:ext uri="{FF2B5EF4-FFF2-40B4-BE49-F238E27FC236}">
                <a16:creationId xmlns:a16="http://schemas.microsoft.com/office/drawing/2014/main" id="{448C279F-10E9-4C46-A814-3EAAE49164DB}"/>
              </a:ext>
            </a:extLst>
          </p:cNvPr>
          <p:cNvSpPr/>
          <p:nvPr/>
        </p:nvSpPr>
        <p:spPr>
          <a:xfrm rot="15300000">
            <a:off x="1207066" y="-4670724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3000">
                <a:schemeClr val="accent2"/>
              </a:gs>
              <a:gs pos="0">
                <a:schemeClr val="accent2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" name="Pink">
            <a:extLst>
              <a:ext uri="{FF2B5EF4-FFF2-40B4-BE49-F238E27FC236}">
                <a16:creationId xmlns:a16="http://schemas.microsoft.com/office/drawing/2014/main" id="{B4D9EABA-F71C-441A-8842-306D0D635336}"/>
              </a:ext>
            </a:extLst>
          </p:cNvPr>
          <p:cNvSpPr/>
          <p:nvPr/>
        </p:nvSpPr>
        <p:spPr>
          <a:xfrm rot="9000000">
            <a:off x="285211" y="-2546184"/>
            <a:ext cx="8538604" cy="7636573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7" name="Light Blue">
            <a:extLst>
              <a:ext uri="{FF2B5EF4-FFF2-40B4-BE49-F238E27FC236}">
                <a16:creationId xmlns:a16="http://schemas.microsoft.com/office/drawing/2014/main" id="{DAAA02BD-934D-45D9-8BEE-7910C910F060}"/>
              </a:ext>
            </a:extLst>
          </p:cNvPr>
          <p:cNvSpPr/>
          <p:nvPr/>
        </p:nvSpPr>
        <p:spPr>
          <a:xfrm rot="15300000">
            <a:off x="3663172" y="-3280938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32000"/>
                </a:scheme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1D954-382A-4932-A144-A60611423025}"/>
              </a:ext>
            </a:extLst>
          </p:cNvPr>
          <p:cNvSpPr txBox="1"/>
          <p:nvPr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>
                <a:solidFill>
                  <a:schemeClr val="bg1"/>
                </a:solidFill>
                <a:latin typeface="Century Gothic" panose="020B0502020202020204" pitchFamily="34" charset="0"/>
              </a:rPr>
              <a:t>Massive X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E22C8D-264D-45DD-9727-631727A95C16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441EEE-8DEB-47CE-89B8-E9A1AFC49771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395E79-7464-461B-BAB4-E9EA0ED82658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5A810-B35F-40B2-B3E2-7125E4E901D6}"/>
              </a:ext>
            </a:extLst>
          </p:cNvPr>
          <p:cNvSpPr txBox="1"/>
          <p:nvPr/>
        </p:nvSpPr>
        <p:spPr>
          <a:xfrm rot="16200000">
            <a:off x="10547818" y="2927923"/>
            <a:ext cx="2507418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>
                <a:solidFill>
                  <a:schemeClr val="bg1"/>
                </a:solidFill>
                <a:latin typeface="+mj-lt"/>
              </a:rPr>
              <a:t>Massive X</a:t>
            </a:r>
            <a:r>
              <a:rPr lang="en-US" sz="1000">
                <a:solidFill>
                  <a:schemeClr val="bg1"/>
                </a:solidFill>
              </a:rPr>
              <a:t> presentation to </a:t>
            </a:r>
            <a:r>
              <a:rPr lang="en-US" sz="1000" b="0">
                <a:solidFill>
                  <a:schemeClr val="bg1"/>
                </a:solidFill>
              </a:rPr>
              <a:t>DesignBall</a:t>
            </a:r>
            <a:r>
              <a:rPr lang="en-US" sz="1000">
                <a:solidFill>
                  <a:schemeClr val="bg1"/>
                </a:solidFill>
              </a:rPr>
              <a:t> team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A402281-A71B-4254-9374-C33A92A607A8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34EFB6-50AA-4D38-9D48-7BD5B45DDFBB}"/>
              </a:ext>
            </a:extLst>
          </p:cNvPr>
          <p:cNvSpPr/>
          <p:nvPr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1FBF3C-CB21-415F-B45D-959770BDF22A}"/>
              </a:ext>
            </a:extLst>
          </p:cNvPr>
          <p:cNvSpPr/>
          <p:nvPr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BAE8D9-87AB-46BC-92A4-F4E9D7AC0FBA}"/>
              </a:ext>
            </a:extLst>
          </p:cNvPr>
          <p:cNvSpPr/>
          <p:nvPr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17" name="Rectangle 16">
            <a:hlinkClick r:id="rId2"/>
            <a:extLst>
              <a:ext uri="{FF2B5EF4-FFF2-40B4-BE49-F238E27FC236}">
                <a16:creationId xmlns:a16="http://schemas.microsoft.com/office/drawing/2014/main" id="{24E0D936-A358-44A0-8799-2857E707915C}"/>
              </a:ext>
            </a:extLst>
          </p:cNvPr>
          <p:cNvSpPr/>
          <p:nvPr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8" name="Rectangle 17">
            <a:hlinkClick r:id="rId3"/>
            <a:extLst>
              <a:ext uri="{FF2B5EF4-FFF2-40B4-BE49-F238E27FC236}">
                <a16:creationId xmlns:a16="http://schemas.microsoft.com/office/drawing/2014/main" id="{FB9CC360-65F7-47B8-821F-29626B4BC244}"/>
              </a:ext>
            </a:extLst>
          </p:cNvPr>
          <p:cNvSpPr/>
          <p:nvPr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9" name="Rectangle 18">
            <a:hlinkClick r:id="rId4"/>
            <a:extLst>
              <a:ext uri="{FF2B5EF4-FFF2-40B4-BE49-F238E27FC236}">
                <a16:creationId xmlns:a16="http://schemas.microsoft.com/office/drawing/2014/main" id="{E141DB3D-31D6-4A50-8649-C600099A9539}"/>
              </a:ext>
            </a:extLst>
          </p:cNvPr>
          <p:cNvSpPr/>
          <p:nvPr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16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6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9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1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13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382158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891C536-C71D-43CE-BF4D-B9B329D1B4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47470" y="2745873"/>
            <a:ext cx="955706" cy="955830"/>
          </a:xfrm>
          <a:custGeom>
            <a:avLst/>
            <a:gdLst>
              <a:gd name="connsiteX0" fmla="*/ 955830 w 1911660"/>
              <a:gd name="connsiteY0" fmla="*/ 0 h 1911660"/>
              <a:gd name="connsiteX1" fmla="*/ 1911660 w 1911660"/>
              <a:gd name="connsiteY1" fmla="*/ 955830 h 1911660"/>
              <a:gd name="connsiteX2" fmla="*/ 955830 w 1911660"/>
              <a:gd name="connsiteY2" fmla="*/ 1911660 h 1911660"/>
              <a:gd name="connsiteX3" fmla="*/ 0 w 1911660"/>
              <a:gd name="connsiteY3" fmla="*/ 955830 h 1911660"/>
              <a:gd name="connsiteX4" fmla="*/ 955830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30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EB235DB-2D95-4CB0-8307-58A1C658388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382809" y="2745873"/>
            <a:ext cx="955706" cy="955830"/>
          </a:xfrm>
          <a:custGeom>
            <a:avLst/>
            <a:gdLst>
              <a:gd name="connsiteX0" fmla="*/ 955830 w 1911660"/>
              <a:gd name="connsiteY0" fmla="*/ 0 h 1911660"/>
              <a:gd name="connsiteX1" fmla="*/ 1911660 w 1911660"/>
              <a:gd name="connsiteY1" fmla="*/ 955830 h 1911660"/>
              <a:gd name="connsiteX2" fmla="*/ 955830 w 1911660"/>
              <a:gd name="connsiteY2" fmla="*/ 1911660 h 1911660"/>
              <a:gd name="connsiteX3" fmla="*/ 0 w 1911660"/>
              <a:gd name="connsiteY3" fmla="*/ 955830 h 1911660"/>
              <a:gd name="connsiteX4" fmla="*/ 955830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30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228DFF4-14CD-4364-BC23-932EEA85A1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18147" y="2745873"/>
            <a:ext cx="955706" cy="955830"/>
          </a:xfrm>
          <a:custGeom>
            <a:avLst/>
            <a:gdLst>
              <a:gd name="connsiteX0" fmla="*/ 955830 w 1911660"/>
              <a:gd name="connsiteY0" fmla="*/ 0 h 1911660"/>
              <a:gd name="connsiteX1" fmla="*/ 1911660 w 1911660"/>
              <a:gd name="connsiteY1" fmla="*/ 955830 h 1911660"/>
              <a:gd name="connsiteX2" fmla="*/ 955830 w 1911660"/>
              <a:gd name="connsiteY2" fmla="*/ 1911660 h 1911660"/>
              <a:gd name="connsiteX3" fmla="*/ 0 w 1911660"/>
              <a:gd name="connsiteY3" fmla="*/ 955830 h 1911660"/>
              <a:gd name="connsiteX4" fmla="*/ 955830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30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05DBB6D-5C8B-4551-88AB-55D90B681B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53486" y="2745873"/>
            <a:ext cx="955705" cy="955830"/>
          </a:xfrm>
          <a:custGeom>
            <a:avLst/>
            <a:gdLst>
              <a:gd name="connsiteX0" fmla="*/ 955830 w 1911659"/>
              <a:gd name="connsiteY0" fmla="*/ 0 h 1911660"/>
              <a:gd name="connsiteX1" fmla="*/ 1911659 w 1911659"/>
              <a:gd name="connsiteY1" fmla="*/ 955830 h 1911660"/>
              <a:gd name="connsiteX2" fmla="*/ 955830 w 1911659"/>
              <a:gd name="connsiteY2" fmla="*/ 1911660 h 1911660"/>
              <a:gd name="connsiteX3" fmla="*/ 0 w 1911659"/>
              <a:gd name="connsiteY3" fmla="*/ 955830 h 1911660"/>
              <a:gd name="connsiteX4" fmla="*/ 955830 w 1911659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59" h="1911660">
                <a:moveTo>
                  <a:pt x="955830" y="0"/>
                </a:moveTo>
                <a:cubicBezTo>
                  <a:pt x="1483719" y="0"/>
                  <a:pt x="1911659" y="427940"/>
                  <a:pt x="1911659" y="955830"/>
                </a:cubicBezTo>
                <a:cubicBezTo>
                  <a:pt x="1911659" y="1483720"/>
                  <a:pt x="1483719" y="1911660"/>
                  <a:pt x="955830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3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403ED0C-CEF4-4ED5-9432-B1D0EFE4B4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088824" y="2745873"/>
            <a:ext cx="955706" cy="955830"/>
          </a:xfrm>
          <a:custGeom>
            <a:avLst/>
            <a:gdLst>
              <a:gd name="connsiteX0" fmla="*/ 955828 w 1911660"/>
              <a:gd name="connsiteY0" fmla="*/ 0 h 1911660"/>
              <a:gd name="connsiteX1" fmla="*/ 1911660 w 1911660"/>
              <a:gd name="connsiteY1" fmla="*/ 955830 h 1911660"/>
              <a:gd name="connsiteX2" fmla="*/ 955828 w 1911660"/>
              <a:gd name="connsiteY2" fmla="*/ 1911660 h 1911660"/>
              <a:gd name="connsiteX3" fmla="*/ 0 w 1911660"/>
              <a:gd name="connsiteY3" fmla="*/ 955830 h 1911660"/>
              <a:gd name="connsiteX4" fmla="*/ 955828 w 1911660"/>
              <a:gd name="connsiteY4" fmla="*/ 0 h 191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660" h="1911660">
                <a:moveTo>
                  <a:pt x="955828" y="0"/>
                </a:moveTo>
                <a:cubicBezTo>
                  <a:pt x="1483720" y="0"/>
                  <a:pt x="1911660" y="427940"/>
                  <a:pt x="1911660" y="955830"/>
                </a:cubicBezTo>
                <a:cubicBezTo>
                  <a:pt x="1911660" y="1483720"/>
                  <a:pt x="1483720" y="1911660"/>
                  <a:pt x="955828" y="1911660"/>
                </a:cubicBezTo>
                <a:cubicBezTo>
                  <a:pt x="427940" y="1911660"/>
                  <a:pt x="0" y="1483720"/>
                  <a:pt x="0" y="955830"/>
                </a:cubicBezTo>
                <a:cubicBezTo>
                  <a:pt x="0" y="427940"/>
                  <a:pt x="427940" y="0"/>
                  <a:pt x="95582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6670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76E33A2-B792-492E-9B6C-FA894D7D83D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87163" y="2434528"/>
            <a:ext cx="1617673" cy="1617884"/>
          </a:xfrm>
          <a:custGeom>
            <a:avLst/>
            <a:gdLst>
              <a:gd name="connsiteX0" fmla="*/ 1617884 w 3235768"/>
              <a:gd name="connsiteY0" fmla="*/ 0 h 3235768"/>
              <a:gd name="connsiteX1" fmla="*/ 3235768 w 3235768"/>
              <a:gd name="connsiteY1" fmla="*/ 1617884 h 3235768"/>
              <a:gd name="connsiteX2" fmla="*/ 1617884 w 3235768"/>
              <a:gd name="connsiteY2" fmla="*/ 3235768 h 3235768"/>
              <a:gd name="connsiteX3" fmla="*/ 0 w 3235768"/>
              <a:gd name="connsiteY3" fmla="*/ 1617884 h 3235768"/>
              <a:gd name="connsiteX4" fmla="*/ 1617884 w 3235768"/>
              <a:gd name="connsiteY4" fmla="*/ 0 h 323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5768" h="3235768">
                <a:moveTo>
                  <a:pt x="1617884" y="0"/>
                </a:moveTo>
                <a:cubicBezTo>
                  <a:pt x="2511417" y="0"/>
                  <a:pt x="3235768" y="724351"/>
                  <a:pt x="3235768" y="1617884"/>
                </a:cubicBezTo>
                <a:cubicBezTo>
                  <a:pt x="3235768" y="2511417"/>
                  <a:pt x="2511417" y="3235768"/>
                  <a:pt x="1617884" y="3235768"/>
                </a:cubicBezTo>
                <a:cubicBezTo>
                  <a:pt x="724351" y="3235768"/>
                  <a:pt x="0" y="2511417"/>
                  <a:pt x="0" y="1617884"/>
                </a:cubicBezTo>
                <a:cubicBezTo>
                  <a:pt x="0" y="724351"/>
                  <a:pt x="724351" y="0"/>
                  <a:pt x="161788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4809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E7DC9F4-9F6B-497B-AAC3-9E8DE27E90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33376" y="3216359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995364-51BD-4985-8454-19E8A6AB80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17742" y="2708357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07915F63-D1C5-4E30-8D74-897BEDC3A7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37379" y="3216359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039340C-5876-416E-AF2A-C528D6F8B7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21745" y="2708357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5" y="0"/>
                  <a:pt x="1881684" y="421229"/>
                  <a:pt x="1881684" y="940842"/>
                </a:cubicBezTo>
                <a:cubicBezTo>
                  <a:pt x="1881684" y="1460455"/>
                  <a:pt x="1460455" y="1881684"/>
                  <a:pt x="940842" y="1881684"/>
                </a:cubicBezTo>
                <a:cubicBezTo>
                  <a:pt x="421229" y="1881684"/>
                  <a:pt x="0" y="1460455"/>
                  <a:pt x="0" y="940842"/>
                </a:cubicBezTo>
                <a:cubicBezTo>
                  <a:pt x="0" y="421229"/>
                  <a:pt x="421229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02425C2-6AD1-470A-9A0D-69A86B1DDF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31322" y="3216359"/>
            <a:ext cx="940720" cy="940842"/>
          </a:xfrm>
          <a:custGeom>
            <a:avLst/>
            <a:gdLst>
              <a:gd name="connsiteX0" fmla="*/ 940842 w 1881684"/>
              <a:gd name="connsiteY0" fmla="*/ 0 h 1881684"/>
              <a:gd name="connsiteX1" fmla="*/ 1881684 w 1881684"/>
              <a:gd name="connsiteY1" fmla="*/ 940842 h 1881684"/>
              <a:gd name="connsiteX2" fmla="*/ 940842 w 1881684"/>
              <a:gd name="connsiteY2" fmla="*/ 1881684 h 1881684"/>
              <a:gd name="connsiteX3" fmla="*/ 0 w 1881684"/>
              <a:gd name="connsiteY3" fmla="*/ 940842 h 1881684"/>
              <a:gd name="connsiteX4" fmla="*/ 940842 w 1881684"/>
              <a:gd name="connsiteY4" fmla="*/ 0 h 188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1684" h="1881684">
                <a:moveTo>
                  <a:pt x="940842" y="0"/>
                </a:moveTo>
                <a:cubicBezTo>
                  <a:pt x="1460454" y="0"/>
                  <a:pt x="1881684" y="421229"/>
                  <a:pt x="1881684" y="940842"/>
                </a:cubicBezTo>
                <a:cubicBezTo>
                  <a:pt x="1881684" y="1460455"/>
                  <a:pt x="1460454" y="1881684"/>
                  <a:pt x="940842" y="1881684"/>
                </a:cubicBezTo>
                <a:cubicBezTo>
                  <a:pt x="421230" y="1881684"/>
                  <a:pt x="0" y="1460455"/>
                  <a:pt x="0" y="940842"/>
                </a:cubicBezTo>
                <a:cubicBezTo>
                  <a:pt x="0" y="421229"/>
                  <a:pt x="421230" y="0"/>
                  <a:pt x="94084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4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127187466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B50162-B53A-4D53-985F-D3169468460F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5AA740-871A-4FDD-B5BE-77B04DD73008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2642904212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6E49E-6A53-4F4D-9EED-FA6EEC2123E3}"/>
              </a:ext>
            </a:extLst>
          </p:cNvPr>
          <p:cNvSpPr txBox="1"/>
          <p:nvPr userDrawn="1"/>
        </p:nvSpPr>
        <p:spPr>
          <a:xfrm>
            <a:off x="5465184" y="115055"/>
            <a:ext cx="1261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368583686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F5F7554-38B1-48BE-91E4-43BCAA8E8F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1625" y="495300"/>
            <a:ext cx="5604345" cy="5870981"/>
          </a:xfrm>
          <a:custGeom>
            <a:avLst/>
            <a:gdLst>
              <a:gd name="connsiteX0" fmla="*/ 0 w 11210150"/>
              <a:gd name="connsiteY0" fmla="*/ 0 h 11741961"/>
              <a:gd name="connsiteX1" fmla="*/ 11210150 w 11210150"/>
              <a:gd name="connsiteY1" fmla="*/ 0 h 11741961"/>
              <a:gd name="connsiteX2" fmla="*/ 11210150 w 11210150"/>
              <a:gd name="connsiteY2" fmla="*/ 11741961 h 11741961"/>
              <a:gd name="connsiteX3" fmla="*/ 0 w 11210150"/>
              <a:gd name="connsiteY3" fmla="*/ 11741961 h 1174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0150" h="11741961">
                <a:moveTo>
                  <a:pt x="0" y="0"/>
                </a:moveTo>
                <a:lnTo>
                  <a:pt x="11210150" y="0"/>
                </a:lnTo>
                <a:lnTo>
                  <a:pt x="11210150" y="11741961"/>
                </a:lnTo>
                <a:lnTo>
                  <a:pt x="0" y="117419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35471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3816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66494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482A689-CC2A-4F2B-BAB9-2127EA08A0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4740" y="0"/>
            <a:ext cx="12341479" cy="6858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E8DB23E-DC77-4E50-A38D-DDDDEEDB1A0B}"/>
              </a:ext>
            </a:extLst>
          </p:cNvPr>
          <p:cNvSpPr txBox="1">
            <a:spLocks/>
          </p:cNvSpPr>
          <p:nvPr userDrawn="1"/>
        </p:nvSpPr>
        <p:spPr>
          <a:xfrm>
            <a:off x="118816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7B9C2-6A96-4E56-8A5F-50BC1EAA29D4}"/>
              </a:ext>
            </a:extLst>
          </p:cNvPr>
          <p:cNvSpPr txBox="1"/>
          <p:nvPr userDrawn="1"/>
        </p:nvSpPr>
        <p:spPr>
          <a:xfrm>
            <a:off x="10782272" y="6444039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1249563361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E8DB23E-DC77-4E50-A38D-DDDDEEDB1A0B}"/>
              </a:ext>
            </a:extLst>
          </p:cNvPr>
          <p:cNvSpPr txBox="1">
            <a:spLocks/>
          </p:cNvSpPr>
          <p:nvPr userDrawn="1"/>
        </p:nvSpPr>
        <p:spPr>
          <a:xfrm>
            <a:off x="118816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37B9C2-6A96-4E56-8A5F-50BC1EAA29D4}"/>
              </a:ext>
            </a:extLst>
          </p:cNvPr>
          <p:cNvSpPr txBox="1"/>
          <p:nvPr userDrawn="1"/>
        </p:nvSpPr>
        <p:spPr>
          <a:xfrm>
            <a:off x="10782272" y="6444039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2422756728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4E2DCC9-7A91-43AF-A2ED-33E09E36BA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40576" y="1473322"/>
            <a:ext cx="3910848" cy="3911357"/>
          </a:xfrm>
          <a:custGeom>
            <a:avLst/>
            <a:gdLst>
              <a:gd name="connsiteX0" fmla="*/ 0 w 7822714"/>
              <a:gd name="connsiteY0" fmla="*/ 0 h 7822714"/>
              <a:gd name="connsiteX1" fmla="*/ 7822714 w 7822714"/>
              <a:gd name="connsiteY1" fmla="*/ 0 h 7822714"/>
              <a:gd name="connsiteX2" fmla="*/ 7822714 w 7822714"/>
              <a:gd name="connsiteY2" fmla="*/ 7822714 h 7822714"/>
              <a:gd name="connsiteX3" fmla="*/ 0 w 7822714"/>
              <a:gd name="connsiteY3" fmla="*/ 7822714 h 782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2714" h="7822714">
                <a:moveTo>
                  <a:pt x="0" y="0"/>
                </a:moveTo>
                <a:lnTo>
                  <a:pt x="7822714" y="0"/>
                </a:lnTo>
                <a:lnTo>
                  <a:pt x="7822714" y="7822714"/>
                </a:lnTo>
                <a:lnTo>
                  <a:pt x="0" y="782271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36E49E-6A53-4F4D-9EED-FA6EEC2123E3}"/>
              </a:ext>
            </a:extLst>
          </p:cNvPr>
          <p:cNvSpPr txBox="1"/>
          <p:nvPr userDrawn="1"/>
        </p:nvSpPr>
        <p:spPr>
          <a:xfrm>
            <a:off x="5465184" y="115055"/>
            <a:ext cx="12616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</p:spTree>
    <p:extLst>
      <p:ext uri="{BB962C8B-B14F-4D97-AF65-F5344CB8AC3E}">
        <p14:creationId xmlns:p14="http://schemas.microsoft.com/office/powerpoint/2010/main" val="2200846146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11318C-4794-4780-B048-65BF2EFB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1" cy="6858000"/>
          </a:xfrm>
          <a:custGeom>
            <a:avLst/>
            <a:gdLst>
              <a:gd name="connsiteX0" fmla="*/ 0 w 12193589"/>
              <a:gd name="connsiteY0" fmla="*/ 0 h 13716000"/>
              <a:gd name="connsiteX1" fmla="*/ 12193589 w 12193589"/>
              <a:gd name="connsiteY1" fmla="*/ 0 h 13716000"/>
              <a:gd name="connsiteX2" fmla="*/ 12193589 w 12193589"/>
              <a:gd name="connsiteY2" fmla="*/ 13716000 h 13716000"/>
              <a:gd name="connsiteX3" fmla="*/ 0 w 12193589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9" h="13716000">
                <a:moveTo>
                  <a:pt x="0" y="0"/>
                </a:moveTo>
                <a:lnTo>
                  <a:pt x="12193589" y="0"/>
                </a:lnTo>
                <a:lnTo>
                  <a:pt x="12193589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6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1792505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1792504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1792505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1837176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9912533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10087155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11318C-4794-4780-B048-65BF2EFB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48000" y="0"/>
            <a:ext cx="6096001" cy="6858000"/>
          </a:xfrm>
          <a:custGeom>
            <a:avLst/>
            <a:gdLst>
              <a:gd name="connsiteX0" fmla="*/ 0 w 12193589"/>
              <a:gd name="connsiteY0" fmla="*/ 0 h 13716000"/>
              <a:gd name="connsiteX1" fmla="*/ 12193589 w 12193589"/>
              <a:gd name="connsiteY1" fmla="*/ 0 h 13716000"/>
              <a:gd name="connsiteX2" fmla="*/ 12193589 w 12193589"/>
              <a:gd name="connsiteY2" fmla="*/ 13716000 h 13716000"/>
              <a:gd name="connsiteX3" fmla="*/ 0 w 12193589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9" h="13716000">
                <a:moveTo>
                  <a:pt x="0" y="0"/>
                </a:moveTo>
                <a:lnTo>
                  <a:pt x="12193589" y="0"/>
                </a:lnTo>
                <a:lnTo>
                  <a:pt x="12193589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2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15562B8-40F2-4731-9234-F72F7B0C8FA9}"/>
              </a:ext>
            </a:extLst>
          </p:cNvPr>
          <p:cNvSpPr/>
          <p:nvPr userDrawn="1"/>
        </p:nvSpPr>
        <p:spPr>
          <a:xfrm rot="5400000">
            <a:off x="5941864" y="-5484724"/>
            <a:ext cx="491719" cy="1146116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4CB942-6ECB-49C3-BCDF-B7B7905525F3}"/>
              </a:ext>
            </a:extLst>
          </p:cNvPr>
          <p:cNvSpPr/>
          <p:nvPr userDrawn="1"/>
        </p:nvSpPr>
        <p:spPr>
          <a:xfrm rot="5400000">
            <a:off x="6078711" y="744711"/>
            <a:ext cx="491719" cy="117348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1792505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1792504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1792505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1837176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9912533" y="227883"/>
            <a:ext cx="1610876" cy="58782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10087155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11318C-4794-4780-B048-65BF2EFB21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6096001" cy="6858000"/>
          </a:xfrm>
          <a:custGeom>
            <a:avLst/>
            <a:gdLst>
              <a:gd name="connsiteX0" fmla="*/ 0 w 12193589"/>
              <a:gd name="connsiteY0" fmla="*/ 0 h 13716000"/>
              <a:gd name="connsiteX1" fmla="*/ 12193589 w 12193589"/>
              <a:gd name="connsiteY1" fmla="*/ 0 h 13716000"/>
              <a:gd name="connsiteX2" fmla="*/ 12193589 w 12193589"/>
              <a:gd name="connsiteY2" fmla="*/ 13716000 h 13716000"/>
              <a:gd name="connsiteX3" fmla="*/ 0 w 12193589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3589" h="13716000">
                <a:moveTo>
                  <a:pt x="0" y="0"/>
                </a:moveTo>
                <a:lnTo>
                  <a:pt x="12193589" y="0"/>
                </a:lnTo>
                <a:lnTo>
                  <a:pt x="12193589" y="13716000"/>
                </a:lnTo>
                <a:lnTo>
                  <a:pt x="0" y="13716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</p:bldLst>
  </p:timing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8">
            <a:extLst>
              <a:ext uri="{FF2B5EF4-FFF2-40B4-BE49-F238E27FC236}">
                <a16:creationId xmlns:a16="http://schemas.microsoft.com/office/drawing/2014/main" id="{6884AB12-9032-475A-82B0-6E1C4050A8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34213" y="665692"/>
            <a:ext cx="5523574" cy="5526617"/>
          </a:xfrm>
          <a:custGeom>
            <a:avLst/>
            <a:gdLst>
              <a:gd name="connsiteX0" fmla="*/ 2834837 w 5669673"/>
              <a:gd name="connsiteY0" fmla="*/ 0 h 5672056"/>
              <a:gd name="connsiteX1" fmla="*/ 4522327 w 5669673"/>
              <a:gd name="connsiteY1" fmla="*/ 698944 h 5672056"/>
              <a:gd name="connsiteX2" fmla="*/ 4971023 w 5669673"/>
              <a:gd name="connsiteY2" fmla="*/ 1147830 h 5672056"/>
              <a:gd name="connsiteX3" fmla="*/ 4971023 w 5669673"/>
              <a:gd name="connsiteY3" fmla="*/ 4524228 h 5672056"/>
              <a:gd name="connsiteX4" fmla="*/ 4522327 w 5669673"/>
              <a:gd name="connsiteY4" fmla="*/ 4973113 h 5672056"/>
              <a:gd name="connsiteX5" fmla="*/ 1147346 w 5669673"/>
              <a:gd name="connsiteY5" fmla="*/ 4973113 h 5672056"/>
              <a:gd name="connsiteX6" fmla="*/ 698650 w 5669673"/>
              <a:gd name="connsiteY6" fmla="*/ 4524228 h 5672056"/>
              <a:gd name="connsiteX7" fmla="*/ 698650 w 5669673"/>
              <a:gd name="connsiteY7" fmla="*/ 1147830 h 5672056"/>
              <a:gd name="connsiteX8" fmla="*/ 1147346 w 5669673"/>
              <a:gd name="connsiteY8" fmla="*/ 698944 h 5672056"/>
              <a:gd name="connsiteX9" fmla="*/ 2834837 w 5669673"/>
              <a:gd name="connsiteY9" fmla="*/ 0 h 567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9673" h="5672056">
                <a:moveTo>
                  <a:pt x="2834837" y="0"/>
                </a:moveTo>
                <a:cubicBezTo>
                  <a:pt x="3445698" y="0"/>
                  <a:pt x="4056560" y="232981"/>
                  <a:pt x="4522327" y="698944"/>
                </a:cubicBezTo>
                <a:cubicBezTo>
                  <a:pt x="4971023" y="1147830"/>
                  <a:pt x="4971023" y="1147830"/>
                  <a:pt x="4971023" y="1147830"/>
                </a:cubicBezTo>
                <a:cubicBezTo>
                  <a:pt x="5902557" y="2079754"/>
                  <a:pt x="5902557" y="3592303"/>
                  <a:pt x="4971023" y="4524228"/>
                </a:cubicBezTo>
                <a:cubicBezTo>
                  <a:pt x="4522327" y="4973113"/>
                  <a:pt x="4522327" y="4973113"/>
                  <a:pt x="4522327" y="4973113"/>
                </a:cubicBezTo>
                <a:cubicBezTo>
                  <a:pt x="3590793" y="5905038"/>
                  <a:pt x="2078880" y="5905038"/>
                  <a:pt x="1147346" y="4973113"/>
                </a:cubicBezTo>
                <a:cubicBezTo>
                  <a:pt x="698650" y="4524228"/>
                  <a:pt x="698650" y="4524228"/>
                  <a:pt x="698650" y="4524228"/>
                </a:cubicBezTo>
                <a:cubicBezTo>
                  <a:pt x="-232884" y="3592303"/>
                  <a:pt x="-232884" y="2079754"/>
                  <a:pt x="698650" y="1147830"/>
                </a:cubicBezTo>
                <a:cubicBezTo>
                  <a:pt x="1147346" y="698944"/>
                  <a:pt x="1147346" y="698944"/>
                  <a:pt x="1147346" y="698944"/>
                </a:cubicBezTo>
                <a:cubicBezTo>
                  <a:pt x="1613113" y="232981"/>
                  <a:pt x="2223975" y="0"/>
                  <a:pt x="283483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7B87B-45E7-4AE7-9E9F-48F570D39556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E7B4-D919-418E-8C79-FE532F656603}"/>
              </a:ext>
            </a:extLst>
          </p:cNvPr>
          <p:cNvCxnSpPr/>
          <p:nvPr userDrawn="1"/>
        </p:nvCxnSpPr>
        <p:spPr>
          <a:xfrm>
            <a:off x="120026" y="152363"/>
            <a:ext cx="238296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D18541-68C2-4DF9-AC8A-1ECB0677CF50}"/>
              </a:ext>
            </a:extLst>
          </p:cNvPr>
          <p:cNvCxnSpPr>
            <a:cxnSpLocks/>
          </p:cNvCxnSpPr>
          <p:nvPr userDrawn="1"/>
        </p:nvCxnSpPr>
        <p:spPr>
          <a:xfrm>
            <a:off x="120026" y="227882"/>
            <a:ext cx="101742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F6FCAEE-47CD-4C71-94C3-830250430BF7}"/>
              </a:ext>
            </a:extLst>
          </p:cNvPr>
          <p:cNvCxnSpPr>
            <a:cxnSpLocks/>
          </p:cNvCxnSpPr>
          <p:nvPr userDrawn="1"/>
        </p:nvCxnSpPr>
        <p:spPr>
          <a:xfrm>
            <a:off x="120026" y="303402"/>
            <a:ext cx="181333" cy="0"/>
          </a:xfrm>
          <a:prstGeom prst="line">
            <a:avLst/>
          </a:prstGeom>
          <a:ln w="50800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920F7B99-6DE8-4F59-95D2-587A27CB4EB8}"/>
              </a:ext>
            </a:extLst>
          </p:cNvPr>
          <p:cNvSpPr txBox="1">
            <a:spLocks/>
          </p:cNvSpPr>
          <p:nvPr userDrawn="1"/>
        </p:nvSpPr>
        <p:spPr>
          <a:xfrm>
            <a:off x="164697" y="6458689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C0BA415-90EF-494A-98BB-E4776AE09ABA}"/>
              </a:ext>
            </a:extLst>
          </p:cNvPr>
          <p:cNvSpPr/>
          <p:nvPr userDrawn="1"/>
        </p:nvSpPr>
        <p:spPr>
          <a:xfrm>
            <a:off x="727028" y="227883"/>
            <a:ext cx="1610876" cy="587829"/>
          </a:xfrm>
          <a:prstGeom prst="roundRect">
            <a:avLst>
              <a:gd name="adj" fmla="val 50000"/>
            </a:avLst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763060-CCE9-4A96-A067-6AC27B7E80B1}"/>
              </a:ext>
            </a:extLst>
          </p:cNvPr>
          <p:cNvSpPr txBox="1"/>
          <p:nvPr userDrawn="1"/>
        </p:nvSpPr>
        <p:spPr>
          <a:xfrm>
            <a:off x="901650" y="375603"/>
            <a:ext cx="1261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0">
                <a:solidFill>
                  <a:schemeClr val="tx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D062986-BE9C-4DF7-95D3-186FF46BE1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V="1">
            <a:off x="4506893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0558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A7C05D-F1DC-463F-989D-14FCC661B2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5479" y="887538"/>
            <a:ext cx="1673783" cy="1674705"/>
          </a:xfrm>
          <a:custGeom>
            <a:avLst/>
            <a:gdLst>
              <a:gd name="connsiteX0" fmla="*/ 1674001 w 3348002"/>
              <a:gd name="connsiteY0" fmla="*/ 0 h 3349409"/>
              <a:gd name="connsiteX1" fmla="*/ 2670482 w 3348002"/>
              <a:gd name="connsiteY1" fmla="*/ 412733 h 3349409"/>
              <a:gd name="connsiteX2" fmla="*/ 2935442 w 3348002"/>
              <a:gd name="connsiteY2" fmla="*/ 677805 h 3349409"/>
              <a:gd name="connsiteX3" fmla="*/ 2935442 w 3348002"/>
              <a:gd name="connsiteY3" fmla="*/ 2671604 h 3349409"/>
              <a:gd name="connsiteX4" fmla="*/ 2670482 w 3348002"/>
              <a:gd name="connsiteY4" fmla="*/ 2936676 h 3349409"/>
              <a:gd name="connsiteX5" fmla="*/ 677520 w 3348002"/>
              <a:gd name="connsiteY5" fmla="*/ 2936676 h 3349409"/>
              <a:gd name="connsiteX6" fmla="*/ 412560 w 3348002"/>
              <a:gd name="connsiteY6" fmla="*/ 2671604 h 3349409"/>
              <a:gd name="connsiteX7" fmla="*/ 412560 w 3348002"/>
              <a:gd name="connsiteY7" fmla="*/ 677805 h 3349409"/>
              <a:gd name="connsiteX8" fmla="*/ 677520 w 3348002"/>
              <a:gd name="connsiteY8" fmla="*/ 412733 h 3349409"/>
              <a:gd name="connsiteX9" fmla="*/ 1674001 w 3348002"/>
              <a:gd name="connsiteY9" fmla="*/ 0 h 334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8002" h="3349409">
                <a:moveTo>
                  <a:pt x="1674001" y="0"/>
                </a:moveTo>
                <a:cubicBezTo>
                  <a:pt x="2034722" y="0"/>
                  <a:pt x="2395442" y="137578"/>
                  <a:pt x="2670482" y="412733"/>
                </a:cubicBezTo>
                <a:cubicBezTo>
                  <a:pt x="2935442" y="677805"/>
                  <a:pt x="2935442" y="677805"/>
                  <a:pt x="2935442" y="677805"/>
                </a:cubicBezTo>
                <a:cubicBezTo>
                  <a:pt x="3485523" y="1228117"/>
                  <a:pt x="3485523" y="2121293"/>
                  <a:pt x="2935442" y="2671604"/>
                </a:cubicBezTo>
                <a:cubicBezTo>
                  <a:pt x="2670482" y="2936676"/>
                  <a:pt x="2670482" y="2936676"/>
                  <a:pt x="2670482" y="2936676"/>
                </a:cubicBezTo>
                <a:cubicBezTo>
                  <a:pt x="2120402" y="3486987"/>
                  <a:pt x="1227600" y="3486987"/>
                  <a:pt x="677520" y="2936676"/>
                </a:cubicBezTo>
                <a:cubicBezTo>
                  <a:pt x="412560" y="2671604"/>
                  <a:pt x="412560" y="2671604"/>
                  <a:pt x="412560" y="2671604"/>
                </a:cubicBezTo>
                <a:cubicBezTo>
                  <a:pt x="-137521" y="2121293"/>
                  <a:pt x="-137521" y="1228117"/>
                  <a:pt x="412560" y="677805"/>
                </a:cubicBezTo>
                <a:cubicBezTo>
                  <a:pt x="677520" y="412733"/>
                  <a:pt x="677520" y="412733"/>
                  <a:pt x="677520" y="412733"/>
                </a:cubicBezTo>
                <a:cubicBezTo>
                  <a:pt x="952560" y="137578"/>
                  <a:pt x="1313281" y="0"/>
                  <a:pt x="167400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DD218A9-C81F-4FF9-AF7E-D26C0FC978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39362" y="2591648"/>
            <a:ext cx="1673784" cy="1674705"/>
          </a:xfrm>
          <a:custGeom>
            <a:avLst/>
            <a:gdLst>
              <a:gd name="connsiteX0" fmla="*/ 1674001 w 3348003"/>
              <a:gd name="connsiteY0" fmla="*/ 0 h 3349409"/>
              <a:gd name="connsiteX1" fmla="*/ 2670482 w 3348003"/>
              <a:gd name="connsiteY1" fmla="*/ 412734 h 3349409"/>
              <a:gd name="connsiteX2" fmla="*/ 2935443 w 3348003"/>
              <a:gd name="connsiteY2" fmla="*/ 677805 h 3349409"/>
              <a:gd name="connsiteX3" fmla="*/ 2935443 w 3348003"/>
              <a:gd name="connsiteY3" fmla="*/ 2671604 h 3349409"/>
              <a:gd name="connsiteX4" fmla="*/ 2670482 w 3348003"/>
              <a:gd name="connsiteY4" fmla="*/ 2936676 h 3349409"/>
              <a:gd name="connsiteX5" fmla="*/ 677520 w 3348003"/>
              <a:gd name="connsiteY5" fmla="*/ 2936676 h 3349409"/>
              <a:gd name="connsiteX6" fmla="*/ 412560 w 3348003"/>
              <a:gd name="connsiteY6" fmla="*/ 2671604 h 3349409"/>
              <a:gd name="connsiteX7" fmla="*/ 412560 w 3348003"/>
              <a:gd name="connsiteY7" fmla="*/ 677805 h 3349409"/>
              <a:gd name="connsiteX8" fmla="*/ 677520 w 3348003"/>
              <a:gd name="connsiteY8" fmla="*/ 412734 h 3349409"/>
              <a:gd name="connsiteX9" fmla="*/ 1674001 w 3348003"/>
              <a:gd name="connsiteY9" fmla="*/ 0 h 334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8003" h="3349409">
                <a:moveTo>
                  <a:pt x="1674001" y="0"/>
                </a:moveTo>
                <a:cubicBezTo>
                  <a:pt x="2034721" y="0"/>
                  <a:pt x="2395441" y="137578"/>
                  <a:pt x="2670482" y="412734"/>
                </a:cubicBezTo>
                <a:cubicBezTo>
                  <a:pt x="2935443" y="677805"/>
                  <a:pt x="2935443" y="677805"/>
                  <a:pt x="2935443" y="677805"/>
                </a:cubicBezTo>
                <a:cubicBezTo>
                  <a:pt x="3485523" y="1228117"/>
                  <a:pt x="3485523" y="2121293"/>
                  <a:pt x="2935443" y="2671604"/>
                </a:cubicBezTo>
                <a:cubicBezTo>
                  <a:pt x="2670482" y="2936676"/>
                  <a:pt x="2670482" y="2936676"/>
                  <a:pt x="2670482" y="2936676"/>
                </a:cubicBezTo>
                <a:cubicBezTo>
                  <a:pt x="2120401" y="3486987"/>
                  <a:pt x="1227601" y="3486987"/>
                  <a:pt x="677520" y="2936676"/>
                </a:cubicBezTo>
                <a:cubicBezTo>
                  <a:pt x="412560" y="2671604"/>
                  <a:pt x="412560" y="2671604"/>
                  <a:pt x="412560" y="2671604"/>
                </a:cubicBezTo>
                <a:cubicBezTo>
                  <a:pt x="-137521" y="2121293"/>
                  <a:pt x="-137521" y="1228117"/>
                  <a:pt x="412560" y="677805"/>
                </a:cubicBezTo>
                <a:cubicBezTo>
                  <a:pt x="677520" y="412734"/>
                  <a:pt x="677520" y="412734"/>
                  <a:pt x="677520" y="412734"/>
                </a:cubicBezTo>
                <a:cubicBezTo>
                  <a:pt x="952561" y="137578"/>
                  <a:pt x="1313281" y="0"/>
                  <a:pt x="167400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8B8A224-37B6-49F3-9AEA-36A5E3325D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03529" y="4619207"/>
            <a:ext cx="1673784" cy="1674705"/>
          </a:xfrm>
          <a:custGeom>
            <a:avLst/>
            <a:gdLst>
              <a:gd name="connsiteX0" fmla="*/ 1674001 w 3348003"/>
              <a:gd name="connsiteY0" fmla="*/ 0 h 3349409"/>
              <a:gd name="connsiteX1" fmla="*/ 2670482 w 3348003"/>
              <a:gd name="connsiteY1" fmla="*/ 412734 h 3349409"/>
              <a:gd name="connsiteX2" fmla="*/ 2935443 w 3348003"/>
              <a:gd name="connsiteY2" fmla="*/ 677805 h 3349409"/>
              <a:gd name="connsiteX3" fmla="*/ 2935443 w 3348003"/>
              <a:gd name="connsiteY3" fmla="*/ 2671604 h 3349409"/>
              <a:gd name="connsiteX4" fmla="*/ 2670482 w 3348003"/>
              <a:gd name="connsiteY4" fmla="*/ 2936675 h 3349409"/>
              <a:gd name="connsiteX5" fmla="*/ 677520 w 3348003"/>
              <a:gd name="connsiteY5" fmla="*/ 2936675 h 3349409"/>
              <a:gd name="connsiteX6" fmla="*/ 412560 w 3348003"/>
              <a:gd name="connsiteY6" fmla="*/ 2671604 h 3349409"/>
              <a:gd name="connsiteX7" fmla="*/ 412560 w 3348003"/>
              <a:gd name="connsiteY7" fmla="*/ 677805 h 3349409"/>
              <a:gd name="connsiteX8" fmla="*/ 677520 w 3348003"/>
              <a:gd name="connsiteY8" fmla="*/ 412734 h 3349409"/>
              <a:gd name="connsiteX9" fmla="*/ 1674001 w 3348003"/>
              <a:gd name="connsiteY9" fmla="*/ 0 h 3349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8003" h="3349409">
                <a:moveTo>
                  <a:pt x="1674001" y="0"/>
                </a:moveTo>
                <a:cubicBezTo>
                  <a:pt x="2034721" y="0"/>
                  <a:pt x="2395442" y="137578"/>
                  <a:pt x="2670482" y="412734"/>
                </a:cubicBezTo>
                <a:cubicBezTo>
                  <a:pt x="2935443" y="677805"/>
                  <a:pt x="2935443" y="677805"/>
                  <a:pt x="2935443" y="677805"/>
                </a:cubicBezTo>
                <a:cubicBezTo>
                  <a:pt x="3485523" y="1228117"/>
                  <a:pt x="3485523" y="2121293"/>
                  <a:pt x="2935443" y="2671604"/>
                </a:cubicBezTo>
                <a:cubicBezTo>
                  <a:pt x="2670482" y="2936675"/>
                  <a:pt x="2670482" y="2936675"/>
                  <a:pt x="2670482" y="2936675"/>
                </a:cubicBezTo>
                <a:cubicBezTo>
                  <a:pt x="2120401" y="3486987"/>
                  <a:pt x="1227601" y="3486987"/>
                  <a:pt x="677520" y="2936675"/>
                </a:cubicBezTo>
                <a:cubicBezTo>
                  <a:pt x="412560" y="2671604"/>
                  <a:pt x="412560" y="2671604"/>
                  <a:pt x="412560" y="2671604"/>
                </a:cubicBezTo>
                <a:cubicBezTo>
                  <a:pt x="-137521" y="2121293"/>
                  <a:pt x="-137521" y="1228117"/>
                  <a:pt x="412560" y="677805"/>
                </a:cubicBezTo>
                <a:cubicBezTo>
                  <a:pt x="677520" y="412734"/>
                  <a:pt x="677520" y="412734"/>
                  <a:pt x="677520" y="412734"/>
                </a:cubicBezTo>
                <a:cubicBezTo>
                  <a:pt x="952561" y="137578"/>
                  <a:pt x="1313281" y="0"/>
                  <a:pt x="167400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3514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692C0904-053A-4790-ABF2-C6278A0C34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78767" y="2010986"/>
            <a:ext cx="2834467" cy="2836028"/>
          </a:xfrm>
          <a:custGeom>
            <a:avLst/>
            <a:gdLst>
              <a:gd name="connsiteX0" fmla="*/ 2834837 w 5669673"/>
              <a:gd name="connsiteY0" fmla="*/ 0 h 5672056"/>
              <a:gd name="connsiteX1" fmla="*/ 4522327 w 5669673"/>
              <a:gd name="connsiteY1" fmla="*/ 698944 h 5672056"/>
              <a:gd name="connsiteX2" fmla="*/ 4971023 w 5669673"/>
              <a:gd name="connsiteY2" fmla="*/ 1147830 h 5672056"/>
              <a:gd name="connsiteX3" fmla="*/ 4971023 w 5669673"/>
              <a:gd name="connsiteY3" fmla="*/ 4524228 h 5672056"/>
              <a:gd name="connsiteX4" fmla="*/ 4522327 w 5669673"/>
              <a:gd name="connsiteY4" fmla="*/ 4973113 h 5672056"/>
              <a:gd name="connsiteX5" fmla="*/ 1147346 w 5669673"/>
              <a:gd name="connsiteY5" fmla="*/ 4973113 h 5672056"/>
              <a:gd name="connsiteX6" fmla="*/ 698650 w 5669673"/>
              <a:gd name="connsiteY6" fmla="*/ 4524228 h 5672056"/>
              <a:gd name="connsiteX7" fmla="*/ 698650 w 5669673"/>
              <a:gd name="connsiteY7" fmla="*/ 1147830 h 5672056"/>
              <a:gd name="connsiteX8" fmla="*/ 1147346 w 5669673"/>
              <a:gd name="connsiteY8" fmla="*/ 698944 h 5672056"/>
              <a:gd name="connsiteX9" fmla="*/ 2834837 w 5669673"/>
              <a:gd name="connsiteY9" fmla="*/ 0 h 567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69673" h="5672056">
                <a:moveTo>
                  <a:pt x="2834837" y="0"/>
                </a:moveTo>
                <a:cubicBezTo>
                  <a:pt x="3445698" y="0"/>
                  <a:pt x="4056560" y="232981"/>
                  <a:pt x="4522327" y="698944"/>
                </a:cubicBezTo>
                <a:cubicBezTo>
                  <a:pt x="4971023" y="1147830"/>
                  <a:pt x="4971023" y="1147830"/>
                  <a:pt x="4971023" y="1147830"/>
                </a:cubicBezTo>
                <a:cubicBezTo>
                  <a:pt x="5902557" y="2079754"/>
                  <a:pt x="5902557" y="3592303"/>
                  <a:pt x="4971023" y="4524228"/>
                </a:cubicBezTo>
                <a:cubicBezTo>
                  <a:pt x="4522327" y="4973113"/>
                  <a:pt x="4522327" y="4973113"/>
                  <a:pt x="4522327" y="4973113"/>
                </a:cubicBezTo>
                <a:cubicBezTo>
                  <a:pt x="3590793" y="5905038"/>
                  <a:pt x="2078880" y="5905038"/>
                  <a:pt x="1147346" y="4973113"/>
                </a:cubicBezTo>
                <a:cubicBezTo>
                  <a:pt x="698650" y="4524228"/>
                  <a:pt x="698650" y="4524228"/>
                  <a:pt x="698650" y="4524228"/>
                </a:cubicBezTo>
                <a:cubicBezTo>
                  <a:pt x="-232884" y="3592303"/>
                  <a:pt x="-232884" y="2079754"/>
                  <a:pt x="698650" y="1147830"/>
                </a:cubicBezTo>
                <a:cubicBezTo>
                  <a:pt x="1147346" y="698944"/>
                  <a:pt x="1147346" y="698944"/>
                  <a:pt x="1147346" y="698944"/>
                </a:cubicBezTo>
                <a:cubicBezTo>
                  <a:pt x="1613113" y="232981"/>
                  <a:pt x="2223975" y="0"/>
                  <a:pt x="283483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3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DACA323-AFE1-42D8-BB53-A9B65C9B26C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87232" y="1137054"/>
            <a:ext cx="4599623" cy="4600222"/>
          </a:xfrm>
          <a:custGeom>
            <a:avLst/>
            <a:gdLst>
              <a:gd name="connsiteX0" fmla="*/ 0 w 6912429"/>
              <a:gd name="connsiteY0" fmla="*/ 0 h 6912429"/>
              <a:gd name="connsiteX1" fmla="*/ 6912429 w 6912429"/>
              <a:gd name="connsiteY1" fmla="*/ 0 h 6912429"/>
              <a:gd name="connsiteX2" fmla="*/ 6912429 w 6912429"/>
              <a:gd name="connsiteY2" fmla="*/ 6912429 h 6912429"/>
              <a:gd name="connsiteX3" fmla="*/ 0 w 6912429"/>
              <a:gd name="connsiteY3" fmla="*/ 6912429 h 691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12429" h="6912429">
                <a:moveTo>
                  <a:pt x="0" y="0"/>
                </a:moveTo>
                <a:lnTo>
                  <a:pt x="6912429" y="0"/>
                </a:lnTo>
                <a:lnTo>
                  <a:pt x="6912429" y="6912429"/>
                </a:lnTo>
                <a:lnTo>
                  <a:pt x="0" y="691242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98227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7A63888-FAB6-42D9-963F-0298E9A2CB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2512" y="0"/>
            <a:ext cx="2116996" cy="2190710"/>
          </a:xfrm>
          <a:custGeom>
            <a:avLst/>
            <a:gdLst>
              <a:gd name="connsiteX0" fmla="*/ 0 w 4234543"/>
              <a:gd name="connsiteY0" fmla="*/ 0 h 4381419"/>
              <a:gd name="connsiteX1" fmla="*/ 4234543 w 4234543"/>
              <a:gd name="connsiteY1" fmla="*/ 0 h 4381419"/>
              <a:gd name="connsiteX2" fmla="*/ 4234543 w 4234543"/>
              <a:gd name="connsiteY2" fmla="*/ 4381419 h 4381419"/>
              <a:gd name="connsiteX3" fmla="*/ 0 w 4234543"/>
              <a:gd name="connsiteY3" fmla="*/ 4381419 h 4381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543" h="4381419">
                <a:moveTo>
                  <a:pt x="0" y="0"/>
                </a:moveTo>
                <a:lnTo>
                  <a:pt x="4234543" y="0"/>
                </a:lnTo>
                <a:lnTo>
                  <a:pt x="4234543" y="4381419"/>
                </a:lnTo>
                <a:lnTo>
                  <a:pt x="0" y="43814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EDFA15A-AE97-4FAA-8F65-2E9DED702B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078442" y="3176814"/>
            <a:ext cx="2116996" cy="3681186"/>
          </a:xfrm>
          <a:custGeom>
            <a:avLst/>
            <a:gdLst>
              <a:gd name="connsiteX0" fmla="*/ 0 w 4234543"/>
              <a:gd name="connsiteY0" fmla="*/ 0 h 7362371"/>
              <a:gd name="connsiteX1" fmla="*/ 4234543 w 4234543"/>
              <a:gd name="connsiteY1" fmla="*/ 0 h 7362371"/>
              <a:gd name="connsiteX2" fmla="*/ 4234543 w 4234543"/>
              <a:gd name="connsiteY2" fmla="*/ 7362371 h 7362371"/>
              <a:gd name="connsiteX3" fmla="*/ 0 w 4234543"/>
              <a:gd name="connsiteY3" fmla="*/ 7362371 h 7362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543" h="7362371">
                <a:moveTo>
                  <a:pt x="0" y="0"/>
                </a:moveTo>
                <a:lnTo>
                  <a:pt x="4234543" y="0"/>
                </a:lnTo>
                <a:lnTo>
                  <a:pt x="4234543" y="7362371"/>
                </a:lnTo>
                <a:lnTo>
                  <a:pt x="0" y="7362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0C89C061-DCFD-43BB-9BCA-A6DF206F57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2512" y="5811158"/>
            <a:ext cx="2116996" cy="1046843"/>
          </a:xfrm>
          <a:custGeom>
            <a:avLst/>
            <a:gdLst>
              <a:gd name="connsiteX0" fmla="*/ 0 w 4234543"/>
              <a:gd name="connsiteY0" fmla="*/ 0 h 2093685"/>
              <a:gd name="connsiteX1" fmla="*/ 4234543 w 4234543"/>
              <a:gd name="connsiteY1" fmla="*/ 0 h 2093685"/>
              <a:gd name="connsiteX2" fmla="*/ 4234543 w 4234543"/>
              <a:gd name="connsiteY2" fmla="*/ 2093685 h 2093685"/>
              <a:gd name="connsiteX3" fmla="*/ 0 w 4234543"/>
              <a:gd name="connsiteY3" fmla="*/ 2093685 h 209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34543" h="2093685">
                <a:moveTo>
                  <a:pt x="0" y="0"/>
                </a:moveTo>
                <a:lnTo>
                  <a:pt x="4234543" y="0"/>
                </a:lnTo>
                <a:lnTo>
                  <a:pt x="4234543" y="2093685"/>
                </a:lnTo>
                <a:lnTo>
                  <a:pt x="0" y="20936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2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4" grpId="0" animBg="1"/>
    </p:bldLst>
  </p:timing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D82F200-A714-424A-A435-53D0BB730B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78196" y="2493769"/>
            <a:ext cx="1876687" cy="1877719"/>
          </a:xfrm>
          <a:custGeom>
            <a:avLst/>
            <a:gdLst>
              <a:gd name="connsiteX0" fmla="*/ 1876931 w 3753862"/>
              <a:gd name="connsiteY0" fmla="*/ 0 h 3755437"/>
              <a:gd name="connsiteX1" fmla="*/ 2994210 w 3753862"/>
              <a:gd name="connsiteY1" fmla="*/ 462766 h 3755437"/>
              <a:gd name="connsiteX2" fmla="*/ 3291290 w 3753862"/>
              <a:gd name="connsiteY2" fmla="*/ 759971 h 3755437"/>
              <a:gd name="connsiteX3" fmla="*/ 3291290 w 3753862"/>
              <a:gd name="connsiteY3" fmla="*/ 2995466 h 3755437"/>
              <a:gd name="connsiteX4" fmla="*/ 2994210 w 3753862"/>
              <a:gd name="connsiteY4" fmla="*/ 3292671 h 3755437"/>
              <a:gd name="connsiteX5" fmla="*/ 759653 w 3753862"/>
              <a:gd name="connsiteY5" fmla="*/ 3292671 h 3755437"/>
              <a:gd name="connsiteX6" fmla="*/ 462573 w 3753862"/>
              <a:gd name="connsiteY6" fmla="*/ 2995466 h 3755437"/>
              <a:gd name="connsiteX7" fmla="*/ 462573 w 3753862"/>
              <a:gd name="connsiteY7" fmla="*/ 759971 h 3755437"/>
              <a:gd name="connsiteX8" fmla="*/ 759653 w 3753862"/>
              <a:gd name="connsiteY8" fmla="*/ 462766 h 3755437"/>
              <a:gd name="connsiteX9" fmla="*/ 1876931 w 3753862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2" h="3755437">
                <a:moveTo>
                  <a:pt x="1876931" y="0"/>
                </a:moveTo>
                <a:cubicBezTo>
                  <a:pt x="2281380" y="0"/>
                  <a:pt x="2685828" y="154255"/>
                  <a:pt x="2994210" y="462766"/>
                </a:cubicBezTo>
                <a:cubicBezTo>
                  <a:pt x="3291290" y="759971"/>
                  <a:pt x="3291290" y="759971"/>
                  <a:pt x="3291290" y="759971"/>
                </a:cubicBezTo>
                <a:cubicBezTo>
                  <a:pt x="3908053" y="1376994"/>
                  <a:pt x="3908053" y="2378444"/>
                  <a:pt x="3291290" y="2995466"/>
                </a:cubicBezTo>
                <a:cubicBezTo>
                  <a:pt x="2994210" y="3292671"/>
                  <a:pt x="2994210" y="3292671"/>
                  <a:pt x="2994210" y="3292671"/>
                </a:cubicBezTo>
                <a:cubicBezTo>
                  <a:pt x="2377446" y="3909693"/>
                  <a:pt x="1376416" y="3909693"/>
                  <a:pt x="759653" y="3292671"/>
                </a:cubicBezTo>
                <a:cubicBezTo>
                  <a:pt x="462573" y="2995466"/>
                  <a:pt x="462573" y="2995466"/>
                  <a:pt x="462573" y="2995466"/>
                </a:cubicBezTo>
                <a:cubicBezTo>
                  <a:pt x="-154191" y="2378444"/>
                  <a:pt x="-154191" y="1376994"/>
                  <a:pt x="462573" y="759971"/>
                </a:cubicBezTo>
                <a:cubicBezTo>
                  <a:pt x="759653" y="462766"/>
                  <a:pt x="759653" y="462766"/>
                  <a:pt x="759653" y="462766"/>
                </a:cubicBezTo>
                <a:cubicBezTo>
                  <a:pt x="1068034" y="154255"/>
                  <a:pt x="1472483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0D584025-6492-4000-BC15-63CFC4EB30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91949" y="2493769"/>
            <a:ext cx="1876687" cy="1877719"/>
          </a:xfrm>
          <a:custGeom>
            <a:avLst/>
            <a:gdLst>
              <a:gd name="connsiteX0" fmla="*/ 1876931 w 3753862"/>
              <a:gd name="connsiteY0" fmla="*/ 0 h 3755437"/>
              <a:gd name="connsiteX1" fmla="*/ 2994209 w 3753862"/>
              <a:gd name="connsiteY1" fmla="*/ 462766 h 3755437"/>
              <a:gd name="connsiteX2" fmla="*/ 3291289 w 3753862"/>
              <a:gd name="connsiteY2" fmla="*/ 759971 h 3755437"/>
              <a:gd name="connsiteX3" fmla="*/ 3291289 w 3753862"/>
              <a:gd name="connsiteY3" fmla="*/ 2995466 h 3755437"/>
              <a:gd name="connsiteX4" fmla="*/ 2994209 w 3753862"/>
              <a:gd name="connsiteY4" fmla="*/ 3292671 h 3755437"/>
              <a:gd name="connsiteX5" fmla="*/ 759652 w 3753862"/>
              <a:gd name="connsiteY5" fmla="*/ 3292671 h 3755437"/>
              <a:gd name="connsiteX6" fmla="*/ 462573 w 3753862"/>
              <a:gd name="connsiteY6" fmla="*/ 2995466 h 3755437"/>
              <a:gd name="connsiteX7" fmla="*/ 462573 w 3753862"/>
              <a:gd name="connsiteY7" fmla="*/ 759971 h 3755437"/>
              <a:gd name="connsiteX8" fmla="*/ 759652 w 3753862"/>
              <a:gd name="connsiteY8" fmla="*/ 462766 h 3755437"/>
              <a:gd name="connsiteX9" fmla="*/ 1876931 w 3753862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2" h="3755437">
                <a:moveTo>
                  <a:pt x="1876931" y="0"/>
                </a:moveTo>
                <a:cubicBezTo>
                  <a:pt x="2281379" y="0"/>
                  <a:pt x="2685827" y="154255"/>
                  <a:pt x="2994209" y="462766"/>
                </a:cubicBezTo>
                <a:cubicBezTo>
                  <a:pt x="3291289" y="759971"/>
                  <a:pt x="3291289" y="759971"/>
                  <a:pt x="3291289" y="759971"/>
                </a:cubicBezTo>
                <a:cubicBezTo>
                  <a:pt x="3908053" y="1376994"/>
                  <a:pt x="3908053" y="2378444"/>
                  <a:pt x="3291289" y="2995466"/>
                </a:cubicBezTo>
                <a:cubicBezTo>
                  <a:pt x="2994209" y="3292671"/>
                  <a:pt x="2994209" y="3292671"/>
                  <a:pt x="2994209" y="3292671"/>
                </a:cubicBezTo>
                <a:cubicBezTo>
                  <a:pt x="2377446" y="3909693"/>
                  <a:pt x="1376416" y="3909693"/>
                  <a:pt x="759652" y="3292671"/>
                </a:cubicBezTo>
                <a:cubicBezTo>
                  <a:pt x="462573" y="2995466"/>
                  <a:pt x="462573" y="2995466"/>
                  <a:pt x="462573" y="2995466"/>
                </a:cubicBezTo>
                <a:cubicBezTo>
                  <a:pt x="-154191" y="2378444"/>
                  <a:pt x="-154191" y="1376994"/>
                  <a:pt x="462573" y="759971"/>
                </a:cubicBezTo>
                <a:cubicBezTo>
                  <a:pt x="759652" y="462766"/>
                  <a:pt x="759652" y="462766"/>
                  <a:pt x="759652" y="462766"/>
                </a:cubicBezTo>
                <a:cubicBezTo>
                  <a:pt x="1068034" y="154255"/>
                  <a:pt x="1472483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90430CB-5603-4A45-8F4C-2566B0ADD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05701" y="2493769"/>
            <a:ext cx="1876686" cy="1877719"/>
          </a:xfrm>
          <a:custGeom>
            <a:avLst/>
            <a:gdLst>
              <a:gd name="connsiteX0" fmla="*/ 1876931 w 3753861"/>
              <a:gd name="connsiteY0" fmla="*/ 0 h 3755437"/>
              <a:gd name="connsiteX1" fmla="*/ 2994210 w 3753861"/>
              <a:gd name="connsiteY1" fmla="*/ 462766 h 3755437"/>
              <a:gd name="connsiteX2" fmla="*/ 3291290 w 3753861"/>
              <a:gd name="connsiteY2" fmla="*/ 759971 h 3755437"/>
              <a:gd name="connsiteX3" fmla="*/ 3291290 w 3753861"/>
              <a:gd name="connsiteY3" fmla="*/ 2995466 h 3755437"/>
              <a:gd name="connsiteX4" fmla="*/ 2994210 w 3753861"/>
              <a:gd name="connsiteY4" fmla="*/ 3292671 h 3755437"/>
              <a:gd name="connsiteX5" fmla="*/ 759652 w 3753861"/>
              <a:gd name="connsiteY5" fmla="*/ 3292671 h 3755437"/>
              <a:gd name="connsiteX6" fmla="*/ 462573 w 3753861"/>
              <a:gd name="connsiteY6" fmla="*/ 2995466 h 3755437"/>
              <a:gd name="connsiteX7" fmla="*/ 462573 w 3753861"/>
              <a:gd name="connsiteY7" fmla="*/ 759971 h 3755437"/>
              <a:gd name="connsiteX8" fmla="*/ 759652 w 3753861"/>
              <a:gd name="connsiteY8" fmla="*/ 462766 h 3755437"/>
              <a:gd name="connsiteX9" fmla="*/ 1876931 w 3753861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1" h="3755437">
                <a:moveTo>
                  <a:pt x="1876931" y="0"/>
                </a:moveTo>
                <a:cubicBezTo>
                  <a:pt x="2281380" y="0"/>
                  <a:pt x="2685828" y="154255"/>
                  <a:pt x="2994210" y="462766"/>
                </a:cubicBezTo>
                <a:cubicBezTo>
                  <a:pt x="3291290" y="759971"/>
                  <a:pt x="3291290" y="759971"/>
                  <a:pt x="3291290" y="759971"/>
                </a:cubicBezTo>
                <a:cubicBezTo>
                  <a:pt x="3908052" y="1376994"/>
                  <a:pt x="3908052" y="2378444"/>
                  <a:pt x="3291290" y="2995466"/>
                </a:cubicBezTo>
                <a:cubicBezTo>
                  <a:pt x="2994210" y="3292671"/>
                  <a:pt x="2994210" y="3292671"/>
                  <a:pt x="2994210" y="3292671"/>
                </a:cubicBezTo>
                <a:cubicBezTo>
                  <a:pt x="2377446" y="3909693"/>
                  <a:pt x="1376416" y="3909693"/>
                  <a:pt x="759652" y="3292671"/>
                </a:cubicBezTo>
                <a:cubicBezTo>
                  <a:pt x="462573" y="2995466"/>
                  <a:pt x="462573" y="2995466"/>
                  <a:pt x="462573" y="2995466"/>
                </a:cubicBezTo>
                <a:cubicBezTo>
                  <a:pt x="-154191" y="2378444"/>
                  <a:pt x="-154191" y="1376994"/>
                  <a:pt x="462573" y="759971"/>
                </a:cubicBezTo>
                <a:cubicBezTo>
                  <a:pt x="759652" y="462766"/>
                  <a:pt x="759652" y="462766"/>
                  <a:pt x="759652" y="462766"/>
                </a:cubicBezTo>
                <a:cubicBezTo>
                  <a:pt x="1068034" y="154255"/>
                  <a:pt x="1472483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6D2D97A9-1C9B-4398-B77F-DFCF56A992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19453" y="2493769"/>
            <a:ext cx="1876687" cy="1877719"/>
          </a:xfrm>
          <a:custGeom>
            <a:avLst/>
            <a:gdLst>
              <a:gd name="connsiteX0" fmla="*/ 1876931 w 3753862"/>
              <a:gd name="connsiteY0" fmla="*/ 0 h 3755437"/>
              <a:gd name="connsiteX1" fmla="*/ 2994209 w 3753862"/>
              <a:gd name="connsiteY1" fmla="*/ 462766 h 3755437"/>
              <a:gd name="connsiteX2" fmla="*/ 3291289 w 3753862"/>
              <a:gd name="connsiteY2" fmla="*/ 759971 h 3755437"/>
              <a:gd name="connsiteX3" fmla="*/ 3291289 w 3753862"/>
              <a:gd name="connsiteY3" fmla="*/ 2995466 h 3755437"/>
              <a:gd name="connsiteX4" fmla="*/ 2994209 w 3753862"/>
              <a:gd name="connsiteY4" fmla="*/ 3292671 h 3755437"/>
              <a:gd name="connsiteX5" fmla="*/ 759651 w 3753862"/>
              <a:gd name="connsiteY5" fmla="*/ 3292671 h 3755437"/>
              <a:gd name="connsiteX6" fmla="*/ 462571 w 3753862"/>
              <a:gd name="connsiteY6" fmla="*/ 2995466 h 3755437"/>
              <a:gd name="connsiteX7" fmla="*/ 462571 w 3753862"/>
              <a:gd name="connsiteY7" fmla="*/ 759971 h 3755437"/>
              <a:gd name="connsiteX8" fmla="*/ 759651 w 3753862"/>
              <a:gd name="connsiteY8" fmla="*/ 462766 h 3755437"/>
              <a:gd name="connsiteX9" fmla="*/ 1876931 w 3753862"/>
              <a:gd name="connsiteY9" fmla="*/ 0 h 3755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53862" h="3755437">
                <a:moveTo>
                  <a:pt x="1876931" y="0"/>
                </a:moveTo>
                <a:cubicBezTo>
                  <a:pt x="2281379" y="0"/>
                  <a:pt x="2685827" y="154255"/>
                  <a:pt x="2994209" y="462766"/>
                </a:cubicBezTo>
                <a:cubicBezTo>
                  <a:pt x="3291289" y="759971"/>
                  <a:pt x="3291289" y="759971"/>
                  <a:pt x="3291289" y="759971"/>
                </a:cubicBezTo>
                <a:cubicBezTo>
                  <a:pt x="3908053" y="1376994"/>
                  <a:pt x="3908053" y="2378444"/>
                  <a:pt x="3291289" y="2995466"/>
                </a:cubicBezTo>
                <a:cubicBezTo>
                  <a:pt x="2994209" y="3292671"/>
                  <a:pt x="2994209" y="3292671"/>
                  <a:pt x="2994209" y="3292671"/>
                </a:cubicBezTo>
                <a:cubicBezTo>
                  <a:pt x="2377445" y="3909693"/>
                  <a:pt x="1376415" y="3909693"/>
                  <a:pt x="759651" y="3292671"/>
                </a:cubicBezTo>
                <a:cubicBezTo>
                  <a:pt x="462571" y="2995466"/>
                  <a:pt x="462571" y="2995466"/>
                  <a:pt x="462571" y="2995466"/>
                </a:cubicBezTo>
                <a:cubicBezTo>
                  <a:pt x="-154191" y="2378444"/>
                  <a:pt x="-154191" y="1376994"/>
                  <a:pt x="462571" y="759971"/>
                </a:cubicBezTo>
                <a:cubicBezTo>
                  <a:pt x="759651" y="462766"/>
                  <a:pt x="759651" y="462766"/>
                  <a:pt x="759651" y="462766"/>
                </a:cubicBezTo>
                <a:cubicBezTo>
                  <a:pt x="1068033" y="154255"/>
                  <a:pt x="1472481" y="0"/>
                  <a:pt x="187693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9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</p:bldLst>
  </p:timing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93639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0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960030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2B16B6E-AD49-451B-83D4-272BF0A78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3408" y="1839686"/>
            <a:ext cx="3178215" cy="3178629"/>
          </a:xfrm>
          <a:custGeom>
            <a:avLst/>
            <a:gdLst>
              <a:gd name="connsiteX0" fmla="*/ 2180666 w 6357257"/>
              <a:gd name="connsiteY0" fmla="*/ 0 h 6357257"/>
              <a:gd name="connsiteX1" fmla="*/ 4176591 w 6357257"/>
              <a:gd name="connsiteY1" fmla="*/ 0 h 6357257"/>
              <a:gd name="connsiteX2" fmla="*/ 6357257 w 6357257"/>
              <a:gd name="connsiteY2" fmla="*/ 2180666 h 6357257"/>
              <a:gd name="connsiteX3" fmla="*/ 6357257 w 6357257"/>
              <a:gd name="connsiteY3" fmla="*/ 4176591 h 6357257"/>
              <a:gd name="connsiteX4" fmla="*/ 4176591 w 6357257"/>
              <a:gd name="connsiteY4" fmla="*/ 6357257 h 6357257"/>
              <a:gd name="connsiteX5" fmla="*/ 2180666 w 6357257"/>
              <a:gd name="connsiteY5" fmla="*/ 6357257 h 6357257"/>
              <a:gd name="connsiteX6" fmla="*/ 0 w 6357257"/>
              <a:gd name="connsiteY6" fmla="*/ 4176591 h 6357257"/>
              <a:gd name="connsiteX7" fmla="*/ 0 w 6357257"/>
              <a:gd name="connsiteY7" fmla="*/ 2180666 h 6357257"/>
              <a:gd name="connsiteX8" fmla="*/ 2180666 w 6357257"/>
              <a:gd name="connsiteY8" fmla="*/ 0 h 6357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57257" h="6357257">
                <a:moveTo>
                  <a:pt x="2180666" y="0"/>
                </a:moveTo>
                <a:lnTo>
                  <a:pt x="4176591" y="0"/>
                </a:lnTo>
                <a:cubicBezTo>
                  <a:pt x="5380940" y="0"/>
                  <a:pt x="6357257" y="976317"/>
                  <a:pt x="6357257" y="2180666"/>
                </a:cubicBezTo>
                <a:lnTo>
                  <a:pt x="6357257" y="4176591"/>
                </a:lnTo>
                <a:cubicBezTo>
                  <a:pt x="6357257" y="5380940"/>
                  <a:pt x="5380940" y="6357257"/>
                  <a:pt x="4176591" y="6357257"/>
                </a:cubicBezTo>
                <a:lnTo>
                  <a:pt x="2180666" y="6357257"/>
                </a:lnTo>
                <a:cubicBezTo>
                  <a:pt x="976317" y="6357257"/>
                  <a:pt x="0" y="5380940"/>
                  <a:pt x="0" y="4176591"/>
                </a:cubicBezTo>
                <a:lnTo>
                  <a:pt x="0" y="2180666"/>
                </a:lnTo>
                <a:cubicBezTo>
                  <a:pt x="0" y="976317"/>
                  <a:pt x="976317" y="0"/>
                  <a:pt x="218066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0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51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660E3C2-461C-4DBC-9149-27A6AA152E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61311" y="1564347"/>
            <a:ext cx="2669379" cy="3729307"/>
          </a:xfrm>
          <a:custGeom>
            <a:avLst/>
            <a:gdLst>
              <a:gd name="connsiteX0" fmla="*/ 1599758 w 5339453"/>
              <a:gd name="connsiteY0" fmla="*/ 0 h 7458613"/>
              <a:gd name="connsiteX1" fmla="*/ 3739695 w 5339453"/>
              <a:gd name="connsiteY1" fmla="*/ 2139936 h 7458613"/>
              <a:gd name="connsiteX2" fmla="*/ 5339453 w 5339453"/>
              <a:gd name="connsiteY2" fmla="*/ 3729307 h 7458613"/>
              <a:gd name="connsiteX3" fmla="*/ 3739695 w 5339453"/>
              <a:gd name="connsiteY3" fmla="*/ 5318676 h 7458613"/>
              <a:gd name="connsiteX4" fmla="*/ 1599758 w 5339453"/>
              <a:gd name="connsiteY4" fmla="*/ 7458613 h 7458613"/>
              <a:gd name="connsiteX5" fmla="*/ 0 w 5339453"/>
              <a:gd name="connsiteY5" fmla="*/ 5869243 h 7458613"/>
              <a:gd name="connsiteX6" fmla="*/ 2139937 w 5339453"/>
              <a:gd name="connsiteY6" fmla="*/ 3729307 h 7458613"/>
              <a:gd name="connsiteX7" fmla="*/ 1007640 w 5339453"/>
              <a:gd name="connsiteY7" fmla="*/ 2597010 h 7458613"/>
              <a:gd name="connsiteX8" fmla="*/ 0 w 5339453"/>
              <a:gd name="connsiteY8" fmla="*/ 1589370 h 745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9453" h="7458613">
                <a:moveTo>
                  <a:pt x="1599758" y="0"/>
                </a:moveTo>
                <a:lnTo>
                  <a:pt x="3739695" y="2139936"/>
                </a:lnTo>
                <a:lnTo>
                  <a:pt x="5339453" y="3729307"/>
                </a:lnTo>
                <a:lnTo>
                  <a:pt x="3739695" y="5318676"/>
                </a:lnTo>
                <a:lnTo>
                  <a:pt x="1599758" y="7458613"/>
                </a:lnTo>
                <a:lnTo>
                  <a:pt x="0" y="5869243"/>
                </a:lnTo>
                <a:lnTo>
                  <a:pt x="2139937" y="3729307"/>
                </a:lnTo>
                <a:lnTo>
                  <a:pt x="1007640" y="2597010"/>
                </a:lnTo>
                <a:lnTo>
                  <a:pt x="0" y="158937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734961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10332EE7-7835-487A-8D6D-E08E118CE9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533977"/>
            <a:ext cx="7940095" cy="3790048"/>
          </a:xfrm>
          <a:custGeom>
            <a:avLst/>
            <a:gdLst>
              <a:gd name="connsiteX0" fmla="*/ 0 w 11863449"/>
              <a:gd name="connsiteY0" fmla="*/ 0 h 12207817"/>
              <a:gd name="connsiteX1" fmla="*/ 11863449 w 11863449"/>
              <a:gd name="connsiteY1" fmla="*/ 0 h 12207817"/>
              <a:gd name="connsiteX2" fmla="*/ 11863449 w 11863449"/>
              <a:gd name="connsiteY2" fmla="*/ 12207817 h 12207817"/>
              <a:gd name="connsiteX3" fmla="*/ 0 w 11863449"/>
              <a:gd name="connsiteY3" fmla="*/ 12207817 h 1220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3449" h="12207817">
                <a:moveTo>
                  <a:pt x="0" y="0"/>
                </a:moveTo>
                <a:lnTo>
                  <a:pt x="11863449" y="0"/>
                </a:lnTo>
                <a:lnTo>
                  <a:pt x="11863449" y="12207817"/>
                </a:lnTo>
                <a:lnTo>
                  <a:pt x="0" y="1220781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4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11315275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1865043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1820371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1820371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11770241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1170034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0F76354-D06E-4152-AB8B-A3C3D1D84C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5465" y="427512"/>
            <a:ext cx="5930952" cy="6103909"/>
          </a:xfrm>
          <a:custGeom>
            <a:avLst/>
            <a:gdLst>
              <a:gd name="connsiteX0" fmla="*/ 0 w 11863449"/>
              <a:gd name="connsiteY0" fmla="*/ 0 h 12207817"/>
              <a:gd name="connsiteX1" fmla="*/ 11863449 w 11863449"/>
              <a:gd name="connsiteY1" fmla="*/ 0 h 12207817"/>
              <a:gd name="connsiteX2" fmla="*/ 11863449 w 11863449"/>
              <a:gd name="connsiteY2" fmla="*/ 12207817 h 12207817"/>
              <a:gd name="connsiteX3" fmla="*/ 0 w 11863449"/>
              <a:gd name="connsiteY3" fmla="*/ 12207817 h 1220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3449" h="12207817">
                <a:moveTo>
                  <a:pt x="0" y="0"/>
                </a:moveTo>
                <a:lnTo>
                  <a:pt x="11863449" y="0"/>
                </a:lnTo>
                <a:lnTo>
                  <a:pt x="11863449" y="12207817"/>
                </a:lnTo>
                <a:lnTo>
                  <a:pt x="0" y="1220781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D366E0EA-E4A8-489F-B34D-4A3DA1089D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32131" y="1764217"/>
            <a:ext cx="3327737" cy="3329567"/>
          </a:xfrm>
          <a:custGeom>
            <a:avLst/>
            <a:gdLst>
              <a:gd name="connsiteX0" fmla="*/ 4425705 w 8851410"/>
              <a:gd name="connsiteY0" fmla="*/ 0 h 8855126"/>
              <a:gd name="connsiteX1" fmla="*/ 7060189 w 8851410"/>
              <a:gd name="connsiteY1" fmla="*/ 1091180 h 8855126"/>
              <a:gd name="connsiteX2" fmla="*/ 7760688 w 8851410"/>
              <a:gd name="connsiteY2" fmla="*/ 1791973 h 8855126"/>
              <a:gd name="connsiteX3" fmla="*/ 7760688 w 8851410"/>
              <a:gd name="connsiteY3" fmla="*/ 7063153 h 8855126"/>
              <a:gd name="connsiteX4" fmla="*/ 7060189 w 8851410"/>
              <a:gd name="connsiteY4" fmla="*/ 7763946 h 8855126"/>
              <a:gd name="connsiteX5" fmla="*/ 1791221 w 8851410"/>
              <a:gd name="connsiteY5" fmla="*/ 7763946 h 8855126"/>
              <a:gd name="connsiteX6" fmla="*/ 1090722 w 8851410"/>
              <a:gd name="connsiteY6" fmla="*/ 7063153 h 8855126"/>
              <a:gd name="connsiteX7" fmla="*/ 1090722 w 8851410"/>
              <a:gd name="connsiteY7" fmla="*/ 1791973 h 8855126"/>
              <a:gd name="connsiteX8" fmla="*/ 1791221 w 8851410"/>
              <a:gd name="connsiteY8" fmla="*/ 1091180 h 8855126"/>
              <a:gd name="connsiteX9" fmla="*/ 4425705 w 8851410"/>
              <a:gd name="connsiteY9" fmla="*/ 0 h 885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851410" h="8855126">
                <a:moveTo>
                  <a:pt x="4425705" y="0"/>
                </a:moveTo>
                <a:cubicBezTo>
                  <a:pt x="5379373" y="0"/>
                  <a:pt x="6333041" y="363727"/>
                  <a:pt x="7060189" y="1091180"/>
                </a:cubicBezTo>
                <a:cubicBezTo>
                  <a:pt x="7760688" y="1791973"/>
                  <a:pt x="7760688" y="1791973"/>
                  <a:pt x="7760688" y="1791973"/>
                </a:cubicBezTo>
                <a:cubicBezTo>
                  <a:pt x="9214984" y="3246880"/>
                  <a:pt x="9214984" y="5608247"/>
                  <a:pt x="7760688" y="7063153"/>
                </a:cubicBezTo>
                <a:cubicBezTo>
                  <a:pt x="7060189" y="7763946"/>
                  <a:pt x="7060189" y="7763946"/>
                  <a:pt x="7060189" y="7763946"/>
                </a:cubicBezTo>
                <a:cubicBezTo>
                  <a:pt x="5605893" y="9218853"/>
                  <a:pt x="3245517" y="9218853"/>
                  <a:pt x="1791221" y="7763946"/>
                </a:cubicBezTo>
                <a:cubicBezTo>
                  <a:pt x="1090722" y="7063153"/>
                  <a:pt x="1090722" y="7063153"/>
                  <a:pt x="1090722" y="7063153"/>
                </a:cubicBezTo>
                <a:cubicBezTo>
                  <a:pt x="-363574" y="5608247"/>
                  <a:pt x="-363574" y="3246880"/>
                  <a:pt x="1090722" y="1791973"/>
                </a:cubicBezTo>
                <a:cubicBezTo>
                  <a:pt x="1791221" y="1091180"/>
                  <a:pt x="1791221" y="1091180"/>
                  <a:pt x="1791221" y="1091180"/>
                </a:cubicBezTo>
                <a:cubicBezTo>
                  <a:pt x="2518369" y="363727"/>
                  <a:pt x="3472037" y="0"/>
                  <a:pt x="4425705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13933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4A5C4B8-2A99-411B-991D-423AA8569A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3273" y="1646041"/>
            <a:ext cx="3565454" cy="3565918"/>
          </a:xfrm>
          <a:custGeom>
            <a:avLst/>
            <a:gdLst>
              <a:gd name="connsiteX0" fmla="*/ 0 w 7131836"/>
              <a:gd name="connsiteY0" fmla="*/ 0 h 7131836"/>
              <a:gd name="connsiteX1" fmla="*/ 7131836 w 7131836"/>
              <a:gd name="connsiteY1" fmla="*/ 0 h 7131836"/>
              <a:gd name="connsiteX2" fmla="*/ 7131836 w 7131836"/>
              <a:gd name="connsiteY2" fmla="*/ 7131836 h 7131836"/>
              <a:gd name="connsiteX3" fmla="*/ 0 w 7131836"/>
              <a:gd name="connsiteY3" fmla="*/ 7131836 h 71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1836" h="7131836">
                <a:moveTo>
                  <a:pt x="0" y="0"/>
                </a:moveTo>
                <a:lnTo>
                  <a:pt x="7131836" y="0"/>
                </a:lnTo>
                <a:lnTo>
                  <a:pt x="7131836" y="7131836"/>
                </a:lnTo>
                <a:lnTo>
                  <a:pt x="0" y="713183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4A5C4B8-2A99-411B-991D-423AA8569AD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15860" y="1736767"/>
            <a:ext cx="3360280" cy="3384468"/>
          </a:xfrm>
          <a:custGeom>
            <a:avLst/>
            <a:gdLst>
              <a:gd name="connsiteX0" fmla="*/ 0 w 7131836"/>
              <a:gd name="connsiteY0" fmla="*/ 0 h 7131836"/>
              <a:gd name="connsiteX1" fmla="*/ 7131836 w 7131836"/>
              <a:gd name="connsiteY1" fmla="*/ 0 h 7131836"/>
              <a:gd name="connsiteX2" fmla="*/ 7131836 w 7131836"/>
              <a:gd name="connsiteY2" fmla="*/ 7131836 h 7131836"/>
              <a:gd name="connsiteX3" fmla="*/ 0 w 7131836"/>
              <a:gd name="connsiteY3" fmla="*/ 7131836 h 7131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31836" h="7131836">
                <a:moveTo>
                  <a:pt x="0" y="0"/>
                </a:moveTo>
                <a:lnTo>
                  <a:pt x="7131836" y="0"/>
                </a:lnTo>
                <a:lnTo>
                  <a:pt x="7131836" y="7131836"/>
                </a:lnTo>
                <a:lnTo>
                  <a:pt x="0" y="713183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8CF20DD-8F0C-446A-957D-3AED9A0D4F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99752" y="2003368"/>
            <a:ext cx="2983880" cy="2984269"/>
          </a:xfrm>
          <a:custGeom>
            <a:avLst/>
            <a:gdLst>
              <a:gd name="connsiteX0" fmla="*/ 0 w 5968538"/>
              <a:gd name="connsiteY0" fmla="*/ 0 h 5968538"/>
              <a:gd name="connsiteX1" fmla="*/ 5968538 w 5968538"/>
              <a:gd name="connsiteY1" fmla="*/ 0 h 5968538"/>
              <a:gd name="connsiteX2" fmla="*/ 5968538 w 5968538"/>
              <a:gd name="connsiteY2" fmla="*/ 5968538 h 5968538"/>
              <a:gd name="connsiteX3" fmla="*/ 0 w 5968538"/>
              <a:gd name="connsiteY3" fmla="*/ 5968538 h 596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8538" h="5968538">
                <a:moveTo>
                  <a:pt x="0" y="0"/>
                </a:moveTo>
                <a:lnTo>
                  <a:pt x="5968538" y="0"/>
                </a:lnTo>
                <a:lnTo>
                  <a:pt x="5968538" y="5968538"/>
                </a:lnTo>
                <a:lnTo>
                  <a:pt x="0" y="5968538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D66FB4C-ADAA-4847-94E5-5DC5373A82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08367" y="2003368"/>
            <a:ext cx="2983881" cy="2984269"/>
          </a:xfrm>
          <a:custGeom>
            <a:avLst/>
            <a:gdLst>
              <a:gd name="connsiteX0" fmla="*/ 0 w 5968539"/>
              <a:gd name="connsiteY0" fmla="*/ 0 h 5968538"/>
              <a:gd name="connsiteX1" fmla="*/ 5968539 w 5968539"/>
              <a:gd name="connsiteY1" fmla="*/ 0 h 5968538"/>
              <a:gd name="connsiteX2" fmla="*/ 5968539 w 5968539"/>
              <a:gd name="connsiteY2" fmla="*/ 5968538 h 5968538"/>
              <a:gd name="connsiteX3" fmla="*/ 0 w 5968539"/>
              <a:gd name="connsiteY3" fmla="*/ 5968538 h 5968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8539" h="5968538">
                <a:moveTo>
                  <a:pt x="0" y="0"/>
                </a:moveTo>
                <a:lnTo>
                  <a:pt x="5968539" y="0"/>
                </a:lnTo>
                <a:lnTo>
                  <a:pt x="5968539" y="5968538"/>
                </a:lnTo>
                <a:lnTo>
                  <a:pt x="0" y="5968538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9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67E452C-19D1-41EF-8735-23A68B1970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58790" y="2219998"/>
            <a:ext cx="2417690" cy="2418005"/>
          </a:xfrm>
          <a:custGeom>
            <a:avLst/>
            <a:gdLst>
              <a:gd name="connsiteX0" fmla="*/ 0 w 4836009"/>
              <a:gd name="connsiteY0" fmla="*/ 0 h 4836009"/>
              <a:gd name="connsiteX1" fmla="*/ 4836009 w 4836009"/>
              <a:gd name="connsiteY1" fmla="*/ 0 h 4836009"/>
              <a:gd name="connsiteX2" fmla="*/ 4836009 w 4836009"/>
              <a:gd name="connsiteY2" fmla="*/ 4836009 h 4836009"/>
              <a:gd name="connsiteX3" fmla="*/ 0 w 4836009"/>
              <a:gd name="connsiteY3" fmla="*/ 4836009 h 4836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6009" h="4836009">
                <a:moveTo>
                  <a:pt x="0" y="0"/>
                </a:moveTo>
                <a:lnTo>
                  <a:pt x="4836009" y="0"/>
                </a:lnTo>
                <a:lnTo>
                  <a:pt x="4836009" y="4836009"/>
                </a:lnTo>
                <a:lnTo>
                  <a:pt x="0" y="48360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B210D6E-64B7-45A8-B852-CD8D74D09B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33298" y="1966108"/>
            <a:ext cx="2925405" cy="2925786"/>
          </a:xfrm>
          <a:custGeom>
            <a:avLst/>
            <a:gdLst>
              <a:gd name="connsiteX0" fmla="*/ 0 w 5851571"/>
              <a:gd name="connsiteY0" fmla="*/ 0 h 5851571"/>
              <a:gd name="connsiteX1" fmla="*/ 5851571 w 5851571"/>
              <a:gd name="connsiteY1" fmla="*/ 0 h 5851571"/>
              <a:gd name="connsiteX2" fmla="*/ 5851571 w 5851571"/>
              <a:gd name="connsiteY2" fmla="*/ 5851571 h 5851571"/>
              <a:gd name="connsiteX3" fmla="*/ 0 w 5851571"/>
              <a:gd name="connsiteY3" fmla="*/ 5851571 h 585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1571" h="5851571">
                <a:moveTo>
                  <a:pt x="0" y="0"/>
                </a:moveTo>
                <a:lnTo>
                  <a:pt x="5851571" y="0"/>
                </a:lnTo>
                <a:lnTo>
                  <a:pt x="5851571" y="5851571"/>
                </a:lnTo>
                <a:lnTo>
                  <a:pt x="0" y="58515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5E52FF-08AA-4E28-A1E7-F39F627535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15520" y="2219998"/>
            <a:ext cx="2417690" cy="2418005"/>
          </a:xfrm>
          <a:custGeom>
            <a:avLst/>
            <a:gdLst>
              <a:gd name="connsiteX0" fmla="*/ 0 w 4836010"/>
              <a:gd name="connsiteY0" fmla="*/ 0 h 4836009"/>
              <a:gd name="connsiteX1" fmla="*/ 4836010 w 4836010"/>
              <a:gd name="connsiteY1" fmla="*/ 0 h 4836009"/>
              <a:gd name="connsiteX2" fmla="*/ 4836010 w 4836010"/>
              <a:gd name="connsiteY2" fmla="*/ 4836009 h 4836009"/>
              <a:gd name="connsiteX3" fmla="*/ 0 w 4836010"/>
              <a:gd name="connsiteY3" fmla="*/ 4836009 h 4836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6010" h="4836009">
                <a:moveTo>
                  <a:pt x="0" y="0"/>
                </a:moveTo>
                <a:lnTo>
                  <a:pt x="4836010" y="0"/>
                </a:lnTo>
                <a:lnTo>
                  <a:pt x="4836010" y="4836009"/>
                </a:lnTo>
                <a:lnTo>
                  <a:pt x="0" y="48360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8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A701BC0-D77B-4CAE-8580-7534058C3A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34511" y="1567338"/>
            <a:ext cx="1809479" cy="1809505"/>
          </a:xfrm>
          <a:custGeom>
            <a:avLst/>
            <a:gdLst>
              <a:gd name="connsiteX0" fmla="*/ 3619429 w 3619429"/>
              <a:gd name="connsiteY0" fmla="*/ 0 h 3619010"/>
              <a:gd name="connsiteX1" fmla="*/ 3619429 w 3619429"/>
              <a:gd name="connsiteY1" fmla="*/ 3619010 h 3619010"/>
              <a:gd name="connsiteX2" fmla="*/ 0 w 3619429"/>
              <a:gd name="connsiteY2" fmla="*/ 3619010 h 3619010"/>
              <a:gd name="connsiteX3" fmla="*/ 917060 w 3619429"/>
              <a:gd name="connsiteY3" fmla="*/ 1505980 h 3619010"/>
              <a:gd name="connsiteX4" fmla="*/ 1507235 w 3619429"/>
              <a:gd name="connsiteY4" fmla="*/ 916362 h 3619010"/>
              <a:gd name="connsiteX5" fmla="*/ 3619429 w 3619429"/>
              <a:gd name="connsiteY5" fmla="*/ 0 h 361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9010">
                <a:moveTo>
                  <a:pt x="3619429" y="0"/>
                </a:moveTo>
                <a:lnTo>
                  <a:pt x="3619429" y="3619010"/>
                </a:lnTo>
                <a:lnTo>
                  <a:pt x="0" y="3619010"/>
                </a:lnTo>
                <a:cubicBezTo>
                  <a:pt x="25520" y="2851308"/>
                  <a:pt x="331207" y="2091415"/>
                  <a:pt x="917060" y="1505980"/>
                </a:cubicBezTo>
                <a:cubicBezTo>
                  <a:pt x="1507235" y="916362"/>
                  <a:pt x="1507235" y="916362"/>
                  <a:pt x="1507235" y="916362"/>
                </a:cubicBezTo>
                <a:cubicBezTo>
                  <a:pt x="2092530" y="331486"/>
                  <a:pt x="2852145" y="25939"/>
                  <a:pt x="361942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FB6FEBA-DB51-4D69-9B4C-36616E7236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8567" y="1567269"/>
            <a:ext cx="1811710" cy="1809575"/>
          </a:xfrm>
          <a:custGeom>
            <a:avLst/>
            <a:gdLst>
              <a:gd name="connsiteX0" fmla="*/ 0 w 3623892"/>
              <a:gd name="connsiteY0" fmla="*/ 0 h 3619150"/>
              <a:gd name="connsiteX1" fmla="*/ 2116795 w 3623892"/>
              <a:gd name="connsiteY1" fmla="*/ 916502 h 3619150"/>
              <a:gd name="connsiteX2" fmla="*/ 2706832 w 3623892"/>
              <a:gd name="connsiteY2" fmla="*/ 1506120 h 3619150"/>
              <a:gd name="connsiteX3" fmla="*/ 3623892 w 3623892"/>
              <a:gd name="connsiteY3" fmla="*/ 3619150 h 3619150"/>
              <a:gd name="connsiteX4" fmla="*/ 0 w 3623892"/>
              <a:gd name="connsiteY4" fmla="*/ 3619150 h 36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9150">
                <a:moveTo>
                  <a:pt x="0" y="0"/>
                </a:moveTo>
                <a:cubicBezTo>
                  <a:pt x="768958" y="24823"/>
                  <a:pt x="1530385" y="330370"/>
                  <a:pt x="2116795" y="916502"/>
                </a:cubicBezTo>
                <a:cubicBezTo>
                  <a:pt x="2706832" y="1506120"/>
                  <a:pt x="2706832" y="1506120"/>
                  <a:pt x="2706832" y="1506120"/>
                </a:cubicBezTo>
                <a:cubicBezTo>
                  <a:pt x="3292684" y="2091554"/>
                  <a:pt x="3598371" y="2851447"/>
                  <a:pt x="3623892" y="3619150"/>
                </a:cubicBezTo>
                <a:lnTo>
                  <a:pt x="0" y="36191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99129B9-5063-4716-A8DB-2516775ED0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8567" y="3481436"/>
            <a:ext cx="1811710" cy="1809436"/>
          </a:xfrm>
          <a:custGeom>
            <a:avLst/>
            <a:gdLst>
              <a:gd name="connsiteX0" fmla="*/ 0 w 3623892"/>
              <a:gd name="connsiteY0" fmla="*/ 0 h 3618871"/>
              <a:gd name="connsiteX1" fmla="*/ 3623892 w 3623892"/>
              <a:gd name="connsiteY1" fmla="*/ 0 h 3618871"/>
              <a:gd name="connsiteX2" fmla="*/ 2706832 w 3623892"/>
              <a:gd name="connsiteY2" fmla="*/ 2112891 h 3618871"/>
              <a:gd name="connsiteX3" fmla="*/ 2116795 w 3623892"/>
              <a:gd name="connsiteY3" fmla="*/ 2702509 h 3618871"/>
              <a:gd name="connsiteX4" fmla="*/ 0 w 3623892"/>
              <a:gd name="connsiteY4" fmla="*/ 3618871 h 361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8871">
                <a:moveTo>
                  <a:pt x="0" y="0"/>
                </a:moveTo>
                <a:lnTo>
                  <a:pt x="3623892" y="0"/>
                </a:lnTo>
                <a:cubicBezTo>
                  <a:pt x="3598371" y="767563"/>
                  <a:pt x="3292684" y="1527456"/>
                  <a:pt x="2706832" y="2112891"/>
                </a:cubicBezTo>
                <a:cubicBezTo>
                  <a:pt x="2116795" y="2702509"/>
                  <a:pt x="2116795" y="2702509"/>
                  <a:pt x="2116795" y="2702509"/>
                </a:cubicBezTo>
                <a:cubicBezTo>
                  <a:pt x="1530385" y="3288640"/>
                  <a:pt x="768958" y="3594048"/>
                  <a:pt x="0" y="3618871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9E1851D-605E-4620-A08E-5EEFA04BE2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511" y="3481435"/>
            <a:ext cx="1809479" cy="1809366"/>
          </a:xfrm>
          <a:custGeom>
            <a:avLst/>
            <a:gdLst>
              <a:gd name="connsiteX0" fmla="*/ 0 w 3619429"/>
              <a:gd name="connsiteY0" fmla="*/ 0 h 3618732"/>
              <a:gd name="connsiteX1" fmla="*/ 3619429 w 3619429"/>
              <a:gd name="connsiteY1" fmla="*/ 0 h 3618732"/>
              <a:gd name="connsiteX2" fmla="*/ 3619429 w 3619429"/>
              <a:gd name="connsiteY2" fmla="*/ 3618732 h 3618732"/>
              <a:gd name="connsiteX3" fmla="*/ 1507235 w 3619429"/>
              <a:gd name="connsiteY3" fmla="*/ 2702509 h 3618732"/>
              <a:gd name="connsiteX4" fmla="*/ 917060 w 3619429"/>
              <a:gd name="connsiteY4" fmla="*/ 2112891 h 3618732"/>
              <a:gd name="connsiteX5" fmla="*/ 0 w 3619429"/>
              <a:gd name="connsiteY5" fmla="*/ 0 h 361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8732">
                <a:moveTo>
                  <a:pt x="0" y="0"/>
                </a:moveTo>
                <a:lnTo>
                  <a:pt x="3619429" y="0"/>
                </a:lnTo>
                <a:lnTo>
                  <a:pt x="3619429" y="3618732"/>
                </a:lnTo>
                <a:cubicBezTo>
                  <a:pt x="2852145" y="3592793"/>
                  <a:pt x="2092530" y="3287385"/>
                  <a:pt x="1507235" y="2702509"/>
                </a:cubicBezTo>
                <a:cubicBezTo>
                  <a:pt x="917060" y="2112891"/>
                  <a:pt x="917060" y="2112891"/>
                  <a:pt x="917060" y="2112891"/>
                </a:cubicBezTo>
                <a:cubicBezTo>
                  <a:pt x="331207" y="1527456"/>
                  <a:pt x="25520" y="767563"/>
                  <a:pt x="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7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</p:bldLst>
  </p:timing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B5593F2-E64A-40ED-944E-8AB64DD17CF1}"/>
              </a:ext>
            </a:extLst>
          </p:cNvPr>
          <p:cNvSpPr/>
          <p:nvPr userDrawn="1"/>
        </p:nvSpPr>
        <p:spPr>
          <a:xfrm rot="5400000">
            <a:off x="5850141" y="516141"/>
            <a:ext cx="491719" cy="1219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319BCE-E364-4BCD-908C-A01F28027962}"/>
              </a:ext>
            </a:extLst>
          </p:cNvPr>
          <p:cNvSpPr/>
          <p:nvPr userDrawn="1"/>
        </p:nvSpPr>
        <p:spPr>
          <a:xfrm rot="5400000">
            <a:off x="5850141" y="-5850141"/>
            <a:ext cx="491719" cy="12192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D1674B-7819-4290-8EC6-DD14B5462434}"/>
              </a:ext>
            </a:extLst>
          </p:cNvPr>
          <p:cNvSpPr/>
          <p:nvPr userDrawn="1"/>
        </p:nvSpPr>
        <p:spPr>
          <a:xfrm>
            <a:off x="0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FAAB3-2BD3-4B4B-8F68-CA607194A7CD}"/>
              </a:ext>
            </a:extLst>
          </p:cNvPr>
          <p:cNvSpPr txBox="1"/>
          <p:nvPr userDrawn="1"/>
        </p:nvSpPr>
        <p:spPr>
          <a:xfrm rot="16200000">
            <a:off x="-385071" y="5914770"/>
            <a:ext cx="12617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0">
                <a:solidFill>
                  <a:schemeClr val="accent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Massive X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3CA0C5-696B-4035-8328-04E507A14E6E}"/>
              </a:ext>
            </a:extLst>
          </p:cNvPr>
          <p:cNvSpPr txBox="1">
            <a:spLocks/>
          </p:cNvSpPr>
          <p:nvPr userDrawn="1"/>
        </p:nvSpPr>
        <p:spPr>
          <a:xfrm>
            <a:off x="164697" y="3283310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rgbClr val="172144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pPr algn="ctr"/>
              <a:t>‹#›</a:t>
            </a:fld>
            <a:endParaRPr lang="en-US" sz="700" b="1">
              <a:solidFill>
                <a:srgbClr val="172144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4B40BC-21B9-4D12-8535-D9C29D99F968}"/>
              </a:ext>
            </a:extLst>
          </p:cNvPr>
          <p:cNvCxnSpPr/>
          <p:nvPr userDrawn="1"/>
        </p:nvCxnSpPr>
        <p:spPr>
          <a:xfrm>
            <a:off x="120026" y="223120"/>
            <a:ext cx="238296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5B6781-0284-4FF4-9C39-1E697832CCB5}"/>
              </a:ext>
            </a:extLst>
          </p:cNvPr>
          <p:cNvCxnSpPr>
            <a:cxnSpLocks/>
          </p:cNvCxnSpPr>
          <p:nvPr userDrawn="1"/>
        </p:nvCxnSpPr>
        <p:spPr>
          <a:xfrm>
            <a:off x="120026" y="269044"/>
            <a:ext cx="101742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E7EC0D-F0F0-4288-868F-D1A462C8D492}"/>
              </a:ext>
            </a:extLst>
          </p:cNvPr>
          <p:cNvCxnSpPr>
            <a:cxnSpLocks/>
          </p:cNvCxnSpPr>
          <p:nvPr userDrawn="1"/>
        </p:nvCxnSpPr>
        <p:spPr>
          <a:xfrm>
            <a:off x="120026" y="314968"/>
            <a:ext cx="181333" cy="0"/>
          </a:xfrm>
          <a:prstGeom prst="line">
            <a:avLst/>
          </a:prstGeom>
          <a:ln w="19050">
            <a:solidFill>
              <a:srgbClr val="1721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CC7530-A671-4661-A267-47CAC7E2FF44}"/>
              </a:ext>
            </a:extLst>
          </p:cNvPr>
          <p:cNvGrpSpPr/>
          <p:nvPr userDrawn="1"/>
        </p:nvGrpSpPr>
        <p:grpSpPr>
          <a:xfrm>
            <a:off x="69896" y="655395"/>
            <a:ext cx="338555" cy="912401"/>
            <a:chOff x="139809" y="1310790"/>
            <a:chExt cx="677200" cy="18248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C58E2E0-3292-4E74-A22D-947EED6AA7AC}"/>
                </a:ext>
              </a:extLst>
            </p:cNvPr>
            <p:cNvSpPr/>
            <p:nvPr userDrawn="1"/>
          </p:nvSpPr>
          <p:spPr>
            <a:xfrm>
              <a:off x="139809" y="1946192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b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04B764-23BF-41EC-BF35-4E759ABDC120}"/>
                </a:ext>
              </a:extLst>
            </p:cNvPr>
            <p:cNvSpPr/>
            <p:nvPr userDrawn="1"/>
          </p:nvSpPr>
          <p:spPr>
            <a:xfrm>
              <a:off x="139809" y="1310790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900F3B3-A1A6-4A4A-9768-B08A60BCF080}"/>
                </a:ext>
              </a:extLst>
            </p:cNvPr>
            <p:cNvSpPr/>
            <p:nvPr userDrawn="1"/>
          </p:nvSpPr>
          <p:spPr>
            <a:xfrm>
              <a:off x="139811" y="2581593"/>
              <a:ext cx="677198" cy="55399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200">
                  <a:solidFill>
                    <a:srgbClr val="314792">
                      <a:alpha val="49000"/>
                    </a:srgbClr>
                  </a:solidFill>
                  <a:latin typeface="Designball-Social-01" pitchFamily="2" charset="0"/>
                </a:rPr>
                <a:t>c</a:t>
              </a:r>
            </a:p>
          </p:txBody>
        </p:sp>
        <p:sp>
          <p:nvSpPr>
            <p:cNvPr id="12" name="Rectangle 11">
              <a:hlinkClick r:id="rId2"/>
              <a:extLst>
                <a:ext uri="{FF2B5EF4-FFF2-40B4-BE49-F238E27FC236}">
                  <a16:creationId xmlns:a16="http://schemas.microsoft.com/office/drawing/2014/main" id="{C1510384-2C3D-4EBE-BD59-99BB4F7B1D95}"/>
                </a:ext>
              </a:extLst>
            </p:cNvPr>
            <p:cNvSpPr/>
            <p:nvPr userDrawn="1"/>
          </p:nvSpPr>
          <p:spPr>
            <a:xfrm>
              <a:off x="311927" y="200584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3" name="Rectangle 12">
              <a:hlinkClick r:id="rId3"/>
              <a:extLst>
                <a:ext uri="{FF2B5EF4-FFF2-40B4-BE49-F238E27FC236}">
                  <a16:creationId xmlns:a16="http://schemas.microsoft.com/office/drawing/2014/main" id="{E820DE5E-C61D-42D9-9F6F-1E352E9F4232}"/>
                </a:ext>
              </a:extLst>
            </p:cNvPr>
            <p:cNvSpPr/>
            <p:nvPr userDrawn="1"/>
          </p:nvSpPr>
          <p:spPr>
            <a:xfrm>
              <a:off x="311927" y="1375076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  <p:sp>
          <p:nvSpPr>
            <p:cNvPr id="14" name="Rectangle 13">
              <a:hlinkClick r:id="rId4"/>
              <a:extLst>
                <a:ext uri="{FF2B5EF4-FFF2-40B4-BE49-F238E27FC236}">
                  <a16:creationId xmlns:a16="http://schemas.microsoft.com/office/drawing/2014/main" id="{D6187E50-754A-44EE-BA02-05EBB604955C}"/>
                </a:ext>
              </a:extLst>
            </p:cNvPr>
            <p:cNvSpPr/>
            <p:nvPr userDrawn="1"/>
          </p:nvSpPr>
          <p:spPr>
            <a:xfrm>
              <a:off x="311927" y="2636618"/>
              <a:ext cx="332961" cy="443947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>
                <a:solidFill>
                  <a:srgbClr val="314792">
                    <a:alpha val="49000"/>
                  </a:srgbClr>
                </a:solidFill>
              </a:endParaRP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D26279-CF3F-44FD-A4E8-B89D5F761927}"/>
              </a:ext>
            </a:extLst>
          </p:cNvPr>
          <p:cNvCxnSpPr/>
          <p:nvPr userDrawn="1"/>
        </p:nvCxnSpPr>
        <p:spPr>
          <a:xfrm>
            <a:off x="491655" y="0"/>
            <a:ext cx="0" cy="6858000"/>
          </a:xfrm>
          <a:prstGeom prst="line">
            <a:avLst/>
          </a:prstGeom>
          <a:ln w="25400">
            <a:solidFill>
              <a:srgbClr val="EBECF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9C634A3-E97D-43E8-BF4A-61945DFF0111}"/>
              </a:ext>
            </a:extLst>
          </p:cNvPr>
          <p:cNvSpPr/>
          <p:nvPr userDrawn="1"/>
        </p:nvSpPr>
        <p:spPr>
          <a:xfrm>
            <a:off x="11700345" y="0"/>
            <a:ext cx="49165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52500" dist="215900" algn="l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70215551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694673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506816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65CD39-C441-4C4E-B863-AA8AF4602A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9288" y="1416471"/>
            <a:ext cx="4022844" cy="4025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0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40661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3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96510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1558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70116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74" y="1523297"/>
            <a:ext cx="2389597" cy="3773308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27232" y="1523297"/>
            <a:ext cx="2389597" cy="3773308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653061E-2779-4EFF-BF84-F1B5F2D81E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9792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AE90204E-199C-481E-8013-7C54CDD474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758350" y="1523297"/>
            <a:ext cx="2389598" cy="3773308"/>
          </a:xfrm>
          <a:custGeom>
            <a:avLst/>
            <a:gdLst>
              <a:gd name="connsiteX0" fmla="*/ 0 w 4779818"/>
              <a:gd name="connsiteY0" fmla="*/ 0 h 7546615"/>
              <a:gd name="connsiteX1" fmla="*/ 4779818 w 4779818"/>
              <a:gd name="connsiteY1" fmla="*/ 0 h 7546615"/>
              <a:gd name="connsiteX2" fmla="*/ 4779818 w 4779818"/>
              <a:gd name="connsiteY2" fmla="*/ 7546615 h 7546615"/>
              <a:gd name="connsiteX3" fmla="*/ 0 w 4779818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8" h="7546615">
                <a:moveTo>
                  <a:pt x="0" y="0"/>
                </a:moveTo>
                <a:lnTo>
                  <a:pt x="4779818" y="0"/>
                </a:lnTo>
                <a:lnTo>
                  <a:pt x="4779818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E4475584-DE42-4020-9019-068CD00F6E1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86908" y="1523297"/>
            <a:ext cx="2389597" cy="3773308"/>
          </a:xfrm>
          <a:custGeom>
            <a:avLst/>
            <a:gdLst>
              <a:gd name="connsiteX0" fmla="*/ 0 w 4779817"/>
              <a:gd name="connsiteY0" fmla="*/ 0 h 7546615"/>
              <a:gd name="connsiteX1" fmla="*/ 4779817 w 4779817"/>
              <a:gd name="connsiteY1" fmla="*/ 0 h 7546615"/>
              <a:gd name="connsiteX2" fmla="*/ 4779817 w 4779817"/>
              <a:gd name="connsiteY2" fmla="*/ 7546615 h 7546615"/>
              <a:gd name="connsiteX3" fmla="*/ 0 w 4779817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7" h="7546615">
                <a:moveTo>
                  <a:pt x="0" y="0"/>
                </a:moveTo>
                <a:lnTo>
                  <a:pt x="4779817" y="0"/>
                </a:lnTo>
                <a:lnTo>
                  <a:pt x="4779817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AC906728-1C5F-456C-B403-496C021794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15466" y="1523297"/>
            <a:ext cx="2389597" cy="3773308"/>
          </a:xfrm>
          <a:custGeom>
            <a:avLst/>
            <a:gdLst>
              <a:gd name="connsiteX0" fmla="*/ 0 w 4779816"/>
              <a:gd name="connsiteY0" fmla="*/ 0 h 7546615"/>
              <a:gd name="connsiteX1" fmla="*/ 4779816 w 4779816"/>
              <a:gd name="connsiteY1" fmla="*/ 0 h 7546615"/>
              <a:gd name="connsiteX2" fmla="*/ 4779816 w 4779816"/>
              <a:gd name="connsiteY2" fmla="*/ 7546615 h 7546615"/>
              <a:gd name="connsiteX3" fmla="*/ 0 w 4779816"/>
              <a:gd name="connsiteY3" fmla="*/ 7546615 h 754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9816" h="7546615">
                <a:moveTo>
                  <a:pt x="0" y="0"/>
                </a:moveTo>
                <a:lnTo>
                  <a:pt x="4779816" y="0"/>
                </a:lnTo>
                <a:lnTo>
                  <a:pt x="4779816" y="7546615"/>
                </a:lnTo>
                <a:lnTo>
                  <a:pt x="0" y="754661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2663464" y="0"/>
            <a:ext cx="9528536" cy="6858000"/>
          </a:xfrm>
          <a:prstGeom prst="rect">
            <a:avLst/>
          </a:prstGeom>
          <a:pattFill prst="pct5">
            <a:fgClr>
              <a:srgbClr val="DEE2E4"/>
            </a:fgClr>
            <a:bgClr>
              <a:srgbClr val="A0ACB1"/>
            </a:bgClr>
          </a:patt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95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548299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27FBBE9-01A8-41B3-BCBD-ABA72C46476D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6626C03-6007-473B-A06E-B7E4A8ECCB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34511" y="1567338"/>
            <a:ext cx="1809479" cy="1809505"/>
          </a:xfrm>
          <a:custGeom>
            <a:avLst/>
            <a:gdLst>
              <a:gd name="connsiteX0" fmla="*/ 3619429 w 3619429"/>
              <a:gd name="connsiteY0" fmla="*/ 0 h 3619010"/>
              <a:gd name="connsiteX1" fmla="*/ 3619429 w 3619429"/>
              <a:gd name="connsiteY1" fmla="*/ 3619010 h 3619010"/>
              <a:gd name="connsiteX2" fmla="*/ 0 w 3619429"/>
              <a:gd name="connsiteY2" fmla="*/ 3619010 h 3619010"/>
              <a:gd name="connsiteX3" fmla="*/ 917060 w 3619429"/>
              <a:gd name="connsiteY3" fmla="*/ 1505980 h 3619010"/>
              <a:gd name="connsiteX4" fmla="*/ 1507235 w 3619429"/>
              <a:gd name="connsiteY4" fmla="*/ 916362 h 3619010"/>
              <a:gd name="connsiteX5" fmla="*/ 3619429 w 3619429"/>
              <a:gd name="connsiteY5" fmla="*/ 0 h 361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9010">
                <a:moveTo>
                  <a:pt x="3619429" y="0"/>
                </a:moveTo>
                <a:lnTo>
                  <a:pt x="3619429" y="3619010"/>
                </a:lnTo>
                <a:lnTo>
                  <a:pt x="0" y="3619010"/>
                </a:lnTo>
                <a:cubicBezTo>
                  <a:pt x="25520" y="2851308"/>
                  <a:pt x="331207" y="2091415"/>
                  <a:pt x="917060" y="1505980"/>
                </a:cubicBezTo>
                <a:cubicBezTo>
                  <a:pt x="1507235" y="916362"/>
                  <a:pt x="1507235" y="916362"/>
                  <a:pt x="1507235" y="916362"/>
                </a:cubicBezTo>
                <a:cubicBezTo>
                  <a:pt x="2092530" y="331486"/>
                  <a:pt x="2852145" y="25939"/>
                  <a:pt x="361942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B2AE7C4-0A22-4F30-A3B2-9DED1CA11D7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8567" y="1567269"/>
            <a:ext cx="1811710" cy="1809575"/>
          </a:xfrm>
          <a:custGeom>
            <a:avLst/>
            <a:gdLst>
              <a:gd name="connsiteX0" fmla="*/ 0 w 3623892"/>
              <a:gd name="connsiteY0" fmla="*/ 0 h 3619150"/>
              <a:gd name="connsiteX1" fmla="*/ 2116795 w 3623892"/>
              <a:gd name="connsiteY1" fmla="*/ 916502 h 3619150"/>
              <a:gd name="connsiteX2" fmla="*/ 2706832 w 3623892"/>
              <a:gd name="connsiteY2" fmla="*/ 1506120 h 3619150"/>
              <a:gd name="connsiteX3" fmla="*/ 3623892 w 3623892"/>
              <a:gd name="connsiteY3" fmla="*/ 3619150 h 3619150"/>
              <a:gd name="connsiteX4" fmla="*/ 0 w 3623892"/>
              <a:gd name="connsiteY4" fmla="*/ 3619150 h 36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9150">
                <a:moveTo>
                  <a:pt x="0" y="0"/>
                </a:moveTo>
                <a:cubicBezTo>
                  <a:pt x="768958" y="24823"/>
                  <a:pt x="1530385" y="330370"/>
                  <a:pt x="2116795" y="916502"/>
                </a:cubicBezTo>
                <a:cubicBezTo>
                  <a:pt x="2706832" y="1506120"/>
                  <a:pt x="2706832" y="1506120"/>
                  <a:pt x="2706832" y="1506120"/>
                </a:cubicBezTo>
                <a:cubicBezTo>
                  <a:pt x="3292684" y="2091554"/>
                  <a:pt x="3598371" y="2851447"/>
                  <a:pt x="3623892" y="3619150"/>
                </a:cubicBezTo>
                <a:lnTo>
                  <a:pt x="0" y="36191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CDF9D7B-941A-415D-BDFE-5C75BA34C4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48567" y="3481436"/>
            <a:ext cx="1811710" cy="1809436"/>
          </a:xfrm>
          <a:custGeom>
            <a:avLst/>
            <a:gdLst>
              <a:gd name="connsiteX0" fmla="*/ 0 w 3623892"/>
              <a:gd name="connsiteY0" fmla="*/ 0 h 3618871"/>
              <a:gd name="connsiteX1" fmla="*/ 3623892 w 3623892"/>
              <a:gd name="connsiteY1" fmla="*/ 0 h 3618871"/>
              <a:gd name="connsiteX2" fmla="*/ 2706832 w 3623892"/>
              <a:gd name="connsiteY2" fmla="*/ 2112891 h 3618871"/>
              <a:gd name="connsiteX3" fmla="*/ 2116795 w 3623892"/>
              <a:gd name="connsiteY3" fmla="*/ 2702509 h 3618871"/>
              <a:gd name="connsiteX4" fmla="*/ 0 w 3623892"/>
              <a:gd name="connsiteY4" fmla="*/ 3618871 h 361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8871">
                <a:moveTo>
                  <a:pt x="0" y="0"/>
                </a:moveTo>
                <a:lnTo>
                  <a:pt x="3623892" y="0"/>
                </a:lnTo>
                <a:cubicBezTo>
                  <a:pt x="3598371" y="767563"/>
                  <a:pt x="3292684" y="1527456"/>
                  <a:pt x="2706832" y="2112891"/>
                </a:cubicBezTo>
                <a:cubicBezTo>
                  <a:pt x="2116795" y="2702509"/>
                  <a:pt x="2116795" y="2702509"/>
                  <a:pt x="2116795" y="2702509"/>
                </a:cubicBezTo>
                <a:cubicBezTo>
                  <a:pt x="1530385" y="3288640"/>
                  <a:pt x="768958" y="3594048"/>
                  <a:pt x="0" y="3618871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0EF85B-C725-43BD-B23E-017F645E770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4511" y="3481435"/>
            <a:ext cx="1809479" cy="1809366"/>
          </a:xfrm>
          <a:custGeom>
            <a:avLst/>
            <a:gdLst>
              <a:gd name="connsiteX0" fmla="*/ 0 w 3619429"/>
              <a:gd name="connsiteY0" fmla="*/ 0 h 3618732"/>
              <a:gd name="connsiteX1" fmla="*/ 3619429 w 3619429"/>
              <a:gd name="connsiteY1" fmla="*/ 0 h 3618732"/>
              <a:gd name="connsiteX2" fmla="*/ 3619429 w 3619429"/>
              <a:gd name="connsiteY2" fmla="*/ 3618732 h 3618732"/>
              <a:gd name="connsiteX3" fmla="*/ 1507235 w 3619429"/>
              <a:gd name="connsiteY3" fmla="*/ 2702509 h 3618732"/>
              <a:gd name="connsiteX4" fmla="*/ 917060 w 3619429"/>
              <a:gd name="connsiteY4" fmla="*/ 2112891 h 3618732"/>
              <a:gd name="connsiteX5" fmla="*/ 0 w 3619429"/>
              <a:gd name="connsiteY5" fmla="*/ 0 h 361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8732">
                <a:moveTo>
                  <a:pt x="0" y="0"/>
                </a:moveTo>
                <a:lnTo>
                  <a:pt x="3619429" y="0"/>
                </a:lnTo>
                <a:lnTo>
                  <a:pt x="3619429" y="3618732"/>
                </a:lnTo>
                <a:cubicBezTo>
                  <a:pt x="2852145" y="3592793"/>
                  <a:pt x="2092530" y="3287385"/>
                  <a:pt x="1507235" y="2702509"/>
                </a:cubicBezTo>
                <a:cubicBezTo>
                  <a:pt x="917060" y="2112891"/>
                  <a:pt x="917060" y="2112891"/>
                  <a:pt x="917060" y="2112891"/>
                </a:cubicBezTo>
                <a:cubicBezTo>
                  <a:pt x="331207" y="1527456"/>
                  <a:pt x="25520" y="767563"/>
                  <a:pt x="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8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2" grpId="0" animBg="1"/>
    </p:bldLst>
  </p:timing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089833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02167" y="0"/>
            <a:ext cx="7089833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2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6D274C1B-F416-4535-A30F-5AC7BEA62F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8821" y="87924"/>
            <a:ext cx="6934359" cy="6682152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1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1ABC818-5E9D-48F2-A020-37EA8A501C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501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8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91B2C5E7-8FB6-4D6C-8714-4D257F1BD66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48652" y="311049"/>
            <a:ext cx="3434079" cy="6220975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5205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2F397F7-DD9C-4592-9C0D-0951AFFDEA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5314258" cy="68580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72BF187-8D1A-47D0-8FF0-646D171F8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17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2F397F7-DD9C-4592-9C0D-0951AFFDEA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0"/>
            <a:ext cx="5314258" cy="68580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72BF187-8D1A-47D0-8FF0-646D171F8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7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2F397F7-DD9C-4592-9C0D-0951AFFDEA2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72BF187-8D1A-47D0-8FF0-646D171F86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8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728625E-6B6D-4448-A9CE-A0E975CADD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22705" y="1644735"/>
            <a:ext cx="2113814" cy="211497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881A622-5ED1-414C-9662-B95DD44606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47424" y="1644735"/>
            <a:ext cx="2113814" cy="211497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18B9413-65B0-4ACE-9084-2052012466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396" y="1644735"/>
            <a:ext cx="2113815" cy="2114978"/>
          </a:xfrm>
          <a:custGeom>
            <a:avLst/>
            <a:gdLst>
              <a:gd name="connsiteX0" fmla="*/ 2114090 w 4228180"/>
              <a:gd name="connsiteY0" fmla="*/ 0 h 4229956"/>
              <a:gd name="connsiteX1" fmla="*/ 3372542 w 4228180"/>
              <a:gd name="connsiteY1" fmla="*/ 521240 h 4229956"/>
              <a:gd name="connsiteX2" fmla="*/ 3707158 w 4228180"/>
              <a:gd name="connsiteY2" fmla="*/ 855998 h 4229956"/>
              <a:gd name="connsiteX3" fmla="*/ 3707158 w 4228180"/>
              <a:gd name="connsiteY3" fmla="*/ 3373959 h 4229956"/>
              <a:gd name="connsiteX4" fmla="*/ 3372542 w 4228180"/>
              <a:gd name="connsiteY4" fmla="*/ 3708717 h 4229956"/>
              <a:gd name="connsiteX5" fmla="*/ 855638 w 4228180"/>
              <a:gd name="connsiteY5" fmla="*/ 3708717 h 4229956"/>
              <a:gd name="connsiteX6" fmla="*/ 521020 w 4228180"/>
              <a:gd name="connsiteY6" fmla="*/ 3373959 h 4229956"/>
              <a:gd name="connsiteX7" fmla="*/ 521020 w 4228180"/>
              <a:gd name="connsiteY7" fmla="*/ 855998 h 4229956"/>
              <a:gd name="connsiteX8" fmla="*/ 855638 w 4228180"/>
              <a:gd name="connsiteY8" fmla="*/ 521240 h 4229956"/>
              <a:gd name="connsiteX9" fmla="*/ 2114090 w 4228180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80" h="4229956">
                <a:moveTo>
                  <a:pt x="2114090" y="0"/>
                </a:moveTo>
                <a:cubicBezTo>
                  <a:pt x="2569642" y="1"/>
                  <a:pt x="3025194" y="173747"/>
                  <a:pt x="3372542" y="521240"/>
                </a:cubicBezTo>
                <a:cubicBezTo>
                  <a:pt x="3707158" y="855998"/>
                  <a:pt x="3707158" y="855998"/>
                  <a:pt x="3707158" y="855998"/>
                </a:cubicBezTo>
                <a:cubicBezTo>
                  <a:pt x="4401854" y="1550985"/>
                  <a:pt x="4401854" y="2678973"/>
                  <a:pt x="3707158" y="3373959"/>
                </a:cubicBezTo>
                <a:cubicBezTo>
                  <a:pt x="3372542" y="3708717"/>
                  <a:pt x="3372542" y="3708717"/>
                  <a:pt x="3372542" y="3708717"/>
                </a:cubicBezTo>
                <a:cubicBezTo>
                  <a:pt x="2677846" y="4403703"/>
                  <a:pt x="1550332" y="4403703"/>
                  <a:pt x="855638" y="3708717"/>
                </a:cubicBezTo>
                <a:cubicBezTo>
                  <a:pt x="521020" y="3373959"/>
                  <a:pt x="521020" y="3373959"/>
                  <a:pt x="521020" y="3373959"/>
                </a:cubicBezTo>
                <a:cubicBezTo>
                  <a:pt x="-173674" y="2678973"/>
                  <a:pt x="-173674" y="1550985"/>
                  <a:pt x="521020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6" y="173747"/>
                  <a:pt x="1658538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063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7F699BD0-E3CD-4B7D-9308-5545CC5626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200" fill="hold"/>
                                        <p:tgtEl>
                                          <p:spTgt spid="28"/>
                                        </p:tgtEl>
                                      </p:cBhvr>
                                      <p:by x="14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3F2F8012-EE85-4E61-B325-F04045D1F0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0934" y="647700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CCFAD53-D99C-4483-BBC4-1C6952C442A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0934" y="7012382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2B27640E-DC5B-4F3D-B3BD-3BD42A3AC63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0934" y="-5788152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6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accel="47619" decel="47619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16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</p:bldLst>
  </p:timing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984625-FC00-409A-89CA-74509D2E04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9732" y="3495977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8A64EF6-6AAD-4A8E-A2BA-D31872C0F1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9732" y="77628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B58EF59-6144-4377-881E-7F3DA3CB93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0412" y="776288"/>
            <a:ext cx="5171855" cy="5305426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8" grpId="0" animBg="1"/>
    </p:bldLst>
  </p:timing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8A1CA22-A2E7-46D9-8A5B-5A4B32A365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662144D-BFFA-4B4C-BD9A-DDB9AD257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38871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8DCF79-7C12-4EE4-B377-E5D1CE3631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0BA5F7F-E14B-4487-8788-8F182B3309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3129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84B905-8BF0-4A76-9E10-57BE3387F891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0A452D-DFE3-48E8-956D-B964AE99D0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6501" y="1057275"/>
            <a:ext cx="4704737" cy="4705350"/>
          </a:xfrm>
          <a:custGeom>
            <a:avLst/>
            <a:gdLst>
              <a:gd name="connsiteX0" fmla="*/ 0 w 9410700"/>
              <a:gd name="connsiteY0" fmla="*/ 0 h 9410700"/>
              <a:gd name="connsiteX1" fmla="*/ 9410700 w 9410700"/>
              <a:gd name="connsiteY1" fmla="*/ 0 h 9410700"/>
              <a:gd name="connsiteX2" fmla="*/ 9410700 w 9410700"/>
              <a:gd name="connsiteY2" fmla="*/ 9410700 h 9410700"/>
              <a:gd name="connsiteX3" fmla="*/ 0 w 9410700"/>
              <a:gd name="connsiteY3" fmla="*/ 94107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0700" h="9410700">
                <a:moveTo>
                  <a:pt x="0" y="0"/>
                </a:moveTo>
                <a:lnTo>
                  <a:pt x="9410700" y="0"/>
                </a:lnTo>
                <a:lnTo>
                  <a:pt x="9410700" y="9410700"/>
                </a:lnTo>
                <a:lnTo>
                  <a:pt x="0" y="94107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1D63369-5C3A-4822-ACB3-46071185D7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0759" y="1057275"/>
            <a:ext cx="4704737" cy="4705350"/>
          </a:xfrm>
          <a:custGeom>
            <a:avLst/>
            <a:gdLst>
              <a:gd name="connsiteX0" fmla="*/ 0 w 9410699"/>
              <a:gd name="connsiteY0" fmla="*/ 0 h 9410700"/>
              <a:gd name="connsiteX1" fmla="*/ 9410699 w 9410699"/>
              <a:gd name="connsiteY1" fmla="*/ 0 h 9410700"/>
              <a:gd name="connsiteX2" fmla="*/ 9410699 w 9410699"/>
              <a:gd name="connsiteY2" fmla="*/ 9410700 h 9410700"/>
              <a:gd name="connsiteX3" fmla="*/ 0 w 9410699"/>
              <a:gd name="connsiteY3" fmla="*/ 94107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0699" h="9410700">
                <a:moveTo>
                  <a:pt x="0" y="0"/>
                </a:moveTo>
                <a:lnTo>
                  <a:pt x="9410699" y="0"/>
                </a:lnTo>
                <a:lnTo>
                  <a:pt x="9410699" y="9410700"/>
                </a:lnTo>
                <a:lnTo>
                  <a:pt x="0" y="94107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3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2C1527C-1238-4997-83A0-B93C0C1A11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01078" y="77628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2C28264-6FA4-467B-BDE9-EC8733C2D7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0414" y="776287"/>
            <a:ext cx="5189844" cy="5314950"/>
          </a:xfrm>
          <a:custGeom>
            <a:avLst/>
            <a:gdLst>
              <a:gd name="connsiteX0" fmla="*/ 0 w 10381040"/>
              <a:gd name="connsiteY0" fmla="*/ 0 h 10629899"/>
              <a:gd name="connsiteX1" fmla="*/ 10381040 w 10381040"/>
              <a:gd name="connsiteY1" fmla="*/ 0 h 10629899"/>
              <a:gd name="connsiteX2" fmla="*/ 10381040 w 10381040"/>
              <a:gd name="connsiteY2" fmla="*/ 10629899 h 10629899"/>
              <a:gd name="connsiteX3" fmla="*/ 0 w 10381040"/>
              <a:gd name="connsiteY3" fmla="*/ 10629899 h 10629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1040" h="10629899">
                <a:moveTo>
                  <a:pt x="0" y="0"/>
                </a:moveTo>
                <a:lnTo>
                  <a:pt x="10381040" y="0"/>
                </a:lnTo>
                <a:lnTo>
                  <a:pt x="10381040" y="10629899"/>
                </a:lnTo>
                <a:lnTo>
                  <a:pt x="0" y="1062989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43876E8-A094-40A5-860F-FA8679BF44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01078" y="349597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87560AE-CEDB-48AC-B2BF-85B52DE0F1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2" y="349597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7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6" grpId="0" animBg="1"/>
      <p:bldP spid="17" grpId="0" animBg="1"/>
    </p:bldLst>
  </p:timing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93943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83F5516-0B38-4D10-8A01-707E02BE065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-8443912"/>
            <a:ext cx="10628517" cy="14616112"/>
          </a:xfrm>
          <a:custGeom>
            <a:avLst/>
            <a:gdLst>
              <a:gd name="connsiteX0" fmla="*/ 0 w 21259801"/>
              <a:gd name="connsiteY0" fmla="*/ 0 h 29232224"/>
              <a:gd name="connsiteX1" fmla="*/ 21259801 w 21259801"/>
              <a:gd name="connsiteY1" fmla="*/ 0 h 29232224"/>
              <a:gd name="connsiteX2" fmla="*/ 21259801 w 21259801"/>
              <a:gd name="connsiteY2" fmla="*/ 2133600 h 29232224"/>
              <a:gd name="connsiteX3" fmla="*/ 21259801 w 21259801"/>
              <a:gd name="connsiteY3" fmla="*/ 10972800 h 29232224"/>
              <a:gd name="connsiteX4" fmla="*/ 21259801 w 21259801"/>
              <a:gd name="connsiteY4" fmla="*/ 29232224 h 29232224"/>
              <a:gd name="connsiteX5" fmla="*/ 0 w 21259801"/>
              <a:gd name="connsiteY5" fmla="*/ 29232224 h 29232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9801" h="29232224">
                <a:moveTo>
                  <a:pt x="0" y="0"/>
                </a:moveTo>
                <a:lnTo>
                  <a:pt x="21259801" y="0"/>
                </a:lnTo>
                <a:lnTo>
                  <a:pt x="21259801" y="2133600"/>
                </a:lnTo>
                <a:lnTo>
                  <a:pt x="21259801" y="10972800"/>
                </a:lnTo>
                <a:lnTo>
                  <a:pt x="21259801" y="29232224"/>
                </a:lnTo>
                <a:lnTo>
                  <a:pt x="0" y="2923222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ln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3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decel="10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5E-6 L 5.55112E-17 1.32119 " pathEditMode="relative" rAng="0" ptsTypes="AA">
                                      <p:cBhvr>
                                        <p:cTn id="6" dur="1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0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6675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2263DCA-1DEE-49D2-80CB-CF9032EF06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4278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743896C4-BC14-436C-ADB0-09DC41D72F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89397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A1AA56A-4341-4938-9A18-9B4699C88FD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4516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AF6D4B1-9881-4261-92C1-B717CE6B512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39635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4E6DD8C9-03BB-49E3-A9B8-A0EFEABFBD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514278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DFAB2594-68AE-46A3-9D9A-148C9A705C0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89397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5DF9FA7A-DB60-4682-8CAB-2AC84C80FA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664516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6669351-C444-4EC3-976D-DAFD767ED96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39635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03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399DF4-D239-4B46-A59E-3F2D266B8AC5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D3B56C-6673-4097-B43C-40AB7C20EE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57125" y="1193177"/>
            <a:ext cx="2474760" cy="2071688"/>
          </a:xfrm>
          <a:custGeom>
            <a:avLst/>
            <a:gdLst>
              <a:gd name="connsiteX0" fmla="*/ 0 w 4950165"/>
              <a:gd name="connsiteY0" fmla="*/ 0 h 4143375"/>
              <a:gd name="connsiteX1" fmla="*/ 4950165 w 4950165"/>
              <a:gd name="connsiteY1" fmla="*/ 0 h 4143375"/>
              <a:gd name="connsiteX2" fmla="*/ 4950165 w 4950165"/>
              <a:gd name="connsiteY2" fmla="*/ 4143375 h 4143375"/>
              <a:gd name="connsiteX3" fmla="*/ 0 w 4950165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5" h="4143375">
                <a:moveTo>
                  <a:pt x="0" y="0"/>
                </a:moveTo>
                <a:lnTo>
                  <a:pt x="4950165" y="0"/>
                </a:lnTo>
                <a:lnTo>
                  <a:pt x="4950165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4AD6E42-B8ED-45FE-80BA-270BE28BE3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60114" y="1193177"/>
            <a:ext cx="2474760" cy="2071688"/>
          </a:xfrm>
          <a:custGeom>
            <a:avLst/>
            <a:gdLst>
              <a:gd name="connsiteX0" fmla="*/ 0 w 4950164"/>
              <a:gd name="connsiteY0" fmla="*/ 0 h 4143375"/>
              <a:gd name="connsiteX1" fmla="*/ 4950164 w 4950164"/>
              <a:gd name="connsiteY1" fmla="*/ 0 h 4143375"/>
              <a:gd name="connsiteX2" fmla="*/ 4950164 w 4950164"/>
              <a:gd name="connsiteY2" fmla="*/ 4143375 h 4143375"/>
              <a:gd name="connsiteX3" fmla="*/ 0 w 4950164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4" h="4143375">
                <a:moveTo>
                  <a:pt x="0" y="0"/>
                </a:moveTo>
                <a:lnTo>
                  <a:pt x="4950164" y="0"/>
                </a:lnTo>
                <a:lnTo>
                  <a:pt x="4950164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B2CF020-4972-4FDF-8E27-E1B874D0649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57125" y="3593137"/>
            <a:ext cx="2474760" cy="2071688"/>
          </a:xfrm>
          <a:custGeom>
            <a:avLst/>
            <a:gdLst>
              <a:gd name="connsiteX0" fmla="*/ 0 w 4950165"/>
              <a:gd name="connsiteY0" fmla="*/ 0 h 4143375"/>
              <a:gd name="connsiteX1" fmla="*/ 4950165 w 4950165"/>
              <a:gd name="connsiteY1" fmla="*/ 0 h 4143375"/>
              <a:gd name="connsiteX2" fmla="*/ 4950165 w 4950165"/>
              <a:gd name="connsiteY2" fmla="*/ 4143375 h 4143375"/>
              <a:gd name="connsiteX3" fmla="*/ 0 w 4950165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5" h="4143375">
                <a:moveTo>
                  <a:pt x="0" y="0"/>
                </a:moveTo>
                <a:lnTo>
                  <a:pt x="4950165" y="0"/>
                </a:lnTo>
                <a:lnTo>
                  <a:pt x="4950165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DEDE4E0-4295-4EC1-B674-5609175C4D6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60114" y="3593137"/>
            <a:ext cx="2474760" cy="2071688"/>
          </a:xfrm>
          <a:custGeom>
            <a:avLst/>
            <a:gdLst>
              <a:gd name="connsiteX0" fmla="*/ 0 w 4950164"/>
              <a:gd name="connsiteY0" fmla="*/ 0 h 4143375"/>
              <a:gd name="connsiteX1" fmla="*/ 4950164 w 4950164"/>
              <a:gd name="connsiteY1" fmla="*/ 0 h 4143375"/>
              <a:gd name="connsiteX2" fmla="*/ 4950164 w 4950164"/>
              <a:gd name="connsiteY2" fmla="*/ 4143375 h 4143375"/>
              <a:gd name="connsiteX3" fmla="*/ 0 w 4950164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4" h="4143375">
                <a:moveTo>
                  <a:pt x="0" y="0"/>
                </a:moveTo>
                <a:lnTo>
                  <a:pt x="4950164" y="0"/>
                </a:lnTo>
                <a:lnTo>
                  <a:pt x="4950164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9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DD5BDAE-070D-466F-9878-EB1BC2848E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2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DD5BDAE-070D-466F-9878-EB1BC2848E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1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EC47BBF-5081-44C2-A39B-5B7D55A2CA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5314258" cy="5524500"/>
          </a:xfrm>
          <a:custGeom>
            <a:avLst/>
            <a:gdLst>
              <a:gd name="connsiteX0" fmla="*/ 0 w 10629899"/>
              <a:gd name="connsiteY0" fmla="*/ 0 h 11049000"/>
              <a:gd name="connsiteX1" fmla="*/ 10629899 w 10629899"/>
              <a:gd name="connsiteY1" fmla="*/ 0 h 11049000"/>
              <a:gd name="connsiteX2" fmla="*/ 10629899 w 10629899"/>
              <a:gd name="connsiteY2" fmla="*/ 11049000 h 11049000"/>
              <a:gd name="connsiteX3" fmla="*/ 0 w 106298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899" h="11049000">
                <a:moveTo>
                  <a:pt x="0" y="0"/>
                </a:moveTo>
                <a:lnTo>
                  <a:pt x="10629899" y="0"/>
                </a:lnTo>
                <a:lnTo>
                  <a:pt x="106298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9F983A-E9C3-445F-A7F1-45E2008FDC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3429000"/>
            <a:ext cx="2638804" cy="2743200"/>
          </a:xfrm>
          <a:custGeom>
            <a:avLst/>
            <a:gdLst>
              <a:gd name="connsiteX0" fmla="*/ 0 w 5278295"/>
              <a:gd name="connsiteY0" fmla="*/ 0 h 5486400"/>
              <a:gd name="connsiteX1" fmla="*/ 5278295 w 5278295"/>
              <a:gd name="connsiteY1" fmla="*/ 0 h 5486400"/>
              <a:gd name="connsiteX2" fmla="*/ 5278295 w 5278295"/>
              <a:gd name="connsiteY2" fmla="*/ 5486400 h 5486400"/>
              <a:gd name="connsiteX3" fmla="*/ 0 w 5278295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8295" h="5486400">
                <a:moveTo>
                  <a:pt x="0" y="0"/>
                </a:moveTo>
                <a:lnTo>
                  <a:pt x="5278295" y="0"/>
                </a:lnTo>
                <a:lnTo>
                  <a:pt x="5278295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DE4FB34-EA53-468B-BEDD-E3F16B8A78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4804" y="647700"/>
            <a:ext cx="2675454" cy="2781300"/>
          </a:xfrm>
          <a:custGeom>
            <a:avLst/>
            <a:gdLst>
              <a:gd name="connsiteX0" fmla="*/ 0 w 5351604"/>
              <a:gd name="connsiteY0" fmla="*/ 0 h 5562600"/>
              <a:gd name="connsiteX1" fmla="*/ 5351604 w 5351604"/>
              <a:gd name="connsiteY1" fmla="*/ 0 h 5562600"/>
              <a:gd name="connsiteX2" fmla="*/ 5351604 w 5351604"/>
              <a:gd name="connsiteY2" fmla="*/ 5562600 h 5562600"/>
              <a:gd name="connsiteX3" fmla="*/ 0 w 5351604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51604" h="5562600">
                <a:moveTo>
                  <a:pt x="0" y="0"/>
                </a:moveTo>
                <a:lnTo>
                  <a:pt x="5351604" y="0"/>
                </a:lnTo>
                <a:lnTo>
                  <a:pt x="5351604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52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65CD39-C441-4C4E-B863-AA8AF4602A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9288" y="1416471"/>
            <a:ext cx="4022844" cy="4025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3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649B2-2893-4336-9F6A-E261B8C7C7DB}"/>
              </a:ext>
            </a:extLst>
          </p:cNvPr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B65CD39-C441-4C4E-B863-AA8AF4602A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82384" y="1916958"/>
            <a:ext cx="3022422" cy="3024085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4A0D30C-ACF0-4BE4-AC21-104BED13B44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52950" y="5007997"/>
            <a:ext cx="658867" cy="659230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34A3B7E-1B59-4F43-AA45-6E749DBEF8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968" y="3094492"/>
            <a:ext cx="793621" cy="794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E7420DC-E46C-44BE-A2FC-745D474ABE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52317" y="1286962"/>
            <a:ext cx="629650" cy="629996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1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28821" y="87924"/>
            <a:ext cx="6934359" cy="6682152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53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1501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30924" y="-246184"/>
            <a:ext cx="7627794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50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35716" y="-246184"/>
            <a:ext cx="7627794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5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9597" y="-246184"/>
            <a:ext cx="8732806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1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79722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42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9AC5CB4-5FF9-4E18-9D94-94478F1FC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30562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5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  <p15:guide id="3" pos="985">
          <p15:clr>
            <a:srgbClr val="FBAE40"/>
          </p15:clr>
        </p15:guide>
        <p15:guide id="4" pos="14377">
          <p15:clr>
            <a:srgbClr val="FBAE40"/>
          </p15:clr>
        </p15:guide>
      </p15:sldGuideLst>
    </p:ext>
  </p:extLs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3" y="1953493"/>
            <a:ext cx="10628516" cy="4904509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6F69F73-D8F6-4011-B18F-94501EB735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81743" y="0"/>
            <a:ext cx="10628516" cy="4904509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7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hyperlink" Target="https://www.linkedin.com/" TargetMode="Externa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hyperlink" Target="https://www.facebook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hyperlink" Target="https://twitter.com/" TargetMode="Externa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63.xml"/><Relationship Id="rId42" Type="http://schemas.openxmlformats.org/officeDocument/2006/relationships/slideLayout" Target="../slideLayouts/slideLayout71.xml"/><Relationship Id="rId47" Type="http://schemas.openxmlformats.org/officeDocument/2006/relationships/slideLayout" Target="../slideLayouts/slideLayout76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32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66.xml"/><Relationship Id="rId40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74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36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60.xml"/><Relationship Id="rId44" Type="http://schemas.openxmlformats.org/officeDocument/2006/relationships/slideLayout" Target="../slideLayouts/slideLayout7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64.xml"/><Relationship Id="rId43" Type="http://schemas.openxmlformats.org/officeDocument/2006/relationships/slideLayout" Target="../slideLayouts/slideLayout72.xml"/><Relationship Id="rId48" Type="http://schemas.openxmlformats.org/officeDocument/2006/relationships/theme" Target="../theme/theme3.xml"/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33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67.xml"/><Relationship Id="rId46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49.xml"/><Relationship Id="rId41" Type="http://schemas.openxmlformats.org/officeDocument/2006/relationships/slideLayout" Target="../slideLayouts/slideLayout7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hyperlink" Target="https://twitter.com/" TargetMode="Externa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hyperlink" Target="https://www.linkedin.com/" TargetMode="External"/><Relationship Id="rId5" Type="http://schemas.openxmlformats.org/officeDocument/2006/relationships/slideLayout" Target="../slideLayouts/slideLayout81.xml"/><Relationship Id="rId10" Type="http://schemas.openxmlformats.org/officeDocument/2006/relationships/hyperlink" Target="https://www.facebook.com/" TargetMode="External"/><Relationship Id="rId4" Type="http://schemas.openxmlformats.org/officeDocument/2006/relationships/slideLayout" Target="../slideLayouts/slideLayout80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hyperlink" Target="https://www.linkedin.com/" TargetMode="Externa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hyperlink" Target="https://www.facebook.com/" TargetMode="Externa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hyperlink" Target="https://twitter.com/" TargetMode="External"/></Relationships>
</file>

<file path=ppt/slideMasters/_rels/slideMaster6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20.xml"/><Relationship Id="rId21" Type="http://schemas.openxmlformats.org/officeDocument/2006/relationships/slideLayout" Target="../slideLayouts/slideLayout115.xml"/><Relationship Id="rId42" Type="http://schemas.openxmlformats.org/officeDocument/2006/relationships/slideLayout" Target="../slideLayouts/slideLayout136.xml"/><Relationship Id="rId47" Type="http://schemas.openxmlformats.org/officeDocument/2006/relationships/slideLayout" Target="../slideLayouts/slideLayout141.xml"/><Relationship Id="rId63" Type="http://schemas.openxmlformats.org/officeDocument/2006/relationships/slideLayout" Target="../slideLayouts/slideLayout157.xml"/><Relationship Id="rId68" Type="http://schemas.openxmlformats.org/officeDocument/2006/relationships/slideLayout" Target="../slideLayouts/slideLayout162.xml"/><Relationship Id="rId84" Type="http://schemas.openxmlformats.org/officeDocument/2006/relationships/slideLayout" Target="../slideLayouts/slideLayout178.xml"/><Relationship Id="rId89" Type="http://schemas.openxmlformats.org/officeDocument/2006/relationships/slideLayout" Target="../slideLayouts/slideLayout183.xml"/><Relationship Id="rId1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26.xml"/><Relationship Id="rId37" Type="http://schemas.openxmlformats.org/officeDocument/2006/relationships/slideLayout" Target="../slideLayouts/slideLayout131.xml"/><Relationship Id="rId53" Type="http://schemas.openxmlformats.org/officeDocument/2006/relationships/slideLayout" Target="../slideLayouts/slideLayout147.xml"/><Relationship Id="rId58" Type="http://schemas.openxmlformats.org/officeDocument/2006/relationships/slideLayout" Target="../slideLayouts/slideLayout152.xml"/><Relationship Id="rId74" Type="http://schemas.openxmlformats.org/officeDocument/2006/relationships/slideLayout" Target="../slideLayouts/slideLayout168.xml"/><Relationship Id="rId79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99.xml"/><Relationship Id="rId90" Type="http://schemas.openxmlformats.org/officeDocument/2006/relationships/theme" Target="../theme/theme6.xml"/><Relationship Id="rId14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16.xml"/><Relationship Id="rId27" Type="http://schemas.openxmlformats.org/officeDocument/2006/relationships/slideLayout" Target="../slideLayouts/slideLayout121.xml"/><Relationship Id="rId30" Type="http://schemas.openxmlformats.org/officeDocument/2006/relationships/slideLayout" Target="../slideLayouts/slideLayout124.xml"/><Relationship Id="rId35" Type="http://schemas.openxmlformats.org/officeDocument/2006/relationships/slideLayout" Target="../slideLayouts/slideLayout129.xml"/><Relationship Id="rId43" Type="http://schemas.openxmlformats.org/officeDocument/2006/relationships/slideLayout" Target="../slideLayouts/slideLayout137.xml"/><Relationship Id="rId48" Type="http://schemas.openxmlformats.org/officeDocument/2006/relationships/slideLayout" Target="../slideLayouts/slideLayout142.xml"/><Relationship Id="rId56" Type="http://schemas.openxmlformats.org/officeDocument/2006/relationships/slideLayout" Target="../slideLayouts/slideLayout150.xml"/><Relationship Id="rId64" Type="http://schemas.openxmlformats.org/officeDocument/2006/relationships/slideLayout" Target="../slideLayouts/slideLayout158.xml"/><Relationship Id="rId69" Type="http://schemas.openxmlformats.org/officeDocument/2006/relationships/slideLayout" Target="../slideLayouts/slideLayout163.xml"/><Relationship Id="rId77" Type="http://schemas.openxmlformats.org/officeDocument/2006/relationships/slideLayout" Target="../slideLayouts/slideLayout171.xml"/><Relationship Id="rId8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45.xml"/><Relationship Id="rId72" Type="http://schemas.openxmlformats.org/officeDocument/2006/relationships/slideLayout" Target="../slideLayouts/slideLayout166.xml"/><Relationship Id="rId80" Type="http://schemas.openxmlformats.org/officeDocument/2006/relationships/slideLayout" Target="../slideLayouts/slideLayout174.xml"/><Relationship Id="rId85" Type="http://schemas.openxmlformats.org/officeDocument/2006/relationships/slideLayout" Target="../slideLayouts/slideLayout179.xml"/><Relationship Id="rId3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11.xml"/><Relationship Id="rId25" Type="http://schemas.openxmlformats.org/officeDocument/2006/relationships/slideLayout" Target="../slideLayouts/slideLayout119.xml"/><Relationship Id="rId33" Type="http://schemas.openxmlformats.org/officeDocument/2006/relationships/slideLayout" Target="../slideLayouts/slideLayout127.xml"/><Relationship Id="rId38" Type="http://schemas.openxmlformats.org/officeDocument/2006/relationships/slideLayout" Target="../slideLayouts/slideLayout132.xml"/><Relationship Id="rId46" Type="http://schemas.openxmlformats.org/officeDocument/2006/relationships/slideLayout" Target="../slideLayouts/slideLayout140.xml"/><Relationship Id="rId59" Type="http://schemas.openxmlformats.org/officeDocument/2006/relationships/slideLayout" Target="../slideLayouts/slideLayout153.xml"/><Relationship Id="rId67" Type="http://schemas.openxmlformats.org/officeDocument/2006/relationships/slideLayout" Target="../slideLayouts/slideLayout161.xml"/><Relationship Id="rId20" Type="http://schemas.openxmlformats.org/officeDocument/2006/relationships/slideLayout" Target="../slideLayouts/slideLayout114.xml"/><Relationship Id="rId41" Type="http://schemas.openxmlformats.org/officeDocument/2006/relationships/slideLayout" Target="../slideLayouts/slideLayout135.xml"/><Relationship Id="rId54" Type="http://schemas.openxmlformats.org/officeDocument/2006/relationships/slideLayout" Target="../slideLayouts/slideLayout148.xml"/><Relationship Id="rId62" Type="http://schemas.openxmlformats.org/officeDocument/2006/relationships/slideLayout" Target="../slideLayouts/slideLayout156.xml"/><Relationship Id="rId70" Type="http://schemas.openxmlformats.org/officeDocument/2006/relationships/slideLayout" Target="../slideLayouts/slideLayout164.xml"/><Relationship Id="rId75" Type="http://schemas.openxmlformats.org/officeDocument/2006/relationships/slideLayout" Target="../slideLayouts/slideLayout169.xml"/><Relationship Id="rId83" Type="http://schemas.openxmlformats.org/officeDocument/2006/relationships/slideLayout" Target="../slideLayouts/slideLayout177.xml"/><Relationship Id="rId88" Type="http://schemas.openxmlformats.org/officeDocument/2006/relationships/slideLayout" Target="../slideLayouts/slideLayout182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5" Type="http://schemas.openxmlformats.org/officeDocument/2006/relationships/slideLayout" Target="../slideLayouts/slideLayout109.xml"/><Relationship Id="rId23" Type="http://schemas.openxmlformats.org/officeDocument/2006/relationships/slideLayout" Target="../slideLayouts/slideLayout117.xml"/><Relationship Id="rId28" Type="http://schemas.openxmlformats.org/officeDocument/2006/relationships/slideLayout" Target="../slideLayouts/slideLayout122.xml"/><Relationship Id="rId36" Type="http://schemas.openxmlformats.org/officeDocument/2006/relationships/slideLayout" Target="../slideLayouts/slideLayout130.xml"/><Relationship Id="rId49" Type="http://schemas.openxmlformats.org/officeDocument/2006/relationships/slideLayout" Target="../slideLayouts/slideLayout143.xml"/><Relationship Id="rId57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04.xml"/><Relationship Id="rId31" Type="http://schemas.openxmlformats.org/officeDocument/2006/relationships/slideLayout" Target="../slideLayouts/slideLayout125.xml"/><Relationship Id="rId44" Type="http://schemas.openxmlformats.org/officeDocument/2006/relationships/slideLayout" Target="../slideLayouts/slideLayout138.xml"/><Relationship Id="rId52" Type="http://schemas.openxmlformats.org/officeDocument/2006/relationships/slideLayout" Target="../slideLayouts/slideLayout146.xml"/><Relationship Id="rId60" Type="http://schemas.openxmlformats.org/officeDocument/2006/relationships/slideLayout" Target="../slideLayouts/slideLayout154.xml"/><Relationship Id="rId65" Type="http://schemas.openxmlformats.org/officeDocument/2006/relationships/slideLayout" Target="../slideLayouts/slideLayout159.xml"/><Relationship Id="rId73" Type="http://schemas.openxmlformats.org/officeDocument/2006/relationships/slideLayout" Target="../slideLayouts/slideLayout167.xml"/><Relationship Id="rId78" Type="http://schemas.openxmlformats.org/officeDocument/2006/relationships/slideLayout" Target="../slideLayouts/slideLayout172.xml"/><Relationship Id="rId81" Type="http://schemas.openxmlformats.org/officeDocument/2006/relationships/slideLayout" Target="../slideLayouts/slideLayout175.xml"/><Relationship Id="rId86" Type="http://schemas.openxmlformats.org/officeDocument/2006/relationships/slideLayout" Target="../slideLayouts/slideLayout180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3" Type="http://schemas.openxmlformats.org/officeDocument/2006/relationships/slideLayout" Target="../slideLayouts/slideLayout107.xml"/><Relationship Id="rId18" Type="http://schemas.openxmlformats.org/officeDocument/2006/relationships/slideLayout" Target="../slideLayouts/slideLayout112.xml"/><Relationship Id="rId39" Type="http://schemas.openxmlformats.org/officeDocument/2006/relationships/slideLayout" Target="../slideLayouts/slideLayout133.xml"/><Relationship Id="rId34" Type="http://schemas.openxmlformats.org/officeDocument/2006/relationships/slideLayout" Target="../slideLayouts/slideLayout128.xml"/><Relationship Id="rId50" Type="http://schemas.openxmlformats.org/officeDocument/2006/relationships/slideLayout" Target="../slideLayouts/slideLayout144.xml"/><Relationship Id="rId55" Type="http://schemas.openxmlformats.org/officeDocument/2006/relationships/slideLayout" Target="../slideLayouts/slideLayout149.xml"/><Relationship Id="rId76" Type="http://schemas.openxmlformats.org/officeDocument/2006/relationships/slideLayout" Target="../slideLayouts/slideLayout170.xml"/><Relationship Id="rId7" Type="http://schemas.openxmlformats.org/officeDocument/2006/relationships/slideLayout" Target="../slideLayouts/slideLayout101.xml"/><Relationship Id="rId71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96.xml"/><Relationship Id="rId29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18.xml"/><Relationship Id="rId40" Type="http://schemas.openxmlformats.org/officeDocument/2006/relationships/slideLayout" Target="../slideLayouts/slideLayout134.xml"/><Relationship Id="rId45" Type="http://schemas.openxmlformats.org/officeDocument/2006/relationships/slideLayout" Target="../slideLayouts/slideLayout139.xml"/><Relationship Id="rId66" Type="http://schemas.openxmlformats.org/officeDocument/2006/relationships/slideLayout" Target="../slideLayouts/slideLayout160.xml"/><Relationship Id="rId87" Type="http://schemas.openxmlformats.org/officeDocument/2006/relationships/slideLayout" Target="../slideLayouts/slideLayout181.xml"/><Relationship Id="rId61" Type="http://schemas.openxmlformats.org/officeDocument/2006/relationships/slideLayout" Target="../slideLayouts/slideLayout155.xml"/><Relationship Id="rId82" Type="http://schemas.openxmlformats.org/officeDocument/2006/relationships/slideLayout" Target="../slideLayouts/slideLayout176.xml"/><Relationship Id="rId19" Type="http://schemas.openxmlformats.org/officeDocument/2006/relationships/slideLayout" Target="../slideLayouts/slideLayout113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6.xml"/><Relationship Id="rId18" Type="http://schemas.openxmlformats.org/officeDocument/2006/relationships/slideLayout" Target="../slideLayouts/slideLayout201.xml"/><Relationship Id="rId26" Type="http://schemas.openxmlformats.org/officeDocument/2006/relationships/slideLayout" Target="../slideLayouts/slideLayout209.xml"/><Relationship Id="rId21" Type="http://schemas.openxmlformats.org/officeDocument/2006/relationships/slideLayout" Target="../slideLayouts/slideLayout204.xml"/><Relationship Id="rId34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190.xml"/><Relationship Id="rId12" Type="http://schemas.openxmlformats.org/officeDocument/2006/relationships/slideLayout" Target="../slideLayouts/slideLayout195.xml"/><Relationship Id="rId17" Type="http://schemas.openxmlformats.org/officeDocument/2006/relationships/slideLayout" Target="../slideLayouts/slideLayout200.xml"/><Relationship Id="rId25" Type="http://schemas.openxmlformats.org/officeDocument/2006/relationships/slideLayout" Target="../slideLayouts/slideLayout208.xml"/><Relationship Id="rId33" Type="http://schemas.openxmlformats.org/officeDocument/2006/relationships/slideLayout" Target="../slideLayouts/slideLayout216.xml"/><Relationship Id="rId38" Type="http://schemas.openxmlformats.org/officeDocument/2006/relationships/hyperlink" Target="https://twitter.com/" TargetMode="External"/><Relationship Id="rId2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99.xml"/><Relationship Id="rId20" Type="http://schemas.openxmlformats.org/officeDocument/2006/relationships/slideLayout" Target="../slideLayouts/slideLayout203.xml"/><Relationship Id="rId29" Type="http://schemas.openxmlformats.org/officeDocument/2006/relationships/slideLayout" Target="../slideLayouts/slideLayout212.xml"/><Relationship Id="rId1" Type="http://schemas.openxmlformats.org/officeDocument/2006/relationships/slideLayout" Target="../slideLayouts/slideLayout184.xml"/><Relationship Id="rId6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94.xml"/><Relationship Id="rId24" Type="http://schemas.openxmlformats.org/officeDocument/2006/relationships/slideLayout" Target="../slideLayouts/slideLayout207.xml"/><Relationship Id="rId32" Type="http://schemas.openxmlformats.org/officeDocument/2006/relationships/slideLayout" Target="../slideLayouts/slideLayout215.xml"/><Relationship Id="rId37" Type="http://schemas.openxmlformats.org/officeDocument/2006/relationships/hyperlink" Target="https://www.linkedin.com/" TargetMode="External"/><Relationship Id="rId5" Type="http://schemas.openxmlformats.org/officeDocument/2006/relationships/slideLayout" Target="../slideLayouts/slideLayout188.xml"/><Relationship Id="rId15" Type="http://schemas.openxmlformats.org/officeDocument/2006/relationships/slideLayout" Target="../slideLayouts/slideLayout198.xml"/><Relationship Id="rId23" Type="http://schemas.openxmlformats.org/officeDocument/2006/relationships/slideLayout" Target="../slideLayouts/slideLayout206.xml"/><Relationship Id="rId28" Type="http://schemas.openxmlformats.org/officeDocument/2006/relationships/slideLayout" Target="../slideLayouts/slideLayout211.xml"/><Relationship Id="rId36" Type="http://schemas.openxmlformats.org/officeDocument/2006/relationships/hyperlink" Target="https://www.facebook.com/" TargetMode="External"/><Relationship Id="rId10" Type="http://schemas.openxmlformats.org/officeDocument/2006/relationships/slideLayout" Target="../slideLayouts/slideLayout193.xml"/><Relationship Id="rId19" Type="http://schemas.openxmlformats.org/officeDocument/2006/relationships/slideLayout" Target="../slideLayouts/slideLayout202.xml"/><Relationship Id="rId31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187.xml"/><Relationship Id="rId9" Type="http://schemas.openxmlformats.org/officeDocument/2006/relationships/slideLayout" Target="../slideLayouts/slideLayout192.xml"/><Relationship Id="rId14" Type="http://schemas.openxmlformats.org/officeDocument/2006/relationships/slideLayout" Target="../slideLayouts/slideLayout197.xml"/><Relationship Id="rId22" Type="http://schemas.openxmlformats.org/officeDocument/2006/relationships/slideLayout" Target="../slideLayouts/slideLayout205.xml"/><Relationship Id="rId27" Type="http://schemas.openxmlformats.org/officeDocument/2006/relationships/slideLayout" Target="../slideLayouts/slideLayout210.xml"/><Relationship Id="rId30" Type="http://schemas.openxmlformats.org/officeDocument/2006/relationships/slideLayout" Target="../slideLayouts/slideLayout213.xml"/><Relationship Id="rId35" Type="http://schemas.openxmlformats.org/officeDocument/2006/relationships/theme" Target="../theme/theme7.xml"/><Relationship Id="rId8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8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" TargetMode="External"/><Relationship Id="rId3" Type="http://schemas.openxmlformats.org/officeDocument/2006/relationships/slideLayout" Target="../slideLayouts/slideLayout220.xml"/><Relationship Id="rId7" Type="http://schemas.openxmlformats.org/officeDocument/2006/relationships/hyperlink" Target="https://www.linkedin.com/" TargetMode="External"/><Relationship Id="rId2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8.xml"/><Relationship Id="rId6" Type="http://schemas.openxmlformats.org/officeDocument/2006/relationships/hyperlink" Target="https://www.facebook.com/" TargetMode="External"/><Relationship Id="rId5" Type="http://schemas.openxmlformats.org/officeDocument/2006/relationships/theme" Target="../theme/theme8.xml"/><Relationship Id="rId4" Type="http://schemas.openxmlformats.org/officeDocument/2006/relationships/slideLayout" Target="../slideLayouts/slideLayout221.xml"/></Relationships>
</file>

<file path=ppt/slideMasters/_rels/slideMaster9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39.xml"/><Relationship Id="rId26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24.xml"/><Relationship Id="rId21" Type="http://schemas.openxmlformats.org/officeDocument/2006/relationships/slideLayout" Target="../slideLayouts/slideLayout242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38.xml"/><Relationship Id="rId25" Type="http://schemas.openxmlformats.org/officeDocument/2006/relationships/slideLayout" Target="../slideLayouts/slideLayout246.xml"/><Relationship Id="rId33" Type="http://schemas.openxmlformats.org/officeDocument/2006/relationships/theme" Target="../theme/theme9.xml"/><Relationship Id="rId2" Type="http://schemas.openxmlformats.org/officeDocument/2006/relationships/slideLayout" Target="../slideLayouts/slideLayout223.xml"/><Relationship Id="rId16" Type="http://schemas.openxmlformats.org/officeDocument/2006/relationships/slideLayout" Target="../slideLayouts/slideLayout237.xml"/><Relationship Id="rId20" Type="http://schemas.openxmlformats.org/officeDocument/2006/relationships/slideLayout" Target="../slideLayouts/slideLayout241.xml"/><Relationship Id="rId29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24" Type="http://schemas.openxmlformats.org/officeDocument/2006/relationships/slideLayout" Target="../slideLayouts/slideLayout245.xml"/><Relationship Id="rId32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26.xml"/><Relationship Id="rId15" Type="http://schemas.openxmlformats.org/officeDocument/2006/relationships/slideLayout" Target="../slideLayouts/slideLayout236.xml"/><Relationship Id="rId23" Type="http://schemas.openxmlformats.org/officeDocument/2006/relationships/slideLayout" Target="../slideLayouts/slideLayout244.xml"/><Relationship Id="rId28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31.xml"/><Relationship Id="rId19" Type="http://schemas.openxmlformats.org/officeDocument/2006/relationships/slideLayout" Target="../slideLayouts/slideLayout240.xml"/><Relationship Id="rId31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35.xml"/><Relationship Id="rId22" Type="http://schemas.openxmlformats.org/officeDocument/2006/relationships/slideLayout" Target="../slideLayouts/slideLayout243.xml"/><Relationship Id="rId27" Type="http://schemas.openxmlformats.org/officeDocument/2006/relationships/slideLayout" Target="../slideLayouts/slideLayout248.xml"/><Relationship Id="rId30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2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hyperlink" Target="https://twitter.com/" TargetMode="External"/><Relationship Id="rId2" Type="http://schemas.openxmlformats.org/officeDocument/2006/relationships/slideLayout" Target="../slideLayouts/slideLayout255.xml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hyperlink" Target="https://www.linkedin.com/" TargetMode="External"/><Relationship Id="rId5" Type="http://schemas.openxmlformats.org/officeDocument/2006/relationships/slideLayout" Target="../slideLayouts/slideLayout258.xml"/><Relationship Id="rId10" Type="http://schemas.openxmlformats.org/officeDocument/2006/relationships/hyperlink" Target="https://www.facebook.com/" TargetMode="External"/><Relationship Id="rId4" Type="http://schemas.openxmlformats.org/officeDocument/2006/relationships/slideLayout" Target="../slideLayouts/slideLayout257.xml"/><Relationship Id="rId9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4.xml"/><Relationship Id="rId18" Type="http://schemas.openxmlformats.org/officeDocument/2006/relationships/slideLayout" Target="../slideLayouts/slideLayout279.xml"/><Relationship Id="rId26" Type="http://schemas.openxmlformats.org/officeDocument/2006/relationships/slideLayout" Target="../slideLayouts/slideLayout287.xml"/><Relationship Id="rId39" Type="http://schemas.openxmlformats.org/officeDocument/2006/relationships/hyperlink" Target="https://twitter.com/" TargetMode="External"/><Relationship Id="rId21" Type="http://schemas.openxmlformats.org/officeDocument/2006/relationships/slideLayout" Target="../slideLayouts/slideLayout282.xml"/><Relationship Id="rId34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68.xml"/><Relationship Id="rId12" Type="http://schemas.openxmlformats.org/officeDocument/2006/relationships/slideLayout" Target="../slideLayouts/slideLayout273.xml"/><Relationship Id="rId17" Type="http://schemas.openxmlformats.org/officeDocument/2006/relationships/slideLayout" Target="../slideLayouts/slideLayout278.xml"/><Relationship Id="rId25" Type="http://schemas.openxmlformats.org/officeDocument/2006/relationships/slideLayout" Target="../slideLayouts/slideLayout286.xml"/><Relationship Id="rId33" Type="http://schemas.openxmlformats.org/officeDocument/2006/relationships/slideLayout" Target="../slideLayouts/slideLayout294.xml"/><Relationship Id="rId38" Type="http://schemas.openxmlformats.org/officeDocument/2006/relationships/hyperlink" Target="https://www.linkedin.com/" TargetMode="External"/><Relationship Id="rId2" Type="http://schemas.openxmlformats.org/officeDocument/2006/relationships/slideLayout" Target="../slideLayouts/slideLayout263.xml"/><Relationship Id="rId16" Type="http://schemas.openxmlformats.org/officeDocument/2006/relationships/slideLayout" Target="../slideLayouts/slideLayout277.xml"/><Relationship Id="rId20" Type="http://schemas.openxmlformats.org/officeDocument/2006/relationships/slideLayout" Target="../slideLayouts/slideLayout281.xml"/><Relationship Id="rId29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262.xml"/><Relationship Id="rId6" Type="http://schemas.openxmlformats.org/officeDocument/2006/relationships/slideLayout" Target="../slideLayouts/slideLayout267.xml"/><Relationship Id="rId11" Type="http://schemas.openxmlformats.org/officeDocument/2006/relationships/slideLayout" Target="../slideLayouts/slideLayout272.xml"/><Relationship Id="rId24" Type="http://schemas.openxmlformats.org/officeDocument/2006/relationships/slideLayout" Target="../slideLayouts/slideLayout285.xml"/><Relationship Id="rId32" Type="http://schemas.openxmlformats.org/officeDocument/2006/relationships/slideLayout" Target="../slideLayouts/slideLayout293.xml"/><Relationship Id="rId37" Type="http://schemas.openxmlformats.org/officeDocument/2006/relationships/hyperlink" Target="https://www.facebook.com/" TargetMode="External"/><Relationship Id="rId5" Type="http://schemas.openxmlformats.org/officeDocument/2006/relationships/slideLayout" Target="../slideLayouts/slideLayout266.xml"/><Relationship Id="rId15" Type="http://schemas.openxmlformats.org/officeDocument/2006/relationships/slideLayout" Target="../slideLayouts/slideLayout276.xml"/><Relationship Id="rId23" Type="http://schemas.openxmlformats.org/officeDocument/2006/relationships/slideLayout" Target="../slideLayouts/slideLayout284.xml"/><Relationship Id="rId28" Type="http://schemas.openxmlformats.org/officeDocument/2006/relationships/slideLayout" Target="../slideLayouts/slideLayout289.xml"/><Relationship Id="rId36" Type="http://schemas.openxmlformats.org/officeDocument/2006/relationships/theme" Target="../theme/theme11.xml"/><Relationship Id="rId10" Type="http://schemas.openxmlformats.org/officeDocument/2006/relationships/slideLayout" Target="../slideLayouts/slideLayout271.xml"/><Relationship Id="rId19" Type="http://schemas.openxmlformats.org/officeDocument/2006/relationships/slideLayout" Target="../slideLayouts/slideLayout280.xml"/><Relationship Id="rId31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65.xml"/><Relationship Id="rId9" Type="http://schemas.openxmlformats.org/officeDocument/2006/relationships/slideLayout" Target="../slideLayouts/slideLayout270.xml"/><Relationship Id="rId14" Type="http://schemas.openxmlformats.org/officeDocument/2006/relationships/slideLayout" Target="../slideLayouts/slideLayout275.xml"/><Relationship Id="rId22" Type="http://schemas.openxmlformats.org/officeDocument/2006/relationships/slideLayout" Target="../slideLayouts/slideLayout283.xml"/><Relationship Id="rId27" Type="http://schemas.openxmlformats.org/officeDocument/2006/relationships/slideLayout" Target="../slideLayouts/slideLayout288.xml"/><Relationship Id="rId30" Type="http://schemas.openxmlformats.org/officeDocument/2006/relationships/slideLayout" Target="../slideLayouts/slideLayout291.xml"/><Relationship Id="rId35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69.xml"/><Relationship Id="rId3" Type="http://schemas.openxmlformats.org/officeDocument/2006/relationships/slideLayout" Target="../slideLayouts/slideLayout2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53550-00A9-3B79-DB6B-57A71BA1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4FD62-FC70-A0DF-B6D3-2B91CE611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D1F5B-2831-FF25-7B2D-303C76159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E44E-A48A-437C-B43A-C414E6236EB7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B8ACF-A57C-D293-6F53-680FE0F41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CC56F-C253-374E-E369-63606C7D8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78013-D419-42E7-A1F8-0DD08251B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3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609E7-B21A-44A3-8DFD-8D2964CD8535}"/>
              </a:ext>
            </a:extLst>
          </p:cNvPr>
          <p:cNvSpPr txBox="1"/>
          <p:nvPr userDrawn="1"/>
        </p:nvSpPr>
        <p:spPr>
          <a:xfrm rot="16200000">
            <a:off x="11178603" y="29279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DEC81-A035-4291-8FEC-7FC53A59434A}"/>
              </a:ext>
            </a:extLst>
          </p:cNvPr>
          <p:cNvSpPr txBox="1"/>
          <p:nvPr userDrawn="1"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THRUST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 userDrawn="1"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 userDrawn="1"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 userDrawn="1"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380AAD-F2FA-45C0-8E9A-7EB16B1B4A98}"/>
              </a:ext>
            </a:extLst>
          </p:cNvPr>
          <p:cNvSpPr/>
          <p:nvPr userDrawn="1"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E36DE-0EA9-473F-94B8-3B3465E3D61C}"/>
              </a:ext>
            </a:extLst>
          </p:cNvPr>
          <p:cNvSpPr/>
          <p:nvPr userDrawn="1"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186FDB-D6AF-440D-A40E-CCF5CADEF9E6}"/>
              </a:ext>
            </a:extLst>
          </p:cNvPr>
          <p:cNvSpPr/>
          <p:nvPr userDrawn="1"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2" name="Rectangle 21">
            <a:hlinkClick r:id="rId20"/>
            <a:extLst>
              <a:ext uri="{FF2B5EF4-FFF2-40B4-BE49-F238E27FC236}">
                <a16:creationId xmlns:a16="http://schemas.microsoft.com/office/drawing/2014/main" id="{021A4BD3-DB22-452B-AA16-E0FB725A3A15}"/>
              </a:ext>
            </a:extLst>
          </p:cNvPr>
          <p:cNvSpPr/>
          <p:nvPr userDrawn="1"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4" name="Rectangle 23">
            <a:hlinkClick r:id="rId21"/>
            <a:extLst>
              <a:ext uri="{FF2B5EF4-FFF2-40B4-BE49-F238E27FC236}">
                <a16:creationId xmlns:a16="http://schemas.microsoft.com/office/drawing/2014/main" id="{D59A1D9A-1868-436E-88A5-596BB8E90D15}"/>
              </a:ext>
            </a:extLst>
          </p:cNvPr>
          <p:cNvSpPr/>
          <p:nvPr userDrawn="1"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5" name="Rectangle 24">
            <a:hlinkClick r:id="rId22"/>
            <a:extLst>
              <a:ext uri="{FF2B5EF4-FFF2-40B4-BE49-F238E27FC236}">
                <a16:creationId xmlns:a16="http://schemas.microsoft.com/office/drawing/2014/main" id="{165F9169-AF2C-4EAF-B70B-7EF599DBD92E}"/>
              </a:ext>
            </a:extLst>
          </p:cNvPr>
          <p:cNvSpPr/>
          <p:nvPr userDrawn="1"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28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1812C9B-C4F1-49C5-8B16-2FE27234D329}"/>
              </a:ext>
            </a:extLst>
          </p:cNvPr>
          <p:cNvSpPr txBox="1">
            <a:spLocks/>
          </p:cNvSpPr>
          <p:nvPr/>
        </p:nvSpPr>
        <p:spPr>
          <a:xfrm>
            <a:off x="219996" y="6430249"/>
            <a:ext cx="123730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000" smtClean="0">
                <a:solidFill>
                  <a:schemeClr val="tx1"/>
                </a:solidFill>
              </a:rPr>
              <a:pPr algn="ctr"/>
              <a:t>‹#›</a:t>
            </a:fld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7625DC-754B-4896-ADAF-401C70997717}"/>
              </a:ext>
            </a:extLst>
          </p:cNvPr>
          <p:cNvSpPr/>
          <p:nvPr/>
        </p:nvSpPr>
        <p:spPr>
          <a:xfrm>
            <a:off x="134013" y="6428081"/>
            <a:ext cx="295695" cy="295734"/>
          </a:xfrm>
          <a:prstGeom prst="ellipse">
            <a:avLst/>
          </a:prstGeom>
          <a:noFill/>
          <a:ln w="635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3278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19" r:id="rId39"/>
    <p:sldLayoutId id="2147483720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</p:sldLayoutIdLst>
  <p:txStyles>
    <p:titleStyle>
      <a:lvl1pPr algn="l" defTabSz="457109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31" indent="-342831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801" indent="-285693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771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880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989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499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206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8314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423" indent="-228554" algn="l" defTabSz="457109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4571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609E7-B21A-44A3-8DFD-8D2964CD8535}"/>
              </a:ext>
            </a:extLst>
          </p:cNvPr>
          <p:cNvSpPr txBox="1"/>
          <p:nvPr/>
        </p:nvSpPr>
        <p:spPr>
          <a:xfrm rot="16200000">
            <a:off x="11178603" y="29279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DEC81-A035-4291-8FEC-7FC53A59434A}"/>
              </a:ext>
            </a:extLst>
          </p:cNvPr>
          <p:cNvSpPr txBox="1"/>
          <p:nvPr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THRUST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D0F637-39BC-413B-92B5-921A8A832E4F}"/>
              </a:ext>
            </a:extLst>
          </p:cNvPr>
          <p:cNvSpPr/>
          <p:nvPr userDrawn="1"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5B773D-D380-4D28-842C-CAEB2EA06CFE}"/>
              </a:ext>
            </a:extLst>
          </p:cNvPr>
          <p:cNvSpPr/>
          <p:nvPr userDrawn="1"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06F911-4D41-42F8-A22A-93B4C580A4FA}"/>
              </a:ext>
            </a:extLst>
          </p:cNvPr>
          <p:cNvSpPr/>
          <p:nvPr userDrawn="1"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2" name="Rectangle 21">
            <a:hlinkClick r:id="rId10"/>
            <a:extLst>
              <a:ext uri="{FF2B5EF4-FFF2-40B4-BE49-F238E27FC236}">
                <a16:creationId xmlns:a16="http://schemas.microsoft.com/office/drawing/2014/main" id="{C1A05CED-D825-4423-B437-E98239752205}"/>
              </a:ext>
            </a:extLst>
          </p:cNvPr>
          <p:cNvSpPr/>
          <p:nvPr userDrawn="1"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4" name="Rectangle 23">
            <a:hlinkClick r:id="rId11"/>
            <a:extLst>
              <a:ext uri="{FF2B5EF4-FFF2-40B4-BE49-F238E27FC236}">
                <a16:creationId xmlns:a16="http://schemas.microsoft.com/office/drawing/2014/main" id="{C3BFFE27-40D7-4368-A3B4-782C986B1372}"/>
              </a:ext>
            </a:extLst>
          </p:cNvPr>
          <p:cNvSpPr/>
          <p:nvPr userDrawn="1"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5" name="Rectangle 24">
            <a:hlinkClick r:id="rId12"/>
            <a:extLst>
              <a:ext uri="{FF2B5EF4-FFF2-40B4-BE49-F238E27FC236}">
                <a16:creationId xmlns:a16="http://schemas.microsoft.com/office/drawing/2014/main" id="{3EC3E93D-FF4A-45D0-B764-196D70240EE1}"/>
              </a:ext>
            </a:extLst>
          </p:cNvPr>
          <p:cNvSpPr/>
          <p:nvPr userDrawn="1"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68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609E7-B21A-44A3-8DFD-8D2964CD8535}"/>
              </a:ext>
            </a:extLst>
          </p:cNvPr>
          <p:cNvSpPr txBox="1"/>
          <p:nvPr/>
        </p:nvSpPr>
        <p:spPr>
          <a:xfrm rot="16200000">
            <a:off x="11178602" y="29279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DEC81-A035-4291-8FEC-7FC53A59434A}"/>
              </a:ext>
            </a:extLst>
          </p:cNvPr>
          <p:cNvSpPr txBox="1"/>
          <p:nvPr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THRUST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D0F637-39BC-413B-92B5-921A8A832E4F}"/>
              </a:ext>
            </a:extLst>
          </p:cNvPr>
          <p:cNvSpPr/>
          <p:nvPr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5B773D-D380-4D28-842C-CAEB2EA06CFE}"/>
              </a:ext>
            </a:extLst>
          </p:cNvPr>
          <p:cNvSpPr/>
          <p:nvPr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06F911-4D41-42F8-A22A-93B4C580A4FA}"/>
              </a:ext>
            </a:extLst>
          </p:cNvPr>
          <p:cNvSpPr/>
          <p:nvPr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2" name="Rectangle 21">
            <a:hlinkClick r:id="rId12"/>
            <a:extLst>
              <a:ext uri="{FF2B5EF4-FFF2-40B4-BE49-F238E27FC236}">
                <a16:creationId xmlns:a16="http://schemas.microsoft.com/office/drawing/2014/main" id="{C1A05CED-D825-4423-B437-E98239752205}"/>
              </a:ext>
            </a:extLst>
          </p:cNvPr>
          <p:cNvSpPr/>
          <p:nvPr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4" name="Rectangle 23">
            <a:hlinkClick r:id="rId13"/>
            <a:extLst>
              <a:ext uri="{FF2B5EF4-FFF2-40B4-BE49-F238E27FC236}">
                <a16:creationId xmlns:a16="http://schemas.microsoft.com/office/drawing/2014/main" id="{C3BFFE27-40D7-4368-A3B4-782C986B1372}"/>
              </a:ext>
            </a:extLst>
          </p:cNvPr>
          <p:cNvSpPr/>
          <p:nvPr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5" name="Rectangle 24">
            <a:hlinkClick r:id="rId14"/>
            <a:extLst>
              <a:ext uri="{FF2B5EF4-FFF2-40B4-BE49-F238E27FC236}">
                <a16:creationId xmlns:a16="http://schemas.microsoft.com/office/drawing/2014/main" id="{3EC3E93D-FF4A-45D0-B764-196D70240EE1}"/>
              </a:ext>
            </a:extLst>
          </p:cNvPr>
          <p:cNvSpPr/>
          <p:nvPr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71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6E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9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  <p:sldLayoutId id="2147483776" r:id="rId28"/>
    <p:sldLayoutId id="2147483777" r:id="rId29"/>
    <p:sldLayoutId id="2147483778" r:id="rId30"/>
    <p:sldLayoutId id="2147483779" r:id="rId31"/>
    <p:sldLayoutId id="2147483780" r:id="rId32"/>
    <p:sldLayoutId id="2147483781" r:id="rId33"/>
    <p:sldLayoutId id="2147483782" r:id="rId34"/>
    <p:sldLayoutId id="2147483783" r:id="rId35"/>
    <p:sldLayoutId id="2147483784" r:id="rId36"/>
    <p:sldLayoutId id="2147483785" r:id="rId37"/>
    <p:sldLayoutId id="2147483786" r:id="rId38"/>
    <p:sldLayoutId id="2147483787" r:id="rId39"/>
    <p:sldLayoutId id="2147483788" r:id="rId40"/>
    <p:sldLayoutId id="2147483789" r:id="rId41"/>
    <p:sldLayoutId id="2147483790" r:id="rId42"/>
    <p:sldLayoutId id="2147483791" r:id="rId43"/>
    <p:sldLayoutId id="2147483792" r:id="rId44"/>
    <p:sldLayoutId id="2147483793" r:id="rId45"/>
    <p:sldLayoutId id="2147483794" r:id="rId46"/>
    <p:sldLayoutId id="2147483795" r:id="rId47"/>
    <p:sldLayoutId id="2147483796" r:id="rId48"/>
    <p:sldLayoutId id="2147483797" r:id="rId49"/>
    <p:sldLayoutId id="2147483798" r:id="rId50"/>
    <p:sldLayoutId id="2147483799" r:id="rId51"/>
    <p:sldLayoutId id="2147483800" r:id="rId52"/>
    <p:sldLayoutId id="2147483801" r:id="rId53"/>
    <p:sldLayoutId id="2147483802" r:id="rId54"/>
    <p:sldLayoutId id="2147483803" r:id="rId55"/>
    <p:sldLayoutId id="2147483804" r:id="rId56"/>
    <p:sldLayoutId id="2147483805" r:id="rId57"/>
    <p:sldLayoutId id="2147483806" r:id="rId58"/>
    <p:sldLayoutId id="2147483807" r:id="rId59"/>
    <p:sldLayoutId id="2147483808" r:id="rId60"/>
    <p:sldLayoutId id="2147483809" r:id="rId61"/>
    <p:sldLayoutId id="2147483810" r:id="rId62"/>
    <p:sldLayoutId id="2147483811" r:id="rId63"/>
    <p:sldLayoutId id="2147483812" r:id="rId64"/>
    <p:sldLayoutId id="2147483813" r:id="rId65"/>
    <p:sldLayoutId id="2147483814" r:id="rId66"/>
    <p:sldLayoutId id="2147483815" r:id="rId67"/>
    <p:sldLayoutId id="2147483816" r:id="rId68"/>
    <p:sldLayoutId id="2147483817" r:id="rId69"/>
    <p:sldLayoutId id="2147483818" r:id="rId70"/>
    <p:sldLayoutId id="2147483819" r:id="rId71"/>
    <p:sldLayoutId id="2147483820" r:id="rId72"/>
    <p:sldLayoutId id="2147483821" r:id="rId73"/>
    <p:sldLayoutId id="2147483822" r:id="rId74"/>
    <p:sldLayoutId id="2147483823" r:id="rId75"/>
    <p:sldLayoutId id="2147483824" r:id="rId76"/>
    <p:sldLayoutId id="2147483825" r:id="rId77"/>
    <p:sldLayoutId id="2147483826" r:id="rId78"/>
    <p:sldLayoutId id="2147483827" r:id="rId79"/>
    <p:sldLayoutId id="2147483828" r:id="rId80"/>
    <p:sldLayoutId id="2147483829" r:id="rId81"/>
    <p:sldLayoutId id="2147483830" r:id="rId82"/>
    <p:sldLayoutId id="2147483831" r:id="rId83"/>
    <p:sldLayoutId id="2147483832" r:id="rId84"/>
    <p:sldLayoutId id="2147483833" r:id="rId85"/>
    <p:sldLayoutId id="2147483834" r:id="rId86"/>
    <p:sldLayoutId id="2147483835" r:id="rId87"/>
    <p:sldLayoutId id="2147483836" r:id="rId88"/>
    <p:sldLayoutId id="2147483837" r:id="rId89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624">
          <p15:clr>
            <a:srgbClr val="F26B43"/>
          </p15:clr>
        </p15:guide>
        <p15:guide id="4" orient="horz" pos="8016">
          <p15:clr>
            <a:srgbClr val="F26B43"/>
          </p15:clr>
        </p15:guide>
        <p15:guide id="5" pos="14737">
          <p15:clr>
            <a:srgbClr val="F26B43"/>
          </p15:clr>
        </p15:guide>
        <p15:guide id="6" pos="625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ght Blue">
            <a:extLst>
              <a:ext uri="{FF2B5EF4-FFF2-40B4-BE49-F238E27FC236}">
                <a16:creationId xmlns:a16="http://schemas.microsoft.com/office/drawing/2014/main" id="{D388DFEE-482F-430F-8764-822541B3C711}"/>
              </a:ext>
            </a:extLst>
          </p:cNvPr>
          <p:cNvSpPr/>
          <p:nvPr/>
        </p:nvSpPr>
        <p:spPr>
          <a:xfrm rot="11700000">
            <a:off x="-4544341" y="83911"/>
            <a:ext cx="15959221" cy="10708345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7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Pink Purple">
            <a:extLst>
              <a:ext uri="{FF2B5EF4-FFF2-40B4-BE49-F238E27FC236}">
                <a16:creationId xmlns:a16="http://schemas.microsoft.com/office/drawing/2014/main" id="{FBBAE8E4-5822-4697-9CB0-416C2285D412}"/>
              </a:ext>
            </a:extLst>
          </p:cNvPr>
          <p:cNvSpPr/>
          <p:nvPr/>
        </p:nvSpPr>
        <p:spPr>
          <a:xfrm rot="900000">
            <a:off x="-2008543" y="-4096517"/>
            <a:ext cx="10503734" cy="939410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1000">
                <a:schemeClr val="accent2"/>
              </a:gs>
              <a:gs pos="40000">
                <a:schemeClr val="accent3">
                  <a:lumMod val="75000"/>
                </a:schemeClr>
              </a:gs>
              <a:gs pos="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Purple">
            <a:extLst>
              <a:ext uri="{FF2B5EF4-FFF2-40B4-BE49-F238E27FC236}">
                <a16:creationId xmlns:a16="http://schemas.microsoft.com/office/drawing/2014/main" id="{BE8684E9-46AD-4F7B-B7A2-C0E291C667C5}"/>
              </a:ext>
            </a:extLst>
          </p:cNvPr>
          <p:cNvSpPr/>
          <p:nvPr/>
        </p:nvSpPr>
        <p:spPr>
          <a:xfrm rot="15300000">
            <a:off x="1207066" y="-4670724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3000">
                <a:schemeClr val="accent2"/>
              </a:gs>
              <a:gs pos="0">
                <a:schemeClr val="accent2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Pink">
            <a:extLst>
              <a:ext uri="{FF2B5EF4-FFF2-40B4-BE49-F238E27FC236}">
                <a16:creationId xmlns:a16="http://schemas.microsoft.com/office/drawing/2014/main" id="{A0C126FD-D78B-4C2F-97BE-020A3C75E44A}"/>
              </a:ext>
            </a:extLst>
          </p:cNvPr>
          <p:cNvSpPr/>
          <p:nvPr/>
        </p:nvSpPr>
        <p:spPr>
          <a:xfrm rot="9000000">
            <a:off x="285211" y="-2546184"/>
            <a:ext cx="8538604" cy="7636573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Light Blue">
            <a:extLst>
              <a:ext uri="{FF2B5EF4-FFF2-40B4-BE49-F238E27FC236}">
                <a16:creationId xmlns:a16="http://schemas.microsoft.com/office/drawing/2014/main" id="{251649C5-3386-4361-95CE-44792724EF40}"/>
              </a:ext>
            </a:extLst>
          </p:cNvPr>
          <p:cNvSpPr/>
          <p:nvPr/>
        </p:nvSpPr>
        <p:spPr>
          <a:xfrm rot="15300000">
            <a:off x="3663172" y="-3280938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32000"/>
                </a:scheme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E5CC2B-ED72-45C7-BF0A-B092A979472E}"/>
              </a:ext>
            </a:extLst>
          </p:cNvPr>
          <p:cNvSpPr txBox="1"/>
          <p:nvPr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THRUST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B9C493A-C0C5-433E-B0C9-73E5F353A3AD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5DFE2E-B2E5-466B-B1CC-C85DE1401518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E24D81-6663-4CF8-857E-F1F0413B3577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4A38E2-E1FF-4879-9C32-610C884B2151}"/>
              </a:ext>
            </a:extLst>
          </p:cNvPr>
          <p:cNvSpPr txBox="1"/>
          <p:nvPr/>
        </p:nvSpPr>
        <p:spPr>
          <a:xfrm rot="16200000">
            <a:off x="11178603" y="29279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DEAE338-FF37-4E7C-8B4D-BAA7F448833A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06A69E-53AD-46AF-A042-1385A0A2C7C9}"/>
              </a:ext>
            </a:extLst>
          </p:cNvPr>
          <p:cNvSpPr/>
          <p:nvPr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1F6FD3-046A-46E9-806A-982491CEF97B}"/>
              </a:ext>
            </a:extLst>
          </p:cNvPr>
          <p:cNvSpPr/>
          <p:nvPr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572A6-8252-4362-A92A-A5914D19083C}"/>
              </a:ext>
            </a:extLst>
          </p:cNvPr>
          <p:cNvSpPr/>
          <p:nvPr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35" name="Rectangle 34">
            <a:hlinkClick r:id="rId36"/>
            <a:extLst>
              <a:ext uri="{FF2B5EF4-FFF2-40B4-BE49-F238E27FC236}">
                <a16:creationId xmlns:a16="http://schemas.microsoft.com/office/drawing/2014/main" id="{23516ED8-C2E9-4940-9CD5-0E0111C5BDA5}"/>
              </a:ext>
            </a:extLst>
          </p:cNvPr>
          <p:cNvSpPr/>
          <p:nvPr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6" name="Rectangle 35">
            <a:hlinkClick r:id="rId37"/>
            <a:extLst>
              <a:ext uri="{FF2B5EF4-FFF2-40B4-BE49-F238E27FC236}">
                <a16:creationId xmlns:a16="http://schemas.microsoft.com/office/drawing/2014/main" id="{0C0F2FE4-6CE1-4165-A993-7F1137B30860}"/>
              </a:ext>
            </a:extLst>
          </p:cNvPr>
          <p:cNvSpPr/>
          <p:nvPr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37" name="Rectangle 36">
            <a:hlinkClick r:id="rId38"/>
            <a:extLst>
              <a:ext uri="{FF2B5EF4-FFF2-40B4-BE49-F238E27FC236}">
                <a16:creationId xmlns:a16="http://schemas.microsoft.com/office/drawing/2014/main" id="{5156BAD8-9280-44B5-9AAB-5A16557A4546}"/>
              </a:ext>
            </a:extLst>
          </p:cNvPr>
          <p:cNvSpPr/>
          <p:nvPr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360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  <p:sldLayoutId id="2147483857" r:id="rId19"/>
    <p:sldLayoutId id="2147483858" r:id="rId20"/>
    <p:sldLayoutId id="2147483859" r:id="rId21"/>
    <p:sldLayoutId id="2147483860" r:id="rId22"/>
    <p:sldLayoutId id="2147483861" r:id="rId23"/>
    <p:sldLayoutId id="2147483862" r:id="rId24"/>
    <p:sldLayoutId id="2147483863" r:id="rId25"/>
    <p:sldLayoutId id="2147483864" r:id="rId26"/>
    <p:sldLayoutId id="2147483865" r:id="rId27"/>
    <p:sldLayoutId id="2147483866" r:id="rId28"/>
    <p:sldLayoutId id="2147483867" r:id="rId29"/>
    <p:sldLayoutId id="2147483868" r:id="rId30"/>
    <p:sldLayoutId id="2147483869" r:id="rId31"/>
    <p:sldLayoutId id="2147483870" r:id="rId32"/>
    <p:sldLayoutId id="2147483871" r:id="rId33"/>
    <p:sldLayoutId id="2147483872" r:id="rId34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00000"/>
          </p15:clr>
        </p15:guide>
        <p15:guide id="2" pos="7681">
          <p15:clr>
            <a:srgbClr val="000000"/>
          </p15:clr>
        </p15:guide>
        <p15:guide id="3" orient="horz" pos="816">
          <p15:clr>
            <a:srgbClr val="000000"/>
          </p15:clr>
        </p15:guide>
        <p15:guide id="4" orient="horz" pos="7776">
          <p15:clr>
            <a:srgbClr val="000000"/>
          </p15:clr>
        </p15:guide>
        <p15:guide id="5" pos="14377">
          <p15:clr>
            <a:srgbClr val="000000"/>
          </p15:clr>
        </p15:guide>
        <p15:guide id="6" pos="985">
          <p15:clr>
            <a:srgbClr val="000000"/>
          </p15:clr>
        </p15:guide>
        <p15:guide id="7">
          <p15:clr>
            <a:srgbClr val="FFFFFF"/>
          </p15:clr>
        </p15:guide>
        <p15:guide id="8" pos="15362">
          <p15:clr>
            <a:srgbClr val="FFFFFF"/>
          </p15:clr>
        </p15:guide>
        <p15:guide id="9" orient="horz">
          <p15:clr>
            <a:srgbClr val="FFFFFF"/>
          </p15:clr>
        </p15:guide>
        <p15:guide id="10" orient="horz" pos="8640">
          <p15:clr>
            <a:srgbClr val="FFFFFF"/>
          </p15:clr>
        </p15:guide>
        <p15:guide id="11" pos="4321">
          <p15:clr>
            <a:srgbClr val="F26B43"/>
          </p15:clr>
        </p15:guide>
        <p15:guide id="12" pos="1104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609E7-B21A-44A3-8DFD-8D2964CD8535}"/>
              </a:ext>
            </a:extLst>
          </p:cNvPr>
          <p:cNvSpPr txBox="1"/>
          <p:nvPr userDrawn="1"/>
        </p:nvSpPr>
        <p:spPr>
          <a:xfrm>
            <a:off x="10539764" y="64122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069C2D56-633C-446F-A686-A486196BFAD9}"/>
              </a:ext>
            </a:extLst>
          </p:cNvPr>
          <p:cNvSpPr txBox="1"/>
          <p:nvPr userDrawn="1"/>
        </p:nvSpPr>
        <p:spPr>
          <a:xfrm>
            <a:off x="4999269" y="6320393"/>
            <a:ext cx="21934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THRUST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7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E4FA519-5368-44A0-8BCA-383C8B5E5CE6}"/>
              </a:ext>
            </a:extLst>
          </p:cNvPr>
          <p:cNvSpPr/>
          <p:nvPr userDrawn="1"/>
        </p:nvSpPr>
        <p:spPr>
          <a:xfrm>
            <a:off x="552587" y="637187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5" name="Rectangle 24">
            <a:hlinkClick r:id="rId6"/>
            <a:extLst>
              <a:ext uri="{FF2B5EF4-FFF2-40B4-BE49-F238E27FC236}">
                <a16:creationId xmlns:a16="http://schemas.microsoft.com/office/drawing/2014/main" id="{A89B8AC0-49CF-4625-A0A2-6CE1EE57CC40}"/>
              </a:ext>
            </a:extLst>
          </p:cNvPr>
          <p:cNvSpPr/>
          <p:nvPr userDrawn="1"/>
        </p:nvSpPr>
        <p:spPr>
          <a:xfrm>
            <a:off x="690666" y="6466926"/>
            <a:ext cx="113694" cy="151611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507A77-5C89-41F8-BCB6-FEC73EBEE956}"/>
              </a:ext>
            </a:extLst>
          </p:cNvPr>
          <p:cNvSpPr/>
          <p:nvPr userDrawn="1"/>
        </p:nvSpPr>
        <p:spPr>
          <a:xfrm>
            <a:off x="891230" y="637187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2" name="Rectangle 21">
            <a:hlinkClick r:id="rId7"/>
            <a:extLst>
              <a:ext uri="{FF2B5EF4-FFF2-40B4-BE49-F238E27FC236}">
                <a16:creationId xmlns:a16="http://schemas.microsoft.com/office/drawing/2014/main" id="{0419B479-4CC1-448E-A4EF-00E34CA8098E}"/>
              </a:ext>
            </a:extLst>
          </p:cNvPr>
          <p:cNvSpPr/>
          <p:nvPr userDrawn="1"/>
        </p:nvSpPr>
        <p:spPr>
          <a:xfrm>
            <a:off x="1029309" y="6468508"/>
            <a:ext cx="113694" cy="151611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9A8158-0145-4756-AD6D-F01D5EB2B95F}"/>
              </a:ext>
            </a:extLst>
          </p:cNvPr>
          <p:cNvSpPr/>
          <p:nvPr userDrawn="1"/>
        </p:nvSpPr>
        <p:spPr>
          <a:xfrm>
            <a:off x="213944" y="637187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0" name="Rectangle 19">
            <a:hlinkClick r:id="rId8"/>
            <a:extLst>
              <a:ext uri="{FF2B5EF4-FFF2-40B4-BE49-F238E27FC236}">
                <a16:creationId xmlns:a16="http://schemas.microsoft.com/office/drawing/2014/main" id="{B2B3C37F-F4CF-4FF7-90E6-4575FB6B1DB8}"/>
              </a:ext>
            </a:extLst>
          </p:cNvPr>
          <p:cNvSpPr/>
          <p:nvPr userDrawn="1"/>
        </p:nvSpPr>
        <p:spPr>
          <a:xfrm>
            <a:off x="352022" y="6465344"/>
            <a:ext cx="113694" cy="151611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28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6E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15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  <p:sldLayoutId id="2147483890" r:id="rId12"/>
    <p:sldLayoutId id="2147483891" r:id="rId13"/>
    <p:sldLayoutId id="2147483892" r:id="rId14"/>
    <p:sldLayoutId id="2147483893" r:id="rId15"/>
    <p:sldLayoutId id="2147483894" r:id="rId16"/>
    <p:sldLayoutId id="2147483895" r:id="rId17"/>
    <p:sldLayoutId id="2147483896" r:id="rId18"/>
    <p:sldLayoutId id="2147483897" r:id="rId19"/>
    <p:sldLayoutId id="2147483898" r:id="rId20"/>
    <p:sldLayoutId id="2147483899" r:id="rId21"/>
    <p:sldLayoutId id="2147483900" r:id="rId22"/>
    <p:sldLayoutId id="2147483901" r:id="rId23"/>
    <p:sldLayoutId id="2147483902" r:id="rId24"/>
    <p:sldLayoutId id="2147483903" r:id="rId25"/>
    <p:sldLayoutId id="2147483904" r:id="rId26"/>
    <p:sldLayoutId id="2147483905" r:id="rId27"/>
    <p:sldLayoutId id="2147483906" r:id="rId28"/>
    <p:sldLayoutId id="2147483907" r:id="rId29"/>
    <p:sldLayoutId id="2147483908" r:id="rId30"/>
    <p:sldLayoutId id="2147483909" r:id="rId31"/>
    <p:sldLayoutId id="2147483910" r:id="rId32"/>
  </p:sldLayoutIdLst>
  <p:hf sldNum="0"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624">
          <p15:clr>
            <a:srgbClr val="F26B43"/>
          </p15:clr>
        </p15:guide>
        <p15:guide id="4" orient="horz" pos="8016">
          <p15:clr>
            <a:srgbClr val="F26B43"/>
          </p15:clr>
        </p15:guide>
        <p15:guide id="6" pos="625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8640">
          <p15:clr>
            <a:srgbClr val="F26B43"/>
          </p15:clr>
        </p15:guide>
        <p15:guide id="9">
          <p15:clr>
            <a:srgbClr val="F26B43"/>
          </p15:clr>
        </p15:guide>
        <p15:guide id="10" pos="14737">
          <p15:clr>
            <a:srgbClr val="F26B43"/>
          </p15:clr>
        </p15:guide>
        <p15:guide id="11" pos="15362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609E7-B21A-44A3-8DFD-8D2964CD8535}"/>
              </a:ext>
            </a:extLst>
          </p:cNvPr>
          <p:cNvSpPr txBox="1"/>
          <p:nvPr/>
        </p:nvSpPr>
        <p:spPr>
          <a:xfrm rot="16200000">
            <a:off x="11178603" y="29279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DEC81-A035-4291-8FEC-7FC53A59434A}"/>
              </a:ext>
            </a:extLst>
          </p:cNvPr>
          <p:cNvSpPr txBox="1"/>
          <p:nvPr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THRUST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D0F637-39BC-413B-92B5-921A8A832E4F}"/>
              </a:ext>
            </a:extLst>
          </p:cNvPr>
          <p:cNvSpPr/>
          <p:nvPr userDrawn="1"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5B773D-D380-4D28-842C-CAEB2EA06CFE}"/>
              </a:ext>
            </a:extLst>
          </p:cNvPr>
          <p:cNvSpPr/>
          <p:nvPr userDrawn="1"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06F911-4D41-42F8-A22A-93B4C580A4FA}"/>
              </a:ext>
            </a:extLst>
          </p:cNvPr>
          <p:cNvSpPr/>
          <p:nvPr userDrawn="1"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25000"/>
                    <a:lumOff val="7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2" name="Rectangle 21">
            <a:hlinkClick r:id="rId10"/>
            <a:extLst>
              <a:ext uri="{FF2B5EF4-FFF2-40B4-BE49-F238E27FC236}">
                <a16:creationId xmlns:a16="http://schemas.microsoft.com/office/drawing/2014/main" id="{C1A05CED-D825-4423-B437-E98239752205}"/>
              </a:ext>
            </a:extLst>
          </p:cNvPr>
          <p:cNvSpPr/>
          <p:nvPr userDrawn="1"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4" name="Rectangle 23">
            <a:hlinkClick r:id="rId11"/>
            <a:extLst>
              <a:ext uri="{FF2B5EF4-FFF2-40B4-BE49-F238E27FC236}">
                <a16:creationId xmlns:a16="http://schemas.microsoft.com/office/drawing/2014/main" id="{C3BFFE27-40D7-4368-A3B4-782C986B1372}"/>
              </a:ext>
            </a:extLst>
          </p:cNvPr>
          <p:cNvSpPr/>
          <p:nvPr userDrawn="1"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5" name="Rectangle 24">
            <a:hlinkClick r:id="rId12"/>
            <a:extLst>
              <a:ext uri="{FF2B5EF4-FFF2-40B4-BE49-F238E27FC236}">
                <a16:creationId xmlns:a16="http://schemas.microsoft.com/office/drawing/2014/main" id="{3EC3E93D-FF4A-45D0-B764-196D70240EE1}"/>
              </a:ext>
            </a:extLst>
          </p:cNvPr>
          <p:cNvSpPr/>
          <p:nvPr userDrawn="1"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797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0609E7-B21A-44A3-8DFD-8D2964CD8535}"/>
              </a:ext>
            </a:extLst>
          </p:cNvPr>
          <p:cNvSpPr txBox="1"/>
          <p:nvPr userDrawn="1"/>
        </p:nvSpPr>
        <p:spPr>
          <a:xfrm rot="16200000">
            <a:off x="11178603" y="2927923"/>
            <a:ext cx="1245854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 dirty="0">
                <a:solidFill>
                  <a:schemeClr val="tx1"/>
                </a:solidFill>
                <a:latin typeface="+mj-lt"/>
              </a:rPr>
              <a:t>Telkom University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DEC81-A035-4291-8FEC-7FC53A59434A}"/>
              </a:ext>
            </a:extLst>
          </p:cNvPr>
          <p:cNvSpPr txBox="1"/>
          <p:nvPr userDrawn="1"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THRUST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 userDrawn="1"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 userDrawn="1"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 userDrawn="1"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CD4B45-DE3A-4B59-B7B6-590FD82FF4A1}"/>
              </a:ext>
            </a:extLst>
          </p:cNvPr>
          <p:cNvSpPr/>
          <p:nvPr userDrawn="1"/>
        </p:nvSpPr>
        <p:spPr>
          <a:xfrm>
            <a:off x="213501" y="5977044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Designball-Social-01" pitchFamily="2" charset="0"/>
              </a:rPr>
              <a:t>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DBF76F-A5BF-4FE4-9E19-DA0FF8895EED}"/>
              </a:ext>
            </a:extLst>
          </p:cNvPr>
          <p:cNvSpPr/>
          <p:nvPr userDrawn="1"/>
        </p:nvSpPr>
        <p:spPr>
          <a:xfrm>
            <a:off x="213501" y="5659343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E2F99E-EA47-4EDD-93A2-372AC98AA753}"/>
              </a:ext>
            </a:extLst>
          </p:cNvPr>
          <p:cNvSpPr/>
          <p:nvPr userDrawn="1"/>
        </p:nvSpPr>
        <p:spPr>
          <a:xfrm>
            <a:off x="213501" y="6294746"/>
            <a:ext cx="38985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Designball-Social-01" pitchFamily="2" charset="0"/>
              </a:rPr>
              <a:t>c</a:t>
            </a:r>
          </a:p>
        </p:txBody>
      </p:sp>
      <p:sp>
        <p:nvSpPr>
          <p:cNvPr id="17" name="Rectangle 16">
            <a:hlinkClick r:id="rId37"/>
            <a:extLst>
              <a:ext uri="{FF2B5EF4-FFF2-40B4-BE49-F238E27FC236}">
                <a16:creationId xmlns:a16="http://schemas.microsoft.com/office/drawing/2014/main" id="{5BD735A8-43BA-4459-B25B-E3B90F10C583}"/>
              </a:ext>
            </a:extLst>
          </p:cNvPr>
          <p:cNvSpPr/>
          <p:nvPr userDrawn="1"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8" name="Rectangle 17">
            <a:hlinkClick r:id="rId38"/>
            <a:extLst>
              <a:ext uri="{FF2B5EF4-FFF2-40B4-BE49-F238E27FC236}">
                <a16:creationId xmlns:a16="http://schemas.microsoft.com/office/drawing/2014/main" id="{2DF9135E-E526-4CCC-9C22-56BB385A847C}"/>
              </a:ext>
            </a:extLst>
          </p:cNvPr>
          <p:cNvSpPr/>
          <p:nvPr userDrawn="1"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6" name="Rectangle 25">
            <a:hlinkClick r:id="rId39"/>
            <a:extLst>
              <a:ext uri="{FF2B5EF4-FFF2-40B4-BE49-F238E27FC236}">
                <a16:creationId xmlns:a16="http://schemas.microsoft.com/office/drawing/2014/main" id="{45462E15-C4A9-4807-B343-3389E51B6F38}"/>
              </a:ext>
            </a:extLst>
          </p:cNvPr>
          <p:cNvSpPr/>
          <p:nvPr userDrawn="1"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09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  <p:sldLayoutId id="2147483933" r:id="rId13"/>
    <p:sldLayoutId id="2147483934" r:id="rId14"/>
    <p:sldLayoutId id="2147483935" r:id="rId15"/>
    <p:sldLayoutId id="2147483936" r:id="rId16"/>
    <p:sldLayoutId id="2147483937" r:id="rId17"/>
    <p:sldLayoutId id="2147483938" r:id="rId18"/>
    <p:sldLayoutId id="2147483939" r:id="rId19"/>
    <p:sldLayoutId id="2147483940" r:id="rId20"/>
    <p:sldLayoutId id="2147483941" r:id="rId21"/>
    <p:sldLayoutId id="2147483942" r:id="rId22"/>
    <p:sldLayoutId id="2147483943" r:id="rId23"/>
    <p:sldLayoutId id="2147483944" r:id="rId24"/>
    <p:sldLayoutId id="2147483945" r:id="rId25"/>
    <p:sldLayoutId id="2147483946" r:id="rId26"/>
    <p:sldLayoutId id="2147483947" r:id="rId27"/>
    <p:sldLayoutId id="2147483948" r:id="rId28"/>
    <p:sldLayoutId id="2147483949" r:id="rId29"/>
    <p:sldLayoutId id="2147483950" r:id="rId30"/>
    <p:sldLayoutId id="2147483951" r:id="rId31"/>
    <p:sldLayoutId id="2147483952" r:id="rId32"/>
    <p:sldLayoutId id="2147483953" r:id="rId33"/>
    <p:sldLayoutId id="2147483954" r:id="rId34"/>
    <p:sldLayoutId id="2147483955" r:id="rId3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8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88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88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9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themeOverride" Target="../theme/themeOverr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themeOverride" Target="../theme/themeOverr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88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2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2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2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2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54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5.xml"/><Relationship Id="rId1" Type="http://schemas.openxmlformats.org/officeDocument/2006/relationships/themeOverride" Target="../theme/themeOverride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7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72.xml"/><Relationship Id="rId6" Type="http://schemas.openxmlformats.org/officeDocument/2006/relationships/image" Target="../media/image30.jp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8E85351-C2F1-9DD1-BD8F-8B7B63F3CC3E}"/>
              </a:ext>
            </a:extLst>
          </p:cNvPr>
          <p:cNvSpPr/>
          <p:nvPr/>
        </p:nvSpPr>
        <p:spPr>
          <a:xfrm>
            <a:off x="9524" y="0"/>
            <a:ext cx="12191999" cy="6858000"/>
          </a:xfrm>
          <a:prstGeom prst="rect">
            <a:avLst/>
          </a:prstGeom>
          <a:solidFill>
            <a:srgbClr val="82BA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75DA6A-29B9-6ACC-0AB6-93BEECAF7777}"/>
              </a:ext>
            </a:extLst>
          </p:cNvPr>
          <p:cNvSpPr/>
          <p:nvPr/>
        </p:nvSpPr>
        <p:spPr>
          <a:xfrm>
            <a:off x="1" y="0"/>
            <a:ext cx="12201522" cy="6858000"/>
          </a:xfrm>
          <a:prstGeom prst="rect">
            <a:avLst/>
          </a:prstGeom>
          <a:solidFill>
            <a:srgbClr val="263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C1E027E-FFCC-1716-DAEC-DEE2CBB979FF}"/>
              </a:ext>
            </a:extLst>
          </p:cNvPr>
          <p:cNvGrpSpPr/>
          <p:nvPr/>
        </p:nvGrpSpPr>
        <p:grpSpPr>
          <a:xfrm>
            <a:off x="4302306" y="2385583"/>
            <a:ext cx="3587388" cy="2086834"/>
            <a:chOff x="4484835" y="2457450"/>
            <a:chExt cx="2917530" cy="169716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ED15B4E-A91A-2C1B-D415-5B8334F2048A}"/>
                </a:ext>
              </a:extLst>
            </p:cNvPr>
            <p:cNvSpPr/>
            <p:nvPr/>
          </p:nvSpPr>
          <p:spPr>
            <a:xfrm>
              <a:off x="5431074" y="3293265"/>
              <a:ext cx="1068436" cy="242134"/>
            </a:xfrm>
            <a:custGeom>
              <a:avLst/>
              <a:gdLst>
                <a:gd name="connsiteX0" fmla="*/ 625 w 1054368"/>
                <a:gd name="connsiteY0" fmla="*/ 52702 h 231717"/>
                <a:gd name="connsiteX1" fmla="*/ 217319 w 1054368"/>
                <a:gd name="connsiteY1" fmla="*/ 315 h 231717"/>
                <a:gd name="connsiteX2" fmla="*/ 712619 w 1054368"/>
                <a:gd name="connsiteY2" fmla="*/ 74134 h 231717"/>
                <a:gd name="connsiteX3" fmla="*/ 1048375 w 1054368"/>
                <a:gd name="connsiteY3" fmla="*/ 19365 h 231717"/>
                <a:gd name="connsiteX4" fmla="*/ 907881 w 1054368"/>
                <a:gd name="connsiteY4" fmla="*/ 221771 h 231717"/>
                <a:gd name="connsiteX5" fmla="*/ 655469 w 1054368"/>
                <a:gd name="connsiteY5" fmla="*/ 202721 h 231717"/>
                <a:gd name="connsiteX6" fmla="*/ 169694 w 1054368"/>
                <a:gd name="connsiteY6" fmla="*/ 171765 h 231717"/>
                <a:gd name="connsiteX7" fmla="*/ 625 w 1054368"/>
                <a:gd name="connsiteY7" fmla="*/ 52702 h 231717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2735 w 1055911"/>
                <a:gd name="connsiteY0" fmla="*/ 54806 h 233821"/>
                <a:gd name="connsiteX1" fmla="*/ 283722 w 1055911"/>
                <a:gd name="connsiteY1" fmla="*/ 38 h 233821"/>
                <a:gd name="connsiteX2" fmla="*/ 726635 w 1055911"/>
                <a:gd name="connsiteY2" fmla="*/ 61951 h 233821"/>
                <a:gd name="connsiteX3" fmla="*/ 1050485 w 1055911"/>
                <a:gd name="connsiteY3" fmla="*/ 21469 h 233821"/>
                <a:gd name="connsiteX4" fmla="*/ 909991 w 1055911"/>
                <a:gd name="connsiteY4" fmla="*/ 223875 h 233821"/>
                <a:gd name="connsiteX5" fmla="*/ 657579 w 1055911"/>
                <a:gd name="connsiteY5" fmla="*/ 204825 h 233821"/>
                <a:gd name="connsiteX6" fmla="*/ 171804 w 1055911"/>
                <a:gd name="connsiteY6" fmla="*/ 173869 h 233821"/>
                <a:gd name="connsiteX7" fmla="*/ 2735 w 1055911"/>
                <a:gd name="connsiteY7" fmla="*/ 54806 h 233821"/>
                <a:gd name="connsiteX0" fmla="*/ 2735 w 1055911"/>
                <a:gd name="connsiteY0" fmla="*/ 57382 h 236397"/>
                <a:gd name="connsiteX1" fmla="*/ 283722 w 1055911"/>
                <a:gd name="connsiteY1" fmla="*/ 2614 h 236397"/>
                <a:gd name="connsiteX2" fmla="*/ 726635 w 1055911"/>
                <a:gd name="connsiteY2" fmla="*/ 64527 h 236397"/>
                <a:gd name="connsiteX3" fmla="*/ 1050485 w 1055911"/>
                <a:gd name="connsiteY3" fmla="*/ 24045 h 236397"/>
                <a:gd name="connsiteX4" fmla="*/ 909991 w 1055911"/>
                <a:gd name="connsiteY4" fmla="*/ 226451 h 236397"/>
                <a:gd name="connsiteX5" fmla="*/ 657579 w 1055911"/>
                <a:gd name="connsiteY5" fmla="*/ 207401 h 236397"/>
                <a:gd name="connsiteX6" fmla="*/ 171804 w 1055911"/>
                <a:gd name="connsiteY6" fmla="*/ 176445 h 236397"/>
                <a:gd name="connsiteX7" fmla="*/ 2735 w 1055911"/>
                <a:gd name="connsiteY7" fmla="*/ 57382 h 236397"/>
                <a:gd name="connsiteX0" fmla="*/ 2735 w 1055911"/>
                <a:gd name="connsiteY0" fmla="*/ 55065 h 234080"/>
                <a:gd name="connsiteX1" fmla="*/ 283722 w 1055911"/>
                <a:gd name="connsiteY1" fmla="*/ 297 h 234080"/>
                <a:gd name="connsiteX2" fmla="*/ 726635 w 1055911"/>
                <a:gd name="connsiteY2" fmla="*/ 62210 h 234080"/>
                <a:gd name="connsiteX3" fmla="*/ 1050485 w 1055911"/>
                <a:gd name="connsiteY3" fmla="*/ 21728 h 234080"/>
                <a:gd name="connsiteX4" fmla="*/ 909991 w 1055911"/>
                <a:gd name="connsiteY4" fmla="*/ 224134 h 234080"/>
                <a:gd name="connsiteX5" fmla="*/ 657579 w 1055911"/>
                <a:gd name="connsiteY5" fmla="*/ 205084 h 234080"/>
                <a:gd name="connsiteX6" fmla="*/ 171804 w 1055911"/>
                <a:gd name="connsiteY6" fmla="*/ 174128 h 234080"/>
                <a:gd name="connsiteX7" fmla="*/ 2735 w 1055911"/>
                <a:gd name="connsiteY7" fmla="*/ 55065 h 234080"/>
                <a:gd name="connsiteX0" fmla="*/ 2735 w 1055911"/>
                <a:gd name="connsiteY0" fmla="*/ 54773 h 233788"/>
                <a:gd name="connsiteX1" fmla="*/ 283722 w 1055911"/>
                <a:gd name="connsiteY1" fmla="*/ 5 h 233788"/>
                <a:gd name="connsiteX2" fmla="*/ 726635 w 1055911"/>
                <a:gd name="connsiteY2" fmla="*/ 57155 h 233788"/>
                <a:gd name="connsiteX3" fmla="*/ 1050485 w 1055911"/>
                <a:gd name="connsiteY3" fmla="*/ 21436 h 233788"/>
                <a:gd name="connsiteX4" fmla="*/ 909991 w 1055911"/>
                <a:gd name="connsiteY4" fmla="*/ 223842 h 233788"/>
                <a:gd name="connsiteX5" fmla="*/ 657579 w 1055911"/>
                <a:gd name="connsiteY5" fmla="*/ 204792 h 233788"/>
                <a:gd name="connsiteX6" fmla="*/ 171804 w 1055911"/>
                <a:gd name="connsiteY6" fmla="*/ 173836 h 233788"/>
                <a:gd name="connsiteX7" fmla="*/ 2735 w 1055911"/>
                <a:gd name="connsiteY7" fmla="*/ 54773 h 233788"/>
                <a:gd name="connsiteX0" fmla="*/ 2735 w 1074375"/>
                <a:gd name="connsiteY0" fmla="*/ 54773 h 233788"/>
                <a:gd name="connsiteX1" fmla="*/ 283722 w 1074375"/>
                <a:gd name="connsiteY1" fmla="*/ 5 h 233788"/>
                <a:gd name="connsiteX2" fmla="*/ 726635 w 1074375"/>
                <a:gd name="connsiteY2" fmla="*/ 57155 h 233788"/>
                <a:gd name="connsiteX3" fmla="*/ 1069535 w 1074375"/>
                <a:gd name="connsiteY3" fmla="*/ 21436 h 233788"/>
                <a:gd name="connsiteX4" fmla="*/ 909991 w 1074375"/>
                <a:gd name="connsiteY4" fmla="*/ 223842 h 233788"/>
                <a:gd name="connsiteX5" fmla="*/ 657579 w 1074375"/>
                <a:gd name="connsiteY5" fmla="*/ 204792 h 233788"/>
                <a:gd name="connsiteX6" fmla="*/ 171804 w 1074375"/>
                <a:gd name="connsiteY6" fmla="*/ 173836 h 233788"/>
                <a:gd name="connsiteX7" fmla="*/ 2735 w 1074375"/>
                <a:gd name="connsiteY7" fmla="*/ 54773 h 233788"/>
                <a:gd name="connsiteX0" fmla="*/ 2735 w 1069535"/>
                <a:gd name="connsiteY0" fmla="*/ 54773 h 233788"/>
                <a:gd name="connsiteX1" fmla="*/ 283722 w 1069535"/>
                <a:gd name="connsiteY1" fmla="*/ 5 h 233788"/>
                <a:gd name="connsiteX2" fmla="*/ 726635 w 1069535"/>
                <a:gd name="connsiteY2" fmla="*/ 57155 h 233788"/>
                <a:gd name="connsiteX3" fmla="*/ 1069535 w 1069535"/>
                <a:gd name="connsiteY3" fmla="*/ 21436 h 233788"/>
                <a:gd name="connsiteX4" fmla="*/ 909991 w 1069535"/>
                <a:gd name="connsiteY4" fmla="*/ 223842 h 233788"/>
                <a:gd name="connsiteX5" fmla="*/ 657579 w 1069535"/>
                <a:gd name="connsiteY5" fmla="*/ 204792 h 233788"/>
                <a:gd name="connsiteX6" fmla="*/ 171804 w 1069535"/>
                <a:gd name="connsiteY6" fmla="*/ 173836 h 233788"/>
                <a:gd name="connsiteX7" fmla="*/ 2735 w 1069535"/>
                <a:gd name="connsiteY7" fmla="*/ 54773 h 233788"/>
                <a:gd name="connsiteX0" fmla="*/ 2735 w 1060010"/>
                <a:gd name="connsiteY0" fmla="*/ 54773 h 233788"/>
                <a:gd name="connsiteX1" fmla="*/ 283722 w 1060010"/>
                <a:gd name="connsiteY1" fmla="*/ 5 h 233788"/>
                <a:gd name="connsiteX2" fmla="*/ 726635 w 1060010"/>
                <a:gd name="connsiteY2" fmla="*/ 57155 h 233788"/>
                <a:gd name="connsiteX3" fmla="*/ 1060010 w 1060010"/>
                <a:gd name="connsiteY3" fmla="*/ 21436 h 233788"/>
                <a:gd name="connsiteX4" fmla="*/ 909991 w 1060010"/>
                <a:gd name="connsiteY4" fmla="*/ 223842 h 233788"/>
                <a:gd name="connsiteX5" fmla="*/ 657579 w 1060010"/>
                <a:gd name="connsiteY5" fmla="*/ 204792 h 233788"/>
                <a:gd name="connsiteX6" fmla="*/ 171804 w 1060010"/>
                <a:gd name="connsiteY6" fmla="*/ 173836 h 233788"/>
                <a:gd name="connsiteX7" fmla="*/ 2735 w 1060010"/>
                <a:gd name="connsiteY7" fmla="*/ 54773 h 233788"/>
                <a:gd name="connsiteX0" fmla="*/ 2735 w 1070237"/>
                <a:gd name="connsiteY0" fmla="*/ 54773 h 242134"/>
                <a:gd name="connsiteX1" fmla="*/ 283722 w 1070237"/>
                <a:gd name="connsiteY1" fmla="*/ 5 h 242134"/>
                <a:gd name="connsiteX2" fmla="*/ 726635 w 1070237"/>
                <a:gd name="connsiteY2" fmla="*/ 57155 h 242134"/>
                <a:gd name="connsiteX3" fmla="*/ 1060010 w 1070237"/>
                <a:gd name="connsiteY3" fmla="*/ 21436 h 242134"/>
                <a:gd name="connsiteX4" fmla="*/ 955235 w 1070237"/>
                <a:gd name="connsiteY4" fmla="*/ 233367 h 242134"/>
                <a:gd name="connsiteX5" fmla="*/ 657579 w 1070237"/>
                <a:gd name="connsiteY5" fmla="*/ 204792 h 242134"/>
                <a:gd name="connsiteX6" fmla="*/ 171804 w 1070237"/>
                <a:gd name="connsiteY6" fmla="*/ 173836 h 242134"/>
                <a:gd name="connsiteX7" fmla="*/ 2735 w 1070237"/>
                <a:gd name="connsiteY7" fmla="*/ 54773 h 242134"/>
                <a:gd name="connsiteX0" fmla="*/ 2735 w 1068041"/>
                <a:gd name="connsiteY0" fmla="*/ 54773 h 242134"/>
                <a:gd name="connsiteX1" fmla="*/ 283722 w 1068041"/>
                <a:gd name="connsiteY1" fmla="*/ 5 h 242134"/>
                <a:gd name="connsiteX2" fmla="*/ 726635 w 1068041"/>
                <a:gd name="connsiteY2" fmla="*/ 57155 h 242134"/>
                <a:gd name="connsiteX3" fmla="*/ 1057629 w 1068041"/>
                <a:gd name="connsiteY3" fmla="*/ 21436 h 242134"/>
                <a:gd name="connsiteX4" fmla="*/ 955235 w 1068041"/>
                <a:gd name="connsiteY4" fmla="*/ 233367 h 242134"/>
                <a:gd name="connsiteX5" fmla="*/ 657579 w 1068041"/>
                <a:gd name="connsiteY5" fmla="*/ 204792 h 242134"/>
                <a:gd name="connsiteX6" fmla="*/ 171804 w 1068041"/>
                <a:gd name="connsiteY6" fmla="*/ 173836 h 242134"/>
                <a:gd name="connsiteX7" fmla="*/ 2735 w 1068041"/>
                <a:gd name="connsiteY7" fmla="*/ 54773 h 242134"/>
                <a:gd name="connsiteX0" fmla="*/ 5318 w 1070624"/>
                <a:gd name="connsiteY0" fmla="*/ 54773 h 242134"/>
                <a:gd name="connsiteX1" fmla="*/ 286305 w 1070624"/>
                <a:gd name="connsiteY1" fmla="*/ 5 h 242134"/>
                <a:gd name="connsiteX2" fmla="*/ 729218 w 1070624"/>
                <a:gd name="connsiteY2" fmla="*/ 57155 h 242134"/>
                <a:gd name="connsiteX3" fmla="*/ 1060212 w 1070624"/>
                <a:gd name="connsiteY3" fmla="*/ 21436 h 242134"/>
                <a:gd name="connsiteX4" fmla="*/ 957818 w 1070624"/>
                <a:gd name="connsiteY4" fmla="*/ 233367 h 242134"/>
                <a:gd name="connsiteX5" fmla="*/ 660162 w 1070624"/>
                <a:gd name="connsiteY5" fmla="*/ 204792 h 242134"/>
                <a:gd name="connsiteX6" fmla="*/ 145812 w 1070624"/>
                <a:gd name="connsiteY6" fmla="*/ 178598 h 242134"/>
                <a:gd name="connsiteX7" fmla="*/ 5318 w 1070624"/>
                <a:gd name="connsiteY7" fmla="*/ 54773 h 242134"/>
                <a:gd name="connsiteX0" fmla="*/ 5318 w 1068436"/>
                <a:gd name="connsiteY0" fmla="*/ 54773 h 242134"/>
                <a:gd name="connsiteX1" fmla="*/ 286305 w 1068436"/>
                <a:gd name="connsiteY1" fmla="*/ 5 h 242134"/>
                <a:gd name="connsiteX2" fmla="*/ 729218 w 1068436"/>
                <a:gd name="connsiteY2" fmla="*/ 57155 h 242134"/>
                <a:gd name="connsiteX3" fmla="*/ 1057831 w 1068436"/>
                <a:gd name="connsiteY3" fmla="*/ 21436 h 242134"/>
                <a:gd name="connsiteX4" fmla="*/ 957818 w 1068436"/>
                <a:gd name="connsiteY4" fmla="*/ 233367 h 242134"/>
                <a:gd name="connsiteX5" fmla="*/ 660162 w 1068436"/>
                <a:gd name="connsiteY5" fmla="*/ 204792 h 242134"/>
                <a:gd name="connsiteX6" fmla="*/ 145812 w 1068436"/>
                <a:gd name="connsiteY6" fmla="*/ 178598 h 242134"/>
                <a:gd name="connsiteX7" fmla="*/ 5318 w 1068436"/>
                <a:gd name="connsiteY7" fmla="*/ 54773 h 24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8436" h="242134">
                  <a:moveTo>
                    <a:pt x="5318" y="54773"/>
                  </a:moveTo>
                  <a:cubicBezTo>
                    <a:pt x="28734" y="25008"/>
                    <a:pt x="165655" y="-392"/>
                    <a:pt x="286305" y="5"/>
                  </a:cubicBezTo>
                  <a:cubicBezTo>
                    <a:pt x="406955" y="402"/>
                    <a:pt x="600630" y="53583"/>
                    <a:pt x="729218" y="57155"/>
                  </a:cubicBezTo>
                  <a:cubicBezTo>
                    <a:pt x="857806" y="60727"/>
                    <a:pt x="1019731" y="-7933"/>
                    <a:pt x="1057831" y="21436"/>
                  </a:cubicBezTo>
                  <a:cubicBezTo>
                    <a:pt x="1095931" y="50805"/>
                    <a:pt x="1024096" y="202808"/>
                    <a:pt x="957818" y="233367"/>
                  </a:cubicBezTo>
                  <a:cubicBezTo>
                    <a:pt x="891540" y="263926"/>
                    <a:pt x="660162" y="204792"/>
                    <a:pt x="660162" y="204792"/>
                  </a:cubicBezTo>
                  <a:cubicBezTo>
                    <a:pt x="537131" y="196458"/>
                    <a:pt x="254556" y="202807"/>
                    <a:pt x="145812" y="178598"/>
                  </a:cubicBezTo>
                  <a:cubicBezTo>
                    <a:pt x="37068" y="154389"/>
                    <a:pt x="-18098" y="84539"/>
                    <a:pt x="5318" y="54773"/>
                  </a:cubicBezTo>
                  <a:close/>
                </a:path>
              </a:pathLst>
            </a:custGeom>
            <a:solidFill>
              <a:srgbClr val="00A5E6"/>
            </a:solidFill>
            <a:ln w="19050">
              <a:solidFill>
                <a:srgbClr val="052B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310C803-3CF1-5BBC-D1DB-2F4B225756E9}"/>
                </a:ext>
              </a:extLst>
            </p:cNvPr>
            <p:cNvSpPr/>
            <p:nvPr/>
          </p:nvSpPr>
          <p:spPr>
            <a:xfrm>
              <a:off x="5433657" y="3369470"/>
              <a:ext cx="1060010" cy="214312"/>
            </a:xfrm>
            <a:prstGeom prst="rect">
              <a:avLst/>
            </a:prstGeom>
            <a:solidFill>
              <a:srgbClr val="00A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A54533B-C235-DD74-2E12-6F5210994B91}"/>
                </a:ext>
              </a:extLst>
            </p:cNvPr>
            <p:cNvSpPr/>
            <p:nvPr/>
          </p:nvSpPr>
          <p:spPr>
            <a:xfrm>
              <a:off x="5328047" y="2457450"/>
              <a:ext cx="1270396" cy="1126331"/>
            </a:xfrm>
            <a:custGeom>
              <a:avLst/>
              <a:gdLst>
                <a:gd name="connsiteX0" fmla="*/ 634603 w 1269206"/>
                <a:gd name="connsiteY0" fmla="*/ 0 h 1126331"/>
                <a:gd name="connsiteX1" fmla="*/ 1269206 w 1269206"/>
                <a:gd name="connsiteY1" fmla="*/ 373855 h 1126331"/>
                <a:gd name="connsiteX2" fmla="*/ 1165621 w 1269206"/>
                <a:gd name="connsiteY2" fmla="*/ 373855 h 1126331"/>
                <a:gd name="connsiteX3" fmla="*/ 1165621 w 1269206"/>
                <a:gd name="connsiteY3" fmla="*/ 1126331 h 1126331"/>
                <a:gd name="connsiteX4" fmla="*/ 103583 w 1269206"/>
                <a:gd name="connsiteY4" fmla="*/ 1126331 h 1126331"/>
                <a:gd name="connsiteX5" fmla="*/ 103583 w 1269206"/>
                <a:gd name="connsiteY5" fmla="*/ 373855 h 1126331"/>
                <a:gd name="connsiteX6" fmla="*/ 0 w 1269206"/>
                <a:gd name="connsiteY6" fmla="*/ 373855 h 112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9206" h="1126331">
                  <a:moveTo>
                    <a:pt x="634603" y="0"/>
                  </a:moveTo>
                  <a:lnTo>
                    <a:pt x="1269206" y="373855"/>
                  </a:lnTo>
                  <a:lnTo>
                    <a:pt x="1165621" y="373855"/>
                  </a:lnTo>
                  <a:lnTo>
                    <a:pt x="1165621" y="1126331"/>
                  </a:lnTo>
                  <a:lnTo>
                    <a:pt x="103583" y="1126331"/>
                  </a:lnTo>
                  <a:lnTo>
                    <a:pt x="103583" y="373855"/>
                  </a:lnTo>
                  <a:lnTo>
                    <a:pt x="0" y="373855"/>
                  </a:lnTo>
                  <a:close/>
                </a:path>
              </a:pathLst>
            </a:custGeom>
            <a:noFill/>
            <a:ln w="19050">
              <a:solidFill>
                <a:srgbClr val="052B4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6B307D-F7ED-FC92-DBFF-AB77995C8E72}"/>
                </a:ext>
              </a:extLst>
            </p:cNvPr>
            <p:cNvSpPr/>
            <p:nvPr/>
          </p:nvSpPr>
          <p:spPr>
            <a:xfrm>
              <a:off x="5564218" y="2771254"/>
              <a:ext cx="758764" cy="522010"/>
            </a:xfrm>
            <a:custGeom>
              <a:avLst/>
              <a:gdLst>
                <a:gd name="connsiteX0" fmla="*/ 354213 w 745051"/>
                <a:gd name="connsiteY0" fmla="*/ 513378 h 522010"/>
                <a:gd name="connsiteX1" fmla="*/ 278013 w 745051"/>
                <a:gd name="connsiteY1" fmla="*/ 377647 h 522010"/>
                <a:gd name="connsiteX2" fmla="*/ 73226 w 745051"/>
                <a:gd name="connsiteY2" fmla="*/ 253822 h 522010"/>
                <a:gd name="connsiteX3" fmla="*/ 1788 w 745051"/>
                <a:gd name="connsiteY3" fmla="*/ 144284 h 522010"/>
                <a:gd name="connsiteX4" fmla="*/ 135138 w 745051"/>
                <a:gd name="connsiteY4" fmla="*/ 25222 h 522010"/>
                <a:gd name="connsiteX5" fmla="*/ 225626 w 745051"/>
                <a:gd name="connsiteY5" fmla="*/ 41891 h 522010"/>
                <a:gd name="connsiteX6" fmla="*/ 270869 w 745051"/>
                <a:gd name="connsiteY6" fmla="*/ 82372 h 522010"/>
                <a:gd name="connsiteX7" fmla="*/ 301826 w 745051"/>
                <a:gd name="connsiteY7" fmla="*/ 122853 h 522010"/>
                <a:gd name="connsiteX8" fmla="*/ 339926 w 745051"/>
                <a:gd name="connsiteY8" fmla="*/ 206197 h 522010"/>
                <a:gd name="connsiteX9" fmla="*/ 378026 w 745051"/>
                <a:gd name="connsiteY9" fmla="*/ 301447 h 522010"/>
                <a:gd name="connsiteX10" fmla="*/ 382788 w 745051"/>
                <a:gd name="connsiteY10" fmla="*/ 330022 h 522010"/>
                <a:gd name="connsiteX11" fmla="*/ 444701 w 745051"/>
                <a:gd name="connsiteY11" fmla="*/ 168097 h 522010"/>
                <a:gd name="connsiteX12" fmla="*/ 508994 w 745051"/>
                <a:gd name="connsiteY12" fmla="*/ 44272 h 522010"/>
                <a:gd name="connsiteX13" fmla="*/ 592338 w 745051"/>
                <a:gd name="connsiteY13" fmla="*/ 1409 h 522010"/>
                <a:gd name="connsiteX14" fmla="*/ 668538 w 745051"/>
                <a:gd name="connsiteY14" fmla="*/ 15697 h 522010"/>
                <a:gd name="connsiteX15" fmla="*/ 718544 w 745051"/>
                <a:gd name="connsiteY15" fmla="*/ 68084 h 522010"/>
                <a:gd name="connsiteX16" fmla="*/ 744738 w 745051"/>
                <a:gd name="connsiteY16" fmla="*/ 153809 h 522010"/>
                <a:gd name="connsiteX17" fmla="*/ 701876 w 745051"/>
                <a:gd name="connsiteY17" fmla="*/ 227628 h 522010"/>
                <a:gd name="connsiteX18" fmla="*/ 597101 w 745051"/>
                <a:gd name="connsiteY18" fmla="*/ 287159 h 522010"/>
                <a:gd name="connsiteX19" fmla="*/ 489944 w 745051"/>
                <a:gd name="connsiteY19" fmla="*/ 370503 h 522010"/>
                <a:gd name="connsiteX20" fmla="*/ 439938 w 745051"/>
                <a:gd name="connsiteY20" fmla="*/ 449084 h 522010"/>
                <a:gd name="connsiteX21" fmla="*/ 423269 w 745051"/>
                <a:gd name="connsiteY21" fmla="*/ 520522 h 522010"/>
                <a:gd name="connsiteX22" fmla="*/ 413744 w 745051"/>
                <a:gd name="connsiteY22" fmla="*/ 484803 h 522010"/>
                <a:gd name="connsiteX23" fmla="*/ 456607 w 745051"/>
                <a:gd name="connsiteY23" fmla="*/ 341928 h 522010"/>
                <a:gd name="connsiteX24" fmla="*/ 547094 w 745051"/>
                <a:gd name="connsiteY24" fmla="*/ 263347 h 522010"/>
                <a:gd name="connsiteX25" fmla="*/ 475657 w 745051"/>
                <a:gd name="connsiteY25" fmla="*/ 296684 h 522010"/>
                <a:gd name="connsiteX26" fmla="*/ 594719 w 745051"/>
                <a:gd name="connsiteY26" fmla="*/ 115709 h 522010"/>
                <a:gd name="connsiteX27" fmla="*/ 478038 w 745051"/>
                <a:gd name="connsiteY27" fmla="*/ 220484 h 522010"/>
                <a:gd name="connsiteX28" fmla="*/ 406601 w 745051"/>
                <a:gd name="connsiteY28" fmla="*/ 370503 h 522010"/>
                <a:gd name="connsiteX29" fmla="*/ 389932 w 745051"/>
                <a:gd name="connsiteY29" fmla="*/ 451466 h 522010"/>
                <a:gd name="connsiteX30" fmla="*/ 361357 w 745051"/>
                <a:gd name="connsiteY30" fmla="*/ 365741 h 522010"/>
                <a:gd name="connsiteX31" fmla="*/ 306588 w 745051"/>
                <a:gd name="connsiteY31" fmla="*/ 272872 h 522010"/>
                <a:gd name="connsiteX32" fmla="*/ 239913 w 745051"/>
                <a:gd name="connsiteY32" fmla="*/ 203816 h 522010"/>
                <a:gd name="connsiteX33" fmla="*/ 158951 w 745051"/>
                <a:gd name="connsiteY33" fmla="*/ 134759 h 522010"/>
                <a:gd name="connsiteX34" fmla="*/ 254201 w 745051"/>
                <a:gd name="connsiteY34" fmla="*/ 239534 h 522010"/>
                <a:gd name="connsiteX35" fmla="*/ 304207 w 745051"/>
                <a:gd name="connsiteY35" fmla="*/ 296684 h 522010"/>
                <a:gd name="connsiteX36" fmla="*/ 230388 w 745051"/>
                <a:gd name="connsiteY36" fmla="*/ 272872 h 522010"/>
                <a:gd name="connsiteX37" fmla="*/ 294682 w 745051"/>
                <a:gd name="connsiteY37" fmla="*/ 334784 h 522010"/>
                <a:gd name="connsiteX38" fmla="*/ 325638 w 745051"/>
                <a:gd name="connsiteY38" fmla="*/ 391934 h 522010"/>
                <a:gd name="connsiteX39" fmla="*/ 349451 w 745051"/>
                <a:gd name="connsiteY39" fmla="*/ 458609 h 522010"/>
                <a:gd name="connsiteX40" fmla="*/ 354213 w 745051"/>
                <a:gd name="connsiteY40" fmla="*/ 513378 h 522010"/>
                <a:gd name="connsiteX0" fmla="*/ 356521 w 747359"/>
                <a:gd name="connsiteY0" fmla="*/ 513378 h 522010"/>
                <a:gd name="connsiteX1" fmla="*/ 280321 w 747359"/>
                <a:gd name="connsiteY1" fmla="*/ 377647 h 522010"/>
                <a:gd name="connsiteX2" fmla="*/ 75534 w 747359"/>
                <a:gd name="connsiteY2" fmla="*/ 253822 h 522010"/>
                <a:gd name="connsiteX3" fmla="*/ 1715 w 747359"/>
                <a:gd name="connsiteY3" fmla="*/ 137140 h 522010"/>
                <a:gd name="connsiteX4" fmla="*/ 137446 w 747359"/>
                <a:gd name="connsiteY4" fmla="*/ 25222 h 522010"/>
                <a:gd name="connsiteX5" fmla="*/ 227934 w 747359"/>
                <a:gd name="connsiteY5" fmla="*/ 41891 h 522010"/>
                <a:gd name="connsiteX6" fmla="*/ 273177 w 747359"/>
                <a:gd name="connsiteY6" fmla="*/ 82372 h 522010"/>
                <a:gd name="connsiteX7" fmla="*/ 304134 w 747359"/>
                <a:gd name="connsiteY7" fmla="*/ 122853 h 522010"/>
                <a:gd name="connsiteX8" fmla="*/ 342234 w 747359"/>
                <a:gd name="connsiteY8" fmla="*/ 206197 h 522010"/>
                <a:gd name="connsiteX9" fmla="*/ 380334 w 747359"/>
                <a:gd name="connsiteY9" fmla="*/ 301447 h 522010"/>
                <a:gd name="connsiteX10" fmla="*/ 385096 w 747359"/>
                <a:gd name="connsiteY10" fmla="*/ 330022 h 522010"/>
                <a:gd name="connsiteX11" fmla="*/ 447009 w 747359"/>
                <a:gd name="connsiteY11" fmla="*/ 168097 h 522010"/>
                <a:gd name="connsiteX12" fmla="*/ 511302 w 747359"/>
                <a:gd name="connsiteY12" fmla="*/ 44272 h 522010"/>
                <a:gd name="connsiteX13" fmla="*/ 594646 w 747359"/>
                <a:gd name="connsiteY13" fmla="*/ 1409 h 522010"/>
                <a:gd name="connsiteX14" fmla="*/ 670846 w 747359"/>
                <a:gd name="connsiteY14" fmla="*/ 15697 h 522010"/>
                <a:gd name="connsiteX15" fmla="*/ 720852 w 747359"/>
                <a:gd name="connsiteY15" fmla="*/ 68084 h 522010"/>
                <a:gd name="connsiteX16" fmla="*/ 747046 w 747359"/>
                <a:gd name="connsiteY16" fmla="*/ 153809 h 522010"/>
                <a:gd name="connsiteX17" fmla="*/ 704184 w 747359"/>
                <a:gd name="connsiteY17" fmla="*/ 227628 h 522010"/>
                <a:gd name="connsiteX18" fmla="*/ 599409 w 747359"/>
                <a:gd name="connsiteY18" fmla="*/ 287159 h 522010"/>
                <a:gd name="connsiteX19" fmla="*/ 492252 w 747359"/>
                <a:gd name="connsiteY19" fmla="*/ 370503 h 522010"/>
                <a:gd name="connsiteX20" fmla="*/ 442246 w 747359"/>
                <a:gd name="connsiteY20" fmla="*/ 449084 h 522010"/>
                <a:gd name="connsiteX21" fmla="*/ 425577 w 747359"/>
                <a:gd name="connsiteY21" fmla="*/ 520522 h 522010"/>
                <a:gd name="connsiteX22" fmla="*/ 416052 w 747359"/>
                <a:gd name="connsiteY22" fmla="*/ 484803 h 522010"/>
                <a:gd name="connsiteX23" fmla="*/ 458915 w 747359"/>
                <a:gd name="connsiteY23" fmla="*/ 341928 h 522010"/>
                <a:gd name="connsiteX24" fmla="*/ 549402 w 747359"/>
                <a:gd name="connsiteY24" fmla="*/ 263347 h 522010"/>
                <a:gd name="connsiteX25" fmla="*/ 477965 w 747359"/>
                <a:gd name="connsiteY25" fmla="*/ 296684 h 522010"/>
                <a:gd name="connsiteX26" fmla="*/ 597027 w 747359"/>
                <a:gd name="connsiteY26" fmla="*/ 115709 h 522010"/>
                <a:gd name="connsiteX27" fmla="*/ 480346 w 747359"/>
                <a:gd name="connsiteY27" fmla="*/ 220484 h 522010"/>
                <a:gd name="connsiteX28" fmla="*/ 408909 w 747359"/>
                <a:gd name="connsiteY28" fmla="*/ 370503 h 522010"/>
                <a:gd name="connsiteX29" fmla="*/ 392240 w 747359"/>
                <a:gd name="connsiteY29" fmla="*/ 451466 h 522010"/>
                <a:gd name="connsiteX30" fmla="*/ 363665 w 747359"/>
                <a:gd name="connsiteY30" fmla="*/ 365741 h 522010"/>
                <a:gd name="connsiteX31" fmla="*/ 308896 w 747359"/>
                <a:gd name="connsiteY31" fmla="*/ 272872 h 522010"/>
                <a:gd name="connsiteX32" fmla="*/ 242221 w 747359"/>
                <a:gd name="connsiteY32" fmla="*/ 203816 h 522010"/>
                <a:gd name="connsiteX33" fmla="*/ 161259 w 747359"/>
                <a:gd name="connsiteY33" fmla="*/ 134759 h 522010"/>
                <a:gd name="connsiteX34" fmla="*/ 256509 w 747359"/>
                <a:gd name="connsiteY34" fmla="*/ 239534 h 522010"/>
                <a:gd name="connsiteX35" fmla="*/ 306515 w 747359"/>
                <a:gd name="connsiteY35" fmla="*/ 296684 h 522010"/>
                <a:gd name="connsiteX36" fmla="*/ 232696 w 747359"/>
                <a:gd name="connsiteY36" fmla="*/ 272872 h 522010"/>
                <a:gd name="connsiteX37" fmla="*/ 296990 w 747359"/>
                <a:gd name="connsiteY37" fmla="*/ 334784 h 522010"/>
                <a:gd name="connsiteX38" fmla="*/ 327946 w 747359"/>
                <a:gd name="connsiteY38" fmla="*/ 391934 h 522010"/>
                <a:gd name="connsiteX39" fmla="*/ 351759 w 747359"/>
                <a:gd name="connsiteY39" fmla="*/ 458609 h 522010"/>
                <a:gd name="connsiteX40" fmla="*/ 356521 w 747359"/>
                <a:gd name="connsiteY40" fmla="*/ 513378 h 522010"/>
                <a:gd name="connsiteX0" fmla="*/ 357903 w 748741"/>
                <a:gd name="connsiteY0" fmla="*/ 513378 h 522010"/>
                <a:gd name="connsiteX1" fmla="*/ 281703 w 748741"/>
                <a:gd name="connsiteY1" fmla="*/ 377647 h 522010"/>
                <a:gd name="connsiteX2" fmla="*/ 76916 w 748741"/>
                <a:gd name="connsiteY2" fmla="*/ 253822 h 522010"/>
                <a:gd name="connsiteX3" fmla="*/ 3097 w 748741"/>
                <a:gd name="connsiteY3" fmla="*/ 137140 h 522010"/>
                <a:gd name="connsiteX4" fmla="*/ 138828 w 748741"/>
                <a:gd name="connsiteY4" fmla="*/ 25222 h 522010"/>
                <a:gd name="connsiteX5" fmla="*/ 229316 w 748741"/>
                <a:gd name="connsiteY5" fmla="*/ 41891 h 522010"/>
                <a:gd name="connsiteX6" fmla="*/ 274559 w 748741"/>
                <a:gd name="connsiteY6" fmla="*/ 82372 h 522010"/>
                <a:gd name="connsiteX7" fmla="*/ 305516 w 748741"/>
                <a:gd name="connsiteY7" fmla="*/ 122853 h 522010"/>
                <a:gd name="connsiteX8" fmla="*/ 343616 w 748741"/>
                <a:gd name="connsiteY8" fmla="*/ 206197 h 522010"/>
                <a:gd name="connsiteX9" fmla="*/ 381716 w 748741"/>
                <a:gd name="connsiteY9" fmla="*/ 301447 h 522010"/>
                <a:gd name="connsiteX10" fmla="*/ 386478 w 748741"/>
                <a:gd name="connsiteY10" fmla="*/ 330022 h 522010"/>
                <a:gd name="connsiteX11" fmla="*/ 448391 w 748741"/>
                <a:gd name="connsiteY11" fmla="*/ 168097 h 522010"/>
                <a:gd name="connsiteX12" fmla="*/ 512684 w 748741"/>
                <a:gd name="connsiteY12" fmla="*/ 44272 h 522010"/>
                <a:gd name="connsiteX13" fmla="*/ 596028 w 748741"/>
                <a:gd name="connsiteY13" fmla="*/ 1409 h 522010"/>
                <a:gd name="connsiteX14" fmla="*/ 672228 w 748741"/>
                <a:gd name="connsiteY14" fmla="*/ 15697 h 522010"/>
                <a:gd name="connsiteX15" fmla="*/ 722234 w 748741"/>
                <a:gd name="connsiteY15" fmla="*/ 68084 h 522010"/>
                <a:gd name="connsiteX16" fmla="*/ 748428 w 748741"/>
                <a:gd name="connsiteY16" fmla="*/ 153809 h 522010"/>
                <a:gd name="connsiteX17" fmla="*/ 705566 w 748741"/>
                <a:gd name="connsiteY17" fmla="*/ 227628 h 522010"/>
                <a:gd name="connsiteX18" fmla="*/ 600791 w 748741"/>
                <a:gd name="connsiteY18" fmla="*/ 287159 h 522010"/>
                <a:gd name="connsiteX19" fmla="*/ 493634 w 748741"/>
                <a:gd name="connsiteY19" fmla="*/ 370503 h 522010"/>
                <a:gd name="connsiteX20" fmla="*/ 443628 w 748741"/>
                <a:gd name="connsiteY20" fmla="*/ 449084 h 522010"/>
                <a:gd name="connsiteX21" fmla="*/ 426959 w 748741"/>
                <a:gd name="connsiteY21" fmla="*/ 520522 h 522010"/>
                <a:gd name="connsiteX22" fmla="*/ 417434 w 748741"/>
                <a:gd name="connsiteY22" fmla="*/ 484803 h 522010"/>
                <a:gd name="connsiteX23" fmla="*/ 460297 w 748741"/>
                <a:gd name="connsiteY23" fmla="*/ 341928 h 522010"/>
                <a:gd name="connsiteX24" fmla="*/ 550784 w 748741"/>
                <a:gd name="connsiteY24" fmla="*/ 263347 h 522010"/>
                <a:gd name="connsiteX25" fmla="*/ 479347 w 748741"/>
                <a:gd name="connsiteY25" fmla="*/ 296684 h 522010"/>
                <a:gd name="connsiteX26" fmla="*/ 598409 w 748741"/>
                <a:gd name="connsiteY26" fmla="*/ 115709 h 522010"/>
                <a:gd name="connsiteX27" fmla="*/ 481728 w 748741"/>
                <a:gd name="connsiteY27" fmla="*/ 220484 h 522010"/>
                <a:gd name="connsiteX28" fmla="*/ 410291 w 748741"/>
                <a:gd name="connsiteY28" fmla="*/ 370503 h 522010"/>
                <a:gd name="connsiteX29" fmla="*/ 393622 w 748741"/>
                <a:gd name="connsiteY29" fmla="*/ 451466 h 522010"/>
                <a:gd name="connsiteX30" fmla="*/ 365047 w 748741"/>
                <a:gd name="connsiteY30" fmla="*/ 365741 h 522010"/>
                <a:gd name="connsiteX31" fmla="*/ 310278 w 748741"/>
                <a:gd name="connsiteY31" fmla="*/ 272872 h 522010"/>
                <a:gd name="connsiteX32" fmla="*/ 243603 w 748741"/>
                <a:gd name="connsiteY32" fmla="*/ 203816 h 522010"/>
                <a:gd name="connsiteX33" fmla="*/ 162641 w 748741"/>
                <a:gd name="connsiteY33" fmla="*/ 134759 h 522010"/>
                <a:gd name="connsiteX34" fmla="*/ 257891 w 748741"/>
                <a:gd name="connsiteY34" fmla="*/ 239534 h 522010"/>
                <a:gd name="connsiteX35" fmla="*/ 307897 w 748741"/>
                <a:gd name="connsiteY35" fmla="*/ 296684 h 522010"/>
                <a:gd name="connsiteX36" fmla="*/ 234078 w 748741"/>
                <a:gd name="connsiteY36" fmla="*/ 272872 h 522010"/>
                <a:gd name="connsiteX37" fmla="*/ 298372 w 748741"/>
                <a:gd name="connsiteY37" fmla="*/ 334784 h 522010"/>
                <a:gd name="connsiteX38" fmla="*/ 329328 w 748741"/>
                <a:gd name="connsiteY38" fmla="*/ 391934 h 522010"/>
                <a:gd name="connsiteX39" fmla="*/ 353141 w 748741"/>
                <a:gd name="connsiteY39" fmla="*/ 458609 h 522010"/>
                <a:gd name="connsiteX40" fmla="*/ 357903 w 748741"/>
                <a:gd name="connsiteY40" fmla="*/ 513378 h 522010"/>
                <a:gd name="connsiteX0" fmla="*/ 369350 w 760188"/>
                <a:gd name="connsiteY0" fmla="*/ 513378 h 522010"/>
                <a:gd name="connsiteX1" fmla="*/ 293150 w 760188"/>
                <a:gd name="connsiteY1" fmla="*/ 377647 h 522010"/>
                <a:gd name="connsiteX2" fmla="*/ 88363 w 760188"/>
                <a:gd name="connsiteY2" fmla="*/ 253822 h 522010"/>
                <a:gd name="connsiteX3" fmla="*/ 2638 w 760188"/>
                <a:gd name="connsiteY3" fmla="*/ 163334 h 522010"/>
                <a:gd name="connsiteX4" fmla="*/ 150275 w 760188"/>
                <a:gd name="connsiteY4" fmla="*/ 25222 h 522010"/>
                <a:gd name="connsiteX5" fmla="*/ 240763 w 760188"/>
                <a:gd name="connsiteY5" fmla="*/ 41891 h 522010"/>
                <a:gd name="connsiteX6" fmla="*/ 286006 w 760188"/>
                <a:gd name="connsiteY6" fmla="*/ 82372 h 522010"/>
                <a:gd name="connsiteX7" fmla="*/ 316963 w 760188"/>
                <a:gd name="connsiteY7" fmla="*/ 122853 h 522010"/>
                <a:gd name="connsiteX8" fmla="*/ 355063 w 760188"/>
                <a:gd name="connsiteY8" fmla="*/ 206197 h 522010"/>
                <a:gd name="connsiteX9" fmla="*/ 393163 w 760188"/>
                <a:gd name="connsiteY9" fmla="*/ 301447 h 522010"/>
                <a:gd name="connsiteX10" fmla="*/ 397925 w 760188"/>
                <a:gd name="connsiteY10" fmla="*/ 330022 h 522010"/>
                <a:gd name="connsiteX11" fmla="*/ 459838 w 760188"/>
                <a:gd name="connsiteY11" fmla="*/ 168097 h 522010"/>
                <a:gd name="connsiteX12" fmla="*/ 524131 w 760188"/>
                <a:gd name="connsiteY12" fmla="*/ 44272 h 522010"/>
                <a:gd name="connsiteX13" fmla="*/ 607475 w 760188"/>
                <a:gd name="connsiteY13" fmla="*/ 1409 h 522010"/>
                <a:gd name="connsiteX14" fmla="*/ 683675 w 760188"/>
                <a:gd name="connsiteY14" fmla="*/ 15697 h 522010"/>
                <a:gd name="connsiteX15" fmla="*/ 733681 w 760188"/>
                <a:gd name="connsiteY15" fmla="*/ 68084 h 522010"/>
                <a:gd name="connsiteX16" fmla="*/ 759875 w 760188"/>
                <a:gd name="connsiteY16" fmla="*/ 153809 h 522010"/>
                <a:gd name="connsiteX17" fmla="*/ 717013 w 760188"/>
                <a:gd name="connsiteY17" fmla="*/ 227628 h 522010"/>
                <a:gd name="connsiteX18" fmla="*/ 612238 w 760188"/>
                <a:gd name="connsiteY18" fmla="*/ 287159 h 522010"/>
                <a:gd name="connsiteX19" fmla="*/ 505081 w 760188"/>
                <a:gd name="connsiteY19" fmla="*/ 370503 h 522010"/>
                <a:gd name="connsiteX20" fmla="*/ 455075 w 760188"/>
                <a:gd name="connsiteY20" fmla="*/ 449084 h 522010"/>
                <a:gd name="connsiteX21" fmla="*/ 438406 w 760188"/>
                <a:gd name="connsiteY21" fmla="*/ 520522 h 522010"/>
                <a:gd name="connsiteX22" fmla="*/ 428881 w 760188"/>
                <a:gd name="connsiteY22" fmla="*/ 484803 h 522010"/>
                <a:gd name="connsiteX23" fmla="*/ 471744 w 760188"/>
                <a:gd name="connsiteY23" fmla="*/ 341928 h 522010"/>
                <a:gd name="connsiteX24" fmla="*/ 562231 w 760188"/>
                <a:gd name="connsiteY24" fmla="*/ 263347 h 522010"/>
                <a:gd name="connsiteX25" fmla="*/ 490794 w 760188"/>
                <a:gd name="connsiteY25" fmla="*/ 296684 h 522010"/>
                <a:gd name="connsiteX26" fmla="*/ 609856 w 760188"/>
                <a:gd name="connsiteY26" fmla="*/ 115709 h 522010"/>
                <a:gd name="connsiteX27" fmla="*/ 493175 w 760188"/>
                <a:gd name="connsiteY27" fmla="*/ 220484 h 522010"/>
                <a:gd name="connsiteX28" fmla="*/ 421738 w 760188"/>
                <a:gd name="connsiteY28" fmla="*/ 370503 h 522010"/>
                <a:gd name="connsiteX29" fmla="*/ 405069 w 760188"/>
                <a:gd name="connsiteY29" fmla="*/ 451466 h 522010"/>
                <a:gd name="connsiteX30" fmla="*/ 376494 w 760188"/>
                <a:gd name="connsiteY30" fmla="*/ 365741 h 522010"/>
                <a:gd name="connsiteX31" fmla="*/ 321725 w 760188"/>
                <a:gd name="connsiteY31" fmla="*/ 272872 h 522010"/>
                <a:gd name="connsiteX32" fmla="*/ 255050 w 760188"/>
                <a:gd name="connsiteY32" fmla="*/ 203816 h 522010"/>
                <a:gd name="connsiteX33" fmla="*/ 174088 w 760188"/>
                <a:gd name="connsiteY33" fmla="*/ 134759 h 522010"/>
                <a:gd name="connsiteX34" fmla="*/ 269338 w 760188"/>
                <a:gd name="connsiteY34" fmla="*/ 239534 h 522010"/>
                <a:gd name="connsiteX35" fmla="*/ 319344 w 760188"/>
                <a:gd name="connsiteY35" fmla="*/ 296684 h 522010"/>
                <a:gd name="connsiteX36" fmla="*/ 245525 w 760188"/>
                <a:gd name="connsiteY36" fmla="*/ 272872 h 522010"/>
                <a:gd name="connsiteX37" fmla="*/ 309819 w 760188"/>
                <a:gd name="connsiteY37" fmla="*/ 334784 h 522010"/>
                <a:gd name="connsiteX38" fmla="*/ 340775 w 760188"/>
                <a:gd name="connsiteY38" fmla="*/ 391934 h 522010"/>
                <a:gd name="connsiteX39" fmla="*/ 364588 w 760188"/>
                <a:gd name="connsiteY39" fmla="*/ 458609 h 522010"/>
                <a:gd name="connsiteX40" fmla="*/ 369350 w 760188"/>
                <a:gd name="connsiteY40" fmla="*/ 513378 h 522010"/>
                <a:gd name="connsiteX0" fmla="*/ 368714 w 759552"/>
                <a:gd name="connsiteY0" fmla="*/ 513378 h 522010"/>
                <a:gd name="connsiteX1" fmla="*/ 292514 w 759552"/>
                <a:gd name="connsiteY1" fmla="*/ 377647 h 522010"/>
                <a:gd name="connsiteX2" fmla="*/ 87727 w 759552"/>
                <a:gd name="connsiteY2" fmla="*/ 253822 h 522010"/>
                <a:gd name="connsiteX3" fmla="*/ 2002 w 759552"/>
                <a:gd name="connsiteY3" fmla="*/ 163334 h 522010"/>
                <a:gd name="connsiteX4" fmla="*/ 149639 w 759552"/>
                <a:gd name="connsiteY4" fmla="*/ 25222 h 522010"/>
                <a:gd name="connsiteX5" fmla="*/ 240127 w 759552"/>
                <a:gd name="connsiteY5" fmla="*/ 41891 h 522010"/>
                <a:gd name="connsiteX6" fmla="*/ 285370 w 759552"/>
                <a:gd name="connsiteY6" fmla="*/ 82372 h 522010"/>
                <a:gd name="connsiteX7" fmla="*/ 316327 w 759552"/>
                <a:gd name="connsiteY7" fmla="*/ 122853 h 522010"/>
                <a:gd name="connsiteX8" fmla="*/ 354427 w 759552"/>
                <a:gd name="connsiteY8" fmla="*/ 206197 h 522010"/>
                <a:gd name="connsiteX9" fmla="*/ 392527 w 759552"/>
                <a:gd name="connsiteY9" fmla="*/ 301447 h 522010"/>
                <a:gd name="connsiteX10" fmla="*/ 397289 w 759552"/>
                <a:gd name="connsiteY10" fmla="*/ 330022 h 522010"/>
                <a:gd name="connsiteX11" fmla="*/ 459202 w 759552"/>
                <a:gd name="connsiteY11" fmla="*/ 168097 h 522010"/>
                <a:gd name="connsiteX12" fmla="*/ 523495 w 759552"/>
                <a:gd name="connsiteY12" fmla="*/ 44272 h 522010"/>
                <a:gd name="connsiteX13" fmla="*/ 606839 w 759552"/>
                <a:gd name="connsiteY13" fmla="*/ 1409 h 522010"/>
                <a:gd name="connsiteX14" fmla="*/ 683039 w 759552"/>
                <a:gd name="connsiteY14" fmla="*/ 15697 h 522010"/>
                <a:gd name="connsiteX15" fmla="*/ 733045 w 759552"/>
                <a:gd name="connsiteY15" fmla="*/ 68084 h 522010"/>
                <a:gd name="connsiteX16" fmla="*/ 759239 w 759552"/>
                <a:gd name="connsiteY16" fmla="*/ 153809 h 522010"/>
                <a:gd name="connsiteX17" fmla="*/ 716377 w 759552"/>
                <a:gd name="connsiteY17" fmla="*/ 227628 h 522010"/>
                <a:gd name="connsiteX18" fmla="*/ 611602 w 759552"/>
                <a:gd name="connsiteY18" fmla="*/ 287159 h 522010"/>
                <a:gd name="connsiteX19" fmla="*/ 504445 w 759552"/>
                <a:gd name="connsiteY19" fmla="*/ 370503 h 522010"/>
                <a:gd name="connsiteX20" fmla="*/ 454439 w 759552"/>
                <a:gd name="connsiteY20" fmla="*/ 449084 h 522010"/>
                <a:gd name="connsiteX21" fmla="*/ 437770 w 759552"/>
                <a:gd name="connsiteY21" fmla="*/ 520522 h 522010"/>
                <a:gd name="connsiteX22" fmla="*/ 428245 w 759552"/>
                <a:gd name="connsiteY22" fmla="*/ 484803 h 522010"/>
                <a:gd name="connsiteX23" fmla="*/ 471108 w 759552"/>
                <a:gd name="connsiteY23" fmla="*/ 341928 h 522010"/>
                <a:gd name="connsiteX24" fmla="*/ 561595 w 759552"/>
                <a:gd name="connsiteY24" fmla="*/ 263347 h 522010"/>
                <a:gd name="connsiteX25" fmla="*/ 490158 w 759552"/>
                <a:gd name="connsiteY25" fmla="*/ 296684 h 522010"/>
                <a:gd name="connsiteX26" fmla="*/ 609220 w 759552"/>
                <a:gd name="connsiteY26" fmla="*/ 115709 h 522010"/>
                <a:gd name="connsiteX27" fmla="*/ 492539 w 759552"/>
                <a:gd name="connsiteY27" fmla="*/ 220484 h 522010"/>
                <a:gd name="connsiteX28" fmla="*/ 421102 w 759552"/>
                <a:gd name="connsiteY28" fmla="*/ 370503 h 522010"/>
                <a:gd name="connsiteX29" fmla="*/ 404433 w 759552"/>
                <a:gd name="connsiteY29" fmla="*/ 451466 h 522010"/>
                <a:gd name="connsiteX30" fmla="*/ 375858 w 759552"/>
                <a:gd name="connsiteY30" fmla="*/ 365741 h 522010"/>
                <a:gd name="connsiteX31" fmla="*/ 321089 w 759552"/>
                <a:gd name="connsiteY31" fmla="*/ 272872 h 522010"/>
                <a:gd name="connsiteX32" fmla="*/ 254414 w 759552"/>
                <a:gd name="connsiteY32" fmla="*/ 203816 h 522010"/>
                <a:gd name="connsiteX33" fmla="*/ 173452 w 759552"/>
                <a:gd name="connsiteY33" fmla="*/ 134759 h 522010"/>
                <a:gd name="connsiteX34" fmla="*/ 268702 w 759552"/>
                <a:gd name="connsiteY34" fmla="*/ 239534 h 522010"/>
                <a:gd name="connsiteX35" fmla="*/ 318708 w 759552"/>
                <a:gd name="connsiteY35" fmla="*/ 296684 h 522010"/>
                <a:gd name="connsiteX36" fmla="*/ 244889 w 759552"/>
                <a:gd name="connsiteY36" fmla="*/ 272872 h 522010"/>
                <a:gd name="connsiteX37" fmla="*/ 309183 w 759552"/>
                <a:gd name="connsiteY37" fmla="*/ 334784 h 522010"/>
                <a:gd name="connsiteX38" fmla="*/ 340139 w 759552"/>
                <a:gd name="connsiteY38" fmla="*/ 391934 h 522010"/>
                <a:gd name="connsiteX39" fmla="*/ 363952 w 759552"/>
                <a:gd name="connsiteY39" fmla="*/ 458609 h 522010"/>
                <a:gd name="connsiteX40" fmla="*/ 368714 w 759552"/>
                <a:gd name="connsiteY40" fmla="*/ 513378 h 522010"/>
                <a:gd name="connsiteX0" fmla="*/ 366815 w 757653"/>
                <a:gd name="connsiteY0" fmla="*/ 513378 h 522010"/>
                <a:gd name="connsiteX1" fmla="*/ 290615 w 757653"/>
                <a:gd name="connsiteY1" fmla="*/ 377647 h 522010"/>
                <a:gd name="connsiteX2" fmla="*/ 85828 w 757653"/>
                <a:gd name="connsiteY2" fmla="*/ 253822 h 522010"/>
                <a:gd name="connsiteX3" fmla="*/ 103 w 757653"/>
                <a:gd name="connsiteY3" fmla="*/ 163334 h 522010"/>
                <a:gd name="connsiteX4" fmla="*/ 147740 w 757653"/>
                <a:gd name="connsiteY4" fmla="*/ 25222 h 522010"/>
                <a:gd name="connsiteX5" fmla="*/ 238228 w 757653"/>
                <a:gd name="connsiteY5" fmla="*/ 41891 h 522010"/>
                <a:gd name="connsiteX6" fmla="*/ 283471 w 757653"/>
                <a:gd name="connsiteY6" fmla="*/ 82372 h 522010"/>
                <a:gd name="connsiteX7" fmla="*/ 314428 w 757653"/>
                <a:gd name="connsiteY7" fmla="*/ 122853 h 522010"/>
                <a:gd name="connsiteX8" fmla="*/ 352528 w 757653"/>
                <a:gd name="connsiteY8" fmla="*/ 206197 h 522010"/>
                <a:gd name="connsiteX9" fmla="*/ 390628 w 757653"/>
                <a:gd name="connsiteY9" fmla="*/ 301447 h 522010"/>
                <a:gd name="connsiteX10" fmla="*/ 395390 w 757653"/>
                <a:gd name="connsiteY10" fmla="*/ 330022 h 522010"/>
                <a:gd name="connsiteX11" fmla="*/ 457303 w 757653"/>
                <a:gd name="connsiteY11" fmla="*/ 168097 h 522010"/>
                <a:gd name="connsiteX12" fmla="*/ 521596 w 757653"/>
                <a:gd name="connsiteY12" fmla="*/ 44272 h 522010"/>
                <a:gd name="connsiteX13" fmla="*/ 604940 w 757653"/>
                <a:gd name="connsiteY13" fmla="*/ 1409 h 522010"/>
                <a:gd name="connsiteX14" fmla="*/ 681140 w 757653"/>
                <a:gd name="connsiteY14" fmla="*/ 15697 h 522010"/>
                <a:gd name="connsiteX15" fmla="*/ 731146 w 757653"/>
                <a:gd name="connsiteY15" fmla="*/ 68084 h 522010"/>
                <a:gd name="connsiteX16" fmla="*/ 757340 w 757653"/>
                <a:gd name="connsiteY16" fmla="*/ 153809 h 522010"/>
                <a:gd name="connsiteX17" fmla="*/ 714478 w 757653"/>
                <a:gd name="connsiteY17" fmla="*/ 227628 h 522010"/>
                <a:gd name="connsiteX18" fmla="*/ 609703 w 757653"/>
                <a:gd name="connsiteY18" fmla="*/ 287159 h 522010"/>
                <a:gd name="connsiteX19" fmla="*/ 502546 w 757653"/>
                <a:gd name="connsiteY19" fmla="*/ 370503 h 522010"/>
                <a:gd name="connsiteX20" fmla="*/ 452540 w 757653"/>
                <a:gd name="connsiteY20" fmla="*/ 449084 h 522010"/>
                <a:gd name="connsiteX21" fmla="*/ 435871 w 757653"/>
                <a:gd name="connsiteY21" fmla="*/ 520522 h 522010"/>
                <a:gd name="connsiteX22" fmla="*/ 426346 w 757653"/>
                <a:gd name="connsiteY22" fmla="*/ 484803 h 522010"/>
                <a:gd name="connsiteX23" fmla="*/ 469209 w 757653"/>
                <a:gd name="connsiteY23" fmla="*/ 341928 h 522010"/>
                <a:gd name="connsiteX24" fmla="*/ 559696 w 757653"/>
                <a:gd name="connsiteY24" fmla="*/ 263347 h 522010"/>
                <a:gd name="connsiteX25" fmla="*/ 488259 w 757653"/>
                <a:gd name="connsiteY25" fmla="*/ 296684 h 522010"/>
                <a:gd name="connsiteX26" fmla="*/ 607321 w 757653"/>
                <a:gd name="connsiteY26" fmla="*/ 115709 h 522010"/>
                <a:gd name="connsiteX27" fmla="*/ 490640 w 757653"/>
                <a:gd name="connsiteY27" fmla="*/ 220484 h 522010"/>
                <a:gd name="connsiteX28" fmla="*/ 419203 w 757653"/>
                <a:gd name="connsiteY28" fmla="*/ 370503 h 522010"/>
                <a:gd name="connsiteX29" fmla="*/ 402534 w 757653"/>
                <a:gd name="connsiteY29" fmla="*/ 451466 h 522010"/>
                <a:gd name="connsiteX30" fmla="*/ 373959 w 757653"/>
                <a:gd name="connsiteY30" fmla="*/ 365741 h 522010"/>
                <a:gd name="connsiteX31" fmla="*/ 319190 w 757653"/>
                <a:gd name="connsiteY31" fmla="*/ 272872 h 522010"/>
                <a:gd name="connsiteX32" fmla="*/ 252515 w 757653"/>
                <a:gd name="connsiteY32" fmla="*/ 203816 h 522010"/>
                <a:gd name="connsiteX33" fmla="*/ 171553 w 757653"/>
                <a:gd name="connsiteY33" fmla="*/ 134759 h 522010"/>
                <a:gd name="connsiteX34" fmla="*/ 266803 w 757653"/>
                <a:gd name="connsiteY34" fmla="*/ 239534 h 522010"/>
                <a:gd name="connsiteX35" fmla="*/ 316809 w 757653"/>
                <a:gd name="connsiteY35" fmla="*/ 296684 h 522010"/>
                <a:gd name="connsiteX36" fmla="*/ 242990 w 757653"/>
                <a:gd name="connsiteY36" fmla="*/ 272872 h 522010"/>
                <a:gd name="connsiteX37" fmla="*/ 307284 w 757653"/>
                <a:gd name="connsiteY37" fmla="*/ 334784 h 522010"/>
                <a:gd name="connsiteX38" fmla="*/ 338240 w 757653"/>
                <a:gd name="connsiteY38" fmla="*/ 391934 h 522010"/>
                <a:gd name="connsiteX39" fmla="*/ 362053 w 757653"/>
                <a:gd name="connsiteY39" fmla="*/ 458609 h 522010"/>
                <a:gd name="connsiteX40" fmla="*/ 366815 w 757653"/>
                <a:gd name="connsiteY40" fmla="*/ 513378 h 522010"/>
                <a:gd name="connsiteX0" fmla="*/ 366815 w 757653"/>
                <a:gd name="connsiteY0" fmla="*/ 513378 h 522010"/>
                <a:gd name="connsiteX1" fmla="*/ 290615 w 757653"/>
                <a:gd name="connsiteY1" fmla="*/ 377647 h 522010"/>
                <a:gd name="connsiteX2" fmla="*/ 85828 w 757653"/>
                <a:gd name="connsiteY2" fmla="*/ 253822 h 522010"/>
                <a:gd name="connsiteX3" fmla="*/ 103 w 757653"/>
                <a:gd name="connsiteY3" fmla="*/ 163334 h 522010"/>
                <a:gd name="connsiteX4" fmla="*/ 147740 w 757653"/>
                <a:gd name="connsiteY4" fmla="*/ 25222 h 522010"/>
                <a:gd name="connsiteX5" fmla="*/ 238228 w 757653"/>
                <a:gd name="connsiteY5" fmla="*/ 41891 h 522010"/>
                <a:gd name="connsiteX6" fmla="*/ 283471 w 757653"/>
                <a:gd name="connsiteY6" fmla="*/ 82372 h 522010"/>
                <a:gd name="connsiteX7" fmla="*/ 314428 w 757653"/>
                <a:gd name="connsiteY7" fmla="*/ 122853 h 522010"/>
                <a:gd name="connsiteX8" fmla="*/ 352528 w 757653"/>
                <a:gd name="connsiteY8" fmla="*/ 206197 h 522010"/>
                <a:gd name="connsiteX9" fmla="*/ 390628 w 757653"/>
                <a:gd name="connsiteY9" fmla="*/ 301447 h 522010"/>
                <a:gd name="connsiteX10" fmla="*/ 395390 w 757653"/>
                <a:gd name="connsiteY10" fmla="*/ 330022 h 522010"/>
                <a:gd name="connsiteX11" fmla="*/ 457303 w 757653"/>
                <a:gd name="connsiteY11" fmla="*/ 168097 h 522010"/>
                <a:gd name="connsiteX12" fmla="*/ 521596 w 757653"/>
                <a:gd name="connsiteY12" fmla="*/ 44272 h 522010"/>
                <a:gd name="connsiteX13" fmla="*/ 604940 w 757653"/>
                <a:gd name="connsiteY13" fmla="*/ 1409 h 522010"/>
                <a:gd name="connsiteX14" fmla="*/ 681140 w 757653"/>
                <a:gd name="connsiteY14" fmla="*/ 15697 h 522010"/>
                <a:gd name="connsiteX15" fmla="*/ 731146 w 757653"/>
                <a:gd name="connsiteY15" fmla="*/ 68084 h 522010"/>
                <a:gd name="connsiteX16" fmla="*/ 757340 w 757653"/>
                <a:gd name="connsiteY16" fmla="*/ 153809 h 522010"/>
                <a:gd name="connsiteX17" fmla="*/ 714478 w 757653"/>
                <a:gd name="connsiteY17" fmla="*/ 227628 h 522010"/>
                <a:gd name="connsiteX18" fmla="*/ 609703 w 757653"/>
                <a:gd name="connsiteY18" fmla="*/ 287159 h 522010"/>
                <a:gd name="connsiteX19" fmla="*/ 502546 w 757653"/>
                <a:gd name="connsiteY19" fmla="*/ 370503 h 522010"/>
                <a:gd name="connsiteX20" fmla="*/ 452540 w 757653"/>
                <a:gd name="connsiteY20" fmla="*/ 449084 h 522010"/>
                <a:gd name="connsiteX21" fmla="*/ 435871 w 757653"/>
                <a:gd name="connsiteY21" fmla="*/ 520522 h 522010"/>
                <a:gd name="connsiteX22" fmla="*/ 426346 w 757653"/>
                <a:gd name="connsiteY22" fmla="*/ 484803 h 522010"/>
                <a:gd name="connsiteX23" fmla="*/ 469209 w 757653"/>
                <a:gd name="connsiteY23" fmla="*/ 341928 h 522010"/>
                <a:gd name="connsiteX24" fmla="*/ 559696 w 757653"/>
                <a:gd name="connsiteY24" fmla="*/ 263347 h 522010"/>
                <a:gd name="connsiteX25" fmla="*/ 488259 w 757653"/>
                <a:gd name="connsiteY25" fmla="*/ 296684 h 522010"/>
                <a:gd name="connsiteX26" fmla="*/ 607321 w 757653"/>
                <a:gd name="connsiteY26" fmla="*/ 115709 h 522010"/>
                <a:gd name="connsiteX27" fmla="*/ 490640 w 757653"/>
                <a:gd name="connsiteY27" fmla="*/ 220484 h 522010"/>
                <a:gd name="connsiteX28" fmla="*/ 419203 w 757653"/>
                <a:gd name="connsiteY28" fmla="*/ 370503 h 522010"/>
                <a:gd name="connsiteX29" fmla="*/ 402534 w 757653"/>
                <a:gd name="connsiteY29" fmla="*/ 451466 h 522010"/>
                <a:gd name="connsiteX30" fmla="*/ 373959 w 757653"/>
                <a:gd name="connsiteY30" fmla="*/ 365741 h 522010"/>
                <a:gd name="connsiteX31" fmla="*/ 319190 w 757653"/>
                <a:gd name="connsiteY31" fmla="*/ 272872 h 522010"/>
                <a:gd name="connsiteX32" fmla="*/ 252515 w 757653"/>
                <a:gd name="connsiteY32" fmla="*/ 203816 h 522010"/>
                <a:gd name="connsiteX33" fmla="*/ 171553 w 757653"/>
                <a:gd name="connsiteY33" fmla="*/ 134759 h 522010"/>
                <a:gd name="connsiteX34" fmla="*/ 266803 w 757653"/>
                <a:gd name="connsiteY34" fmla="*/ 239534 h 522010"/>
                <a:gd name="connsiteX35" fmla="*/ 316809 w 757653"/>
                <a:gd name="connsiteY35" fmla="*/ 296684 h 522010"/>
                <a:gd name="connsiteX36" fmla="*/ 242990 w 757653"/>
                <a:gd name="connsiteY36" fmla="*/ 272872 h 522010"/>
                <a:gd name="connsiteX37" fmla="*/ 307284 w 757653"/>
                <a:gd name="connsiteY37" fmla="*/ 334784 h 522010"/>
                <a:gd name="connsiteX38" fmla="*/ 338240 w 757653"/>
                <a:gd name="connsiteY38" fmla="*/ 391934 h 522010"/>
                <a:gd name="connsiteX39" fmla="*/ 362053 w 757653"/>
                <a:gd name="connsiteY39" fmla="*/ 458609 h 522010"/>
                <a:gd name="connsiteX40" fmla="*/ 366815 w 757653"/>
                <a:gd name="connsiteY40" fmla="*/ 513378 h 522010"/>
                <a:gd name="connsiteX0" fmla="*/ 367190 w 758028"/>
                <a:gd name="connsiteY0" fmla="*/ 513378 h 522010"/>
                <a:gd name="connsiteX1" fmla="*/ 290990 w 758028"/>
                <a:gd name="connsiteY1" fmla="*/ 377647 h 522010"/>
                <a:gd name="connsiteX2" fmla="*/ 110015 w 758028"/>
                <a:gd name="connsiteY2" fmla="*/ 270491 h 522010"/>
                <a:gd name="connsiteX3" fmla="*/ 478 w 758028"/>
                <a:gd name="connsiteY3" fmla="*/ 163334 h 522010"/>
                <a:gd name="connsiteX4" fmla="*/ 148115 w 758028"/>
                <a:gd name="connsiteY4" fmla="*/ 25222 h 522010"/>
                <a:gd name="connsiteX5" fmla="*/ 238603 w 758028"/>
                <a:gd name="connsiteY5" fmla="*/ 41891 h 522010"/>
                <a:gd name="connsiteX6" fmla="*/ 283846 w 758028"/>
                <a:gd name="connsiteY6" fmla="*/ 82372 h 522010"/>
                <a:gd name="connsiteX7" fmla="*/ 314803 w 758028"/>
                <a:gd name="connsiteY7" fmla="*/ 122853 h 522010"/>
                <a:gd name="connsiteX8" fmla="*/ 352903 w 758028"/>
                <a:gd name="connsiteY8" fmla="*/ 206197 h 522010"/>
                <a:gd name="connsiteX9" fmla="*/ 391003 w 758028"/>
                <a:gd name="connsiteY9" fmla="*/ 301447 h 522010"/>
                <a:gd name="connsiteX10" fmla="*/ 395765 w 758028"/>
                <a:gd name="connsiteY10" fmla="*/ 330022 h 522010"/>
                <a:gd name="connsiteX11" fmla="*/ 457678 w 758028"/>
                <a:gd name="connsiteY11" fmla="*/ 168097 h 522010"/>
                <a:gd name="connsiteX12" fmla="*/ 521971 w 758028"/>
                <a:gd name="connsiteY12" fmla="*/ 44272 h 522010"/>
                <a:gd name="connsiteX13" fmla="*/ 605315 w 758028"/>
                <a:gd name="connsiteY13" fmla="*/ 1409 h 522010"/>
                <a:gd name="connsiteX14" fmla="*/ 681515 w 758028"/>
                <a:gd name="connsiteY14" fmla="*/ 15697 h 522010"/>
                <a:gd name="connsiteX15" fmla="*/ 731521 w 758028"/>
                <a:gd name="connsiteY15" fmla="*/ 68084 h 522010"/>
                <a:gd name="connsiteX16" fmla="*/ 757715 w 758028"/>
                <a:gd name="connsiteY16" fmla="*/ 153809 h 522010"/>
                <a:gd name="connsiteX17" fmla="*/ 714853 w 758028"/>
                <a:gd name="connsiteY17" fmla="*/ 227628 h 522010"/>
                <a:gd name="connsiteX18" fmla="*/ 610078 w 758028"/>
                <a:gd name="connsiteY18" fmla="*/ 287159 h 522010"/>
                <a:gd name="connsiteX19" fmla="*/ 502921 w 758028"/>
                <a:gd name="connsiteY19" fmla="*/ 370503 h 522010"/>
                <a:gd name="connsiteX20" fmla="*/ 452915 w 758028"/>
                <a:gd name="connsiteY20" fmla="*/ 449084 h 522010"/>
                <a:gd name="connsiteX21" fmla="*/ 436246 w 758028"/>
                <a:gd name="connsiteY21" fmla="*/ 520522 h 522010"/>
                <a:gd name="connsiteX22" fmla="*/ 426721 w 758028"/>
                <a:gd name="connsiteY22" fmla="*/ 484803 h 522010"/>
                <a:gd name="connsiteX23" fmla="*/ 469584 w 758028"/>
                <a:gd name="connsiteY23" fmla="*/ 341928 h 522010"/>
                <a:gd name="connsiteX24" fmla="*/ 560071 w 758028"/>
                <a:gd name="connsiteY24" fmla="*/ 263347 h 522010"/>
                <a:gd name="connsiteX25" fmla="*/ 488634 w 758028"/>
                <a:gd name="connsiteY25" fmla="*/ 296684 h 522010"/>
                <a:gd name="connsiteX26" fmla="*/ 607696 w 758028"/>
                <a:gd name="connsiteY26" fmla="*/ 115709 h 522010"/>
                <a:gd name="connsiteX27" fmla="*/ 491015 w 758028"/>
                <a:gd name="connsiteY27" fmla="*/ 220484 h 522010"/>
                <a:gd name="connsiteX28" fmla="*/ 419578 w 758028"/>
                <a:gd name="connsiteY28" fmla="*/ 370503 h 522010"/>
                <a:gd name="connsiteX29" fmla="*/ 402909 w 758028"/>
                <a:gd name="connsiteY29" fmla="*/ 451466 h 522010"/>
                <a:gd name="connsiteX30" fmla="*/ 374334 w 758028"/>
                <a:gd name="connsiteY30" fmla="*/ 365741 h 522010"/>
                <a:gd name="connsiteX31" fmla="*/ 319565 w 758028"/>
                <a:gd name="connsiteY31" fmla="*/ 272872 h 522010"/>
                <a:gd name="connsiteX32" fmla="*/ 252890 w 758028"/>
                <a:gd name="connsiteY32" fmla="*/ 203816 h 522010"/>
                <a:gd name="connsiteX33" fmla="*/ 171928 w 758028"/>
                <a:gd name="connsiteY33" fmla="*/ 134759 h 522010"/>
                <a:gd name="connsiteX34" fmla="*/ 267178 w 758028"/>
                <a:gd name="connsiteY34" fmla="*/ 239534 h 522010"/>
                <a:gd name="connsiteX35" fmla="*/ 317184 w 758028"/>
                <a:gd name="connsiteY35" fmla="*/ 296684 h 522010"/>
                <a:gd name="connsiteX36" fmla="*/ 243365 w 758028"/>
                <a:gd name="connsiteY36" fmla="*/ 272872 h 522010"/>
                <a:gd name="connsiteX37" fmla="*/ 307659 w 758028"/>
                <a:gd name="connsiteY37" fmla="*/ 334784 h 522010"/>
                <a:gd name="connsiteX38" fmla="*/ 338615 w 758028"/>
                <a:gd name="connsiteY38" fmla="*/ 391934 h 522010"/>
                <a:gd name="connsiteX39" fmla="*/ 362428 w 758028"/>
                <a:gd name="connsiteY39" fmla="*/ 458609 h 522010"/>
                <a:gd name="connsiteX40" fmla="*/ 367190 w 758028"/>
                <a:gd name="connsiteY40" fmla="*/ 513378 h 522010"/>
                <a:gd name="connsiteX0" fmla="*/ 368002 w 758840"/>
                <a:gd name="connsiteY0" fmla="*/ 513378 h 522010"/>
                <a:gd name="connsiteX1" fmla="*/ 291802 w 758840"/>
                <a:gd name="connsiteY1" fmla="*/ 377647 h 522010"/>
                <a:gd name="connsiteX2" fmla="*/ 110827 w 758840"/>
                <a:gd name="connsiteY2" fmla="*/ 270491 h 522010"/>
                <a:gd name="connsiteX3" fmla="*/ 1290 w 758840"/>
                <a:gd name="connsiteY3" fmla="*/ 163334 h 522010"/>
                <a:gd name="connsiteX4" fmla="*/ 148927 w 758840"/>
                <a:gd name="connsiteY4" fmla="*/ 25222 h 522010"/>
                <a:gd name="connsiteX5" fmla="*/ 239415 w 758840"/>
                <a:gd name="connsiteY5" fmla="*/ 41891 h 522010"/>
                <a:gd name="connsiteX6" fmla="*/ 284658 w 758840"/>
                <a:gd name="connsiteY6" fmla="*/ 82372 h 522010"/>
                <a:gd name="connsiteX7" fmla="*/ 315615 w 758840"/>
                <a:gd name="connsiteY7" fmla="*/ 122853 h 522010"/>
                <a:gd name="connsiteX8" fmla="*/ 353715 w 758840"/>
                <a:gd name="connsiteY8" fmla="*/ 206197 h 522010"/>
                <a:gd name="connsiteX9" fmla="*/ 391815 w 758840"/>
                <a:gd name="connsiteY9" fmla="*/ 301447 h 522010"/>
                <a:gd name="connsiteX10" fmla="*/ 396577 w 758840"/>
                <a:gd name="connsiteY10" fmla="*/ 330022 h 522010"/>
                <a:gd name="connsiteX11" fmla="*/ 458490 w 758840"/>
                <a:gd name="connsiteY11" fmla="*/ 168097 h 522010"/>
                <a:gd name="connsiteX12" fmla="*/ 522783 w 758840"/>
                <a:gd name="connsiteY12" fmla="*/ 44272 h 522010"/>
                <a:gd name="connsiteX13" fmla="*/ 606127 w 758840"/>
                <a:gd name="connsiteY13" fmla="*/ 1409 h 522010"/>
                <a:gd name="connsiteX14" fmla="*/ 682327 w 758840"/>
                <a:gd name="connsiteY14" fmla="*/ 15697 h 522010"/>
                <a:gd name="connsiteX15" fmla="*/ 732333 w 758840"/>
                <a:gd name="connsiteY15" fmla="*/ 68084 h 522010"/>
                <a:gd name="connsiteX16" fmla="*/ 758527 w 758840"/>
                <a:gd name="connsiteY16" fmla="*/ 153809 h 522010"/>
                <a:gd name="connsiteX17" fmla="*/ 715665 w 758840"/>
                <a:gd name="connsiteY17" fmla="*/ 227628 h 522010"/>
                <a:gd name="connsiteX18" fmla="*/ 610890 w 758840"/>
                <a:gd name="connsiteY18" fmla="*/ 287159 h 522010"/>
                <a:gd name="connsiteX19" fmla="*/ 503733 w 758840"/>
                <a:gd name="connsiteY19" fmla="*/ 370503 h 522010"/>
                <a:gd name="connsiteX20" fmla="*/ 453727 w 758840"/>
                <a:gd name="connsiteY20" fmla="*/ 449084 h 522010"/>
                <a:gd name="connsiteX21" fmla="*/ 437058 w 758840"/>
                <a:gd name="connsiteY21" fmla="*/ 520522 h 522010"/>
                <a:gd name="connsiteX22" fmla="*/ 427533 w 758840"/>
                <a:gd name="connsiteY22" fmla="*/ 484803 h 522010"/>
                <a:gd name="connsiteX23" fmla="*/ 470396 w 758840"/>
                <a:gd name="connsiteY23" fmla="*/ 341928 h 522010"/>
                <a:gd name="connsiteX24" fmla="*/ 560883 w 758840"/>
                <a:gd name="connsiteY24" fmla="*/ 263347 h 522010"/>
                <a:gd name="connsiteX25" fmla="*/ 489446 w 758840"/>
                <a:gd name="connsiteY25" fmla="*/ 296684 h 522010"/>
                <a:gd name="connsiteX26" fmla="*/ 608508 w 758840"/>
                <a:gd name="connsiteY26" fmla="*/ 115709 h 522010"/>
                <a:gd name="connsiteX27" fmla="*/ 491827 w 758840"/>
                <a:gd name="connsiteY27" fmla="*/ 220484 h 522010"/>
                <a:gd name="connsiteX28" fmla="*/ 420390 w 758840"/>
                <a:gd name="connsiteY28" fmla="*/ 370503 h 522010"/>
                <a:gd name="connsiteX29" fmla="*/ 403721 w 758840"/>
                <a:gd name="connsiteY29" fmla="*/ 451466 h 522010"/>
                <a:gd name="connsiteX30" fmla="*/ 375146 w 758840"/>
                <a:gd name="connsiteY30" fmla="*/ 365741 h 522010"/>
                <a:gd name="connsiteX31" fmla="*/ 320377 w 758840"/>
                <a:gd name="connsiteY31" fmla="*/ 272872 h 522010"/>
                <a:gd name="connsiteX32" fmla="*/ 253702 w 758840"/>
                <a:gd name="connsiteY32" fmla="*/ 203816 h 522010"/>
                <a:gd name="connsiteX33" fmla="*/ 172740 w 758840"/>
                <a:gd name="connsiteY33" fmla="*/ 134759 h 522010"/>
                <a:gd name="connsiteX34" fmla="*/ 267990 w 758840"/>
                <a:gd name="connsiteY34" fmla="*/ 239534 h 522010"/>
                <a:gd name="connsiteX35" fmla="*/ 317996 w 758840"/>
                <a:gd name="connsiteY35" fmla="*/ 296684 h 522010"/>
                <a:gd name="connsiteX36" fmla="*/ 244177 w 758840"/>
                <a:gd name="connsiteY36" fmla="*/ 272872 h 522010"/>
                <a:gd name="connsiteX37" fmla="*/ 308471 w 758840"/>
                <a:gd name="connsiteY37" fmla="*/ 334784 h 522010"/>
                <a:gd name="connsiteX38" fmla="*/ 339427 w 758840"/>
                <a:gd name="connsiteY38" fmla="*/ 391934 h 522010"/>
                <a:gd name="connsiteX39" fmla="*/ 363240 w 758840"/>
                <a:gd name="connsiteY39" fmla="*/ 458609 h 522010"/>
                <a:gd name="connsiteX40" fmla="*/ 368002 w 758840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89370 w 758764"/>
                <a:gd name="connsiteY25" fmla="*/ 296684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96489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96489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36970 w 758764"/>
                <a:gd name="connsiteY7" fmla="*/ 149046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36970 w 758764"/>
                <a:gd name="connsiteY7" fmla="*/ 149046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48889 w 758764"/>
                <a:gd name="connsiteY11" fmla="*/ 165716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58764" h="522010">
                  <a:moveTo>
                    <a:pt x="367926" y="513378"/>
                  </a:moveTo>
                  <a:cubicBezTo>
                    <a:pt x="356020" y="499884"/>
                    <a:pt x="334589" y="418128"/>
                    <a:pt x="291726" y="377647"/>
                  </a:cubicBezTo>
                  <a:cubicBezTo>
                    <a:pt x="248864" y="337166"/>
                    <a:pt x="163933" y="289541"/>
                    <a:pt x="110751" y="270491"/>
                  </a:cubicBezTo>
                  <a:cubicBezTo>
                    <a:pt x="57569" y="251441"/>
                    <a:pt x="-9899" y="244693"/>
                    <a:pt x="1214" y="163334"/>
                  </a:cubicBezTo>
                  <a:cubicBezTo>
                    <a:pt x="12327" y="81975"/>
                    <a:pt x="114323" y="29190"/>
                    <a:pt x="148851" y="25222"/>
                  </a:cubicBezTo>
                  <a:cubicBezTo>
                    <a:pt x="183379" y="21254"/>
                    <a:pt x="225845" y="29191"/>
                    <a:pt x="251245" y="39510"/>
                  </a:cubicBezTo>
                  <a:cubicBezTo>
                    <a:pt x="276645" y="49829"/>
                    <a:pt x="286965" y="68879"/>
                    <a:pt x="301252" y="87135"/>
                  </a:cubicBezTo>
                  <a:cubicBezTo>
                    <a:pt x="315539" y="105391"/>
                    <a:pt x="328239" y="129202"/>
                    <a:pt x="336970" y="149046"/>
                  </a:cubicBezTo>
                  <a:cubicBezTo>
                    <a:pt x="345701" y="168890"/>
                    <a:pt x="344511" y="180797"/>
                    <a:pt x="353639" y="206197"/>
                  </a:cubicBezTo>
                  <a:cubicBezTo>
                    <a:pt x="362767" y="231597"/>
                    <a:pt x="384595" y="280810"/>
                    <a:pt x="391739" y="301447"/>
                  </a:cubicBezTo>
                  <a:cubicBezTo>
                    <a:pt x="398883" y="322084"/>
                    <a:pt x="386976" y="352644"/>
                    <a:pt x="396501" y="330022"/>
                  </a:cubicBezTo>
                  <a:cubicBezTo>
                    <a:pt x="406026" y="307400"/>
                    <a:pt x="427855" y="213341"/>
                    <a:pt x="448889" y="165716"/>
                  </a:cubicBezTo>
                  <a:cubicBezTo>
                    <a:pt x="469923" y="118091"/>
                    <a:pt x="496513" y="71657"/>
                    <a:pt x="522707" y="44272"/>
                  </a:cubicBezTo>
                  <a:cubicBezTo>
                    <a:pt x="548901" y="16887"/>
                    <a:pt x="579461" y="6171"/>
                    <a:pt x="606051" y="1409"/>
                  </a:cubicBezTo>
                  <a:cubicBezTo>
                    <a:pt x="632641" y="-3353"/>
                    <a:pt x="661217" y="4585"/>
                    <a:pt x="682251" y="15697"/>
                  </a:cubicBezTo>
                  <a:cubicBezTo>
                    <a:pt x="703285" y="26809"/>
                    <a:pt x="719557" y="45065"/>
                    <a:pt x="732257" y="68084"/>
                  </a:cubicBezTo>
                  <a:cubicBezTo>
                    <a:pt x="744957" y="91103"/>
                    <a:pt x="761229" y="127218"/>
                    <a:pt x="758451" y="153809"/>
                  </a:cubicBezTo>
                  <a:cubicBezTo>
                    <a:pt x="755673" y="180400"/>
                    <a:pt x="740195" y="205403"/>
                    <a:pt x="715589" y="227628"/>
                  </a:cubicBezTo>
                  <a:cubicBezTo>
                    <a:pt x="690983" y="249853"/>
                    <a:pt x="646136" y="263346"/>
                    <a:pt x="610814" y="287159"/>
                  </a:cubicBezTo>
                  <a:cubicBezTo>
                    <a:pt x="575492" y="310971"/>
                    <a:pt x="529851" y="343515"/>
                    <a:pt x="503657" y="370503"/>
                  </a:cubicBezTo>
                  <a:cubicBezTo>
                    <a:pt x="477463" y="397490"/>
                    <a:pt x="464764" y="424081"/>
                    <a:pt x="453651" y="449084"/>
                  </a:cubicBezTo>
                  <a:cubicBezTo>
                    <a:pt x="442538" y="474087"/>
                    <a:pt x="441348" y="514569"/>
                    <a:pt x="436982" y="520522"/>
                  </a:cubicBezTo>
                  <a:cubicBezTo>
                    <a:pt x="432616" y="526475"/>
                    <a:pt x="421901" y="514569"/>
                    <a:pt x="427457" y="484803"/>
                  </a:cubicBezTo>
                  <a:cubicBezTo>
                    <a:pt x="433013" y="455037"/>
                    <a:pt x="448095" y="378837"/>
                    <a:pt x="470320" y="341928"/>
                  </a:cubicBezTo>
                  <a:cubicBezTo>
                    <a:pt x="492545" y="305019"/>
                    <a:pt x="560410" y="271285"/>
                    <a:pt x="560807" y="263347"/>
                  </a:cubicBezTo>
                  <a:cubicBezTo>
                    <a:pt x="561204" y="255409"/>
                    <a:pt x="464764" y="318908"/>
                    <a:pt x="472701" y="294302"/>
                  </a:cubicBezTo>
                  <a:cubicBezTo>
                    <a:pt x="480638" y="269696"/>
                    <a:pt x="605257" y="128012"/>
                    <a:pt x="608432" y="115709"/>
                  </a:cubicBezTo>
                  <a:cubicBezTo>
                    <a:pt x="611607" y="103406"/>
                    <a:pt x="523104" y="178018"/>
                    <a:pt x="491751" y="220484"/>
                  </a:cubicBezTo>
                  <a:cubicBezTo>
                    <a:pt x="460398" y="262950"/>
                    <a:pt x="434998" y="332006"/>
                    <a:pt x="420314" y="370503"/>
                  </a:cubicBezTo>
                  <a:cubicBezTo>
                    <a:pt x="405630" y="409000"/>
                    <a:pt x="411186" y="452260"/>
                    <a:pt x="403645" y="451466"/>
                  </a:cubicBezTo>
                  <a:cubicBezTo>
                    <a:pt x="396104" y="450672"/>
                    <a:pt x="388961" y="395507"/>
                    <a:pt x="375070" y="365741"/>
                  </a:cubicBezTo>
                  <a:cubicBezTo>
                    <a:pt x="361179" y="335975"/>
                    <a:pt x="340542" y="299859"/>
                    <a:pt x="320301" y="272872"/>
                  </a:cubicBezTo>
                  <a:cubicBezTo>
                    <a:pt x="300060" y="245885"/>
                    <a:pt x="278232" y="226835"/>
                    <a:pt x="253626" y="203816"/>
                  </a:cubicBezTo>
                  <a:cubicBezTo>
                    <a:pt x="229020" y="180797"/>
                    <a:pt x="170283" y="128806"/>
                    <a:pt x="172664" y="134759"/>
                  </a:cubicBezTo>
                  <a:cubicBezTo>
                    <a:pt x="175045" y="140712"/>
                    <a:pt x="267914" y="239534"/>
                    <a:pt x="267914" y="239534"/>
                  </a:cubicBezTo>
                  <a:cubicBezTo>
                    <a:pt x="292123" y="266521"/>
                    <a:pt x="321889" y="291128"/>
                    <a:pt x="317920" y="296684"/>
                  </a:cubicBezTo>
                  <a:cubicBezTo>
                    <a:pt x="313951" y="302240"/>
                    <a:pt x="245688" y="266522"/>
                    <a:pt x="244101" y="272872"/>
                  </a:cubicBezTo>
                  <a:cubicBezTo>
                    <a:pt x="242513" y="279222"/>
                    <a:pt x="292520" y="314940"/>
                    <a:pt x="308395" y="334784"/>
                  </a:cubicBezTo>
                  <a:cubicBezTo>
                    <a:pt x="324270" y="354628"/>
                    <a:pt x="330223" y="371297"/>
                    <a:pt x="339351" y="391934"/>
                  </a:cubicBezTo>
                  <a:cubicBezTo>
                    <a:pt x="348479" y="412571"/>
                    <a:pt x="358401" y="441543"/>
                    <a:pt x="363164" y="458609"/>
                  </a:cubicBezTo>
                  <a:cubicBezTo>
                    <a:pt x="367927" y="475675"/>
                    <a:pt x="379832" y="526872"/>
                    <a:pt x="367926" y="513378"/>
                  </a:cubicBezTo>
                  <a:close/>
                </a:path>
              </a:pathLst>
            </a:custGeom>
            <a:solidFill>
              <a:srgbClr val="7CB32A"/>
            </a:solidFill>
            <a:ln w="19050">
              <a:solidFill>
                <a:srgbClr val="12531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AECB068-B39E-5631-F44C-81CCCE5D2279}"/>
                </a:ext>
              </a:extLst>
            </p:cNvPr>
            <p:cNvSpPr txBox="1"/>
            <p:nvPr/>
          </p:nvSpPr>
          <p:spPr>
            <a:xfrm>
              <a:off x="4484835" y="3664740"/>
              <a:ext cx="2917530" cy="489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dirty="0">
                  <a:solidFill>
                    <a:srgbClr val="002060"/>
                  </a:solidFill>
                  <a:latin typeface="Franklin Gothic Demi" panose="020B0604020202020204" pitchFamily="34" charset="0"/>
                </a:rPr>
                <a:t>THRUST</a:t>
              </a:r>
            </a:p>
            <a:p>
              <a:pPr algn="ctr">
                <a:lnSpc>
                  <a:spcPts val="1500"/>
                </a:lnSpc>
              </a:pPr>
              <a:r>
                <a:rPr lang="en-US" dirty="0">
                  <a:solidFill>
                    <a:srgbClr val="002060"/>
                  </a:solidFill>
                </a:rPr>
                <a:t>The hydroponic you can trust</a:t>
              </a:r>
            </a:p>
          </p:txBody>
        </p:sp>
      </p:grpSp>
      <p:pic>
        <p:nvPicPr>
          <p:cNvPr id="3076" name="Picture 4" descr="[Resmi] Telkom University Menerima Mahasiswa Baru Tahun 2017/2018 ...">
            <a:extLst>
              <a:ext uri="{FF2B5EF4-FFF2-40B4-BE49-F238E27FC236}">
                <a16:creationId xmlns:a16="http://schemas.microsoft.com/office/drawing/2014/main" id="{8277C29D-985D-117C-A251-DB3E8711D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1" y="114301"/>
            <a:ext cx="647700" cy="79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4308E474-37A8-E9AD-48CA-9525890105A7}"/>
              </a:ext>
            </a:extLst>
          </p:cNvPr>
          <p:cNvGrpSpPr/>
          <p:nvPr/>
        </p:nvGrpSpPr>
        <p:grpSpPr>
          <a:xfrm>
            <a:off x="4637235" y="2385583"/>
            <a:ext cx="2917529" cy="1974359"/>
            <a:chOff x="4757224" y="2457450"/>
            <a:chExt cx="2372751" cy="1605695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070B21-6D32-1D43-48D8-7C1D916A160E}"/>
                </a:ext>
              </a:extLst>
            </p:cNvPr>
            <p:cNvSpPr/>
            <p:nvPr/>
          </p:nvSpPr>
          <p:spPr>
            <a:xfrm>
              <a:off x="5431074" y="3293265"/>
              <a:ext cx="1068436" cy="242134"/>
            </a:xfrm>
            <a:custGeom>
              <a:avLst/>
              <a:gdLst>
                <a:gd name="connsiteX0" fmla="*/ 625 w 1054368"/>
                <a:gd name="connsiteY0" fmla="*/ 52702 h 231717"/>
                <a:gd name="connsiteX1" fmla="*/ 217319 w 1054368"/>
                <a:gd name="connsiteY1" fmla="*/ 315 h 231717"/>
                <a:gd name="connsiteX2" fmla="*/ 712619 w 1054368"/>
                <a:gd name="connsiteY2" fmla="*/ 74134 h 231717"/>
                <a:gd name="connsiteX3" fmla="*/ 1048375 w 1054368"/>
                <a:gd name="connsiteY3" fmla="*/ 19365 h 231717"/>
                <a:gd name="connsiteX4" fmla="*/ 907881 w 1054368"/>
                <a:gd name="connsiteY4" fmla="*/ 221771 h 231717"/>
                <a:gd name="connsiteX5" fmla="*/ 655469 w 1054368"/>
                <a:gd name="connsiteY5" fmla="*/ 202721 h 231717"/>
                <a:gd name="connsiteX6" fmla="*/ 169694 w 1054368"/>
                <a:gd name="connsiteY6" fmla="*/ 171765 h 231717"/>
                <a:gd name="connsiteX7" fmla="*/ 625 w 1054368"/>
                <a:gd name="connsiteY7" fmla="*/ 52702 h 231717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2735 w 1055911"/>
                <a:gd name="connsiteY0" fmla="*/ 54806 h 233821"/>
                <a:gd name="connsiteX1" fmla="*/ 283722 w 1055911"/>
                <a:gd name="connsiteY1" fmla="*/ 38 h 233821"/>
                <a:gd name="connsiteX2" fmla="*/ 726635 w 1055911"/>
                <a:gd name="connsiteY2" fmla="*/ 61951 h 233821"/>
                <a:gd name="connsiteX3" fmla="*/ 1050485 w 1055911"/>
                <a:gd name="connsiteY3" fmla="*/ 21469 h 233821"/>
                <a:gd name="connsiteX4" fmla="*/ 909991 w 1055911"/>
                <a:gd name="connsiteY4" fmla="*/ 223875 h 233821"/>
                <a:gd name="connsiteX5" fmla="*/ 657579 w 1055911"/>
                <a:gd name="connsiteY5" fmla="*/ 204825 h 233821"/>
                <a:gd name="connsiteX6" fmla="*/ 171804 w 1055911"/>
                <a:gd name="connsiteY6" fmla="*/ 173869 h 233821"/>
                <a:gd name="connsiteX7" fmla="*/ 2735 w 1055911"/>
                <a:gd name="connsiteY7" fmla="*/ 54806 h 233821"/>
                <a:gd name="connsiteX0" fmla="*/ 2735 w 1055911"/>
                <a:gd name="connsiteY0" fmla="*/ 57382 h 236397"/>
                <a:gd name="connsiteX1" fmla="*/ 283722 w 1055911"/>
                <a:gd name="connsiteY1" fmla="*/ 2614 h 236397"/>
                <a:gd name="connsiteX2" fmla="*/ 726635 w 1055911"/>
                <a:gd name="connsiteY2" fmla="*/ 64527 h 236397"/>
                <a:gd name="connsiteX3" fmla="*/ 1050485 w 1055911"/>
                <a:gd name="connsiteY3" fmla="*/ 24045 h 236397"/>
                <a:gd name="connsiteX4" fmla="*/ 909991 w 1055911"/>
                <a:gd name="connsiteY4" fmla="*/ 226451 h 236397"/>
                <a:gd name="connsiteX5" fmla="*/ 657579 w 1055911"/>
                <a:gd name="connsiteY5" fmla="*/ 207401 h 236397"/>
                <a:gd name="connsiteX6" fmla="*/ 171804 w 1055911"/>
                <a:gd name="connsiteY6" fmla="*/ 176445 h 236397"/>
                <a:gd name="connsiteX7" fmla="*/ 2735 w 1055911"/>
                <a:gd name="connsiteY7" fmla="*/ 57382 h 236397"/>
                <a:gd name="connsiteX0" fmla="*/ 2735 w 1055911"/>
                <a:gd name="connsiteY0" fmla="*/ 55065 h 234080"/>
                <a:gd name="connsiteX1" fmla="*/ 283722 w 1055911"/>
                <a:gd name="connsiteY1" fmla="*/ 297 h 234080"/>
                <a:gd name="connsiteX2" fmla="*/ 726635 w 1055911"/>
                <a:gd name="connsiteY2" fmla="*/ 62210 h 234080"/>
                <a:gd name="connsiteX3" fmla="*/ 1050485 w 1055911"/>
                <a:gd name="connsiteY3" fmla="*/ 21728 h 234080"/>
                <a:gd name="connsiteX4" fmla="*/ 909991 w 1055911"/>
                <a:gd name="connsiteY4" fmla="*/ 224134 h 234080"/>
                <a:gd name="connsiteX5" fmla="*/ 657579 w 1055911"/>
                <a:gd name="connsiteY5" fmla="*/ 205084 h 234080"/>
                <a:gd name="connsiteX6" fmla="*/ 171804 w 1055911"/>
                <a:gd name="connsiteY6" fmla="*/ 174128 h 234080"/>
                <a:gd name="connsiteX7" fmla="*/ 2735 w 1055911"/>
                <a:gd name="connsiteY7" fmla="*/ 55065 h 234080"/>
                <a:gd name="connsiteX0" fmla="*/ 2735 w 1055911"/>
                <a:gd name="connsiteY0" fmla="*/ 54773 h 233788"/>
                <a:gd name="connsiteX1" fmla="*/ 283722 w 1055911"/>
                <a:gd name="connsiteY1" fmla="*/ 5 h 233788"/>
                <a:gd name="connsiteX2" fmla="*/ 726635 w 1055911"/>
                <a:gd name="connsiteY2" fmla="*/ 57155 h 233788"/>
                <a:gd name="connsiteX3" fmla="*/ 1050485 w 1055911"/>
                <a:gd name="connsiteY3" fmla="*/ 21436 h 233788"/>
                <a:gd name="connsiteX4" fmla="*/ 909991 w 1055911"/>
                <a:gd name="connsiteY4" fmla="*/ 223842 h 233788"/>
                <a:gd name="connsiteX5" fmla="*/ 657579 w 1055911"/>
                <a:gd name="connsiteY5" fmla="*/ 204792 h 233788"/>
                <a:gd name="connsiteX6" fmla="*/ 171804 w 1055911"/>
                <a:gd name="connsiteY6" fmla="*/ 173836 h 233788"/>
                <a:gd name="connsiteX7" fmla="*/ 2735 w 1055911"/>
                <a:gd name="connsiteY7" fmla="*/ 54773 h 233788"/>
                <a:gd name="connsiteX0" fmla="*/ 2735 w 1074375"/>
                <a:gd name="connsiteY0" fmla="*/ 54773 h 233788"/>
                <a:gd name="connsiteX1" fmla="*/ 283722 w 1074375"/>
                <a:gd name="connsiteY1" fmla="*/ 5 h 233788"/>
                <a:gd name="connsiteX2" fmla="*/ 726635 w 1074375"/>
                <a:gd name="connsiteY2" fmla="*/ 57155 h 233788"/>
                <a:gd name="connsiteX3" fmla="*/ 1069535 w 1074375"/>
                <a:gd name="connsiteY3" fmla="*/ 21436 h 233788"/>
                <a:gd name="connsiteX4" fmla="*/ 909991 w 1074375"/>
                <a:gd name="connsiteY4" fmla="*/ 223842 h 233788"/>
                <a:gd name="connsiteX5" fmla="*/ 657579 w 1074375"/>
                <a:gd name="connsiteY5" fmla="*/ 204792 h 233788"/>
                <a:gd name="connsiteX6" fmla="*/ 171804 w 1074375"/>
                <a:gd name="connsiteY6" fmla="*/ 173836 h 233788"/>
                <a:gd name="connsiteX7" fmla="*/ 2735 w 1074375"/>
                <a:gd name="connsiteY7" fmla="*/ 54773 h 233788"/>
                <a:gd name="connsiteX0" fmla="*/ 2735 w 1069535"/>
                <a:gd name="connsiteY0" fmla="*/ 54773 h 233788"/>
                <a:gd name="connsiteX1" fmla="*/ 283722 w 1069535"/>
                <a:gd name="connsiteY1" fmla="*/ 5 h 233788"/>
                <a:gd name="connsiteX2" fmla="*/ 726635 w 1069535"/>
                <a:gd name="connsiteY2" fmla="*/ 57155 h 233788"/>
                <a:gd name="connsiteX3" fmla="*/ 1069535 w 1069535"/>
                <a:gd name="connsiteY3" fmla="*/ 21436 h 233788"/>
                <a:gd name="connsiteX4" fmla="*/ 909991 w 1069535"/>
                <a:gd name="connsiteY4" fmla="*/ 223842 h 233788"/>
                <a:gd name="connsiteX5" fmla="*/ 657579 w 1069535"/>
                <a:gd name="connsiteY5" fmla="*/ 204792 h 233788"/>
                <a:gd name="connsiteX6" fmla="*/ 171804 w 1069535"/>
                <a:gd name="connsiteY6" fmla="*/ 173836 h 233788"/>
                <a:gd name="connsiteX7" fmla="*/ 2735 w 1069535"/>
                <a:gd name="connsiteY7" fmla="*/ 54773 h 233788"/>
                <a:gd name="connsiteX0" fmla="*/ 2735 w 1060010"/>
                <a:gd name="connsiteY0" fmla="*/ 54773 h 233788"/>
                <a:gd name="connsiteX1" fmla="*/ 283722 w 1060010"/>
                <a:gd name="connsiteY1" fmla="*/ 5 h 233788"/>
                <a:gd name="connsiteX2" fmla="*/ 726635 w 1060010"/>
                <a:gd name="connsiteY2" fmla="*/ 57155 h 233788"/>
                <a:gd name="connsiteX3" fmla="*/ 1060010 w 1060010"/>
                <a:gd name="connsiteY3" fmla="*/ 21436 h 233788"/>
                <a:gd name="connsiteX4" fmla="*/ 909991 w 1060010"/>
                <a:gd name="connsiteY4" fmla="*/ 223842 h 233788"/>
                <a:gd name="connsiteX5" fmla="*/ 657579 w 1060010"/>
                <a:gd name="connsiteY5" fmla="*/ 204792 h 233788"/>
                <a:gd name="connsiteX6" fmla="*/ 171804 w 1060010"/>
                <a:gd name="connsiteY6" fmla="*/ 173836 h 233788"/>
                <a:gd name="connsiteX7" fmla="*/ 2735 w 1060010"/>
                <a:gd name="connsiteY7" fmla="*/ 54773 h 233788"/>
                <a:gd name="connsiteX0" fmla="*/ 2735 w 1070237"/>
                <a:gd name="connsiteY0" fmla="*/ 54773 h 242134"/>
                <a:gd name="connsiteX1" fmla="*/ 283722 w 1070237"/>
                <a:gd name="connsiteY1" fmla="*/ 5 h 242134"/>
                <a:gd name="connsiteX2" fmla="*/ 726635 w 1070237"/>
                <a:gd name="connsiteY2" fmla="*/ 57155 h 242134"/>
                <a:gd name="connsiteX3" fmla="*/ 1060010 w 1070237"/>
                <a:gd name="connsiteY3" fmla="*/ 21436 h 242134"/>
                <a:gd name="connsiteX4" fmla="*/ 955235 w 1070237"/>
                <a:gd name="connsiteY4" fmla="*/ 233367 h 242134"/>
                <a:gd name="connsiteX5" fmla="*/ 657579 w 1070237"/>
                <a:gd name="connsiteY5" fmla="*/ 204792 h 242134"/>
                <a:gd name="connsiteX6" fmla="*/ 171804 w 1070237"/>
                <a:gd name="connsiteY6" fmla="*/ 173836 h 242134"/>
                <a:gd name="connsiteX7" fmla="*/ 2735 w 1070237"/>
                <a:gd name="connsiteY7" fmla="*/ 54773 h 242134"/>
                <a:gd name="connsiteX0" fmla="*/ 2735 w 1068041"/>
                <a:gd name="connsiteY0" fmla="*/ 54773 h 242134"/>
                <a:gd name="connsiteX1" fmla="*/ 283722 w 1068041"/>
                <a:gd name="connsiteY1" fmla="*/ 5 h 242134"/>
                <a:gd name="connsiteX2" fmla="*/ 726635 w 1068041"/>
                <a:gd name="connsiteY2" fmla="*/ 57155 h 242134"/>
                <a:gd name="connsiteX3" fmla="*/ 1057629 w 1068041"/>
                <a:gd name="connsiteY3" fmla="*/ 21436 h 242134"/>
                <a:gd name="connsiteX4" fmla="*/ 955235 w 1068041"/>
                <a:gd name="connsiteY4" fmla="*/ 233367 h 242134"/>
                <a:gd name="connsiteX5" fmla="*/ 657579 w 1068041"/>
                <a:gd name="connsiteY5" fmla="*/ 204792 h 242134"/>
                <a:gd name="connsiteX6" fmla="*/ 171804 w 1068041"/>
                <a:gd name="connsiteY6" fmla="*/ 173836 h 242134"/>
                <a:gd name="connsiteX7" fmla="*/ 2735 w 1068041"/>
                <a:gd name="connsiteY7" fmla="*/ 54773 h 242134"/>
                <a:gd name="connsiteX0" fmla="*/ 5318 w 1070624"/>
                <a:gd name="connsiteY0" fmla="*/ 54773 h 242134"/>
                <a:gd name="connsiteX1" fmla="*/ 286305 w 1070624"/>
                <a:gd name="connsiteY1" fmla="*/ 5 h 242134"/>
                <a:gd name="connsiteX2" fmla="*/ 729218 w 1070624"/>
                <a:gd name="connsiteY2" fmla="*/ 57155 h 242134"/>
                <a:gd name="connsiteX3" fmla="*/ 1060212 w 1070624"/>
                <a:gd name="connsiteY3" fmla="*/ 21436 h 242134"/>
                <a:gd name="connsiteX4" fmla="*/ 957818 w 1070624"/>
                <a:gd name="connsiteY4" fmla="*/ 233367 h 242134"/>
                <a:gd name="connsiteX5" fmla="*/ 660162 w 1070624"/>
                <a:gd name="connsiteY5" fmla="*/ 204792 h 242134"/>
                <a:gd name="connsiteX6" fmla="*/ 145812 w 1070624"/>
                <a:gd name="connsiteY6" fmla="*/ 178598 h 242134"/>
                <a:gd name="connsiteX7" fmla="*/ 5318 w 1070624"/>
                <a:gd name="connsiteY7" fmla="*/ 54773 h 242134"/>
                <a:gd name="connsiteX0" fmla="*/ 5318 w 1068436"/>
                <a:gd name="connsiteY0" fmla="*/ 54773 h 242134"/>
                <a:gd name="connsiteX1" fmla="*/ 286305 w 1068436"/>
                <a:gd name="connsiteY1" fmla="*/ 5 h 242134"/>
                <a:gd name="connsiteX2" fmla="*/ 729218 w 1068436"/>
                <a:gd name="connsiteY2" fmla="*/ 57155 h 242134"/>
                <a:gd name="connsiteX3" fmla="*/ 1057831 w 1068436"/>
                <a:gd name="connsiteY3" fmla="*/ 21436 h 242134"/>
                <a:gd name="connsiteX4" fmla="*/ 957818 w 1068436"/>
                <a:gd name="connsiteY4" fmla="*/ 233367 h 242134"/>
                <a:gd name="connsiteX5" fmla="*/ 660162 w 1068436"/>
                <a:gd name="connsiteY5" fmla="*/ 204792 h 242134"/>
                <a:gd name="connsiteX6" fmla="*/ 145812 w 1068436"/>
                <a:gd name="connsiteY6" fmla="*/ 178598 h 242134"/>
                <a:gd name="connsiteX7" fmla="*/ 5318 w 1068436"/>
                <a:gd name="connsiteY7" fmla="*/ 54773 h 24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8436" h="242134">
                  <a:moveTo>
                    <a:pt x="5318" y="54773"/>
                  </a:moveTo>
                  <a:cubicBezTo>
                    <a:pt x="28734" y="25008"/>
                    <a:pt x="165655" y="-392"/>
                    <a:pt x="286305" y="5"/>
                  </a:cubicBezTo>
                  <a:cubicBezTo>
                    <a:pt x="406955" y="402"/>
                    <a:pt x="600630" y="53583"/>
                    <a:pt x="729218" y="57155"/>
                  </a:cubicBezTo>
                  <a:cubicBezTo>
                    <a:pt x="857806" y="60727"/>
                    <a:pt x="1019731" y="-7933"/>
                    <a:pt x="1057831" y="21436"/>
                  </a:cubicBezTo>
                  <a:cubicBezTo>
                    <a:pt x="1095931" y="50805"/>
                    <a:pt x="1024096" y="202808"/>
                    <a:pt x="957818" y="233367"/>
                  </a:cubicBezTo>
                  <a:cubicBezTo>
                    <a:pt x="891540" y="263926"/>
                    <a:pt x="660162" y="204792"/>
                    <a:pt x="660162" y="204792"/>
                  </a:cubicBezTo>
                  <a:cubicBezTo>
                    <a:pt x="537131" y="196458"/>
                    <a:pt x="254556" y="202807"/>
                    <a:pt x="145812" y="178598"/>
                  </a:cubicBezTo>
                  <a:cubicBezTo>
                    <a:pt x="37068" y="154389"/>
                    <a:pt x="-18098" y="84539"/>
                    <a:pt x="5318" y="54773"/>
                  </a:cubicBezTo>
                  <a:close/>
                </a:path>
              </a:pathLst>
            </a:custGeom>
            <a:solidFill>
              <a:srgbClr val="26386A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0522D63-A345-60CF-F78F-698C9CC5579B}"/>
                </a:ext>
              </a:extLst>
            </p:cNvPr>
            <p:cNvSpPr/>
            <p:nvPr/>
          </p:nvSpPr>
          <p:spPr>
            <a:xfrm>
              <a:off x="5433657" y="3369470"/>
              <a:ext cx="1060010" cy="214312"/>
            </a:xfrm>
            <a:prstGeom prst="rect">
              <a:avLst/>
            </a:prstGeom>
            <a:solidFill>
              <a:srgbClr val="2638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99069EA-6ED4-FA14-61B5-F88FE83057C7}"/>
                </a:ext>
              </a:extLst>
            </p:cNvPr>
            <p:cNvSpPr/>
            <p:nvPr/>
          </p:nvSpPr>
          <p:spPr>
            <a:xfrm>
              <a:off x="5328047" y="2457450"/>
              <a:ext cx="1270396" cy="1126331"/>
            </a:xfrm>
            <a:custGeom>
              <a:avLst/>
              <a:gdLst>
                <a:gd name="connsiteX0" fmla="*/ 634603 w 1269206"/>
                <a:gd name="connsiteY0" fmla="*/ 0 h 1126331"/>
                <a:gd name="connsiteX1" fmla="*/ 1269206 w 1269206"/>
                <a:gd name="connsiteY1" fmla="*/ 373855 h 1126331"/>
                <a:gd name="connsiteX2" fmla="*/ 1165621 w 1269206"/>
                <a:gd name="connsiteY2" fmla="*/ 373855 h 1126331"/>
                <a:gd name="connsiteX3" fmla="*/ 1165621 w 1269206"/>
                <a:gd name="connsiteY3" fmla="*/ 1126331 h 1126331"/>
                <a:gd name="connsiteX4" fmla="*/ 103583 w 1269206"/>
                <a:gd name="connsiteY4" fmla="*/ 1126331 h 1126331"/>
                <a:gd name="connsiteX5" fmla="*/ 103583 w 1269206"/>
                <a:gd name="connsiteY5" fmla="*/ 373855 h 1126331"/>
                <a:gd name="connsiteX6" fmla="*/ 0 w 1269206"/>
                <a:gd name="connsiteY6" fmla="*/ 373855 h 112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9206" h="1126331">
                  <a:moveTo>
                    <a:pt x="634603" y="0"/>
                  </a:moveTo>
                  <a:lnTo>
                    <a:pt x="1269206" y="373855"/>
                  </a:lnTo>
                  <a:lnTo>
                    <a:pt x="1165621" y="373855"/>
                  </a:lnTo>
                  <a:lnTo>
                    <a:pt x="1165621" y="1126331"/>
                  </a:lnTo>
                  <a:lnTo>
                    <a:pt x="103583" y="1126331"/>
                  </a:lnTo>
                  <a:lnTo>
                    <a:pt x="103583" y="373855"/>
                  </a:lnTo>
                  <a:lnTo>
                    <a:pt x="0" y="373855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DD317E6-9F06-8337-5BDA-AF5301150DA2}"/>
                </a:ext>
              </a:extLst>
            </p:cNvPr>
            <p:cNvSpPr/>
            <p:nvPr/>
          </p:nvSpPr>
          <p:spPr>
            <a:xfrm>
              <a:off x="5564218" y="2771254"/>
              <a:ext cx="758764" cy="522010"/>
            </a:xfrm>
            <a:custGeom>
              <a:avLst/>
              <a:gdLst>
                <a:gd name="connsiteX0" fmla="*/ 354213 w 745051"/>
                <a:gd name="connsiteY0" fmla="*/ 513378 h 522010"/>
                <a:gd name="connsiteX1" fmla="*/ 278013 w 745051"/>
                <a:gd name="connsiteY1" fmla="*/ 377647 h 522010"/>
                <a:gd name="connsiteX2" fmla="*/ 73226 w 745051"/>
                <a:gd name="connsiteY2" fmla="*/ 253822 h 522010"/>
                <a:gd name="connsiteX3" fmla="*/ 1788 w 745051"/>
                <a:gd name="connsiteY3" fmla="*/ 144284 h 522010"/>
                <a:gd name="connsiteX4" fmla="*/ 135138 w 745051"/>
                <a:gd name="connsiteY4" fmla="*/ 25222 h 522010"/>
                <a:gd name="connsiteX5" fmla="*/ 225626 w 745051"/>
                <a:gd name="connsiteY5" fmla="*/ 41891 h 522010"/>
                <a:gd name="connsiteX6" fmla="*/ 270869 w 745051"/>
                <a:gd name="connsiteY6" fmla="*/ 82372 h 522010"/>
                <a:gd name="connsiteX7" fmla="*/ 301826 w 745051"/>
                <a:gd name="connsiteY7" fmla="*/ 122853 h 522010"/>
                <a:gd name="connsiteX8" fmla="*/ 339926 w 745051"/>
                <a:gd name="connsiteY8" fmla="*/ 206197 h 522010"/>
                <a:gd name="connsiteX9" fmla="*/ 378026 w 745051"/>
                <a:gd name="connsiteY9" fmla="*/ 301447 h 522010"/>
                <a:gd name="connsiteX10" fmla="*/ 382788 w 745051"/>
                <a:gd name="connsiteY10" fmla="*/ 330022 h 522010"/>
                <a:gd name="connsiteX11" fmla="*/ 444701 w 745051"/>
                <a:gd name="connsiteY11" fmla="*/ 168097 h 522010"/>
                <a:gd name="connsiteX12" fmla="*/ 508994 w 745051"/>
                <a:gd name="connsiteY12" fmla="*/ 44272 h 522010"/>
                <a:gd name="connsiteX13" fmla="*/ 592338 w 745051"/>
                <a:gd name="connsiteY13" fmla="*/ 1409 h 522010"/>
                <a:gd name="connsiteX14" fmla="*/ 668538 w 745051"/>
                <a:gd name="connsiteY14" fmla="*/ 15697 h 522010"/>
                <a:gd name="connsiteX15" fmla="*/ 718544 w 745051"/>
                <a:gd name="connsiteY15" fmla="*/ 68084 h 522010"/>
                <a:gd name="connsiteX16" fmla="*/ 744738 w 745051"/>
                <a:gd name="connsiteY16" fmla="*/ 153809 h 522010"/>
                <a:gd name="connsiteX17" fmla="*/ 701876 w 745051"/>
                <a:gd name="connsiteY17" fmla="*/ 227628 h 522010"/>
                <a:gd name="connsiteX18" fmla="*/ 597101 w 745051"/>
                <a:gd name="connsiteY18" fmla="*/ 287159 h 522010"/>
                <a:gd name="connsiteX19" fmla="*/ 489944 w 745051"/>
                <a:gd name="connsiteY19" fmla="*/ 370503 h 522010"/>
                <a:gd name="connsiteX20" fmla="*/ 439938 w 745051"/>
                <a:gd name="connsiteY20" fmla="*/ 449084 h 522010"/>
                <a:gd name="connsiteX21" fmla="*/ 423269 w 745051"/>
                <a:gd name="connsiteY21" fmla="*/ 520522 h 522010"/>
                <a:gd name="connsiteX22" fmla="*/ 413744 w 745051"/>
                <a:gd name="connsiteY22" fmla="*/ 484803 h 522010"/>
                <a:gd name="connsiteX23" fmla="*/ 456607 w 745051"/>
                <a:gd name="connsiteY23" fmla="*/ 341928 h 522010"/>
                <a:gd name="connsiteX24" fmla="*/ 547094 w 745051"/>
                <a:gd name="connsiteY24" fmla="*/ 263347 h 522010"/>
                <a:gd name="connsiteX25" fmla="*/ 475657 w 745051"/>
                <a:gd name="connsiteY25" fmla="*/ 296684 h 522010"/>
                <a:gd name="connsiteX26" fmla="*/ 594719 w 745051"/>
                <a:gd name="connsiteY26" fmla="*/ 115709 h 522010"/>
                <a:gd name="connsiteX27" fmla="*/ 478038 w 745051"/>
                <a:gd name="connsiteY27" fmla="*/ 220484 h 522010"/>
                <a:gd name="connsiteX28" fmla="*/ 406601 w 745051"/>
                <a:gd name="connsiteY28" fmla="*/ 370503 h 522010"/>
                <a:gd name="connsiteX29" fmla="*/ 389932 w 745051"/>
                <a:gd name="connsiteY29" fmla="*/ 451466 h 522010"/>
                <a:gd name="connsiteX30" fmla="*/ 361357 w 745051"/>
                <a:gd name="connsiteY30" fmla="*/ 365741 h 522010"/>
                <a:gd name="connsiteX31" fmla="*/ 306588 w 745051"/>
                <a:gd name="connsiteY31" fmla="*/ 272872 h 522010"/>
                <a:gd name="connsiteX32" fmla="*/ 239913 w 745051"/>
                <a:gd name="connsiteY32" fmla="*/ 203816 h 522010"/>
                <a:gd name="connsiteX33" fmla="*/ 158951 w 745051"/>
                <a:gd name="connsiteY33" fmla="*/ 134759 h 522010"/>
                <a:gd name="connsiteX34" fmla="*/ 254201 w 745051"/>
                <a:gd name="connsiteY34" fmla="*/ 239534 h 522010"/>
                <a:gd name="connsiteX35" fmla="*/ 304207 w 745051"/>
                <a:gd name="connsiteY35" fmla="*/ 296684 h 522010"/>
                <a:gd name="connsiteX36" fmla="*/ 230388 w 745051"/>
                <a:gd name="connsiteY36" fmla="*/ 272872 h 522010"/>
                <a:gd name="connsiteX37" fmla="*/ 294682 w 745051"/>
                <a:gd name="connsiteY37" fmla="*/ 334784 h 522010"/>
                <a:gd name="connsiteX38" fmla="*/ 325638 w 745051"/>
                <a:gd name="connsiteY38" fmla="*/ 391934 h 522010"/>
                <a:gd name="connsiteX39" fmla="*/ 349451 w 745051"/>
                <a:gd name="connsiteY39" fmla="*/ 458609 h 522010"/>
                <a:gd name="connsiteX40" fmla="*/ 354213 w 745051"/>
                <a:gd name="connsiteY40" fmla="*/ 513378 h 522010"/>
                <a:gd name="connsiteX0" fmla="*/ 356521 w 747359"/>
                <a:gd name="connsiteY0" fmla="*/ 513378 h 522010"/>
                <a:gd name="connsiteX1" fmla="*/ 280321 w 747359"/>
                <a:gd name="connsiteY1" fmla="*/ 377647 h 522010"/>
                <a:gd name="connsiteX2" fmla="*/ 75534 w 747359"/>
                <a:gd name="connsiteY2" fmla="*/ 253822 h 522010"/>
                <a:gd name="connsiteX3" fmla="*/ 1715 w 747359"/>
                <a:gd name="connsiteY3" fmla="*/ 137140 h 522010"/>
                <a:gd name="connsiteX4" fmla="*/ 137446 w 747359"/>
                <a:gd name="connsiteY4" fmla="*/ 25222 h 522010"/>
                <a:gd name="connsiteX5" fmla="*/ 227934 w 747359"/>
                <a:gd name="connsiteY5" fmla="*/ 41891 h 522010"/>
                <a:gd name="connsiteX6" fmla="*/ 273177 w 747359"/>
                <a:gd name="connsiteY6" fmla="*/ 82372 h 522010"/>
                <a:gd name="connsiteX7" fmla="*/ 304134 w 747359"/>
                <a:gd name="connsiteY7" fmla="*/ 122853 h 522010"/>
                <a:gd name="connsiteX8" fmla="*/ 342234 w 747359"/>
                <a:gd name="connsiteY8" fmla="*/ 206197 h 522010"/>
                <a:gd name="connsiteX9" fmla="*/ 380334 w 747359"/>
                <a:gd name="connsiteY9" fmla="*/ 301447 h 522010"/>
                <a:gd name="connsiteX10" fmla="*/ 385096 w 747359"/>
                <a:gd name="connsiteY10" fmla="*/ 330022 h 522010"/>
                <a:gd name="connsiteX11" fmla="*/ 447009 w 747359"/>
                <a:gd name="connsiteY11" fmla="*/ 168097 h 522010"/>
                <a:gd name="connsiteX12" fmla="*/ 511302 w 747359"/>
                <a:gd name="connsiteY12" fmla="*/ 44272 h 522010"/>
                <a:gd name="connsiteX13" fmla="*/ 594646 w 747359"/>
                <a:gd name="connsiteY13" fmla="*/ 1409 h 522010"/>
                <a:gd name="connsiteX14" fmla="*/ 670846 w 747359"/>
                <a:gd name="connsiteY14" fmla="*/ 15697 h 522010"/>
                <a:gd name="connsiteX15" fmla="*/ 720852 w 747359"/>
                <a:gd name="connsiteY15" fmla="*/ 68084 h 522010"/>
                <a:gd name="connsiteX16" fmla="*/ 747046 w 747359"/>
                <a:gd name="connsiteY16" fmla="*/ 153809 h 522010"/>
                <a:gd name="connsiteX17" fmla="*/ 704184 w 747359"/>
                <a:gd name="connsiteY17" fmla="*/ 227628 h 522010"/>
                <a:gd name="connsiteX18" fmla="*/ 599409 w 747359"/>
                <a:gd name="connsiteY18" fmla="*/ 287159 h 522010"/>
                <a:gd name="connsiteX19" fmla="*/ 492252 w 747359"/>
                <a:gd name="connsiteY19" fmla="*/ 370503 h 522010"/>
                <a:gd name="connsiteX20" fmla="*/ 442246 w 747359"/>
                <a:gd name="connsiteY20" fmla="*/ 449084 h 522010"/>
                <a:gd name="connsiteX21" fmla="*/ 425577 w 747359"/>
                <a:gd name="connsiteY21" fmla="*/ 520522 h 522010"/>
                <a:gd name="connsiteX22" fmla="*/ 416052 w 747359"/>
                <a:gd name="connsiteY22" fmla="*/ 484803 h 522010"/>
                <a:gd name="connsiteX23" fmla="*/ 458915 w 747359"/>
                <a:gd name="connsiteY23" fmla="*/ 341928 h 522010"/>
                <a:gd name="connsiteX24" fmla="*/ 549402 w 747359"/>
                <a:gd name="connsiteY24" fmla="*/ 263347 h 522010"/>
                <a:gd name="connsiteX25" fmla="*/ 477965 w 747359"/>
                <a:gd name="connsiteY25" fmla="*/ 296684 h 522010"/>
                <a:gd name="connsiteX26" fmla="*/ 597027 w 747359"/>
                <a:gd name="connsiteY26" fmla="*/ 115709 h 522010"/>
                <a:gd name="connsiteX27" fmla="*/ 480346 w 747359"/>
                <a:gd name="connsiteY27" fmla="*/ 220484 h 522010"/>
                <a:gd name="connsiteX28" fmla="*/ 408909 w 747359"/>
                <a:gd name="connsiteY28" fmla="*/ 370503 h 522010"/>
                <a:gd name="connsiteX29" fmla="*/ 392240 w 747359"/>
                <a:gd name="connsiteY29" fmla="*/ 451466 h 522010"/>
                <a:gd name="connsiteX30" fmla="*/ 363665 w 747359"/>
                <a:gd name="connsiteY30" fmla="*/ 365741 h 522010"/>
                <a:gd name="connsiteX31" fmla="*/ 308896 w 747359"/>
                <a:gd name="connsiteY31" fmla="*/ 272872 h 522010"/>
                <a:gd name="connsiteX32" fmla="*/ 242221 w 747359"/>
                <a:gd name="connsiteY32" fmla="*/ 203816 h 522010"/>
                <a:gd name="connsiteX33" fmla="*/ 161259 w 747359"/>
                <a:gd name="connsiteY33" fmla="*/ 134759 h 522010"/>
                <a:gd name="connsiteX34" fmla="*/ 256509 w 747359"/>
                <a:gd name="connsiteY34" fmla="*/ 239534 h 522010"/>
                <a:gd name="connsiteX35" fmla="*/ 306515 w 747359"/>
                <a:gd name="connsiteY35" fmla="*/ 296684 h 522010"/>
                <a:gd name="connsiteX36" fmla="*/ 232696 w 747359"/>
                <a:gd name="connsiteY36" fmla="*/ 272872 h 522010"/>
                <a:gd name="connsiteX37" fmla="*/ 296990 w 747359"/>
                <a:gd name="connsiteY37" fmla="*/ 334784 h 522010"/>
                <a:gd name="connsiteX38" fmla="*/ 327946 w 747359"/>
                <a:gd name="connsiteY38" fmla="*/ 391934 h 522010"/>
                <a:gd name="connsiteX39" fmla="*/ 351759 w 747359"/>
                <a:gd name="connsiteY39" fmla="*/ 458609 h 522010"/>
                <a:gd name="connsiteX40" fmla="*/ 356521 w 747359"/>
                <a:gd name="connsiteY40" fmla="*/ 513378 h 522010"/>
                <a:gd name="connsiteX0" fmla="*/ 357903 w 748741"/>
                <a:gd name="connsiteY0" fmla="*/ 513378 h 522010"/>
                <a:gd name="connsiteX1" fmla="*/ 281703 w 748741"/>
                <a:gd name="connsiteY1" fmla="*/ 377647 h 522010"/>
                <a:gd name="connsiteX2" fmla="*/ 76916 w 748741"/>
                <a:gd name="connsiteY2" fmla="*/ 253822 h 522010"/>
                <a:gd name="connsiteX3" fmla="*/ 3097 w 748741"/>
                <a:gd name="connsiteY3" fmla="*/ 137140 h 522010"/>
                <a:gd name="connsiteX4" fmla="*/ 138828 w 748741"/>
                <a:gd name="connsiteY4" fmla="*/ 25222 h 522010"/>
                <a:gd name="connsiteX5" fmla="*/ 229316 w 748741"/>
                <a:gd name="connsiteY5" fmla="*/ 41891 h 522010"/>
                <a:gd name="connsiteX6" fmla="*/ 274559 w 748741"/>
                <a:gd name="connsiteY6" fmla="*/ 82372 h 522010"/>
                <a:gd name="connsiteX7" fmla="*/ 305516 w 748741"/>
                <a:gd name="connsiteY7" fmla="*/ 122853 h 522010"/>
                <a:gd name="connsiteX8" fmla="*/ 343616 w 748741"/>
                <a:gd name="connsiteY8" fmla="*/ 206197 h 522010"/>
                <a:gd name="connsiteX9" fmla="*/ 381716 w 748741"/>
                <a:gd name="connsiteY9" fmla="*/ 301447 h 522010"/>
                <a:gd name="connsiteX10" fmla="*/ 386478 w 748741"/>
                <a:gd name="connsiteY10" fmla="*/ 330022 h 522010"/>
                <a:gd name="connsiteX11" fmla="*/ 448391 w 748741"/>
                <a:gd name="connsiteY11" fmla="*/ 168097 h 522010"/>
                <a:gd name="connsiteX12" fmla="*/ 512684 w 748741"/>
                <a:gd name="connsiteY12" fmla="*/ 44272 h 522010"/>
                <a:gd name="connsiteX13" fmla="*/ 596028 w 748741"/>
                <a:gd name="connsiteY13" fmla="*/ 1409 h 522010"/>
                <a:gd name="connsiteX14" fmla="*/ 672228 w 748741"/>
                <a:gd name="connsiteY14" fmla="*/ 15697 h 522010"/>
                <a:gd name="connsiteX15" fmla="*/ 722234 w 748741"/>
                <a:gd name="connsiteY15" fmla="*/ 68084 h 522010"/>
                <a:gd name="connsiteX16" fmla="*/ 748428 w 748741"/>
                <a:gd name="connsiteY16" fmla="*/ 153809 h 522010"/>
                <a:gd name="connsiteX17" fmla="*/ 705566 w 748741"/>
                <a:gd name="connsiteY17" fmla="*/ 227628 h 522010"/>
                <a:gd name="connsiteX18" fmla="*/ 600791 w 748741"/>
                <a:gd name="connsiteY18" fmla="*/ 287159 h 522010"/>
                <a:gd name="connsiteX19" fmla="*/ 493634 w 748741"/>
                <a:gd name="connsiteY19" fmla="*/ 370503 h 522010"/>
                <a:gd name="connsiteX20" fmla="*/ 443628 w 748741"/>
                <a:gd name="connsiteY20" fmla="*/ 449084 h 522010"/>
                <a:gd name="connsiteX21" fmla="*/ 426959 w 748741"/>
                <a:gd name="connsiteY21" fmla="*/ 520522 h 522010"/>
                <a:gd name="connsiteX22" fmla="*/ 417434 w 748741"/>
                <a:gd name="connsiteY22" fmla="*/ 484803 h 522010"/>
                <a:gd name="connsiteX23" fmla="*/ 460297 w 748741"/>
                <a:gd name="connsiteY23" fmla="*/ 341928 h 522010"/>
                <a:gd name="connsiteX24" fmla="*/ 550784 w 748741"/>
                <a:gd name="connsiteY24" fmla="*/ 263347 h 522010"/>
                <a:gd name="connsiteX25" fmla="*/ 479347 w 748741"/>
                <a:gd name="connsiteY25" fmla="*/ 296684 h 522010"/>
                <a:gd name="connsiteX26" fmla="*/ 598409 w 748741"/>
                <a:gd name="connsiteY26" fmla="*/ 115709 h 522010"/>
                <a:gd name="connsiteX27" fmla="*/ 481728 w 748741"/>
                <a:gd name="connsiteY27" fmla="*/ 220484 h 522010"/>
                <a:gd name="connsiteX28" fmla="*/ 410291 w 748741"/>
                <a:gd name="connsiteY28" fmla="*/ 370503 h 522010"/>
                <a:gd name="connsiteX29" fmla="*/ 393622 w 748741"/>
                <a:gd name="connsiteY29" fmla="*/ 451466 h 522010"/>
                <a:gd name="connsiteX30" fmla="*/ 365047 w 748741"/>
                <a:gd name="connsiteY30" fmla="*/ 365741 h 522010"/>
                <a:gd name="connsiteX31" fmla="*/ 310278 w 748741"/>
                <a:gd name="connsiteY31" fmla="*/ 272872 h 522010"/>
                <a:gd name="connsiteX32" fmla="*/ 243603 w 748741"/>
                <a:gd name="connsiteY32" fmla="*/ 203816 h 522010"/>
                <a:gd name="connsiteX33" fmla="*/ 162641 w 748741"/>
                <a:gd name="connsiteY33" fmla="*/ 134759 h 522010"/>
                <a:gd name="connsiteX34" fmla="*/ 257891 w 748741"/>
                <a:gd name="connsiteY34" fmla="*/ 239534 h 522010"/>
                <a:gd name="connsiteX35" fmla="*/ 307897 w 748741"/>
                <a:gd name="connsiteY35" fmla="*/ 296684 h 522010"/>
                <a:gd name="connsiteX36" fmla="*/ 234078 w 748741"/>
                <a:gd name="connsiteY36" fmla="*/ 272872 h 522010"/>
                <a:gd name="connsiteX37" fmla="*/ 298372 w 748741"/>
                <a:gd name="connsiteY37" fmla="*/ 334784 h 522010"/>
                <a:gd name="connsiteX38" fmla="*/ 329328 w 748741"/>
                <a:gd name="connsiteY38" fmla="*/ 391934 h 522010"/>
                <a:gd name="connsiteX39" fmla="*/ 353141 w 748741"/>
                <a:gd name="connsiteY39" fmla="*/ 458609 h 522010"/>
                <a:gd name="connsiteX40" fmla="*/ 357903 w 748741"/>
                <a:gd name="connsiteY40" fmla="*/ 513378 h 522010"/>
                <a:gd name="connsiteX0" fmla="*/ 369350 w 760188"/>
                <a:gd name="connsiteY0" fmla="*/ 513378 h 522010"/>
                <a:gd name="connsiteX1" fmla="*/ 293150 w 760188"/>
                <a:gd name="connsiteY1" fmla="*/ 377647 h 522010"/>
                <a:gd name="connsiteX2" fmla="*/ 88363 w 760188"/>
                <a:gd name="connsiteY2" fmla="*/ 253822 h 522010"/>
                <a:gd name="connsiteX3" fmla="*/ 2638 w 760188"/>
                <a:gd name="connsiteY3" fmla="*/ 163334 h 522010"/>
                <a:gd name="connsiteX4" fmla="*/ 150275 w 760188"/>
                <a:gd name="connsiteY4" fmla="*/ 25222 h 522010"/>
                <a:gd name="connsiteX5" fmla="*/ 240763 w 760188"/>
                <a:gd name="connsiteY5" fmla="*/ 41891 h 522010"/>
                <a:gd name="connsiteX6" fmla="*/ 286006 w 760188"/>
                <a:gd name="connsiteY6" fmla="*/ 82372 h 522010"/>
                <a:gd name="connsiteX7" fmla="*/ 316963 w 760188"/>
                <a:gd name="connsiteY7" fmla="*/ 122853 h 522010"/>
                <a:gd name="connsiteX8" fmla="*/ 355063 w 760188"/>
                <a:gd name="connsiteY8" fmla="*/ 206197 h 522010"/>
                <a:gd name="connsiteX9" fmla="*/ 393163 w 760188"/>
                <a:gd name="connsiteY9" fmla="*/ 301447 h 522010"/>
                <a:gd name="connsiteX10" fmla="*/ 397925 w 760188"/>
                <a:gd name="connsiteY10" fmla="*/ 330022 h 522010"/>
                <a:gd name="connsiteX11" fmla="*/ 459838 w 760188"/>
                <a:gd name="connsiteY11" fmla="*/ 168097 h 522010"/>
                <a:gd name="connsiteX12" fmla="*/ 524131 w 760188"/>
                <a:gd name="connsiteY12" fmla="*/ 44272 h 522010"/>
                <a:gd name="connsiteX13" fmla="*/ 607475 w 760188"/>
                <a:gd name="connsiteY13" fmla="*/ 1409 h 522010"/>
                <a:gd name="connsiteX14" fmla="*/ 683675 w 760188"/>
                <a:gd name="connsiteY14" fmla="*/ 15697 h 522010"/>
                <a:gd name="connsiteX15" fmla="*/ 733681 w 760188"/>
                <a:gd name="connsiteY15" fmla="*/ 68084 h 522010"/>
                <a:gd name="connsiteX16" fmla="*/ 759875 w 760188"/>
                <a:gd name="connsiteY16" fmla="*/ 153809 h 522010"/>
                <a:gd name="connsiteX17" fmla="*/ 717013 w 760188"/>
                <a:gd name="connsiteY17" fmla="*/ 227628 h 522010"/>
                <a:gd name="connsiteX18" fmla="*/ 612238 w 760188"/>
                <a:gd name="connsiteY18" fmla="*/ 287159 h 522010"/>
                <a:gd name="connsiteX19" fmla="*/ 505081 w 760188"/>
                <a:gd name="connsiteY19" fmla="*/ 370503 h 522010"/>
                <a:gd name="connsiteX20" fmla="*/ 455075 w 760188"/>
                <a:gd name="connsiteY20" fmla="*/ 449084 h 522010"/>
                <a:gd name="connsiteX21" fmla="*/ 438406 w 760188"/>
                <a:gd name="connsiteY21" fmla="*/ 520522 h 522010"/>
                <a:gd name="connsiteX22" fmla="*/ 428881 w 760188"/>
                <a:gd name="connsiteY22" fmla="*/ 484803 h 522010"/>
                <a:gd name="connsiteX23" fmla="*/ 471744 w 760188"/>
                <a:gd name="connsiteY23" fmla="*/ 341928 h 522010"/>
                <a:gd name="connsiteX24" fmla="*/ 562231 w 760188"/>
                <a:gd name="connsiteY24" fmla="*/ 263347 h 522010"/>
                <a:gd name="connsiteX25" fmla="*/ 490794 w 760188"/>
                <a:gd name="connsiteY25" fmla="*/ 296684 h 522010"/>
                <a:gd name="connsiteX26" fmla="*/ 609856 w 760188"/>
                <a:gd name="connsiteY26" fmla="*/ 115709 h 522010"/>
                <a:gd name="connsiteX27" fmla="*/ 493175 w 760188"/>
                <a:gd name="connsiteY27" fmla="*/ 220484 h 522010"/>
                <a:gd name="connsiteX28" fmla="*/ 421738 w 760188"/>
                <a:gd name="connsiteY28" fmla="*/ 370503 h 522010"/>
                <a:gd name="connsiteX29" fmla="*/ 405069 w 760188"/>
                <a:gd name="connsiteY29" fmla="*/ 451466 h 522010"/>
                <a:gd name="connsiteX30" fmla="*/ 376494 w 760188"/>
                <a:gd name="connsiteY30" fmla="*/ 365741 h 522010"/>
                <a:gd name="connsiteX31" fmla="*/ 321725 w 760188"/>
                <a:gd name="connsiteY31" fmla="*/ 272872 h 522010"/>
                <a:gd name="connsiteX32" fmla="*/ 255050 w 760188"/>
                <a:gd name="connsiteY32" fmla="*/ 203816 h 522010"/>
                <a:gd name="connsiteX33" fmla="*/ 174088 w 760188"/>
                <a:gd name="connsiteY33" fmla="*/ 134759 h 522010"/>
                <a:gd name="connsiteX34" fmla="*/ 269338 w 760188"/>
                <a:gd name="connsiteY34" fmla="*/ 239534 h 522010"/>
                <a:gd name="connsiteX35" fmla="*/ 319344 w 760188"/>
                <a:gd name="connsiteY35" fmla="*/ 296684 h 522010"/>
                <a:gd name="connsiteX36" fmla="*/ 245525 w 760188"/>
                <a:gd name="connsiteY36" fmla="*/ 272872 h 522010"/>
                <a:gd name="connsiteX37" fmla="*/ 309819 w 760188"/>
                <a:gd name="connsiteY37" fmla="*/ 334784 h 522010"/>
                <a:gd name="connsiteX38" fmla="*/ 340775 w 760188"/>
                <a:gd name="connsiteY38" fmla="*/ 391934 h 522010"/>
                <a:gd name="connsiteX39" fmla="*/ 364588 w 760188"/>
                <a:gd name="connsiteY39" fmla="*/ 458609 h 522010"/>
                <a:gd name="connsiteX40" fmla="*/ 369350 w 760188"/>
                <a:gd name="connsiteY40" fmla="*/ 513378 h 522010"/>
                <a:gd name="connsiteX0" fmla="*/ 368714 w 759552"/>
                <a:gd name="connsiteY0" fmla="*/ 513378 h 522010"/>
                <a:gd name="connsiteX1" fmla="*/ 292514 w 759552"/>
                <a:gd name="connsiteY1" fmla="*/ 377647 h 522010"/>
                <a:gd name="connsiteX2" fmla="*/ 87727 w 759552"/>
                <a:gd name="connsiteY2" fmla="*/ 253822 h 522010"/>
                <a:gd name="connsiteX3" fmla="*/ 2002 w 759552"/>
                <a:gd name="connsiteY3" fmla="*/ 163334 h 522010"/>
                <a:gd name="connsiteX4" fmla="*/ 149639 w 759552"/>
                <a:gd name="connsiteY4" fmla="*/ 25222 h 522010"/>
                <a:gd name="connsiteX5" fmla="*/ 240127 w 759552"/>
                <a:gd name="connsiteY5" fmla="*/ 41891 h 522010"/>
                <a:gd name="connsiteX6" fmla="*/ 285370 w 759552"/>
                <a:gd name="connsiteY6" fmla="*/ 82372 h 522010"/>
                <a:gd name="connsiteX7" fmla="*/ 316327 w 759552"/>
                <a:gd name="connsiteY7" fmla="*/ 122853 h 522010"/>
                <a:gd name="connsiteX8" fmla="*/ 354427 w 759552"/>
                <a:gd name="connsiteY8" fmla="*/ 206197 h 522010"/>
                <a:gd name="connsiteX9" fmla="*/ 392527 w 759552"/>
                <a:gd name="connsiteY9" fmla="*/ 301447 h 522010"/>
                <a:gd name="connsiteX10" fmla="*/ 397289 w 759552"/>
                <a:gd name="connsiteY10" fmla="*/ 330022 h 522010"/>
                <a:gd name="connsiteX11" fmla="*/ 459202 w 759552"/>
                <a:gd name="connsiteY11" fmla="*/ 168097 h 522010"/>
                <a:gd name="connsiteX12" fmla="*/ 523495 w 759552"/>
                <a:gd name="connsiteY12" fmla="*/ 44272 h 522010"/>
                <a:gd name="connsiteX13" fmla="*/ 606839 w 759552"/>
                <a:gd name="connsiteY13" fmla="*/ 1409 h 522010"/>
                <a:gd name="connsiteX14" fmla="*/ 683039 w 759552"/>
                <a:gd name="connsiteY14" fmla="*/ 15697 h 522010"/>
                <a:gd name="connsiteX15" fmla="*/ 733045 w 759552"/>
                <a:gd name="connsiteY15" fmla="*/ 68084 h 522010"/>
                <a:gd name="connsiteX16" fmla="*/ 759239 w 759552"/>
                <a:gd name="connsiteY16" fmla="*/ 153809 h 522010"/>
                <a:gd name="connsiteX17" fmla="*/ 716377 w 759552"/>
                <a:gd name="connsiteY17" fmla="*/ 227628 h 522010"/>
                <a:gd name="connsiteX18" fmla="*/ 611602 w 759552"/>
                <a:gd name="connsiteY18" fmla="*/ 287159 h 522010"/>
                <a:gd name="connsiteX19" fmla="*/ 504445 w 759552"/>
                <a:gd name="connsiteY19" fmla="*/ 370503 h 522010"/>
                <a:gd name="connsiteX20" fmla="*/ 454439 w 759552"/>
                <a:gd name="connsiteY20" fmla="*/ 449084 h 522010"/>
                <a:gd name="connsiteX21" fmla="*/ 437770 w 759552"/>
                <a:gd name="connsiteY21" fmla="*/ 520522 h 522010"/>
                <a:gd name="connsiteX22" fmla="*/ 428245 w 759552"/>
                <a:gd name="connsiteY22" fmla="*/ 484803 h 522010"/>
                <a:gd name="connsiteX23" fmla="*/ 471108 w 759552"/>
                <a:gd name="connsiteY23" fmla="*/ 341928 h 522010"/>
                <a:gd name="connsiteX24" fmla="*/ 561595 w 759552"/>
                <a:gd name="connsiteY24" fmla="*/ 263347 h 522010"/>
                <a:gd name="connsiteX25" fmla="*/ 490158 w 759552"/>
                <a:gd name="connsiteY25" fmla="*/ 296684 h 522010"/>
                <a:gd name="connsiteX26" fmla="*/ 609220 w 759552"/>
                <a:gd name="connsiteY26" fmla="*/ 115709 h 522010"/>
                <a:gd name="connsiteX27" fmla="*/ 492539 w 759552"/>
                <a:gd name="connsiteY27" fmla="*/ 220484 h 522010"/>
                <a:gd name="connsiteX28" fmla="*/ 421102 w 759552"/>
                <a:gd name="connsiteY28" fmla="*/ 370503 h 522010"/>
                <a:gd name="connsiteX29" fmla="*/ 404433 w 759552"/>
                <a:gd name="connsiteY29" fmla="*/ 451466 h 522010"/>
                <a:gd name="connsiteX30" fmla="*/ 375858 w 759552"/>
                <a:gd name="connsiteY30" fmla="*/ 365741 h 522010"/>
                <a:gd name="connsiteX31" fmla="*/ 321089 w 759552"/>
                <a:gd name="connsiteY31" fmla="*/ 272872 h 522010"/>
                <a:gd name="connsiteX32" fmla="*/ 254414 w 759552"/>
                <a:gd name="connsiteY32" fmla="*/ 203816 h 522010"/>
                <a:gd name="connsiteX33" fmla="*/ 173452 w 759552"/>
                <a:gd name="connsiteY33" fmla="*/ 134759 h 522010"/>
                <a:gd name="connsiteX34" fmla="*/ 268702 w 759552"/>
                <a:gd name="connsiteY34" fmla="*/ 239534 h 522010"/>
                <a:gd name="connsiteX35" fmla="*/ 318708 w 759552"/>
                <a:gd name="connsiteY35" fmla="*/ 296684 h 522010"/>
                <a:gd name="connsiteX36" fmla="*/ 244889 w 759552"/>
                <a:gd name="connsiteY36" fmla="*/ 272872 h 522010"/>
                <a:gd name="connsiteX37" fmla="*/ 309183 w 759552"/>
                <a:gd name="connsiteY37" fmla="*/ 334784 h 522010"/>
                <a:gd name="connsiteX38" fmla="*/ 340139 w 759552"/>
                <a:gd name="connsiteY38" fmla="*/ 391934 h 522010"/>
                <a:gd name="connsiteX39" fmla="*/ 363952 w 759552"/>
                <a:gd name="connsiteY39" fmla="*/ 458609 h 522010"/>
                <a:gd name="connsiteX40" fmla="*/ 368714 w 759552"/>
                <a:gd name="connsiteY40" fmla="*/ 513378 h 522010"/>
                <a:gd name="connsiteX0" fmla="*/ 366815 w 757653"/>
                <a:gd name="connsiteY0" fmla="*/ 513378 h 522010"/>
                <a:gd name="connsiteX1" fmla="*/ 290615 w 757653"/>
                <a:gd name="connsiteY1" fmla="*/ 377647 h 522010"/>
                <a:gd name="connsiteX2" fmla="*/ 85828 w 757653"/>
                <a:gd name="connsiteY2" fmla="*/ 253822 h 522010"/>
                <a:gd name="connsiteX3" fmla="*/ 103 w 757653"/>
                <a:gd name="connsiteY3" fmla="*/ 163334 h 522010"/>
                <a:gd name="connsiteX4" fmla="*/ 147740 w 757653"/>
                <a:gd name="connsiteY4" fmla="*/ 25222 h 522010"/>
                <a:gd name="connsiteX5" fmla="*/ 238228 w 757653"/>
                <a:gd name="connsiteY5" fmla="*/ 41891 h 522010"/>
                <a:gd name="connsiteX6" fmla="*/ 283471 w 757653"/>
                <a:gd name="connsiteY6" fmla="*/ 82372 h 522010"/>
                <a:gd name="connsiteX7" fmla="*/ 314428 w 757653"/>
                <a:gd name="connsiteY7" fmla="*/ 122853 h 522010"/>
                <a:gd name="connsiteX8" fmla="*/ 352528 w 757653"/>
                <a:gd name="connsiteY8" fmla="*/ 206197 h 522010"/>
                <a:gd name="connsiteX9" fmla="*/ 390628 w 757653"/>
                <a:gd name="connsiteY9" fmla="*/ 301447 h 522010"/>
                <a:gd name="connsiteX10" fmla="*/ 395390 w 757653"/>
                <a:gd name="connsiteY10" fmla="*/ 330022 h 522010"/>
                <a:gd name="connsiteX11" fmla="*/ 457303 w 757653"/>
                <a:gd name="connsiteY11" fmla="*/ 168097 h 522010"/>
                <a:gd name="connsiteX12" fmla="*/ 521596 w 757653"/>
                <a:gd name="connsiteY12" fmla="*/ 44272 h 522010"/>
                <a:gd name="connsiteX13" fmla="*/ 604940 w 757653"/>
                <a:gd name="connsiteY13" fmla="*/ 1409 h 522010"/>
                <a:gd name="connsiteX14" fmla="*/ 681140 w 757653"/>
                <a:gd name="connsiteY14" fmla="*/ 15697 h 522010"/>
                <a:gd name="connsiteX15" fmla="*/ 731146 w 757653"/>
                <a:gd name="connsiteY15" fmla="*/ 68084 h 522010"/>
                <a:gd name="connsiteX16" fmla="*/ 757340 w 757653"/>
                <a:gd name="connsiteY16" fmla="*/ 153809 h 522010"/>
                <a:gd name="connsiteX17" fmla="*/ 714478 w 757653"/>
                <a:gd name="connsiteY17" fmla="*/ 227628 h 522010"/>
                <a:gd name="connsiteX18" fmla="*/ 609703 w 757653"/>
                <a:gd name="connsiteY18" fmla="*/ 287159 h 522010"/>
                <a:gd name="connsiteX19" fmla="*/ 502546 w 757653"/>
                <a:gd name="connsiteY19" fmla="*/ 370503 h 522010"/>
                <a:gd name="connsiteX20" fmla="*/ 452540 w 757653"/>
                <a:gd name="connsiteY20" fmla="*/ 449084 h 522010"/>
                <a:gd name="connsiteX21" fmla="*/ 435871 w 757653"/>
                <a:gd name="connsiteY21" fmla="*/ 520522 h 522010"/>
                <a:gd name="connsiteX22" fmla="*/ 426346 w 757653"/>
                <a:gd name="connsiteY22" fmla="*/ 484803 h 522010"/>
                <a:gd name="connsiteX23" fmla="*/ 469209 w 757653"/>
                <a:gd name="connsiteY23" fmla="*/ 341928 h 522010"/>
                <a:gd name="connsiteX24" fmla="*/ 559696 w 757653"/>
                <a:gd name="connsiteY24" fmla="*/ 263347 h 522010"/>
                <a:gd name="connsiteX25" fmla="*/ 488259 w 757653"/>
                <a:gd name="connsiteY25" fmla="*/ 296684 h 522010"/>
                <a:gd name="connsiteX26" fmla="*/ 607321 w 757653"/>
                <a:gd name="connsiteY26" fmla="*/ 115709 h 522010"/>
                <a:gd name="connsiteX27" fmla="*/ 490640 w 757653"/>
                <a:gd name="connsiteY27" fmla="*/ 220484 h 522010"/>
                <a:gd name="connsiteX28" fmla="*/ 419203 w 757653"/>
                <a:gd name="connsiteY28" fmla="*/ 370503 h 522010"/>
                <a:gd name="connsiteX29" fmla="*/ 402534 w 757653"/>
                <a:gd name="connsiteY29" fmla="*/ 451466 h 522010"/>
                <a:gd name="connsiteX30" fmla="*/ 373959 w 757653"/>
                <a:gd name="connsiteY30" fmla="*/ 365741 h 522010"/>
                <a:gd name="connsiteX31" fmla="*/ 319190 w 757653"/>
                <a:gd name="connsiteY31" fmla="*/ 272872 h 522010"/>
                <a:gd name="connsiteX32" fmla="*/ 252515 w 757653"/>
                <a:gd name="connsiteY32" fmla="*/ 203816 h 522010"/>
                <a:gd name="connsiteX33" fmla="*/ 171553 w 757653"/>
                <a:gd name="connsiteY33" fmla="*/ 134759 h 522010"/>
                <a:gd name="connsiteX34" fmla="*/ 266803 w 757653"/>
                <a:gd name="connsiteY34" fmla="*/ 239534 h 522010"/>
                <a:gd name="connsiteX35" fmla="*/ 316809 w 757653"/>
                <a:gd name="connsiteY35" fmla="*/ 296684 h 522010"/>
                <a:gd name="connsiteX36" fmla="*/ 242990 w 757653"/>
                <a:gd name="connsiteY36" fmla="*/ 272872 h 522010"/>
                <a:gd name="connsiteX37" fmla="*/ 307284 w 757653"/>
                <a:gd name="connsiteY37" fmla="*/ 334784 h 522010"/>
                <a:gd name="connsiteX38" fmla="*/ 338240 w 757653"/>
                <a:gd name="connsiteY38" fmla="*/ 391934 h 522010"/>
                <a:gd name="connsiteX39" fmla="*/ 362053 w 757653"/>
                <a:gd name="connsiteY39" fmla="*/ 458609 h 522010"/>
                <a:gd name="connsiteX40" fmla="*/ 366815 w 757653"/>
                <a:gd name="connsiteY40" fmla="*/ 513378 h 522010"/>
                <a:gd name="connsiteX0" fmla="*/ 366815 w 757653"/>
                <a:gd name="connsiteY0" fmla="*/ 513378 h 522010"/>
                <a:gd name="connsiteX1" fmla="*/ 290615 w 757653"/>
                <a:gd name="connsiteY1" fmla="*/ 377647 h 522010"/>
                <a:gd name="connsiteX2" fmla="*/ 85828 w 757653"/>
                <a:gd name="connsiteY2" fmla="*/ 253822 h 522010"/>
                <a:gd name="connsiteX3" fmla="*/ 103 w 757653"/>
                <a:gd name="connsiteY3" fmla="*/ 163334 h 522010"/>
                <a:gd name="connsiteX4" fmla="*/ 147740 w 757653"/>
                <a:gd name="connsiteY4" fmla="*/ 25222 h 522010"/>
                <a:gd name="connsiteX5" fmla="*/ 238228 w 757653"/>
                <a:gd name="connsiteY5" fmla="*/ 41891 h 522010"/>
                <a:gd name="connsiteX6" fmla="*/ 283471 w 757653"/>
                <a:gd name="connsiteY6" fmla="*/ 82372 h 522010"/>
                <a:gd name="connsiteX7" fmla="*/ 314428 w 757653"/>
                <a:gd name="connsiteY7" fmla="*/ 122853 h 522010"/>
                <a:gd name="connsiteX8" fmla="*/ 352528 w 757653"/>
                <a:gd name="connsiteY8" fmla="*/ 206197 h 522010"/>
                <a:gd name="connsiteX9" fmla="*/ 390628 w 757653"/>
                <a:gd name="connsiteY9" fmla="*/ 301447 h 522010"/>
                <a:gd name="connsiteX10" fmla="*/ 395390 w 757653"/>
                <a:gd name="connsiteY10" fmla="*/ 330022 h 522010"/>
                <a:gd name="connsiteX11" fmla="*/ 457303 w 757653"/>
                <a:gd name="connsiteY11" fmla="*/ 168097 h 522010"/>
                <a:gd name="connsiteX12" fmla="*/ 521596 w 757653"/>
                <a:gd name="connsiteY12" fmla="*/ 44272 h 522010"/>
                <a:gd name="connsiteX13" fmla="*/ 604940 w 757653"/>
                <a:gd name="connsiteY13" fmla="*/ 1409 h 522010"/>
                <a:gd name="connsiteX14" fmla="*/ 681140 w 757653"/>
                <a:gd name="connsiteY14" fmla="*/ 15697 h 522010"/>
                <a:gd name="connsiteX15" fmla="*/ 731146 w 757653"/>
                <a:gd name="connsiteY15" fmla="*/ 68084 h 522010"/>
                <a:gd name="connsiteX16" fmla="*/ 757340 w 757653"/>
                <a:gd name="connsiteY16" fmla="*/ 153809 h 522010"/>
                <a:gd name="connsiteX17" fmla="*/ 714478 w 757653"/>
                <a:gd name="connsiteY17" fmla="*/ 227628 h 522010"/>
                <a:gd name="connsiteX18" fmla="*/ 609703 w 757653"/>
                <a:gd name="connsiteY18" fmla="*/ 287159 h 522010"/>
                <a:gd name="connsiteX19" fmla="*/ 502546 w 757653"/>
                <a:gd name="connsiteY19" fmla="*/ 370503 h 522010"/>
                <a:gd name="connsiteX20" fmla="*/ 452540 w 757653"/>
                <a:gd name="connsiteY20" fmla="*/ 449084 h 522010"/>
                <a:gd name="connsiteX21" fmla="*/ 435871 w 757653"/>
                <a:gd name="connsiteY21" fmla="*/ 520522 h 522010"/>
                <a:gd name="connsiteX22" fmla="*/ 426346 w 757653"/>
                <a:gd name="connsiteY22" fmla="*/ 484803 h 522010"/>
                <a:gd name="connsiteX23" fmla="*/ 469209 w 757653"/>
                <a:gd name="connsiteY23" fmla="*/ 341928 h 522010"/>
                <a:gd name="connsiteX24" fmla="*/ 559696 w 757653"/>
                <a:gd name="connsiteY24" fmla="*/ 263347 h 522010"/>
                <a:gd name="connsiteX25" fmla="*/ 488259 w 757653"/>
                <a:gd name="connsiteY25" fmla="*/ 296684 h 522010"/>
                <a:gd name="connsiteX26" fmla="*/ 607321 w 757653"/>
                <a:gd name="connsiteY26" fmla="*/ 115709 h 522010"/>
                <a:gd name="connsiteX27" fmla="*/ 490640 w 757653"/>
                <a:gd name="connsiteY27" fmla="*/ 220484 h 522010"/>
                <a:gd name="connsiteX28" fmla="*/ 419203 w 757653"/>
                <a:gd name="connsiteY28" fmla="*/ 370503 h 522010"/>
                <a:gd name="connsiteX29" fmla="*/ 402534 w 757653"/>
                <a:gd name="connsiteY29" fmla="*/ 451466 h 522010"/>
                <a:gd name="connsiteX30" fmla="*/ 373959 w 757653"/>
                <a:gd name="connsiteY30" fmla="*/ 365741 h 522010"/>
                <a:gd name="connsiteX31" fmla="*/ 319190 w 757653"/>
                <a:gd name="connsiteY31" fmla="*/ 272872 h 522010"/>
                <a:gd name="connsiteX32" fmla="*/ 252515 w 757653"/>
                <a:gd name="connsiteY32" fmla="*/ 203816 h 522010"/>
                <a:gd name="connsiteX33" fmla="*/ 171553 w 757653"/>
                <a:gd name="connsiteY33" fmla="*/ 134759 h 522010"/>
                <a:gd name="connsiteX34" fmla="*/ 266803 w 757653"/>
                <a:gd name="connsiteY34" fmla="*/ 239534 h 522010"/>
                <a:gd name="connsiteX35" fmla="*/ 316809 w 757653"/>
                <a:gd name="connsiteY35" fmla="*/ 296684 h 522010"/>
                <a:gd name="connsiteX36" fmla="*/ 242990 w 757653"/>
                <a:gd name="connsiteY36" fmla="*/ 272872 h 522010"/>
                <a:gd name="connsiteX37" fmla="*/ 307284 w 757653"/>
                <a:gd name="connsiteY37" fmla="*/ 334784 h 522010"/>
                <a:gd name="connsiteX38" fmla="*/ 338240 w 757653"/>
                <a:gd name="connsiteY38" fmla="*/ 391934 h 522010"/>
                <a:gd name="connsiteX39" fmla="*/ 362053 w 757653"/>
                <a:gd name="connsiteY39" fmla="*/ 458609 h 522010"/>
                <a:gd name="connsiteX40" fmla="*/ 366815 w 757653"/>
                <a:gd name="connsiteY40" fmla="*/ 513378 h 522010"/>
                <a:gd name="connsiteX0" fmla="*/ 367190 w 758028"/>
                <a:gd name="connsiteY0" fmla="*/ 513378 h 522010"/>
                <a:gd name="connsiteX1" fmla="*/ 290990 w 758028"/>
                <a:gd name="connsiteY1" fmla="*/ 377647 h 522010"/>
                <a:gd name="connsiteX2" fmla="*/ 110015 w 758028"/>
                <a:gd name="connsiteY2" fmla="*/ 270491 h 522010"/>
                <a:gd name="connsiteX3" fmla="*/ 478 w 758028"/>
                <a:gd name="connsiteY3" fmla="*/ 163334 h 522010"/>
                <a:gd name="connsiteX4" fmla="*/ 148115 w 758028"/>
                <a:gd name="connsiteY4" fmla="*/ 25222 h 522010"/>
                <a:gd name="connsiteX5" fmla="*/ 238603 w 758028"/>
                <a:gd name="connsiteY5" fmla="*/ 41891 h 522010"/>
                <a:gd name="connsiteX6" fmla="*/ 283846 w 758028"/>
                <a:gd name="connsiteY6" fmla="*/ 82372 h 522010"/>
                <a:gd name="connsiteX7" fmla="*/ 314803 w 758028"/>
                <a:gd name="connsiteY7" fmla="*/ 122853 h 522010"/>
                <a:gd name="connsiteX8" fmla="*/ 352903 w 758028"/>
                <a:gd name="connsiteY8" fmla="*/ 206197 h 522010"/>
                <a:gd name="connsiteX9" fmla="*/ 391003 w 758028"/>
                <a:gd name="connsiteY9" fmla="*/ 301447 h 522010"/>
                <a:gd name="connsiteX10" fmla="*/ 395765 w 758028"/>
                <a:gd name="connsiteY10" fmla="*/ 330022 h 522010"/>
                <a:gd name="connsiteX11" fmla="*/ 457678 w 758028"/>
                <a:gd name="connsiteY11" fmla="*/ 168097 h 522010"/>
                <a:gd name="connsiteX12" fmla="*/ 521971 w 758028"/>
                <a:gd name="connsiteY12" fmla="*/ 44272 h 522010"/>
                <a:gd name="connsiteX13" fmla="*/ 605315 w 758028"/>
                <a:gd name="connsiteY13" fmla="*/ 1409 h 522010"/>
                <a:gd name="connsiteX14" fmla="*/ 681515 w 758028"/>
                <a:gd name="connsiteY14" fmla="*/ 15697 h 522010"/>
                <a:gd name="connsiteX15" fmla="*/ 731521 w 758028"/>
                <a:gd name="connsiteY15" fmla="*/ 68084 h 522010"/>
                <a:gd name="connsiteX16" fmla="*/ 757715 w 758028"/>
                <a:gd name="connsiteY16" fmla="*/ 153809 h 522010"/>
                <a:gd name="connsiteX17" fmla="*/ 714853 w 758028"/>
                <a:gd name="connsiteY17" fmla="*/ 227628 h 522010"/>
                <a:gd name="connsiteX18" fmla="*/ 610078 w 758028"/>
                <a:gd name="connsiteY18" fmla="*/ 287159 h 522010"/>
                <a:gd name="connsiteX19" fmla="*/ 502921 w 758028"/>
                <a:gd name="connsiteY19" fmla="*/ 370503 h 522010"/>
                <a:gd name="connsiteX20" fmla="*/ 452915 w 758028"/>
                <a:gd name="connsiteY20" fmla="*/ 449084 h 522010"/>
                <a:gd name="connsiteX21" fmla="*/ 436246 w 758028"/>
                <a:gd name="connsiteY21" fmla="*/ 520522 h 522010"/>
                <a:gd name="connsiteX22" fmla="*/ 426721 w 758028"/>
                <a:gd name="connsiteY22" fmla="*/ 484803 h 522010"/>
                <a:gd name="connsiteX23" fmla="*/ 469584 w 758028"/>
                <a:gd name="connsiteY23" fmla="*/ 341928 h 522010"/>
                <a:gd name="connsiteX24" fmla="*/ 560071 w 758028"/>
                <a:gd name="connsiteY24" fmla="*/ 263347 h 522010"/>
                <a:gd name="connsiteX25" fmla="*/ 488634 w 758028"/>
                <a:gd name="connsiteY25" fmla="*/ 296684 h 522010"/>
                <a:gd name="connsiteX26" fmla="*/ 607696 w 758028"/>
                <a:gd name="connsiteY26" fmla="*/ 115709 h 522010"/>
                <a:gd name="connsiteX27" fmla="*/ 491015 w 758028"/>
                <a:gd name="connsiteY27" fmla="*/ 220484 h 522010"/>
                <a:gd name="connsiteX28" fmla="*/ 419578 w 758028"/>
                <a:gd name="connsiteY28" fmla="*/ 370503 h 522010"/>
                <a:gd name="connsiteX29" fmla="*/ 402909 w 758028"/>
                <a:gd name="connsiteY29" fmla="*/ 451466 h 522010"/>
                <a:gd name="connsiteX30" fmla="*/ 374334 w 758028"/>
                <a:gd name="connsiteY30" fmla="*/ 365741 h 522010"/>
                <a:gd name="connsiteX31" fmla="*/ 319565 w 758028"/>
                <a:gd name="connsiteY31" fmla="*/ 272872 h 522010"/>
                <a:gd name="connsiteX32" fmla="*/ 252890 w 758028"/>
                <a:gd name="connsiteY32" fmla="*/ 203816 h 522010"/>
                <a:gd name="connsiteX33" fmla="*/ 171928 w 758028"/>
                <a:gd name="connsiteY33" fmla="*/ 134759 h 522010"/>
                <a:gd name="connsiteX34" fmla="*/ 267178 w 758028"/>
                <a:gd name="connsiteY34" fmla="*/ 239534 h 522010"/>
                <a:gd name="connsiteX35" fmla="*/ 317184 w 758028"/>
                <a:gd name="connsiteY35" fmla="*/ 296684 h 522010"/>
                <a:gd name="connsiteX36" fmla="*/ 243365 w 758028"/>
                <a:gd name="connsiteY36" fmla="*/ 272872 h 522010"/>
                <a:gd name="connsiteX37" fmla="*/ 307659 w 758028"/>
                <a:gd name="connsiteY37" fmla="*/ 334784 h 522010"/>
                <a:gd name="connsiteX38" fmla="*/ 338615 w 758028"/>
                <a:gd name="connsiteY38" fmla="*/ 391934 h 522010"/>
                <a:gd name="connsiteX39" fmla="*/ 362428 w 758028"/>
                <a:gd name="connsiteY39" fmla="*/ 458609 h 522010"/>
                <a:gd name="connsiteX40" fmla="*/ 367190 w 758028"/>
                <a:gd name="connsiteY40" fmla="*/ 513378 h 522010"/>
                <a:gd name="connsiteX0" fmla="*/ 368002 w 758840"/>
                <a:gd name="connsiteY0" fmla="*/ 513378 h 522010"/>
                <a:gd name="connsiteX1" fmla="*/ 291802 w 758840"/>
                <a:gd name="connsiteY1" fmla="*/ 377647 h 522010"/>
                <a:gd name="connsiteX2" fmla="*/ 110827 w 758840"/>
                <a:gd name="connsiteY2" fmla="*/ 270491 h 522010"/>
                <a:gd name="connsiteX3" fmla="*/ 1290 w 758840"/>
                <a:gd name="connsiteY3" fmla="*/ 163334 h 522010"/>
                <a:gd name="connsiteX4" fmla="*/ 148927 w 758840"/>
                <a:gd name="connsiteY4" fmla="*/ 25222 h 522010"/>
                <a:gd name="connsiteX5" fmla="*/ 239415 w 758840"/>
                <a:gd name="connsiteY5" fmla="*/ 41891 h 522010"/>
                <a:gd name="connsiteX6" fmla="*/ 284658 w 758840"/>
                <a:gd name="connsiteY6" fmla="*/ 82372 h 522010"/>
                <a:gd name="connsiteX7" fmla="*/ 315615 w 758840"/>
                <a:gd name="connsiteY7" fmla="*/ 122853 h 522010"/>
                <a:gd name="connsiteX8" fmla="*/ 353715 w 758840"/>
                <a:gd name="connsiteY8" fmla="*/ 206197 h 522010"/>
                <a:gd name="connsiteX9" fmla="*/ 391815 w 758840"/>
                <a:gd name="connsiteY9" fmla="*/ 301447 h 522010"/>
                <a:gd name="connsiteX10" fmla="*/ 396577 w 758840"/>
                <a:gd name="connsiteY10" fmla="*/ 330022 h 522010"/>
                <a:gd name="connsiteX11" fmla="*/ 458490 w 758840"/>
                <a:gd name="connsiteY11" fmla="*/ 168097 h 522010"/>
                <a:gd name="connsiteX12" fmla="*/ 522783 w 758840"/>
                <a:gd name="connsiteY12" fmla="*/ 44272 h 522010"/>
                <a:gd name="connsiteX13" fmla="*/ 606127 w 758840"/>
                <a:gd name="connsiteY13" fmla="*/ 1409 h 522010"/>
                <a:gd name="connsiteX14" fmla="*/ 682327 w 758840"/>
                <a:gd name="connsiteY14" fmla="*/ 15697 h 522010"/>
                <a:gd name="connsiteX15" fmla="*/ 732333 w 758840"/>
                <a:gd name="connsiteY15" fmla="*/ 68084 h 522010"/>
                <a:gd name="connsiteX16" fmla="*/ 758527 w 758840"/>
                <a:gd name="connsiteY16" fmla="*/ 153809 h 522010"/>
                <a:gd name="connsiteX17" fmla="*/ 715665 w 758840"/>
                <a:gd name="connsiteY17" fmla="*/ 227628 h 522010"/>
                <a:gd name="connsiteX18" fmla="*/ 610890 w 758840"/>
                <a:gd name="connsiteY18" fmla="*/ 287159 h 522010"/>
                <a:gd name="connsiteX19" fmla="*/ 503733 w 758840"/>
                <a:gd name="connsiteY19" fmla="*/ 370503 h 522010"/>
                <a:gd name="connsiteX20" fmla="*/ 453727 w 758840"/>
                <a:gd name="connsiteY20" fmla="*/ 449084 h 522010"/>
                <a:gd name="connsiteX21" fmla="*/ 437058 w 758840"/>
                <a:gd name="connsiteY21" fmla="*/ 520522 h 522010"/>
                <a:gd name="connsiteX22" fmla="*/ 427533 w 758840"/>
                <a:gd name="connsiteY22" fmla="*/ 484803 h 522010"/>
                <a:gd name="connsiteX23" fmla="*/ 470396 w 758840"/>
                <a:gd name="connsiteY23" fmla="*/ 341928 h 522010"/>
                <a:gd name="connsiteX24" fmla="*/ 560883 w 758840"/>
                <a:gd name="connsiteY24" fmla="*/ 263347 h 522010"/>
                <a:gd name="connsiteX25" fmla="*/ 489446 w 758840"/>
                <a:gd name="connsiteY25" fmla="*/ 296684 h 522010"/>
                <a:gd name="connsiteX26" fmla="*/ 608508 w 758840"/>
                <a:gd name="connsiteY26" fmla="*/ 115709 h 522010"/>
                <a:gd name="connsiteX27" fmla="*/ 491827 w 758840"/>
                <a:gd name="connsiteY27" fmla="*/ 220484 h 522010"/>
                <a:gd name="connsiteX28" fmla="*/ 420390 w 758840"/>
                <a:gd name="connsiteY28" fmla="*/ 370503 h 522010"/>
                <a:gd name="connsiteX29" fmla="*/ 403721 w 758840"/>
                <a:gd name="connsiteY29" fmla="*/ 451466 h 522010"/>
                <a:gd name="connsiteX30" fmla="*/ 375146 w 758840"/>
                <a:gd name="connsiteY30" fmla="*/ 365741 h 522010"/>
                <a:gd name="connsiteX31" fmla="*/ 320377 w 758840"/>
                <a:gd name="connsiteY31" fmla="*/ 272872 h 522010"/>
                <a:gd name="connsiteX32" fmla="*/ 253702 w 758840"/>
                <a:gd name="connsiteY32" fmla="*/ 203816 h 522010"/>
                <a:gd name="connsiteX33" fmla="*/ 172740 w 758840"/>
                <a:gd name="connsiteY33" fmla="*/ 134759 h 522010"/>
                <a:gd name="connsiteX34" fmla="*/ 267990 w 758840"/>
                <a:gd name="connsiteY34" fmla="*/ 239534 h 522010"/>
                <a:gd name="connsiteX35" fmla="*/ 317996 w 758840"/>
                <a:gd name="connsiteY35" fmla="*/ 296684 h 522010"/>
                <a:gd name="connsiteX36" fmla="*/ 244177 w 758840"/>
                <a:gd name="connsiteY36" fmla="*/ 272872 h 522010"/>
                <a:gd name="connsiteX37" fmla="*/ 308471 w 758840"/>
                <a:gd name="connsiteY37" fmla="*/ 334784 h 522010"/>
                <a:gd name="connsiteX38" fmla="*/ 339427 w 758840"/>
                <a:gd name="connsiteY38" fmla="*/ 391934 h 522010"/>
                <a:gd name="connsiteX39" fmla="*/ 363240 w 758840"/>
                <a:gd name="connsiteY39" fmla="*/ 458609 h 522010"/>
                <a:gd name="connsiteX40" fmla="*/ 368002 w 758840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89370 w 758764"/>
                <a:gd name="connsiteY25" fmla="*/ 296684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96489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96489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36970 w 758764"/>
                <a:gd name="connsiteY7" fmla="*/ 149046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36970 w 758764"/>
                <a:gd name="connsiteY7" fmla="*/ 149046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48889 w 758764"/>
                <a:gd name="connsiteY11" fmla="*/ 165716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58764" h="522010">
                  <a:moveTo>
                    <a:pt x="367926" y="513378"/>
                  </a:moveTo>
                  <a:cubicBezTo>
                    <a:pt x="356020" y="499884"/>
                    <a:pt x="334589" y="418128"/>
                    <a:pt x="291726" y="377647"/>
                  </a:cubicBezTo>
                  <a:cubicBezTo>
                    <a:pt x="248864" y="337166"/>
                    <a:pt x="163933" y="289541"/>
                    <a:pt x="110751" y="270491"/>
                  </a:cubicBezTo>
                  <a:cubicBezTo>
                    <a:pt x="57569" y="251441"/>
                    <a:pt x="-9899" y="244693"/>
                    <a:pt x="1214" y="163334"/>
                  </a:cubicBezTo>
                  <a:cubicBezTo>
                    <a:pt x="12327" y="81975"/>
                    <a:pt x="114323" y="29190"/>
                    <a:pt x="148851" y="25222"/>
                  </a:cubicBezTo>
                  <a:cubicBezTo>
                    <a:pt x="183379" y="21254"/>
                    <a:pt x="225845" y="29191"/>
                    <a:pt x="251245" y="39510"/>
                  </a:cubicBezTo>
                  <a:cubicBezTo>
                    <a:pt x="276645" y="49829"/>
                    <a:pt x="286965" y="68879"/>
                    <a:pt x="301252" y="87135"/>
                  </a:cubicBezTo>
                  <a:cubicBezTo>
                    <a:pt x="315539" y="105391"/>
                    <a:pt x="328239" y="129202"/>
                    <a:pt x="336970" y="149046"/>
                  </a:cubicBezTo>
                  <a:cubicBezTo>
                    <a:pt x="345701" y="168890"/>
                    <a:pt x="344511" y="180797"/>
                    <a:pt x="353639" y="206197"/>
                  </a:cubicBezTo>
                  <a:cubicBezTo>
                    <a:pt x="362767" y="231597"/>
                    <a:pt x="384595" y="280810"/>
                    <a:pt x="391739" y="301447"/>
                  </a:cubicBezTo>
                  <a:cubicBezTo>
                    <a:pt x="398883" y="322084"/>
                    <a:pt x="386976" y="352644"/>
                    <a:pt x="396501" y="330022"/>
                  </a:cubicBezTo>
                  <a:cubicBezTo>
                    <a:pt x="406026" y="307400"/>
                    <a:pt x="427855" y="213341"/>
                    <a:pt x="448889" y="165716"/>
                  </a:cubicBezTo>
                  <a:cubicBezTo>
                    <a:pt x="469923" y="118091"/>
                    <a:pt x="496513" y="71657"/>
                    <a:pt x="522707" y="44272"/>
                  </a:cubicBezTo>
                  <a:cubicBezTo>
                    <a:pt x="548901" y="16887"/>
                    <a:pt x="579461" y="6171"/>
                    <a:pt x="606051" y="1409"/>
                  </a:cubicBezTo>
                  <a:cubicBezTo>
                    <a:pt x="632641" y="-3353"/>
                    <a:pt x="661217" y="4585"/>
                    <a:pt x="682251" y="15697"/>
                  </a:cubicBezTo>
                  <a:cubicBezTo>
                    <a:pt x="703285" y="26809"/>
                    <a:pt x="719557" y="45065"/>
                    <a:pt x="732257" y="68084"/>
                  </a:cubicBezTo>
                  <a:cubicBezTo>
                    <a:pt x="744957" y="91103"/>
                    <a:pt x="761229" y="127218"/>
                    <a:pt x="758451" y="153809"/>
                  </a:cubicBezTo>
                  <a:cubicBezTo>
                    <a:pt x="755673" y="180400"/>
                    <a:pt x="740195" y="205403"/>
                    <a:pt x="715589" y="227628"/>
                  </a:cubicBezTo>
                  <a:cubicBezTo>
                    <a:pt x="690983" y="249853"/>
                    <a:pt x="646136" y="263346"/>
                    <a:pt x="610814" y="287159"/>
                  </a:cubicBezTo>
                  <a:cubicBezTo>
                    <a:pt x="575492" y="310971"/>
                    <a:pt x="529851" y="343515"/>
                    <a:pt x="503657" y="370503"/>
                  </a:cubicBezTo>
                  <a:cubicBezTo>
                    <a:pt x="477463" y="397490"/>
                    <a:pt x="464764" y="424081"/>
                    <a:pt x="453651" y="449084"/>
                  </a:cubicBezTo>
                  <a:cubicBezTo>
                    <a:pt x="442538" y="474087"/>
                    <a:pt x="441348" y="514569"/>
                    <a:pt x="436982" y="520522"/>
                  </a:cubicBezTo>
                  <a:cubicBezTo>
                    <a:pt x="432616" y="526475"/>
                    <a:pt x="421901" y="514569"/>
                    <a:pt x="427457" y="484803"/>
                  </a:cubicBezTo>
                  <a:cubicBezTo>
                    <a:pt x="433013" y="455037"/>
                    <a:pt x="448095" y="378837"/>
                    <a:pt x="470320" y="341928"/>
                  </a:cubicBezTo>
                  <a:cubicBezTo>
                    <a:pt x="492545" y="305019"/>
                    <a:pt x="560410" y="271285"/>
                    <a:pt x="560807" y="263347"/>
                  </a:cubicBezTo>
                  <a:cubicBezTo>
                    <a:pt x="561204" y="255409"/>
                    <a:pt x="464764" y="318908"/>
                    <a:pt x="472701" y="294302"/>
                  </a:cubicBezTo>
                  <a:cubicBezTo>
                    <a:pt x="480638" y="269696"/>
                    <a:pt x="605257" y="128012"/>
                    <a:pt x="608432" y="115709"/>
                  </a:cubicBezTo>
                  <a:cubicBezTo>
                    <a:pt x="611607" y="103406"/>
                    <a:pt x="523104" y="178018"/>
                    <a:pt x="491751" y="220484"/>
                  </a:cubicBezTo>
                  <a:cubicBezTo>
                    <a:pt x="460398" y="262950"/>
                    <a:pt x="434998" y="332006"/>
                    <a:pt x="420314" y="370503"/>
                  </a:cubicBezTo>
                  <a:cubicBezTo>
                    <a:pt x="405630" y="409000"/>
                    <a:pt x="411186" y="452260"/>
                    <a:pt x="403645" y="451466"/>
                  </a:cubicBezTo>
                  <a:cubicBezTo>
                    <a:pt x="396104" y="450672"/>
                    <a:pt x="388961" y="395507"/>
                    <a:pt x="375070" y="365741"/>
                  </a:cubicBezTo>
                  <a:cubicBezTo>
                    <a:pt x="361179" y="335975"/>
                    <a:pt x="340542" y="299859"/>
                    <a:pt x="320301" y="272872"/>
                  </a:cubicBezTo>
                  <a:cubicBezTo>
                    <a:pt x="300060" y="245885"/>
                    <a:pt x="278232" y="226835"/>
                    <a:pt x="253626" y="203816"/>
                  </a:cubicBezTo>
                  <a:cubicBezTo>
                    <a:pt x="229020" y="180797"/>
                    <a:pt x="170283" y="128806"/>
                    <a:pt x="172664" y="134759"/>
                  </a:cubicBezTo>
                  <a:cubicBezTo>
                    <a:pt x="175045" y="140712"/>
                    <a:pt x="267914" y="239534"/>
                    <a:pt x="267914" y="239534"/>
                  </a:cubicBezTo>
                  <a:cubicBezTo>
                    <a:pt x="292123" y="266521"/>
                    <a:pt x="321889" y="291128"/>
                    <a:pt x="317920" y="296684"/>
                  </a:cubicBezTo>
                  <a:cubicBezTo>
                    <a:pt x="313951" y="302240"/>
                    <a:pt x="245688" y="266522"/>
                    <a:pt x="244101" y="272872"/>
                  </a:cubicBezTo>
                  <a:cubicBezTo>
                    <a:pt x="242513" y="279222"/>
                    <a:pt x="292520" y="314940"/>
                    <a:pt x="308395" y="334784"/>
                  </a:cubicBezTo>
                  <a:cubicBezTo>
                    <a:pt x="324270" y="354628"/>
                    <a:pt x="330223" y="371297"/>
                    <a:pt x="339351" y="391934"/>
                  </a:cubicBezTo>
                  <a:cubicBezTo>
                    <a:pt x="348479" y="412571"/>
                    <a:pt x="358401" y="441543"/>
                    <a:pt x="363164" y="458609"/>
                  </a:cubicBezTo>
                  <a:cubicBezTo>
                    <a:pt x="367927" y="475675"/>
                    <a:pt x="379832" y="526872"/>
                    <a:pt x="367926" y="513378"/>
                  </a:cubicBezTo>
                  <a:close/>
                </a:path>
              </a:pathLst>
            </a:cu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5FFF414-08C7-2909-B778-BA6045C13A1E}"/>
                </a:ext>
              </a:extLst>
            </p:cNvPr>
            <p:cNvSpPr txBox="1"/>
            <p:nvPr/>
          </p:nvSpPr>
          <p:spPr>
            <a:xfrm>
              <a:off x="4757224" y="3664740"/>
              <a:ext cx="2372751" cy="3984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US" dirty="0">
                  <a:solidFill>
                    <a:schemeClr val="bg1"/>
                  </a:solidFill>
                  <a:latin typeface="Franklin Gothic Demi" panose="020B0604020202020204" pitchFamily="34" charset="0"/>
                </a:rPr>
                <a:t>THRUST</a:t>
              </a:r>
            </a:p>
            <a:p>
              <a:pPr algn="ctr">
                <a:lnSpc>
                  <a:spcPts val="1500"/>
                </a:lnSpc>
              </a:pPr>
              <a:r>
                <a:rPr lang="en-US" dirty="0">
                  <a:solidFill>
                    <a:schemeClr val="bg1"/>
                  </a:solidFill>
                </a:rPr>
                <a:t>The hydroponic you can trust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73D4450-EC15-8DDE-198E-E91125C23D0B}"/>
              </a:ext>
            </a:extLst>
          </p:cNvPr>
          <p:cNvSpPr txBox="1"/>
          <p:nvPr/>
        </p:nvSpPr>
        <p:spPr>
          <a:xfrm>
            <a:off x="5465799" y="4562495"/>
            <a:ext cx="1315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Kelompok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7A2E3B-2F2A-0075-9208-9527E251C207}"/>
              </a:ext>
            </a:extLst>
          </p:cNvPr>
          <p:cNvSpPr/>
          <p:nvPr/>
        </p:nvSpPr>
        <p:spPr>
          <a:xfrm>
            <a:off x="5260369" y="4595863"/>
            <a:ext cx="1640824" cy="284364"/>
          </a:xfrm>
          <a:prstGeom prst="rect">
            <a:avLst/>
          </a:prstGeom>
          <a:solidFill>
            <a:srgbClr val="2638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2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xit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1 -0.00116 L -0.00221 -0.041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3" grpId="0" animBg="1"/>
      <p:bldP spid="27" grpId="0"/>
      <p:bldP spid="27" grpId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17AC9B5-DD1D-4A06-AA39-E2271BDA58BF}"/>
              </a:ext>
            </a:extLst>
          </p:cNvPr>
          <p:cNvSpPr txBox="1"/>
          <p:nvPr/>
        </p:nvSpPr>
        <p:spPr>
          <a:xfrm>
            <a:off x="3739592" y="2340968"/>
            <a:ext cx="47128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554"/>
            <a:r>
              <a:rPr lang="en-US" sz="2000" dirty="0" err="1"/>
              <a:t>menjadi</a:t>
            </a:r>
            <a:r>
              <a:rPr lang="en-US" sz="2000" dirty="0"/>
              <a:t> </a:t>
            </a:r>
            <a:r>
              <a:rPr lang="en-US" sz="2000" dirty="0" err="1"/>
              <a:t>penyedia</a:t>
            </a:r>
            <a:r>
              <a:rPr lang="en-US" sz="2000" dirty="0"/>
              <a:t> </a:t>
            </a:r>
            <a:r>
              <a:rPr lang="en-US" sz="2000" b="1" dirty="0" err="1"/>
              <a:t>sistem</a:t>
            </a:r>
            <a:r>
              <a:rPr lang="en-US" sz="2000" b="1" dirty="0"/>
              <a:t> </a:t>
            </a:r>
            <a:r>
              <a:rPr lang="en-US" sz="2000" b="1" dirty="0" err="1"/>
              <a:t>hidroponik</a:t>
            </a:r>
            <a:r>
              <a:rPr lang="en-US" sz="2000" b="1" dirty="0"/>
              <a:t> </a:t>
            </a:r>
            <a:r>
              <a:rPr lang="en-US" sz="2000" dirty="0" err="1"/>
              <a:t>terkemuka</a:t>
            </a:r>
            <a:r>
              <a:rPr lang="en-US" sz="2000" dirty="0"/>
              <a:t> di Indonesia yang </a:t>
            </a:r>
            <a:r>
              <a:rPr lang="en-US" sz="2000" dirty="0" err="1"/>
              <a:t>mampu</a:t>
            </a:r>
            <a:r>
              <a:rPr lang="en-US" sz="2000" dirty="0"/>
              <a:t> </a:t>
            </a:r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solusi</a:t>
            </a:r>
            <a:r>
              <a:rPr lang="en-US" sz="2000" dirty="0"/>
              <a:t> </a:t>
            </a:r>
            <a:r>
              <a:rPr lang="en-US" sz="2000" b="1" dirty="0" err="1"/>
              <a:t>efisien</a:t>
            </a:r>
            <a:r>
              <a:rPr lang="en-US" sz="2000" dirty="0"/>
              <a:t> dan </a:t>
            </a:r>
            <a:r>
              <a:rPr lang="en-US" sz="2000" b="1" dirty="0" err="1"/>
              <a:t>ramah</a:t>
            </a:r>
            <a:r>
              <a:rPr lang="en-US" sz="2000" b="1" dirty="0"/>
              <a:t> lingkungan </a:t>
            </a:r>
            <a:r>
              <a:rPr lang="en-US" sz="2000" dirty="0"/>
              <a:t>bagi</a:t>
            </a:r>
            <a:r>
              <a:rPr lang="en-US" sz="2000" b="1" dirty="0"/>
              <a:t> </a:t>
            </a:r>
            <a:r>
              <a:rPr lang="en-US" sz="2000" dirty="0" err="1"/>
              <a:t>masyarakat</a:t>
            </a:r>
            <a:r>
              <a:rPr lang="en-US" sz="2000" dirty="0"/>
              <a:t> </a:t>
            </a:r>
            <a:r>
              <a:rPr lang="en-US" sz="2000" dirty="0" err="1"/>
              <a:t>kota</a:t>
            </a:r>
            <a:r>
              <a:rPr lang="en-US" sz="2000" dirty="0"/>
              <a:t> yang ingin </a:t>
            </a:r>
            <a:r>
              <a:rPr lang="en-US" sz="2000" dirty="0" err="1"/>
              <a:t>terlibat</a:t>
            </a:r>
            <a:r>
              <a:rPr lang="en-US" sz="2000" dirty="0"/>
              <a:t> langsung dalam kegiatan </a:t>
            </a:r>
            <a:r>
              <a:rPr lang="en-US" sz="2000" b="1" dirty="0" err="1"/>
              <a:t>pertanian</a:t>
            </a:r>
            <a:r>
              <a:rPr lang="en-US" sz="2000" dirty="0"/>
              <a:t>, sehingga dapat </a:t>
            </a:r>
            <a:r>
              <a:rPr lang="en-US" sz="2000" dirty="0" err="1"/>
              <a:t>memproduksi</a:t>
            </a:r>
            <a:r>
              <a:rPr lang="en-US" sz="2000" dirty="0"/>
              <a:t> </a:t>
            </a:r>
            <a:r>
              <a:rPr lang="en-US" sz="2000" b="1" dirty="0" err="1"/>
              <a:t>makanan</a:t>
            </a:r>
            <a:r>
              <a:rPr lang="en-US" sz="2000" b="1" dirty="0"/>
              <a:t> </a:t>
            </a:r>
            <a:r>
              <a:rPr lang="en-US" sz="2000" b="1" dirty="0" err="1"/>
              <a:t>sehat</a:t>
            </a:r>
            <a:r>
              <a:rPr lang="en-US" sz="2000" b="1" dirty="0"/>
              <a:t> </a:t>
            </a:r>
            <a:r>
              <a:rPr lang="en-US" sz="2000" dirty="0"/>
              <a:t>untuk </a:t>
            </a:r>
            <a:r>
              <a:rPr lang="en-US" sz="2000" dirty="0" err="1"/>
              <a:t>keluarga</a:t>
            </a:r>
            <a:r>
              <a:rPr lang="en-US" sz="2000" dirty="0"/>
              <a:t> </a:t>
            </a:r>
            <a:r>
              <a:rPr lang="en-US" sz="2000" dirty="0" err="1"/>
              <a:t>mereka</a:t>
            </a:r>
            <a:endParaRPr lang="en-US" sz="2000" dirty="0">
              <a:solidFill>
                <a:srgbClr val="172144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942FB0-6332-4156-B6F8-18787303496D}"/>
              </a:ext>
            </a:extLst>
          </p:cNvPr>
          <p:cNvSpPr/>
          <p:nvPr/>
        </p:nvSpPr>
        <p:spPr>
          <a:xfrm>
            <a:off x="2901805" y="4691577"/>
            <a:ext cx="6388391" cy="2287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0D42A9-D446-4945-903D-333B9397E05F}"/>
              </a:ext>
            </a:extLst>
          </p:cNvPr>
          <p:cNvCxnSpPr/>
          <p:nvPr/>
        </p:nvCxnSpPr>
        <p:spPr>
          <a:xfrm>
            <a:off x="3520049" y="2166422"/>
            <a:ext cx="0" cy="2525157"/>
          </a:xfrm>
          <a:prstGeom prst="line">
            <a:avLst/>
          </a:prstGeom>
          <a:ln w="2857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D63B92-5A09-4D0F-8827-80CA3C7F20DF}"/>
              </a:ext>
            </a:extLst>
          </p:cNvPr>
          <p:cNvCxnSpPr/>
          <p:nvPr/>
        </p:nvCxnSpPr>
        <p:spPr>
          <a:xfrm>
            <a:off x="8671950" y="2166422"/>
            <a:ext cx="0" cy="2525157"/>
          </a:xfrm>
          <a:prstGeom prst="line">
            <a:avLst/>
          </a:prstGeom>
          <a:ln w="2857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17A48E-60DB-4748-A228-9DBCD9729B4D}"/>
              </a:ext>
            </a:extLst>
          </p:cNvPr>
          <p:cNvCxnSpPr>
            <a:cxnSpLocks/>
          </p:cNvCxnSpPr>
          <p:nvPr/>
        </p:nvCxnSpPr>
        <p:spPr>
          <a:xfrm flipH="1">
            <a:off x="3520049" y="2166422"/>
            <a:ext cx="5151902" cy="0"/>
          </a:xfrm>
          <a:prstGeom prst="line">
            <a:avLst/>
          </a:prstGeom>
          <a:ln w="2857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8261DA-C9C3-4C29-839F-0D5286C95A1C}"/>
              </a:ext>
            </a:extLst>
          </p:cNvPr>
          <p:cNvCxnSpPr>
            <a:cxnSpLocks/>
          </p:cNvCxnSpPr>
          <p:nvPr/>
        </p:nvCxnSpPr>
        <p:spPr>
          <a:xfrm flipH="1">
            <a:off x="3520049" y="4691579"/>
            <a:ext cx="5151902" cy="0"/>
          </a:xfrm>
          <a:prstGeom prst="line">
            <a:avLst/>
          </a:prstGeom>
          <a:ln w="28575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0627985-68C3-4CDD-83A9-E1586063B948}"/>
              </a:ext>
            </a:extLst>
          </p:cNvPr>
          <p:cNvGrpSpPr/>
          <p:nvPr/>
        </p:nvGrpSpPr>
        <p:grpSpPr>
          <a:xfrm>
            <a:off x="3204323" y="1885278"/>
            <a:ext cx="631452" cy="681983"/>
            <a:chOff x="3230446" y="10347158"/>
            <a:chExt cx="1849255" cy="1997242"/>
          </a:xfrm>
          <a:solidFill>
            <a:schemeClr val="accent2"/>
          </a:solidFill>
          <a:effectLst>
            <a:outerShdw blurRad="203200" dist="114300" dir="2700000" algn="tl" rotWithShape="0">
              <a:schemeClr val="accent3">
                <a:alpha val="40000"/>
              </a:schemeClr>
            </a:outerShdw>
          </a:effectLst>
        </p:grpSpPr>
        <p:sp>
          <p:nvSpPr>
            <p:cNvPr id="16" name="Graphic 5">
              <a:extLst>
                <a:ext uri="{FF2B5EF4-FFF2-40B4-BE49-F238E27FC236}">
                  <a16:creationId xmlns:a16="http://schemas.microsoft.com/office/drawing/2014/main" id="{4DE064F7-0E59-4BCC-AD20-88174CC9D6CD}"/>
                </a:ext>
              </a:extLst>
            </p:cNvPr>
            <p:cNvSpPr/>
            <p:nvPr/>
          </p:nvSpPr>
          <p:spPr>
            <a:xfrm>
              <a:off x="3230446" y="10347158"/>
              <a:ext cx="783964" cy="1997242"/>
            </a:xfrm>
            <a:custGeom>
              <a:avLst/>
              <a:gdLst>
                <a:gd name="connsiteX0" fmla="*/ 400575 w 400050"/>
                <a:gd name="connsiteY0" fmla="*/ 618649 h 1019175"/>
                <a:gd name="connsiteX1" fmla="*/ 400575 w 400050"/>
                <a:gd name="connsiteY1" fmla="*/ 1012031 h 1019175"/>
                <a:gd name="connsiteX2" fmla="*/ 7192 w 400050"/>
                <a:gd name="connsiteY2" fmla="*/ 1012031 h 1019175"/>
                <a:gd name="connsiteX3" fmla="*/ 7192 w 400050"/>
                <a:gd name="connsiteY3" fmla="*/ 618649 h 1019175"/>
                <a:gd name="connsiteX4" fmla="*/ 324375 w 400050"/>
                <a:gd name="connsiteY4" fmla="*/ 7144 h 1019175"/>
                <a:gd name="connsiteX5" fmla="*/ 392955 w 400050"/>
                <a:gd name="connsiteY5" fmla="*/ 124301 h 1019175"/>
                <a:gd name="connsiteX6" fmla="*/ 199597 w 400050"/>
                <a:gd name="connsiteY6" fmla="*/ 618649 h 1019175"/>
                <a:gd name="connsiteX7" fmla="*/ 400575 w 400050"/>
                <a:gd name="connsiteY7" fmla="*/ 618649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0050" h="1019175">
                  <a:moveTo>
                    <a:pt x="400575" y="618649"/>
                  </a:moveTo>
                  <a:lnTo>
                    <a:pt x="400575" y="1012031"/>
                  </a:lnTo>
                  <a:lnTo>
                    <a:pt x="7192" y="1012031"/>
                  </a:lnTo>
                  <a:lnTo>
                    <a:pt x="7192" y="618649"/>
                  </a:lnTo>
                  <a:cubicBezTo>
                    <a:pt x="7192" y="618649"/>
                    <a:pt x="-4238" y="176689"/>
                    <a:pt x="324375" y="7144"/>
                  </a:cubicBezTo>
                  <a:lnTo>
                    <a:pt x="392955" y="124301"/>
                  </a:lnTo>
                  <a:cubicBezTo>
                    <a:pt x="392955" y="124301"/>
                    <a:pt x="199597" y="249079"/>
                    <a:pt x="199597" y="618649"/>
                  </a:cubicBezTo>
                  <a:lnTo>
                    <a:pt x="400575" y="61864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554"/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7" name="Graphic 5">
              <a:extLst>
                <a:ext uri="{FF2B5EF4-FFF2-40B4-BE49-F238E27FC236}">
                  <a16:creationId xmlns:a16="http://schemas.microsoft.com/office/drawing/2014/main" id="{8DB5DA40-AC2D-45F6-8291-A6B9A2EE879D}"/>
                </a:ext>
              </a:extLst>
            </p:cNvPr>
            <p:cNvSpPr/>
            <p:nvPr/>
          </p:nvSpPr>
          <p:spPr>
            <a:xfrm>
              <a:off x="4295737" y="10347158"/>
              <a:ext cx="783964" cy="1997242"/>
            </a:xfrm>
            <a:custGeom>
              <a:avLst/>
              <a:gdLst>
                <a:gd name="connsiteX0" fmla="*/ 400575 w 400050"/>
                <a:gd name="connsiteY0" fmla="*/ 618649 h 1019175"/>
                <a:gd name="connsiteX1" fmla="*/ 400575 w 400050"/>
                <a:gd name="connsiteY1" fmla="*/ 1012031 h 1019175"/>
                <a:gd name="connsiteX2" fmla="*/ 7192 w 400050"/>
                <a:gd name="connsiteY2" fmla="*/ 1012031 h 1019175"/>
                <a:gd name="connsiteX3" fmla="*/ 7192 w 400050"/>
                <a:gd name="connsiteY3" fmla="*/ 618649 h 1019175"/>
                <a:gd name="connsiteX4" fmla="*/ 324375 w 400050"/>
                <a:gd name="connsiteY4" fmla="*/ 7144 h 1019175"/>
                <a:gd name="connsiteX5" fmla="*/ 392955 w 400050"/>
                <a:gd name="connsiteY5" fmla="*/ 124301 h 1019175"/>
                <a:gd name="connsiteX6" fmla="*/ 199597 w 400050"/>
                <a:gd name="connsiteY6" fmla="*/ 618649 h 1019175"/>
                <a:gd name="connsiteX7" fmla="*/ 400575 w 400050"/>
                <a:gd name="connsiteY7" fmla="*/ 618649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0050" h="1019175">
                  <a:moveTo>
                    <a:pt x="400575" y="618649"/>
                  </a:moveTo>
                  <a:lnTo>
                    <a:pt x="400575" y="1012031"/>
                  </a:lnTo>
                  <a:lnTo>
                    <a:pt x="7192" y="1012031"/>
                  </a:lnTo>
                  <a:lnTo>
                    <a:pt x="7192" y="618649"/>
                  </a:lnTo>
                  <a:cubicBezTo>
                    <a:pt x="7192" y="618649"/>
                    <a:pt x="-4238" y="176689"/>
                    <a:pt x="324375" y="7144"/>
                  </a:cubicBezTo>
                  <a:lnTo>
                    <a:pt x="392955" y="124301"/>
                  </a:lnTo>
                  <a:cubicBezTo>
                    <a:pt x="392955" y="124301"/>
                    <a:pt x="199597" y="249079"/>
                    <a:pt x="199597" y="618649"/>
                  </a:cubicBezTo>
                  <a:lnTo>
                    <a:pt x="400575" y="61864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554"/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6F6835-0D78-4886-AC4B-130C702F1721}"/>
              </a:ext>
            </a:extLst>
          </p:cNvPr>
          <p:cNvGrpSpPr/>
          <p:nvPr/>
        </p:nvGrpSpPr>
        <p:grpSpPr>
          <a:xfrm rot="10800000">
            <a:off x="8349621" y="4323507"/>
            <a:ext cx="631452" cy="681983"/>
            <a:chOff x="3230446" y="10347158"/>
            <a:chExt cx="1849255" cy="1997242"/>
          </a:xfrm>
          <a:solidFill>
            <a:schemeClr val="accent2"/>
          </a:solidFill>
          <a:effectLst>
            <a:outerShdw blurRad="203200" dist="114300" dir="2700000" algn="tl" rotWithShape="0">
              <a:schemeClr val="accent3">
                <a:alpha val="40000"/>
              </a:schemeClr>
            </a:outerShdw>
          </a:effectLst>
        </p:grpSpPr>
        <p:sp>
          <p:nvSpPr>
            <p:cNvPr id="19" name="Graphic 5">
              <a:extLst>
                <a:ext uri="{FF2B5EF4-FFF2-40B4-BE49-F238E27FC236}">
                  <a16:creationId xmlns:a16="http://schemas.microsoft.com/office/drawing/2014/main" id="{8AB44FC6-977E-45F8-A209-16452C2D5D30}"/>
                </a:ext>
              </a:extLst>
            </p:cNvPr>
            <p:cNvSpPr/>
            <p:nvPr/>
          </p:nvSpPr>
          <p:spPr>
            <a:xfrm>
              <a:off x="3230446" y="10347158"/>
              <a:ext cx="783964" cy="1997242"/>
            </a:xfrm>
            <a:custGeom>
              <a:avLst/>
              <a:gdLst>
                <a:gd name="connsiteX0" fmla="*/ 400575 w 400050"/>
                <a:gd name="connsiteY0" fmla="*/ 618649 h 1019175"/>
                <a:gd name="connsiteX1" fmla="*/ 400575 w 400050"/>
                <a:gd name="connsiteY1" fmla="*/ 1012031 h 1019175"/>
                <a:gd name="connsiteX2" fmla="*/ 7192 w 400050"/>
                <a:gd name="connsiteY2" fmla="*/ 1012031 h 1019175"/>
                <a:gd name="connsiteX3" fmla="*/ 7192 w 400050"/>
                <a:gd name="connsiteY3" fmla="*/ 618649 h 1019175"/>
                <a:gd name="connsiteX4" fmla="*/ 324375 w 400050"/>
                <a:gd name="connsiteY4" fmla="*/ 7144 h 1019175"/>
                <a:gd name="connsiteX5" fmla="*/ 392955 w 400050"/>
                <a:gd name="connsiteY5" fmla="*/ 124301 h 1019175"/>
                <a:gd name="connsiteX6" fmla="*/ 199597 w 400050"/>
                <a:gd name="connsiteY6" fmla="*/ 618649 h 1019175"/>
                <a:gd name="connsiteX7" fmla="*/ 400575 w 400050"/>
                <a:gd name="connsiteY7" fmla="*/ 618649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0050" h="1019175">
                  <a:moveTo>
                    <a:pt x="400575" y="618649"/>
                  </a:moveTo>
                  <a:lnTo>
                    <a:pt x="400575" y="1012031"/>
                  </a:lnTo>
                  <a:lnTo>
                    <a:pt x="7192" y="1012031"/>
                  </a:lnTo>
                  <a:lnTo>
                    <a:pt x="7192" y="618649"/>
                  </a:lnTo>
                  <a:cubicBezTo>
                    <a:pt x="7192" y="618649"/>
                    <a:pt x="-4238" y="176689"/>
                    <a:pt x="324375" y="7144"/>
                  </a:cubicBezTo>
                  <a:lnTo>
                    <a:pt x="392955" y="124301"/>
                  </a:lnTo>
                  <a:cubicBezTo>
                    <a:pt x="392955" y="124301"/>
                    <a:pt x="199597" y="249079"/>
                    <a:pt x="199597" y="618649"/>
                  </a:cubicBezTo>
                  <a:lnTo>
                    <a:pt x="400575" y="61864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554"/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0" name="Graphic 5">
              <a:extLst>
                <a:ext uri="{FF2B5EF4-FFF2-40B4-BE49-F238E27FC236}">
                  <a16:creationId xmlns:a16="http://schemas.microsoft.com/office/drawing/2014/main" id="{42A97B98-52AC-4B3E-A6E8-4DF3D72075B1}"/>
                </a:ext>
              </a:extLst>
            </p:cNvPr>
            <p:cNvSpPr/>
            <p:nvPr/>
          </p:nvSpPr>
          <p:spPr>
            <a:xfrm>
              <a:off x="4295737" y="10347158"/>
              <a:ext cx="783964" cy="1997242"/>
            </a:xfrm>
            <a:custGeom>
              <a:avLst/>
              <a:gdLst>
                <a:gd name="connsiteX0" fmla="*/ 400575 w 400050"/>
                <a:gd name="connsiteY0" fmla="*/ 618649 h 1019175"/>
                <a:gd name="connsiteX1" fmla="*/ 400575 w 400050"/>
                <a:gd name="connsiteY1" fmla="*/ 1012031 h 1019175"/>
                <a:gd name="connsiteX2" fmla="*/ 7192 w 400050"/>
                <a:gd name="connsiteY2" fmla="*/ 1012031 h 1019175"/>
                <a:gd name="connsiteX3" fmla="*/ 7192 w 400050"/>
                <a:gd name="connsiteY3" fmla="*/ 618649 h 1019175"/>
                <a:gd name="connsiteX4" fmla="*/ 324375 w 400050"/>
                <a:gd name="connsiteY4" fmla="*/ 7144 h 1019175"/>
                <a:gd name="connsiteX5" fmla="*/ 392955 w 400050"/>
                <a:gd name="connsiteY5" fmla="*/ 124301 h 1019175"/>
                <a:gd name="connsiteX6" fmla="*/ 199597 w 400050"/>
                <a:gd name="connsiteY6" fmla="*/ 618649 h 1019175"/>
                <a:gd name="connsiteX7" fmla="*/ 400575 w 400050"/>
                <a:gd name="connsiteY7" fmla="*/ 618649 h 1019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0050" h="1019175">
                  <a:moveTo>
                    <a:pt x="400575" y="618649"/>
                  </a:moveTo>
                  <a:lnTo>
                    <a:pt x="400575" y="1012031"/>
                  </a:lnTo>
                  <a:lnTo>
                    <a:pt x="7192" y="1012031"/>
                  </a:lnTo>
                  <a:lnTo>
                    <a:pt x="7192" y="618649"/>
                  </a:lnTo>
                  <a:cubicBezTo>
                    <a:pt x="7192" y="618649"/>
                    <a:pt x="-4238" y="176689"/>
                    <a:pt x="324375" y="7144"/>
                  </a:cubicBezTo>
                  <a:lnTo>
                    <a:pt x="392955" y="124301"/>
                  </a:lnTo>
                  <a:cubicBezTo>
                    <a:pt x="392955" y="124301"/>
                    <a:pt x="199597" y="249079"/>
                    <a:pt x="199597" y="618649"/>
                  </a:cubicBezTo>
                  <a:lnTo>
                    <a:pt x="400575" y="61864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228554"/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4BF8960A-11C0-4B72-9AC4-1C2C41CB4ED7}"/>
              </a:ext>
            </a:extLst>
          </p:cNvPr>
          <p:cNvSpPr/>
          <p:nvPr/>
        </p:nvSpPr>
        <p:spPr>
          <a:xfrm>
            <a:off x="-152373" y="4397703"/>
            <a:ext cx="3628884" cy="8252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6D18DB-0D84-46D5-9A54-294DB0E65680}"/>
              </a:ext>
            </a:extLst>
          </p:cNvPr>
          <p:cNvSpPr txBox="1"/>
          <p:nvPr/>
        </p:nvSpPr>
        <p:spPr>
          <a:xfrm>
            <a:off x="5499526" y="523435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8554"/>
            <a:r>
              <a:rPr lang="en-US" b="1" dirty="0">
                <a:solidFill>
                  <a:srgbClr val="172144"/>
                </a:solidFill>
                <a:latin typeface="Century Gothic"/>
              </a:rPr>
              <a:t>- THRUST-</a:t>
            </a:r>
          </a:p>
        </p:txBody>
      </p:sp>
    </p:spTree>
    <p:extLst>
      <p:ext uri="{BB962C8B-B14F-4D97-AF65-F5344CB8AC3E}">
        <p14:creationId xmlns:p14="http://schemas.microsoft.com/office/powerpoint/2010/main" val="59801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14000" decel="8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3.51852E-6 L -0.43588 -3.51852E-6 " pathEditMode="relative" rAng="0" ptsTypes="AA">
                                      <p:cBhvr>
                                        <p:cTn id="6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94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91FD264-D042-45FB-BB6C-2E9E239CD2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4605064"/>
              </p:ext>
            </p:extLst>
          </p:nvPr>
        </p:nvGraphicFramePr>
        <p:xfrm>
          <a:off x="660579" y="1961726"/>
          <a:ext cx="6301536" cy="4176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16866D48-6222-4BC2-83A2-BE9433038F19}"/>
              </a:ext>
            </a:extLst>
          </p:cNvPr>
          <p:cNvSpPr txBox="1">
            <a:spLocks/>
          </p:cNvSpPr>
          <p:nvPr/>
        </p:nvSpPr>
        <p:spPr>
          <a:xfrm>
            <a:off x="660579" y="561174"/>
            <a:ext cx="4212147" cy="7745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09"/>
            <a:r>
              <a:rPr lang="en-US" sz="2999" dirty="0" err="1">
                <a:solidFill>
                  <a:srgbClr val="172144">
                    <a:lumMod val="90000"/>
                    <a:lumOff val="10000"/>
                  </a:srgbClr>
                </a:solidFill>
                <a:latin typeface="Open Sans Light"/>
              </a:rPr>
              <a:t>Peluang</a:t>
            </a:r>
            <a:r>
              <a:rPr lang="en-US" sz="2999" dirty="0">
                <a:solidFill>
                  <a:srgbClr val="172144">
                    <a:lumMod val="90000"/>
                    <a:lumOff val="10000"/>
                  </a:srgbClr>
                </a:solidFill>
                <a:latin typeface="Open Sans Light"/>
              </a:rPr>
              <a:t> Pasar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B0B830-9A2B-8078-D81C-06897B2697F3}"/>
              </a:ext>
            </a:extLst>
          </p:cNvPr>
          <p:cNvSpPr txBox="1"/>
          <p:nvPr/>
        </p:nvSpPr>
        <p:spPr>
          <a:xfrm>
            <a:off x="7185582" y="2064870"/>
            <a:ext cx="41925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Peluang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pasar untuk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sistem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hidroponik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berbasis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IoT seperti THRUST cukup besar,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pertumbuhan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industri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pertanian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organik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hidroponik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tumbuh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pesat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berbagai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negara.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literatur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pasar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hidroponik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 Amerika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Serikat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saja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mencapai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angka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$ 5,44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pada tahun 2019 dan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tumbuh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hingga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$ 11,5 </a:t>
            </a:r>
            <a:r>
              <a:rPr lang="en-US" sz="1800" b="0" i="0" u="none" strike="noStrike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miliar</a:t>
            </a:r>
            <a:r>
              <a:rPr lang="en-US" sz="1800" b="0" i="0" u="none" strike="noStrik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pada tahun 2024 (Grand View Research, 2019).</a:t>
            </a:r>
            <a:endParaRPr lang="en-US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382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ED5DD19-21A8-4DB2-95A7-C1F8107F2A50}"/>
              </a:ext>
            </a:extLst>
          </p:cNvPr>
          <p:cNvGrpSpPr/>
          <p:nvPr/>
        </p:nvGrpSpPr>
        <p:grpSpPr>
          <a:xfrm>
            <a:off x="2672802" y="1157489"/>
            <a:ext cx="4595148" cy="4567958"/>
            <a:chOff x="8451073" y="2889337"/>
            <a:chExt cx="7485028" cy="744073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E0B1778-EBDF-401C-BB67-11D3AD9AE940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B210B1D-83AB-45A8-87BF-07D978FBABCB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98A1287-ED8A-4E34-B637-987B5EFEDA61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6D7720C-A123-4A3A-8B19-C5D409D31AC8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CCD5230-4BEA-4D2A-B706-BC9C58505A43}"/>
              </a:ext>
            </a:extLst>
          </p:cNvPr>
          <p:cNvSpPr txBox="1"/>
          <p:nvPr/>
        </p:nvSpPr>
        <p:spPr>
          <a:xfrm>
            <a:off x="804182" y="2208683"/>
            <a:ext cx="4906151" cy="22157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6899" b="1" dirty="0">
                <a:gradFill flip="none" rotWithShape="1">
                  <a:gsLst>
                    <a:gs pos="0">
                      <a:srgbClr val="FF668B"/>
                    </a:gs>
                    <a:gs pos="21000">
                      <a:srgbClr val="FF668B">
                        <a:lumMod val="75000"/>
                      </a:srgbClr>
                    </a:gs>
                    <a:gs pos="48000">
                      <a:srgbClr val="A55DC5"/>
                    </a:gs>
                    <a:gs pos="82000">
                      <a:srgbClr val="FE9678"/>
                    </a:gs>
                  </a:gsLst>
                  <a:lin ang="0" scaled="1"/>
                  <a:tileRect/>
                </a:gradFill>
                <a:effectLst>
                  <a:outerShdw blurRad="723900" sx="120000" sy="120000" algn="ctr" rotWithShape="0">
                    <a:srgbClr val="FF668B"/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Market</a:t>
            </a:r>
          </a:p>
          <a:p>
            <a:pPr defTabSz="228554"/>
            <a:r>
              <a:rPr lang="en-US" sz="6899" b="1" dirty="0" err="1">
                <a:gradFill flip="none" rotWithShape="1">
                  <a:gsLst>
                    <a:gs pos="0">
                      <a:srgbClr val="FF668B"/>
                    </a:gs>
                    <a:gs pos="21000">
                      <a:srgbClr val="FF668B">
                        <a:lumMod val="75000"/>
                      </a:srgbClr>
                    </a:gs>
                    <a:gs pos="48000">
                      <a:srgbClr val="A55DC5"/>
                    </a:gs>
                    <a:gs pos="82000">
                      <a:srgbClr val="FE9678"/>
                    </a:gs>
                  </a:gsLst>
                  <a:lin ang="0" scaled="1"/>
                  <a:tileRect/>
                </a:gradFill>
                <a:effectLst>
                  <a:outerShdw blurRad="723900" sx="120000" sy="120000" algn="ctr" rotWithShape="0">
                    <a:srgbClr val="FF668B"/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Targetting</a:t>
            </a:r>
            <a:endParaRPr lang="en-US" sz="6899" b="1" dirty="0">
              <a:gradFill flip="none" rotWithShape="1">
                <a:gsLst>
                  <a:gs pos="0">
                    <a:srgbClr val="FF668B"/>
                  </a:gs>
                  <a:gs pos="21000">
                    <a:srgbClr val="FF668B">
                      <a:lumMod val="75000"/>
                    </a:srgbClr>
                  </a:gs>
                  <a:gs pos="48000">
                    <a:srgbClr val="A55DC5"/>
                  </a:gs>
                  <a:gs pos="82000">
                    <a:srgbClr val="FE9678"/>
                  </a:gs>
                </a:gsLst>
                <a:lin ang="0" scaled="1"/>
                <a:tileRect/>
              </a:gradFill>
              <a:effectLst>
                <a:outerShdw blurRad="723900" sx="120000" sy="120000" algn="ctr" rotWithShape="0">
                  <a:srgbClr val="FF668B"/>
                </a:outerShdw>
              </a:effectLst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365443-5A96-4C41-AC34-B30DA842FB05}"/>
              </a:ext>
            </a:extLst>
          </p:cNvPr>
          <p:cNvGrpSpPr/>
          <p:nvPr/>
        </p:nvGrpSpPr>
        <p:grpSpPr>
          <a:xfrm>
            <a:off x="4917902" y="1382240"/>
            <a:ext cx="4600713" cy="5088768"/>
            <a:chOff x="3969168" y="2345252"/>
            <a:chExt cx="6914068" cy="7647530"/>
          </a:xfrm>
        </p:grpSpPr>
        <p:sp>
          <p:nvSpPr>
            <p:cNvPr id="8" name="Three">
              <a:extLst>
                <a:ext uri="{FF2B5EF4-FFF2-40B4-BE49-F238E27FC236}">
                  <a16:creationId xmlns:a16="http://schemas.microsoft.com/office/drawing/2014/main" id="{14E4FE2C-5F56-413C-810F-8AC99BCB89C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" name="One">
              <a:extLst>
                <a:ext uri="{FF2B5EF4-FFF2-40B4-BE49-F238E27FC236}">
                  <a16:creationId xmlns:a16="http://schemas.microsoft.com/office/drawing/2014/main" id="{DE2D2548-7B05-47FF-AE38-1D6F43EBFD0E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0" name="Two">
              <a:extLst>
                <a:ext uri="{FF2B5EF4-FFF2-40B4-BE49-F238E27FC236}">
                  <a16:creationId xmlns:a16="http://schemas.microsoft.com/office/drawing/2014/main" id="{0474A264-EFFF-4E44-AB74-4AF6C592B9CC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1" name="Four">
              <a:extLst>
                <a:ext uri="{FF2B5EF4-FFF2-40B4-BE49-F238E27FC236}">
                  <a16:creationId xmlns:a16="http://schemas.microsoft.com/office/drawing/2014/main" id="{4DF4AD98-6C07-4E06-8A82-DA782C941E5C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ED59E2F-F0A2-4EFF-8E80-3F5B3F24234A}"/>
              </a:ext>
            </a:extLst>
          </p:cNvPr>
          <p:cNvSpPr txBox="1"/>
          <p:nvPr/>
        </p:nvSpPr>
        <p:spPr>
          <a:xfrm>
            <a:off x="8846566" y="2480238"/>
            <a:ext cx="223360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defTabSz="228554">
              <a:defRPr/>
            </a:pPr>
            <a:r>
              <a:rPr lang="en-US" sz="1600" b="1" dirty="0" err="1">
                <a:solidFill>
                  <a:srgbClr val="172144"/>
                </a:solidFill>
                <a:latin typeface="Century Gothic"/>
              </a:rPr>
              <a:t>Spesifik</a:t>
            </a:r>
            <a:endParaRPr lang="en-US" sz="1600" b="1" dirty="0">
              <a:solidFill>
                <a:srgbClr val="172144"/>
              </a:solidFill>
              <a:latin typeface="Century Gothic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A4085B-DBDE-40AE-BCC5-BAD87D839C65}"/>
              </a:ext>
            </a:extLst>
          </p:cNvPr>
          <p:cNvCxnSpPr>
            <a:cxnSpLocks/>
          </p:cNvCxnSpPr>
          <p:nvPr/>
        </p:nvCxnSpPr>
        <p:spPr>
          <a:xfrm>
            <a:off x="9403986" y="2895726"/>
            <a:ext cx="16761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D376035-CBE1-4F51-A774-0BFDBE9B332B}"/>
              </a:ext>
            </a:extLst>
          </p:cNvPr>
          <p:cNvSpPr txBox="1"/>
          <p:nvPr/>
        </p:nvSpPr>
        <p:spPr>
          <a:xfrm>
            <a:off x="11143733" y="2741838"/>
            <a:ext cx="24761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28554">
              <a:defRPr/>
            </a:pPr>
            <a:r>
              <a:rPr lang="en-US" sz="700" b="1">
                <a:solidFill>
                  <a:srgbClr val="172144"/>
                </a:solidFill>
                <a:latin typeface="Calibri"/>
              </a:rPr>
              <a:t>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4E7BA4-D7ED-4538-B686-44E6E289029B}"/>
              </a:ext>
            </a:extLst>
          </p:cNvPr>
          <p:cNvSpPr txBox="1"/>
          <p:nvPr/>
        </p:nvSpPr>
        <p:spPr>
          <a:xfrm>
            <a:off x="8846566" y="3644372"/>
            <a:ext cx="223360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 defTabSz="228554">
              <a:defRPr/>
            </a:pPr>
            <a:r>
              <a:rPr lang="en-US" sz="1600" b="1" dirty="0" err="1">
                <a:solidFill>
                  <a:srgbClr val="172144"/>
                </a:solidFill>
                <a:latin typeface="Century Gothic"/>
              </a:rPr>
              <a:t>Karakteristik</a:t>
            </a:r>
            <a:endParaRPr lang="en-US" sz="1600" b="1" dirty="0">
              <a:solidFill>
                <a:srgbClr val="172144"/>
              </a:solidFill>
              <a:latin typeface="Century Gothic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AAEBE9-BE97-4E7C-BF23-BAFA05055BB6}"/>
              </a:ext>
            </a:extLst>
          </p:cNvPr>
          <p:cNvCxnSpPr>
            <a:cxnSpLocks/>
          </p:cNvCxnSpPr>
          <p:nvPr/>
        </p:nvCxnSpPr>
        <p:spPr>
          <a:xfrm>
            <a:off x="8974072" y="4059860"/>
            <a:ext cx="2106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5AA844A-2784-4CC5-BDB2-1808930FDE44}"/>
              </a:ext>
            </a:extLst>
          </p:cNvPr>
          <p:cNvSpPr txBox="1"/>
          <p:nvPr/>
        </p:nvSpPr>
        <p:spPr>
          <a:xfrm>
            <a:off x="11143733" y="3905972"/>
            <a:ext cx="247618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228554">
              <a:defRPr/>
            </a:pPr>
            <a:r>
              <a:rPr lang="en-US" sz="700" b="1">
                <a:solidFill>
                  <a:srgbClr val="172144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DC528A-CC13-46F7-803D-2FFD94D25866}"/>
              </a:ext>
            </a:extLst>
          </p:cNvPr>
          <p:cNvSpPr/>
          <p:nvPr/>
        </p:nvSpPr>
        <p:spPr>
          <a:xfrm>
            <a:off x="6170066" y="2507756"/>
            <a:ext cx="2096384" cy="116063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 dirty="0">
                <a:solidFill>
                  <a:srgbClr val="FFFFFF"/>
                </a:solidFill>
                <a:latin typeface="Century Gothic"/>
              </a:rPr>
              <a:t>Target/</a:t>
            </a: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Segmen</a:t>
            </a:r>
            <a:r>
              <a:rPr lang="en-US" b="1" dirty="0">
                <a:solidFill>
                  <a:srgbClr val="FFFFFF"/>
                </a:solidFill>
                <a:latin typeface="Century Gothic"/>
              </a:rPr>
              <a:t> pasar</a:t>
            </a:r>
          </a:p>
          <a:p>
            <a:pPr algn="ctr" defTabSz="228554">
              <a:lnSpc>
                <a:spcPct val="89000"/>
              </a:lnSpc>
            </a:pPr>
            <a:endParaRPr lang="en-US" b="1" dirty="0">
              <a:solidFill>
                <a:srgbClr val="FFFFFF"/>
              </a:solidFill>
              <a:latin typeface="Century Gothic"/>
            </a:endParaRPr>
          </a:p>
          <a:p>
            <a:pPr algn="ctr" defTabSz="228554">
              <a:lnSpc>
                <a:spcPct val="89000"/>
              </a:lnSpc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Masyarakat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EA87E2-C3AD-4FA6-86FF-94EE6FE2FD99}"/>
              </a:ext>
            </a:extLst>
          </p:cNvPr>
          <p:cNvSpPr/>
          <p:nvPr/>
        </p:nvSpPr>
        <p:spPr>
          <a:xfrm>
            <a:off x="6664260" y="3534049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228554"/>
            <a:r>
              <a:rPr lang="en-US" sz="7200" dirty="0">
                <a:solidFill>
                  <a:srgbClr val="FFFFFF"/>
                </a:solidFill>
                <a:latin typeface="Designball-Users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l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B11F087-34C2-48FB-8ED8-8180E74429FB}"/>
              </a:ext>
            </a:extLst>
          </p:cNvPr>
          <p:cNvGrpSpPr/>
          <p:nvPr/>
        </p:nvGrpSpPr>
        <p:grpSpPr>
          <a:xfrm>
            <a:off x="12705286" y="1382240"/>
            <a:ext cx="4600713" cy="5088768"/>
            <a:chOff x="3969168" y="2345252"/>
            <a:chExt cx="6914068" cy="7647530"/>
          </a:xfrm>
        </p:grpSpPr>
        <p:sp>
          <p:nvSpPr>
            <p:cNvPr id="33" name="Three">
              <a:extLst>
                <a:ext uri="{FF2B5EF4-FFF2-40B4-BE49-F238E27FC236}">
                  <a16:creationId xmlns:a16="http://schemas.microsoft.com/office/drawing/2014/main" id="{A9417AF0-0914-432E-922E-BDB2DBED5D66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4" name="One">
              <a:extLst>
                <a:ext uri="{FF2B5EF4-FFF2-40B4-BE49-F238E27FC236}">
                  <a16:creationId xmlns:a16="http://schemas.microsoft.com/office/drawing/2014/main" id="{6FD6E716-F576-4DF6-8990-130FD558A14C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5" name="Two">
              <a:extLst>
                <a:ext uri="{FF2B5EF4-FFF2-40B4-BE49-F238E27FC236}">
                  <a16:creationId xmlns:a16="http://schemas.microsoft.com/office/drawing/2014/main" id="{A352FBA2-B207-4FBC-900C-A16446737D67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6" name="Four">
              <a:extLst>
                <a:ext uri="{FF2B5EF4-FFF2-40B4-BE49-F238E27FC236}">
                  <a16:creationId xmlns:a16="http://schemas.microsoft.com/office/drawing/2014/main" id="{8E275EF2-85DA-4E83-B605-3C7152B24141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19477-3D1C-4AA9-9091-95F1995EF198}"/>
              </a:ext>
            </a:extLst>
          </p:cNvPr>
          <p:cNvSpPr/>
          <p:nvPr/>
        </p:nvSpPr>
        <p:spPr>
          <a:xfrm>
            <a:off x="13957451" y="3544052"/>
            <a:ext cx="2096384" cy="9550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>
                <a:solidFill>
                  <a:srgbClr val="FFFFFF"/>
                </a:solidFill>
                <a:latin typeface="Century Gothic"/>
              </a:rPr>
              <a:t>Education</a:t>
            </a:r>
            <a:endParaRPr lang="en-US" sz="1000" b="1">
              <a:solidFill>
                <a:srgbClr val="FFFFFF"/>
              </a:solidFill>
              <a:latin typeface="Century Gothic"/>
            </a:endParaRPr>
          </a:p>
          <a:p>
            <a:pPr algn="ctr" defTabSz="228554">
              <a:lnSpc>
                <a:spcPct val="89000"/>
              </a:lnSpc>
            </a:pPr>
            <a:r>
              <a:rPr lang="en-US" sz="900">
                <a:solidFill>
                  <a:srgbClr val="FFFFFF"/>
                </a:solidFill>
                <a:latin typeface="Calibri"/>
              </a:rPr>
              <a:t>Donec ornare rutrum neque sit amet pellentesque. Nulla eget dictum tortor. Nunc interdum velit vulputate, finibus elit et, iaculis neque. Curabitur in augue gravida, ultrices dui eu, ultrices eros.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94CB050-3F80-4D50-A7A9-8B10A05EA844}"/>
              </a:ext>
            </a:extLst>
          </p:cNvPr>
          <p:cNvSpPr/>
          <p:nvPr/>
        </p:nvSpPr>
        <p:spPr>
          <a:xfrm>
            <a:off x="14470880" y="2228416"/>
            <a:ext cx="1069525" cy="1154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899">
                <a:solidFill>
                  <a:srgbClr val="FF668B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h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1CE176D-1012-4D24-928C-BFD1EEA07F6D}"/>
              </a:ext>
            </a:extLst>
          </p:cNvPr>
          <p:cNvGrpSpPr/>
          <p:nvPr/>
        </p:nvGrpSpPr>
        <p:grpSpPr>
          <a:xfrm>
            <a:off x="16952320" y="1382240"/>
            <a:ext cx="4600713" cy="5088768"/>
            <a:chOff x="3969168" y="2345252"/>
            <a:chExt cx="6914068" cy="7647530"/>
          </a:xfrm>
        </p:grpSpPr>
        <p:sp>
          <p:nvSpPr>
            <p:cNvPr id="40" name="Three">
              <a:extLst>
                <a:ext uri="{FF2B5EF4-FFF2-40B4-BE49-F238E27FC236}">
                  <a16:creationId xmlns:a16="http://schemas.microsoft.com/office/drawing/2014/main" id="{CB7178B5-77CC-4EA2-963C-A25B3DB1B9FC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1" name="One">
              <a:extLst>
                <a:ext uri="{FF2B5EF4-FFF2-40B4-BE49-F238E27FC236}">
                  <a16:creationId xmlns:a16="http://schemas.microsoft.com/office/drawing/2014/main" id="{1AAAFD71-1210-4504-845E-4DF437FC4A06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2" name="Two">
              <a:extLst>
                <a:ext uri="{FF2B5EF4-FFF2-40B4-BE49-F238E27FC236}">
                  <a16:creationId xmlns:a16="http://schemas.microsoft.com/office/drawing/2014/main" id="{00B00D93-8A55-4335-B18A-AFF4727C33BE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3" name="Four">
              <a:extLst>
                <a:ext uri="{FF2B5EF4-FFF2-40B4-BE49-F238E27FC236}">
                  <a16:creationId xmlns:a16="http://schemas.microsoft.com/office/drawing/2014/main" id="{450428D3-9360-40B3-8DFF-59DFFE302922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58CDEEC9-1427-4D66-BAC4-C57B88D78EE3}"/>
              </a:ext>
            </a:extLst>
          </p:cNvPr>
          <p:cNvSpPr/>
          <p:nvPr/>
        </p:nvSpPr>
        <p:spPr>
          <a:xfrm>
            <a:off x="18204485" y="2274285"/>
            <a:ext cx="2096384" cy="95507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>
                <a:solidFill>
                  <a:srgbClr val="FFFFFF"/>
                </a:solidFill>
                <a:latin typeface="Century Gothic"/>
              </a:rPr>
              <a:t>New Idea</a:t>
            </a:r>
            <a:endParaRPr lang="en-US" sz="1000" b="1">
              <a:solidFill>
                <a:srgbClr val="FFFFFF"/>
              </a:solidFill>
              <a:latin typeface="Century Gothic"/>
            </a:endParaRPr>
          </a:p>
          <a:p>
            <a:pPr algn="ctr" defTabSz="228554">
              <a:lnSpc>
                <a:spcPct val="89000"/>
              </a:lnSpc>
            </a:pPr>
            <a:r>
              <a:rPr lang="en-US" sz="900">
                <a:solidFill>
                  <a:srgbClr val="FFFFFF"/>
                </a:solidFill>
                <a:latin typeface="Calibri"/>
              </a:rPr>
              <a:t>Donec ornare rutrum neque sit amet pellentesque. Nulla eget dictum tortor. Nunc interdum velit vulputate, finibus elit et, iaculis neque. Curabitur in augue gravida, ultrices dui eu, ultrices eros.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40E92BC-C6DE-43B7-B8FE-1C586A587B89}"/>
              </a:ext>
            </a:extLst>
          </p:cNvPr>
          <p:cNvSpPr/>
          <p:nvPr/>
        </p:nvSpPr>
        <p:spPr>
          <a:xfrm>
            <a:off x="18717914" y="3595735"/>
            <a:ext cx="1069525" cy="1154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899">
                <a:solidFill>
                  <a:srgbClr val="4A53FF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982559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5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4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5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8" grpId="0"/>
      <p:bldP spid="20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D7EE296-C091-4EAB-A632-91661D90799E}"/>
              </a:ext>
            </a:extLst>
          </p:cNvPr>
          <p:cNvGrpSpPr/>
          <p:nvPr/>
        </p:nvGrpSpPr>
        <p:grpSpPr>
          <a:xfrm>
            <a:off x="-507345" y="-1354636"/>
            <a:ext cx="3826808" cy="3804165"/>
            <a:chOff x="8451073" y="2889337"/>
            <a:chExt cx="7485028" cy="744073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7F020D2-7633-4D8C-B1E2-F6B18648800F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3E4CE6B-6191-46F1-8F24-50F1BD37A4DC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D5C7B8F-4201-4E48-8B97-5DC70E618787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3937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C1C8050-21ED-431D-AC46-76F40319BDE3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76DB7B-3EB9-415A-B9D2-E833E1F6E347}"/>
              </a:ext>
            </a:extLst>
          </p:cNvPr>
          <p:cNvGrpSpPr/>
          <p:nvPr/>
        </p:nvGrpSpPr>
        <p:grpSpPr>
          <a:xfrm>
            <a:off x="6824038" y="3803896"/>
            <a:ext cx="2146267" cy="2373948"/>
            <a:chOff x="3969168" y="2345252"/>
            <a:chExt cx="6914068" cy="7647530"/>
          </a:xfrm>
        </p:grpSpPr>
        <p:sp>
          <p:nvSpPr>
            <p:cNvPr id="32" name="Three">
              <a:extLst>
                <a:ext uri="{FF2B5EF4-FFF2-40B4-BE49-F238E27FC236}">
                  <a16:creationId xmlns:a16="http://schemas.microsoft.com/office/drawing/2014/main" id="{D3C37216-867B-44FF-A224-FE914E01CF47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3" name="One">
              <a:extLst>
                <a:ext uri="{FF2B5EF4-FFF2-40B4-BE49-F238E27FC236}">
                  <a16:creationId xmlns:a16="http://schemas.microsoft.com/office/drawing/2014/main" id="{B791367A-33B1-43EC-9B31-F63FB083359F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4" name="Two">
              <a:extLst>
                <a:ext uri="{FF2B5EF4-FFF2-40B4-BE49-F238E27FC236}">
                  <a16:creationId xmlns:a16="http://schemas.microsoft.com/office/drawing/2014/main" id="{ECF386D7-F071-49B4-AD08-78DDC77CC86E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5" name="Four">
              <a:extLst>
                <a:ext uri="{FF2B5EF4-FFF2-40B4-BE49-F238E27FC236}">
                  <a16:creationId xmlns:a16="http://schemas.microsoft.com/office/drawing/2014/main" id="{F5D9E9D3-A88C-4545-8531-64384DFE74FF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365443-5A96-4C41-AC34-B30DA842FB05}"/>
              </a:ext>
            </a:extLst>
          </p:cNvPr>
          <p:cNvGrpSpPr/>
          <p:nvPr/>
        </p:nvGrpSpPr>
        <p:grpSpPr>
          <a:xfrm>
            <a:off x="404274" y="1008049"/>
            <a:ext cx="5243471" cy="5799713"/>
            <a:chOff x="3969168" y="2345252"/>
            <a:chExt cx="6914068" cy="7647530"/>
          </a:xfrm>
        </p:grpSpPr>
        <p:sp>
          <p:nvSpPr>
            <p:cNvPr id="8" name="Three">
              <a:extLst>
                <a:ext uri="{FF2B5EF4-FFF2-40B4-BE49-F238E27FC236}">
                  <a16:creationId xmlns:a16="http://schemas.microsoft.com/office/drawing/2014/main" id="{14E4FE2C-5F56-413C-810F-8AC99BCB89C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" name="One">
              <a:extLst>
                <a:ext uri="{FF2B5EF4-FFF2-40B4-BE49-F238E27FC236}">
                  <a16:creationId xmlns:a16="http://schemas.microsoft.com/office/drawing/2014/main" id="{DE2D2548-7B05-47FF-AE38-1D6F43EBFD0E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0" name="Two">
              <a:extLst>
                <a:ext uri="{FF2B5EF4-FFF2-40B4-BE49-F238E27FC236}">
                  <a16:creationId xmlns:a16="http://schemas.microsoft.com/office/drawing/2014/main" id="{0474A264-EFFF-4E44-AB74-4AF6C592B9CC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1" name="Four">
              <a:extLst>
                <a:ext uri="{FF2B5EF4-FFF2-40B4-BE49-F238E27FC236}">
                  <a16:creationId xmlns:a16="http://schemas.microsoft.com/office/drawing/2014/main" id="{4DF4AD98-6C07-4E06-8A82-DA782C941E5C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BA07543-C8D4-4577-ABD6-7C5386637E52}"/>
              </a:ext>
            </a:extLst>
          </p:cNvPr>
          <p:cNvSpPr/>
          <p:nvPr/>
        </p:nvSpPr>
        <p:spPr>
          <a:xfrm>
            <a:off x="7349205" y="4978306"/>
            <a:ext cx="1069525" cy="1154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899">
                <a:solidFill>
                  <a:srgbClr val="FE9678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u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98287C-DB8C-4F6C-A970-EB482D6CFE4C}"/>
              </a:ext>
            </a:extLst>
          </p:cNvPr>
          <p:cNvGrpSpPr/>
          <p:nvPr/>
        </p:nvGrpSpPr>
        <p:grpSpPr>
          <a:xfrm>
            <a:off x="7855440" y="3091287"/>
            <a:ext cx="6116142" cy="6079953"/>
            <a:chOff x="8451073" y="2889337"/>
            <a:chExt cx="7485028" cy="7440739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86928F-91DF-4364-A925-3120FCB37CFE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DC1DCFB-FE48-404B-B21E-1FA00A68E154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68E0170-114B-45BD-AD8B-5E90AF06BF3C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58989E-C1FC-4930-94D0-979E872073A9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C92207-99AB-44E5-A8DE-0926611E7FC1}"/>
              </a:ext>
            </a:extLst>
          </p:cNvPr>
          <p:cNvGrpSpPr/>
          <p:nvPr/>
        </p:nvGrpSpPr>
        <p:grpSpPr>
          <a:xfrm>
            <a:off x="5767959" y="662475"/>
            <a:ext cx="2856681" cy="3159725"/>
            <a:chOff x="3969168" y="2345252"/>
            <a:chExt cx="6914068" cy="7647530"/>
          </a:xfrm>
        </p:grpSpPr>
        <p:sp>
          <p:nvSpPr>
            <p:cNvPr id="25" name="Three">
              <a:extLst>
                <a:ext uri="{FF2B5EF4-FFF2-40B4-BE49-F238E27FC236}">
                  <a16:creationId xmlns:a16="http://schemas.microsoft.com/office/drawing/2014/main" id="{8134B861-E9B8-406C-BC23-B6B85D9CBB6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6" name="One">
              <a:extLst>
                <a:ext uri="{FF2B5EF4-FFF2-40B4-BE49-F238E27FC236}">
                  <a16:creationId xmlns:a16="http://schemas.microsoft.com/office/drawing/2014/main" id="{75A6E478-DCA0-4A86-96E8-8572547C5D37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7" name="Two">
              <a:extLst>
                <a:ext uri="{FF2B5EF4-FFF2-40B4-BE49-F238E27FC236}">
                  <a16:creationId xmlns:a16="http://schemas.microsoft.com/office/drawing/2014/main" id="{B9524A8C-B795-4A48-B069-9C3F6952BB12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8" name="Four">
              <a:extLst>
                <a:ext uri="{FF2B5EF4-FFF2-40B4-BE49-F238E27FC236}">
                  <a16:creationId xmlns:a16="http://schemas.microsoft.com/office/drawing/2014/main" id="{9A9A2D98-0519-44EA-AAE0-ED607A7E3181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3827A392-3E63-4527-B92E-7E77A586FAD0}"/>
              </a:ext>
            </a:extLst>
          </p:cNvPr>
          <p:cNvSpPr/>
          <p:nvPr/>
        </p:nvSpPr>
        <p:spPr>
          <a:xfrm>
            <a:off x="6330025" y="1606659"/>
            <a:ext cx="1732549" cy="120154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Spesifik</a:t>
            </a:r>
            <a:endParaRPr lang="en-US" sz="1000" b="1" dirty="0">
              <a:solidFill>
                <a:srgbClr val="FFFFFF"/>
              </a:solidFill>
              <a:latin typeface="Century Gothic"/>
            </a:endParaRPr>
          </a:p>
          <a:p>
            <a:pPr marL="171450" indent="-171450" algn="ctr" defTabSz="228554">
              <a:lnSpc>
                <a:spcPct val="89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Masyarakat yang memiliki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kepedulian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terhadap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lingkungan dan Kesehatan</a:t>
            </a:r>
          </a:p>
          <a:p>
            <a:pPr marL="171450" indent="-171450" algn="ctr" defTabSz="228554">
              <a:lnSpc>
                <a:spcPct val="89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Masyarakat yang tinggal di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daerah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perkotaan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tidak memiliki/memiliki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lahan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yang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terbatas</a:t>
            </a:r>
            <a:endParaRPr lang="en-US" sz="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E9B9E5-DDB0-48BB-8461-57EA74C7C2D2}"/>
              </a:ext>
            </a:extLst>
          </p:cNvPr>
          <p:cNvSpPr/>
          <p:nvPr/>
        </p:nvSpPr>
        <p:spPr>
          <a:xfrm>
            <a:off x="6661537" y="740396"/>
            <a:ext cx="1069525" cy="1154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899" dirty="0">
                <a:solidFill>
                  <a:srgbClr val="FF668B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h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6B2195-1EEF-463B-8C8B-42426559556A}"/>
              </a:ext>
            </a:extLst>
          </p:cNvPr>
          <p:cNvGrpSpPr/>
          <p:nvPr/>
        </p:nvGrpSpPr>
        <p:grpSpPr>
          <a:xfrm>
            <a:off x="7341652" y="764119"/>
            <a:ext cx="3802837" cy="3780334"/>
            <a:chOff x="8451073" y="2889337"/>
            <a:chExt cx="7485028" cy="744073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E16FF8F-654F-4076-B55A-90CEFB35A224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AE76A64-1A13-4225-9C95-C4D9AB410FC2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F9DDAA3-B29B-443D-832A-DA1368098835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58B681C-2259-4732-9873-DD134CB3CC1C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883F79-0EDB-4104-B08A-FD4C41C26DBC}"/>
              </a:ext>
            </a:extLst>
          </p:cNvPr>
          <p:cNvGrpSpPr/>
          <p:nvPr/>
        </p:nvGrpSpPr>
        <p:grpSpPr>
          <a:xfrm>
            <a:off x="4845748" y="2678785"/>
            <a:ext cx="1231980" cy="1224691"/>
            <a:chOff x="8451073" y="2889337"/>
            <a:chExt cx="7485028" cy="744073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C1E6235-4DEC-404C-90FE-C3478611B309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01926AE-88F8-4FBC-A52D-BB4BE7A49BA8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2EA5AA6-28AE-4B82-9572-5615BD9E2226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1D6DA6B-C658-440D-8096-48B59386E4C0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49AA6B5-1829-A02A-3005-95B02E10449D}"/>
              </a:ext>
            </a:extLst>
          </p:cNvPr>
          <p:cNvSpPr/>
          <p:nvPr/>
        </p:nvSpPr>
        <p:spPr>
          <a:xfrm>
            <a:off x="1975232" y="2411563"/>
            <a:ext cx="2096384" cy="116063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 dirty="0">
                <a:solidFill>
                  <a:srgbClr val="FFFFFF"/>
                </a:solidFill>
                <a:latin typeface="Century Gothic"/>
              </a:rPr>
              <a:t>Target/</a:t>
            </a: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Segmen</a:t>
            </a:r>
            <a:r>
              <a:rPr lang="en-US" b="1" dirty="0">
                <a:solidFill>
                  <a:srgbClr val="FFFFFF"/>
                </a:solidFill>
                <a:latin typeface="Century Gothic"/>
              </a:rPr>
              <a:t> pasar</a:t>
            </a:r>
          </a:p>
          <a:p>
            <a:pPr algn="ctr" defTabSz="228554">
              <a:lnSpc>
                <a:spcPct val="89000"/>
              </a:lnSpc>
            </a:pPr>
            <a:endParaRPr lang="en-US" b="1" dirty="0">
              <a:solidFill>
                <a:srgbClr val="FFFFFF"/>
              </a:solidFill>
              <a:latin typeface="Century Gothic"/>
            </a:endParaRPr>
          </a:p>
          <a:p>
            <a:pPr algn="ctr" defTabSz="228554">
              <a:lnSpc>
                <a:spcPct val="89000"/>
              </a:lnSpc>
            </a:pPr>
            <a:r>
              <a:rPr lang="en-US" sz="2400" dirty="0">
                <a:solidFill>
                  <a:srgbClr val="FFFFFF"/>
                </a:solidFill>
                <a:latin typeface="Calibri"/>
              </a:rPr>
              <a:t>Masyarakat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91A816-403B-7130-888F-5A33943C5196}"/>
              </a:ext>
            </a:extLst>
          </p:cNvPr>
          <p:cNvSpPr/>
          <p:nvPr/>
        </p:nvSpPr>
        <p:spPr>
          <a:xfrm>
            <a:off x="2469426" y="3437856"/>
            <a:ext cx="110799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228554"/>
            <a:r>
              <a:rPr lang="en-US" sz="7200" dirty="0">
                <a:solidFill>
                  <a:srgbClr val="FFFFFF"/>
                </a:solidFill>
                <a:latin typeface="Designball-Users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DA0EEF-A19D-475A-29C6-D45451382FBB}"/>
              </a:ext>
            </a:extLst>
          </p:cNvPr>
          <p:cNvSpPr/>
          <p:nvPr/>
        </p:nvSpPr>
        <p:spPr>
          <a:xfrm>
            <a:off x="7185684" y="4064275"/>
            <a:ext cx="1626966" cy="115768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sz="700" b="1" dirty="0" err="1">
                <a:solidFill>
                  <a:schemeClr val="bg1"/>
                </a:solidFill>
                <a:latin typeface="Century Gothic"/>
              </a:rPr>
              <a:t>Karakteristik</a:t>
            </a:r>
            <a:endParaRPr lang="en-US" sz="700" b="1" dirty="0">
              <a:solidFill>
                <a:schemeClr val="bg1"/>
              </a:solidFill>
              <a:latin typeface="Century Gothic"/>
            </a:endParaRPr>
          </a:p>
          <a:p>
            <a:pPr marL="285750" indent="-285750">
              <a:buFontTx/>
              <a:buChar char="-"/>
            </a:pP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ingin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terlibat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langsung dalam kegiatan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pertanian</a:t>
            </a:r>
            <a:endParaRPr lang="en-US" sz="7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dengan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penghasilan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menengah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ke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atas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memiliki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kesadaran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tinggi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terhadap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isu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lingkungan</a:t>
            </a:r>
          </a:p>
        </p:txBody>
      </p:sp>
    </p:spTree>
    <p:extLst>
      <p:ext uri="{BB962C8B-B14F-4D97-AF65-F5344CB8AC3E}">
        <p14:creationId xmlns:p14="http://schemas.microsoft.com/office/powerpoint/2010/main" val="12789786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D7EE296-C091-4EAB-A632-91661D90799E}"/>
              </a:ext>
            </a:extLst>
          </p:cNvPr>
          <p:cNvGrpSpPr/>
          <p:nvPr/>
        </p:nvGrpSpPr>
        <p:grpSpPr>
          <a:xfrm>
            <a:off x="1123806" y="-775997"/>
            <a:ext cx="3826808" cy="3804165"/>
            <a:chOff x="8451073" y="2889337"/>
            <a:chExt cx="7485028" cy="744073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7F020D2-7633-4D8C-B1E2-F6B18648800F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3E4CE6B-6191-46F1-8F24-50F1BD37A4DC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D5C7B8F-4201-4E48-8B97-5DC70E618787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3937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C1C8050-21ED-431D-AC46-76F40319BDE3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76DB7B-3EB9-415A-B9D2-E833E1F6E347}"/>
              </a:ext>
            </a:extLst>
          </p:cNvPr>
          <p:cNvGrpSpPr/>
          <p:nvPr/>
        </p:nvGrpSpPr>
        <p:grpSpPr>
          <a:xfrm>
            <a:off x="6824038" y="3803896"/>
            <a:ext cx="2146267" cy="2373948"/>
            <a:chOff x="3969168" y="2345252"/>
            <a:chExt cx="6914068" cy="7647530"/>
          </a:xfrm>
        </p:grpSpPr>
        <p:sp>
          <p:nvSpPr>
            <p:cNvPr id="32" name="Three">
              <a:extLst>
                <a:ext uri="{FF2B5EF4-FFF2-40B4-BE49-F238E27FC236}">
                  <a16:creationId xmlns:a16="http://schemas.microsoft.com/office/drawing/2014/main" id="{D3C37216-867B-44FF-A224-FE914E01CF47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3" name="One">
              <a:extLst>
                <a:ext uri="{FF2B5EF4-FFF2-40B4-BE49-F238E27FC236}">
                  <a16:creationId xmlns:a16="http://schemas.microsoft.com/office/drawing/2014/main" id="{B791367A-33B1-43EC-9B31-F63FB083359F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4" name="Two">
              <a:extLst>
                <a:ext uri="{FF2B5EF4-FFF2-40B4-BE49-F238E27FC236}">
                  <a16:creationId xmlns:a16="http://schemas.microsoft.com/office/drawing/2014/main" id="{ECF386D7-F071-49B4-AD08-78DDC77CC86E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5" name="Four">
              <a:extLst>
                <a:ext uri="{FF2B5EF4-FFF2-40B4-BE49-F238E27FC236}">
                  <a16:creationId xmlns:a16="http://schemas.microsoft.com/office/drawing/2014/main" id="{F5D9E9D3-A88C-4545-8531-64384DFE74FF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3365443-5A96-4C41-AC34-B30DA842FB05}"/>
              </a:ext>
            </a:extLst>
          </p:cNvPr>
          <p:cNvGrpSpPr/>
          <p:nvPr/>
        </p:nvGrpSpPr>
        <p:grpSpPr>
          <a:xfrm>
            <a:off x="2973778" y="1084587"/>
            <a:ext cx="2596982" cy="2872477"/>
            <a:chOff x="3969168" y="2345252"/>
            <a:chExt cx="6914068" cy="7647530"/>
          </a:xfrm>
        </p:grpSpPr>
        <p:sp>
          <p:nvSpPr>
            <p:cNvPr id="8" name="Three">
              <a:extLst>
                <a:ext uri="{FF2B5EF4-FFF2-40B4-BE49-F238E27FC236}">
                  <a16:creationId xmlns:a16="http://schemas.microsoft.com/office/drawing/2014/main" id="{14E4FE2C-5F56-413C-810F-8AC99BCB89C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" name="One">
              <a:extLst>
                <a:ext uri="{FF2B5EF4-FFF2-40B4-BE49-F238E27FC236}">
                  <a16:creationId xmlns:a16="http://schemas.microsoft.com/office/drawing/2014/main" id="{DE2D2548-7B05-47FF-AE38-1D6F43EBFD0E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0" name="Two">
              <a:extLst>
                <a:ext uri="{FF2B5EF4-FFF2-40B4-BE49-F238E27FC236}">
                  <a16:creationId xmlns:a16="http://schemas.microsoft.com/office/drawing/2014/main" id="{0474A264-EFFF-4E44-AB74-4AF6C592B9CC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1" name="Four">
              <a:extLst>
                <a:ext uri="{FF2B5EF4-FFF2-40B4-BE49-F238E27FC236}">
                  <a16:creationId xmlns:a16="http://schemas.microsoft.com/office/drawing/2014/main" id="{4DF4AD98-6C07-4E06-8A82-DA782C941E5C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C27525E-4FD6-57B0-4306-FC13513E3B5B}"/>
              </a:ext>
            </a:extLst>
          </p:cNvPr>
          <p:cNvSpPr/>
          <p:nvPr/>
        </p:nvSpPr>
        <p:spPr>
          <a:xfrm>
            <a:off x="3417174" y="1621119"/>
            <a:ext cx="1548049" cy="8592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Target/</a:t>
            </a:r>
            <a:r>
              <a:rPr lang="en-US" sz="1400" b="1" dirty="0" err="1">
                <a:solidFill>
                  <a:srgbClr val="FFFFFF"/>
                </a:solidFill>
                <a:latin typeface="Century Gothic"/>
              </a:rPr>
              <a:t>Segmen</a:t>
            </a:r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 pasar</a:t>
            </a:r>
          </a:p>
          <a:p>
            <a:pPr algn="ctr" defTabSz="228554">
              <a:lnSpc>
                <a:spcPct val="89000"/>
              </a:lnSpc>
            </a:pPr>
            <a:endParaRPr lang="en-US" sz="1400" b="1" dirty="0">
              <a:solidFill>
                <a:srgbClr val="FFFFFF"/>
              </a:solidFill>
              <a:latin typeface="Century Gothic"/>
            </a:endParaRPr>
          </a:p>
          <a:p>
            <a:pPr algn="ctr" defTabSz="228554">
              <a:lnSpc>
                <a:spcPct val="89000"/>
              </a:lnSpc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Masyarakat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CEDC6-8042-BF32-6F1D-EA39FB4D0846}"/>
              </a:ext>
            </a:extLst>
          </p:cNvPr>
          <p:cNvSpPr/>
          <p:nvPr/>
        </p:nvSpPr>
        <p:spPr>
          <a:xfrm>
            <a:off x="4012985" y="2585872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228554"/>
            <a:r>
              <a:rPr lang="en-US" sz="1400" dirty="0">
                <a:solidFill>
                  <a:srgbClr val="FFFFFF"/>
                </a:solidFill>
                <a:latin typeface="Designball-Users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317F4D-CCDC-F4FD-C324-EB1EC1A19C82}"/>
              </a:ext>
            </a:extLst>
          </p:cNvPr>
          <p:cNvSpPr/>
          <p:nvPr/>
        </p:nvSpPr>
        <p:spPr>
          <a:xfrm>
            <a:off x="7185684" y="4064275"/>
            <a:ext cx="1626966" cy="115768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sz="700" b="1" dirty="0" err="1">
                <a:solidFill>
                  <a:schemeClr val="bg1"/>
                </a:solidFill>
                <a:latin typeface="Century Gothic"/>
              </a:rPr>
              <a:t>Karakteristik</a:t>
            </a:r>
            <a:endParaRPr lang="en-US" sz="700" b="1" dirty="0">
              <a:solidFill>
                <a:schemeClr val="bg1"/>
              </a:solidFill>
              <a:latin typeface="Century Gothic"/>
            </a:endParaRPr>
          </a:p>
          <a:p>
            <a:pPr marL="285750" indent="-285750">
              <a:buFontTx/>
              <a:buChar char="-"/>
            </a:pP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ingin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terlibat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langsung dalam kegiatan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pertanian</a:t>
            </a:r>
            <a:endParaRPr lang="en-US" sz="7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dengan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penghasilan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menengah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ke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atas</a:t>
            </a:r>
            <a:endParaRPr lang="en-US" sz="7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memiliki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kesadaran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tinggi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terhadap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7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isu</a:t>
            </a:r>
            <a:r>
              <a:rPr lang="en-US" sz="7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lingkungan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C92207-99AB-44E5-A8DE-0926611E7FC1}"/>
              </a:ext>
            </a:extLst>
          </p:cNvPr>
          <p:cNvGrpSpPr/>
          <p:nvPr/>
        </p:nvGrpSpPr>
        <p:grpSpPr>
          <a:xfrm>
            <a:off x="3565608" y="1127801"/>
            <a:ext cx="5060785" cy="5597645"/>
            <a:chOff x="3969168" y="2345252"/>
            <a:chExt cx="6914068" cy="7647530"/>
          </a:xfrm>
        </p:grpSpPr>
        <p:sp>
          <p:nvSpPr>
            <p:cNvPr id="25" name="Three">
              <a:extLst>
                <a:ext uri="{FF2B5EF4-FFF2-40B4-BE49-F238E27FC236}">
                  <a16:creationId xmlns:a16="http://schemas.microsoft.com/office/drawing/2014/main" id="{8134B861-E9B8-406C-BC23-B6B85D9CBB6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6" name="One">
              <a:extLst>
                <a:ext uri="{FF2B5EF4-FFF2-40B4-BE49-F238E27FC236}">
                  <a16:creationId xmlns:a16="http://schemas.microsoft.com/office/drawing/2014/main" id="{75A6E478-DCA0-4A86-96E8-8572547C5D37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7" name="Two">
              <a:extLst>
                <a:ext uri="{FF2B5EF4-FFF2-40B4-BE49-F238E27FC236}">
                  <a16:creationId xmlns:a16="http://schemas.microsoft.com/office/drawing/2014/main" id="{B9524A8C-B795-4A48-B069-9C3F6952BB12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8" name="Four">
              <a:extLst>
                <a:ext uri="{FF2B5EF4-FFF2-40B4-BE49-F238E27FC236}">
                  <a16:creationId xmlns:a16="http://schemas.microsoft.com/office/drawing/2014/main" id="{9A9A2D98-0519-44EA-AAE0-ED607A7E3181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63E9B9E5-DDB0-48BB-8461-57EA74C7C2D2}"/>
              </a:ext>
            </a:extLst>
          </p:cNvPr>
          <p:cNvSpPr/>
          <p:nvPr/>
        </p:nvSpPr>
        <p:spPr>
          <a:xfrm>
            <a:off x="5561238" y="2037588"/>
            <a:ext cx="1069525" cy="1154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899">
                <a:solidFill>
                  <a:srgbClr val="FF668B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A07543-C8D4-4577-ABD6-7C5386637E52}"/>
              </a:ext>
            </a:extLst>
          </p:cNvPr>
          <p:cNvSpPr/>
          <p:nvPr/>
        </p:nvSpPr>
        <p:spPr>
          <a:xfrm>
            <a:off x="7349205" y="4978306"/>
            <a:ext cx="1069525" cy="11540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899">
                <a:solidFill>
                  <a:srgbClr val="FE9678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u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98287C-DB8C-4F6C-A970-EB482D6CFE4C}"/>
              </a:ext>
            </a:extLst>
          </p:cNvPr>
          <p:cNvGrpSpPr/>
          <p:nvPr/>
        </p:nvGrpSpPr>
        <p:grpSpPr>
          <a:xfrm>
            <a:off x="-1396611" y="3091287"/>
            <a:ext cx="6116142" cy="6079953"/>
            <a:chOff x="8451073" y="2889337"/>
            <a:chExt cx="7485028" cy="7440739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86928F-91DF-4364-A925-3120FCB37CFE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DC1DCFB-FE48-404B-B21E-1FA00A68E154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68E0170-114B-45BD-AD8B-5E90AF06BF3C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58989E-C1FC-4930-94D0-979E872073A9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6B2195-1EEF-463B-8C8B-42426559556A}"/>
              </a:ext>
            </a:extLst>
          </p:cNvPr>
          <p:cNvGrpSpPr/>
          <p:nvPr/>
        </p:nvGrpSpPr>
        <p:grpSpPr>
          <a:xfrm>
            <a:off x="9744450" y="-682803"/>
            <a:ext cx="2853226" cy="2836343"/>
            <a:chOff x="8451073" y="2889337"/>
            <a:chExt cx="7485028" cy="744073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E16FF8F-654F-4076-B55A-90CEFB35A224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AE76A64-1A13-4225-9C95-C4D9AB410FC2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F9DDAA3-B29B-443D-832A-DA1368098835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58B681C-2259-4732-9873-DD134CB3CC1C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883F79-0EDB-4104-B08A-FD4C41C26DBC}"/>
              </a:ext>
            </a:extLst>
          </p:cNvPr>
          <p:cNvGrpSpPr/>
          <p:nvPr/>
        </p:nvGrpSpPr>
        <p:grpSpPr>
          <a:xfrm>
            <a:off x="6818147" y="832079"/>
            <a:ext cx="1461248" cy="1452601"/>
            <a:chOff x="8451073" y="2889337"/>
            <a:chExt cx="7485028" cy="744073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C1E6235-4DEC-404C-90FE-C3478611B309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01926AE-88F8-4FBC-A52D-BB4BE7A49BA8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2EA5AA6-28AE-4B82-9572-5615BD9E2226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1D6DA6B-C658-440D-8096-48B59386E4C0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DE7C28A-82E3-18BB-F15B-EEC67052091F}"/>
              </a:ext>
            </a:extLst>
          </p:cNvPr>
          <p:cNvSpPr/>
          <p:nvPr/>
        </p:nvSpPr>
        <p:spPr>
          <a:xfrm>
            <a:off x="4065211" y="3011552"/>
            <a:ext cx="4034772" cy="157158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Spesifik</a:t>
            </a:r>
            <a:endParaRPr lang="en-US" b="1" dirty="0">
              <a:solidFill>
                <a:srgbClr val="FFFFFF"/>
              </a:solidFill>
              <a:latin typeface="Century Gothic"/>
            </a:endParaRPr>
          </a:p>
          <a:p>
            <a:pPr marL="171450" indent="-171450" algn="ctr" defTabSz="228554">
              <a:lnSpc>
                <a:spcPct val="89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Masyarakat yang memiliki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kepedulian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terhadap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lingkungan dan Kesehatan</a:t>
            </a:r>
          </a:p>
          <a:p>
            <a:pPr marL="171450" indent="-171450" algn="ctr" defTabSz="228554">
              <a:lnSpc>
                <a:spcPct val="89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alibri"/>
              </a:rPr>
              <a:t>Masyarakat yang tinggal di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daerah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perkotaan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tidak memiliki/memiliki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lahan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yang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terbatas</a:t>
            </a:r>
            <a:endParaRPr lang="en-US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4798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2D7EE296-C091-4EAB-A632-91661D90799E}"/>
              </a:ext>
            </a:extLst>
          </p:cNvPr>
          <p:cNvGrpSpPr/>
          <p:nvPr/>
        </p:nvGrpSpPr>
        <p:grpSpPr>
          <a:xfrm>
            <a:off x="-507345" y="-1354636"/>
            <a:ext cx="4339678" cy="4314000"/>
            <a:chOff x="8451073" y="2889337"/>
            <a:chExt cx="7485028" cy="744073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7F020D2-7633-4D8C-B1E2-F6B18648800F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3E4CE6B-6191-46F1-8F24-50F1BD37A4DC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D5C7B8F-4201-4E48-8B97-5DC70E618787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3937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C1C8050-21ED-431D-AC46-76F40319BDE3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ED5DD19-21A8-4DB2-95A7-C1F8107F2A50}"/>
              </a:ext>
            </a:extLst>
          </p:cNvPr>
          <p:cNvGrpSpPr/>
          <p:nvPr/>
        </p:nvGrpSpPr>
        <p:grpSpPr>
          <a:xfrm>
            <a:off x="2624879" y="1157489"/>
            <a:ext cx="4595148" cy="4567958"/>
            <a:chOff x="8451073" y="2889337"/>
            <a:chExt cx="7485028" cy="7440739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E0B1778-EBDF-401C-BB67-11D3AD9AE940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BB210B1D-83AB-45A8-87BF-07D978FBABCB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98A1287-ED8A-4E34-B637-987B5EFEDA61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6D7720C-A123-4A3A-8B19-C5D409D31AC8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CCD5230-4BEA-4D2A-B706-BC9C58505A43}"/>
              </a:ext>
            </a:extLst>
          </p:cNvPr>
          <p:cNvSpPr txBox="1"/>
          <p:nvPr/>
        </p:nvSpPr>
        <p:spPr>
          <a:xfrm>
            <a:off x="-5042824" y="2875075"/>
            <a:ext cx="4451796" cy="11540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28554"/>
            <a:r>
              <a:rPr lang="en-US" sz="6899" b="1">
                <a:gradFill flip="none" rotWithShape="1">
                  <a:gsLst>
                    <a:gs pos="0">
                      <a:srgbClr val="FF668B"/>
                    </a:gs>
                    <a:gs pos="21000">
                      <a:srgbClr val="FF668B">
                        <a:lumMod val="75000"/>
                      </a:srgbClr>
                    </a:gs>
                    <a:gs pos="48000">
                      <a:srgbClr val="A55DC5"/>
                    </a:gs>
                    <a:gs pos="82000">
                      <a:srgbClr val="FE9678"/>
                    </a:gs>
                  </a:gsLst>
                  <a:lin ang="0" scaled="1"/>
                  <a:tileRect/>
                </a:gradFill>
                <a:effectLst>
                  <a:outerShdw blurRad="723900" sx="120000" sy="120000" algn="ctr" rotWithShape="0">
                    <a:srgbClr val="FF668B"/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CONTENT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365443-5A96-4C41-AC34-B30DA842FB05}"/>
              </a:ext>
            </a:extLst>
          </p:cNvPr>
          <p:cNvGrpSpPr/>
          <p:nvPr/>
        </p:nvGrpSpPr>
        <p:grpSpPr>
          <a:xfrm>
            <a:off x="2103483" y="3223306"/>
            <a:ext cx="2446118" cy="2705609"/>
            <a:chOff x="3969168" y="2345252"/>
            <a:chExt cx="6914068" cy="7647530"/>
          </a:xfrm>
        </p:grpSpPr>
        <p:sp>
          <p:nvSpPr>
            <p:cNvPr id="8" name="Three">
              <a:extLst>
                <a:ext uri="{FF2B5EF4-FFF2-40B4-BE49-F238E27FC236}">
                  <a16:creationId xmlns:a16="http://schemas.microsoft.com/office/drawing/2014/main" id="{14E4FE2C-5F56-413C-810F-8AC99BCB89C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2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" name="One">
              <a:extLst>
                <a:ext uri="{FF2B5EF4-FFF2-40B4-BE49-F238E27FC236}">
                  <a16:creationId xmlns:a16="http://schemas.microsoft.com/office/drawing/2014/main" id="{DE2D2548-7B05-47FF-AE38-1D6F43EBFD0E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2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0" name="Two">
              <a:extLst>
                <a:ext uri="{FF2B5EF4-FFF2-40B4-BE49-F238E27FC236}">
                  <a16:creationId xmlns:a16="http://schemas.microsoft.com/office/drawing/2014/main" id="{0474A264-EFFF-4E44-AB74-4AF6C592B9CC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2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1" name="Four">
              <a:extLst>
                <a:ext uri="{FF2B5EF4-FFF2-40B4-BE49-F238E27FC236}">
                  <a16:creationId xmlns:a16="http://schemas.microsoft.com/office/drawing/2014/main" id="{4DF4AD98-6C07-4E06-8A82-DA782C941E5C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2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76DB7B-3EB9-415A-B9D2-E833E1F6E347}"/>
              </a:ext>
            </a:extLst>
          </p:cNvPr>
          <p:cNvGrpSpPr/>
          <p:nvPr/>
        </p:nvGrpSpPr>
        <p:grpSpPr>
          <a:xfrm>
            <a:off x="6330829" y="717140"/>
            <a:ext cx="6117050" cy="6765963"/>
            <a:chOff x="3969168" y="2345252"/>
            <a:chExt cx="6914068" cy="7647530"/>
          </a:xfrm>
        </p:grpSpPr>
        <p:sp>
          <p:nvSpPr>
            <p:cNvPr id="32" name="Three">
              <a:extLst>
                <a:ext uri="{FF2B5EF4-FFF2-40B4-BE49-F238E27FC236}">
                  <a16:creationId xmlns:a16="http://schemas.microsoft.com/office/drawing/2014/main" id="{D3C37216-867B-44FF-A224-FE914E01CF47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3" name="One">
              <a:extLst>
                <a:ext uri="{FF2B5EF4-FFF2-40B4-BE49-F238E27FC236}">
                  <a16:creationId xmlns:a16="http://schemas.microsoft.com/office/drawing/2014/main" id="{B791367A-33B1-43EC-9B31-F63FB083359F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4" name="Two">
              <a:extLst>
                <a:ext uri="{FF2B5EF4-FFF2-40B4-BE49-F238E27FC236}">
                  <a16:creationId xmlns:a16="http://schemas.microsoft.com/office/drawing/2014/main" id="{ECF386D7-F071-49B4-AD08-78DDC77CC86E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5" name="Four">
              <a:extLst>
                <a:ext uri="{FF2B5EF4-FFF2-40B4-BE49-F238E27FC236}">
                  <a16:creationId xmlns:a16="http://schemas.microsoft.com/office/drawing/2014/main" id="{F5D9E9D3-A88C-4545-8531-64384DFE74FF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A1436C17-DB99-B9F4-8F03-3ABB36577B07}"/>
              </a:ext>
            </a:extLst>
          </p:cNvPr>
          <p:cNvSpPr/>
          <p:nvPr/>
        </p:nvSpPr>
        <p:spPr>
          <a:xfrm>
            <a:off x="2557197" y="3798777"/>
            <a:ext cx="1548049" cy="85921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Target/</a:t>
            </a:r>
            <a:r>
              <a:rPr lang="en-US" sz="1400" b="1" dirty="0" err="1">
                <a:solidFill>
                  <a:srgbClr val="FFFFFF"/>
                </a:solidFill>
                <a:latin typeface="Century Gothic"/>
              </a:rPr>
              <a:t>Segmen</a:t>
            </a:r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 pasar</a:t>
            </a:r>
          </a:p>
          <a:p>
            <a:pPr algn="ctr" defTabSz="228554">
              <a:lnSpc>
                <a:spcPct val="89000"/>
              </a:lnSpc>
            </a:pPr>
            <a:endParaRPr lang="en-US" sz="1400" b="1" dirty="0">
              <a:solidFill>
                <a:srgbClr val="FFFFFF"/>
              </a:solidFill>
              <a:latin typeface="Century Gothic"/>
            </a:endParaRPr>
          </a:p>
          <a:p>
            <a:pPr algn="ctr" defTabSz="228554">
              <a:lnSpc>
                <a:spcPct val="89000"/>
              </a:lnSpc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Masyarakat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F8BD0-590E-2CA8-78F5-9C4E30825948}"/>
              </a:ext>
            </a:extLst>
          </p:cNvPr>
          <p:cNvSpPr/>
          <p:nvPr/>
        </p:nvSpPr>
        <p:spPr>
          <a:xfrm>
            <a:off x="3153008" y="4763530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228554"/>
            <a:r>
              <a:rPr lang="en-US" sz="1400" dirty="0">
                <a:solidFill>
                  <a:srgbClr val="FFFFFF"/>
                </a:solidFill>
                <a:latin typeface="Designball-Users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8A93C2-EAC1-4E1E-B88E-64060221D9E9}"/>
              </a:ext>
            </a:extLst>
          </p:cNvPr>
          <p:cNvSpPr/>
          <p:nvPr/>
        </p:nvSpPr>
        <p:spPr>
          <a:xfrm>
            <a:off x="7394427" y="3321047"/>
            <a:ext cx="4174956" cy="175464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sz="2699" b="1" dirty="0" err="1">
                <a:solidFill>
                  <a:schemeClr val="bg1"/>
                </a:solidFill>
                <a:latin typeface="Century Gothic"/>
              </a:rPr>
              <a:t>Karakteristik</a:t>
            </a:r>
            <a:endParaRPr lang="en-US" b="1" dirty="0">
              <a:solidFill>
                <a:schemeClr val="bg1"/>
              </a:solidFill>
              <a:latin typeface="Century Gothic"/>
            </a:endParaRPr>
          </a:p>
          <a:p>
            <a:pPr marL="285750" indent="-285750">
              <a:buFontTx/>
              <a:buChar char="-"/>
            </a:pP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ingin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terlibat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langsung dalam kegiatan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pertanian</a:t>
            </a:r>
            <a:endParaRPr lang="en-US" sz="1400" b="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dengan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penghasilan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menengah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ke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atas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masyarakat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yang memiliki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kesadaran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tinggi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terhadap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b="0" i="0" u="none" strike="noStrike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isu</a:t>
            </a:r>
            <a:r>
              <a:rPr lang="en-US" sz="14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lingkungan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A07543-C8D4-4577-ABD6-7C5386637E52}"/>
              </a:ext>
            </a:extLst>
          </p:cNvPr>
          <p:cNvSpPr/>
          <p:nvPr/>
        </p:nvSpPr>
        <p:spPr>
          <a:xfrm>
            <a:off x="7897119" y="1000007"/>
            <a:ext cx="2984470" cy="2738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57109">
              <a:defRPr/>
            </a:pPr>
            <a:r>
              <a:rPr lang="en-US" sz="17197">
                <a:solidFill>
                  <a:srgbClr val="FE9678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u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98287C-DB8C-4F6C-A970-EB482D6CFE4C}"/>
              </a:ext>
            </a:extLst>
          </p:cNvPr>
          <p:cNvGrpSpPr/>
          <p:nvPr/>
        </p:nvGrpSpPr>
        <p:grpSpPr>
          <a:xfrm>
            <a:off x="-1977345" y="3103040"/>
            <a:ext cx="6116142" cy="6079953"/>
            <a:chOff x="8451073" y="2889337"/>
            <a:chExt cx="7485028" cy="7440739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486928F-91DF-4364-A925-3120FCB37CFE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DC1DCFB-FE48-404B-B21E-1FA00A68E154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68E0170-114B-45BD-AD8B-5E90AF06BF3C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858989E-C1FC-4930-94D0-979E872073A9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C92207-99AB-44E5-A8DE-0926611E7FC1}"/>
              </a:ext>
            </a:extLst>
          </p:cNvPr>
          <p:cNvGrpSpPr/>
          <p:nvPr/>
        </p:nvGrpSpPr>
        <p:grpSpPr>
          <a:xfrm>
            <a:off x="3498866" y="1004046"/>
            <a:ext cx="2146267" cy="2373948"/>
            <a:chOff x="3969168" y="2345252"/>
            <a:chExt cx="6914068" cy="7647530"/>
          </a:xfrm>
        </p:grpSpPr>
        <p:sp>
          <p:nvSpPr>
            <p:cNvPr id="25" name="Three">
              <a:extLst>
                <a:ext uri="{FF2B5EF4-FFF2-40B4-BE49-F238E27FC236}">
                  <a16:creationId xmlns:a16="http://schemas.microsoft.com/office/drawing/2014/main" id="{8134B861-E9B8-406C-BC23-B6B85D9CBB6A}"/>
                </a:ext>
              </a:extLst>
            </p:cNvPr>
            <p:cNvSpPr/>
            <p:nvPr/>
          </p:nvSpPr>
          <p:spPr>
            <a:xfrm>
              <a:off x="3969168" y="3119624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98000">
                  <a:srgbClr val="172144"/>
                </a:gs>
                <a:gs pos="30000">
                  <a:srgbClr val="223063">
                    <a:alpha val="8900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3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6" name="One">
              <a:extLst>
                <a:ext uri="{FF2B5EF4-FFF2-40B4-BE49-F238E27FC236}">
                  <a16:creationId xmlns:a16="http://schemas.microsoft.com/office/drawing/2014/main" id="{75A6E478-DCA0-4A86-96E8-8572547C5D37}"/>
                </a:ext>
              </a:extLst>
            </p:cNvPr>
            <p:cNvSpPr/>
            <p:nvPr/>
          </p:nvSpPr>
          <p:spPr>
            <a:xfrm>
              <a:off x="4628301" y="2637036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172144"/>
            </a:solidFill>
            <a:ln w="9525" cap="flat">
              <a:noFill/>
              <a:prstDash val="solid"/>
              <a:miter/>
            </a:ln>
            <a:effectLst>
              <a:outerShdw blurRad="635000" sx="111000" sy="111000" algn="ctr" rotWithShape="0">
                <a:schemeClr val="tx1">
                  <a:alpha val="35000"/>
                </a:schemeClr>
              </a:outerShdw>
              <a:softEdge rad="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3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7" name="Two">
              <a:extLst>
                <a:ext uri="{FF2B5EF4-FFF2-40B4-BE49-F238E27FC236}">
                  <a16:creationId xmlns:a16="http://schemas.microsoft.com/office/drawing/2014/main" id="{B9524A8C-B795-4A48-B069-9C3F6952BB12}"/>
                </a:ext>
              </a:extLst>
            </p:cNvPr>
            <p:cNvSpPr/>
            <p:nvPr/>
          </p:nvSpPr>
          <p:spPr>
            <a:xfrm>
              <a:off x="4545572" y="2764840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100000">
                  <a:srgbClr val="314792">
                    <a:alpha val="0"/>
                  </a:srgbClr>
                </a:gs>
                <a:gs pos="76000">
                  <a:srgbClr val="17214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3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8" name="Four">
              <a:extLst>
                <a:ext uri="{FF2B5EF4-FFF2-40B4-BE49-F238E27FC236}">
                  <a16:creationId xmlns:a16="http://schemas.microsoft.com/office/drawing/2014/main" id="{9A9A2D98-0519-44EA-AAE0-ED607A7E3181}"/>
                </a:ext>
              </a:extLst>
            </p:cNvPr>
            <p:cNvSpPr/>
            <p:nvPr/>
          </p:nvSpPr>
          <p:spPr>
            <a:xfrm>
              <a:off x="5089383" y="2345252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314792"/>
                </a:gs>
                <a:gs pos="0">
                  <a:srgbClr val="172144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3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B8DB2F1-70FC-B7E4-C5F1-02EF8EB61CF2}"/>
              </a:ext>
            </a:extLst>
          </p:cNvPr>
          <p:cNvSpPr/>
          <p:nvPr/>
        </p:nvSpPr>
        <p:spPr>
          <a:xfrm>
            <a:off x="3620665" y="1633608"/>
            <a:ext cx="1732549" cy="110594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228554">
              <a:lnSpc>
                <a:spcPct val="89000"/>
              </a:lnSpc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Spesifik</a:t>
            </a:r>
            <a:endParaRPr lang="en-US" sz="1000" b="1" dirty="0">
              <a:solidFill>
                <a:srgbClr val="FFFFFF"/>
              </a:solidFill>
              <a:latin typeface="Century Gothic"/>
            </a:endParaRPr>
          </a:p>
          <a:p>
            <a:pPr marL="171450" indent="-171450" algn="ctr" defTabSz="228554">
              <a:lnSpc>
                <a:spcPct val="89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Masyarakat yang memiliki </a:t>
            </a:r>
            <a:r>
              <a:rPr lang="en-US" sz="800" dirty="0" err="1">
                <a:solidFill>
                  <a:srgbClr val="FFFFFF"/>
                </a:solidFill>
                <a:latin typeface="Calibri"/>
              </a:rPr>
              <a:t>kepedulian</a:t>
            </a:r>
            <a:r>
              <a:rPr lang="en-US" sz="8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/>
              </a:rPr>
              <a:t>terhadap</a:t>
            </a:r>
            <a:r>
              <a:rPr lang="en-US" sz="800" dirty="0">
                <a:solidFill>
                  <a:srgbClr val="FFFFFF"/>
                </a:solidFill>
                <a:latin typeface="Calibri"/>
              </a:rPr>
              <a:t> lingkungan dan Kesehatan</a:t>
            </a:r>
          </a:p>
          <a:p>
            <a:pPr marL="171450" indent="-171450" algn="ctr" defTabSz="228554">
              <a:lnSpc>
                <a:spcPct val="89000"/>
              </a:lnSpc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FFFFFF"/>
                </a:solidFill>
                <a:latin typeface="Calibri"/>
              </a:rPr>
              <a:t>Masyarakat yang tinggal di </a:t>
            </a:r>
            <a:r>
              <a:rPr lang="en-US" sz="800" dirty="0" err="1">
                <a:solidFill>
                  <a:srgbClr val="FFFFFF"/>
                </a:solidFill>
                <a:latin typeface="Calibri"/>
              </a:rPr>
              <a:t>daerah</a:t>
            </a:r>
            <a:r>
              <a:rPr lang="en-US" sz="8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/>
              </a:rPr>
              <a:t>perkotaan</a:t>
            </a:r>
            <a:r>
              <a:rPr lang="en-US" sz="800" dirty="0">
                <a:solidFill>
                  <a:srgbClr val="FFFFFF"/>
                </a:solidFill>
                <a:latin typeface="Calibri"/>
              </a:rPr>
              <a:t> tidak memiliki/memiliki </a:t>
            </a:r>
            <a:r>
              <a:rPr lang="en-US" sz="800" dirty="0" err="1">
                <a:solidFill>
                  <a:srgbClr val="FFFFFF"/>
                </a:solidFill>
                <a:latin typeface="Calibri"/>
              </a:rPr>
              <a:t>lahan</a:t>
            </a:r>
            <a:r>
              <a:rPr lang="en-US" sz="800" dirty="0">
                <a:solidFill>
                  <a:srgbClr val="FFFFFF"/>
                </a:solidFill>
                <a:latin typeface="Calibri"/>
              </a:rPr>
              <a:t> yang </a:t>
            </a:r>
            <a:r>
              <a:rPr lang="en-US" sz="800" dirty="0" err="1">
                <a:solidFill>
                  <a:srgbClr val="FFFFFF"/>
                </a:solidFill>
                <a:latin typeface="Calibri"/>
              </a:rPr>
              <a:t>terbatas</a:t>
            </a:r>
            <a:endParaRPr lang="en-US" sz="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3A0DC1-0804-74B0-69DD-DC4FAC75700A}"/>
              </a:ext>
            </a:extLst>
          </p:cNvPr>
          <p:cNvSpPr/>
          <p:nvPr/>
        </p:nvSpPr>
        <p:spPr>
          <a:xfrm>
            <a:off x="4061660" y="981397"/>
            <a:ext cx="95410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109">
              <a:defRPr/>
            </a:pPr>
            <a:r>
              <a:rPr lang="en-US" sz="6000" dirty="0">
                <a:solidFill>
                  <a:srgbClr val="FF668B"/>
                </a:solidFill>
                <a:latin typeface="Designball-Edu-01" pitchFamily="2" charset="0"/>
                <a:ea typeface="Open Sans" panose="020B0606030504020204" pitchFamily="34" charset="0"/>
                <a:cs typeface="Arial" panose="020B0604020202020204" pitchFamily="34" charset="0"/>
              </a:rPr>
              <a:t>h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36B2195-1EEF-463B-8C8B-42426559556A}"/>
              </a:ext>
            </a:extLst>
          </p:cNvPr>
          <p:cNvGrpSpPr/>
          <p:nvPr/>
        </p:nvGrpSpPr>
        <p:grpSpPr>
          <a:xfrm>
            <a:off x="4379512" y="256920"/>
            <a:ext cx="3802837" cy="3780334"/>
            <a:chOff x="8451073" y="2889337"/>
            <a:chExt cx="7485028" cy="7440739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E16FF8F-654F-4076-B55A-90CEFB35A224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AE76A64-1A13-4225-9C95-C4D9AB410FC2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F9DDAA3-B29B-443D-832A-DA1368098835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58B681C-2259-4732-9873-DD134CB3CC1C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7883F79-0EDB-4104-B08A-FD4C41C26DBC}"/>
              </a:ext>
            </a:extLst>
          </p:cNvPr>
          <p:cNvGrpSpPr/>
          <p:nvPr/>
        </p:nvGrpSpPr>
        <p:grpSpPr>
          <a:xfrm>
            <a:off x="4845748" y="2678785"/>
            <a:ext cx="1231980" cy="1224691"/>
            <a:chOff x="8451073" y="2889337"/>
            <a:chExt cx="7485028" cy="744073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C1E6235-4DEC-404C-90FE-C3478611B309}"/>
                </a:ext>
              </a:extLst>
            </p:cNvPr>
            <p:cNvSpPr/>
            <p:nvPr/>
          </p:nvSpPr>
          <p:spPr>
            <a:xfrm>
              <a:off x="9167494" y="3709750"/>
              <a:ext cx="6057900" cy="6019800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rgbClr val="EFF9FB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01926AE-88F8-4FBC-A52D-BB4BE7A49BA8}"/>
                </a:ext>
              </a:extLst>
            </p:cNvPr>
            <p:cNvSpPr/>
            <p:nvPr/>
          </p:nvSpPr>
          <p:spPr>
            <a:xfrm>
              <a:off x="9075076" y="3848108"/>
              <a:ext cx="6237023" cy="6204984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rgbClr val="EFF9FB"/>
                </a:gs>
                <a:gs pos="0">
                  <a:srgbClr val="FBDBEA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2EA5AA6-28AE-4B82-9572-5615BD9E2226}"/>
                </a:ext>
              </a:extLst>
            </p:cNvPr>
            <p:cNvSpPr/>
            <p:nvPr/>
          </p:nvSpPr>
          <p:spPr>
            <a:xfrm>
              <a:off x="8451073" y="2889337"/>
              <a:ext cx="7485028" cy="7440739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100000">
                  <a:srgbClr val="EFF9FB"/>
                </a:gs>
                <a:gs pos="0">
                  <a:srgbClr val="B0A9DB"/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7493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1D6DA6B-C658-440D-8096-48B59386E4C0}"/>
                </a:ext>
              </a:extLst>
            </p:cNvPr>
            <p:cNvSpPr/>
            <p:nvPr/>
          </p:nvSpPr>
          <p:spPr>
            <a:xfrm>
              <a:off x="9663795" y="3421389"/>
              <a:ext cx="5059585" cy="5036535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rgbClr val="FFFFFF">
                    <a:alpha val="66000"/>
                  </a:srgbClr>
                </a:gs>
                <a:gs pos="0">
                  <a:srgbClr val="B0A9DB">
                    <a:alpha val="0"/>
                  </a:srgb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4254"/>
              <a:endParaRPr lang="en-US" sz="450">
                <a:solidFill>
                  <a:srgbClr val="172144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3605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2CEECF9-7270-43A7-86F6-50DE438DB12D}"/>
              </a:ext>
            </a:extLst>
          </p:cNvPr>
          <p:cNvGrpSpPr/>
          <p:nvPr/>
        </p:nvGrpSpPr>
        <p:grpSpPr>
          <a:xfrm flipH="1" flipV="1">
            <a:off x="4619232" y="1952232"/>
            <a:ext cx="2953537" cy="2953537"/>
            <a:chOff x="9974262" y="4638675"/>
            <a:chExt cx="4438650" cy="44386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851D60-24E7-4758-AC92-F878EDA2344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C3B4A818-008F-4853-A11A-07B04A2B7F84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1A51B4-302D-4103-BBC2-275063B2C97C}"/>
              </a:ext>
            </a:extLst>
          </p:cNvPr>
          <p:cNvGrpSpPr/>
          <p:nvPr/>
        </p:nvGrpSpPr>
        <p:grpSpPr>
          <a:xfrm flipH="1" flipV="1">
            <a:off x="4619232" y="1952232"/>
            <a:ext cx="2953537" cy="2953537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871FE7-2E00-483D-9CD4-58722B513B86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EC57FE74-4F17-45A8-B295-188D18252F22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1000">
                    <a:schemeClr val="accent6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26ED4F-5530-45D7-9ACF-0FBF78DA0ECC}"/>
              </a:ext>
            </a:extLst>
          </p:cNvPr>
          <p:cNvGrpSpPr/>
          <p:nvPr/>
        </p:nvGrpSpPr>
        <p:grpSpPr>
          <a:xfrm rot="16200000">
            <a:off x="4130421" y="1463421"/>
            <a:ext cx="3931158" cy="3931158"/>
            <a:chOff x="9974262" y="4638675"/>
            <a:chExt cx="4438650" cy="443865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9F8D966-BBB0-4A5E-8519-57891D80621F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92B207BC-591F-4198-B55B-165507A022C0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E45418A-C5BF-4909-A56B-2B3C48721F2F}"/>
              </a:ext>
            </a:extLst>
          </p:cNvPr>
          <p:cNvGrpSpPr/>
          <p:nvPr/>
        </p:nvGrpSpPr>
        <p:grpSpPr>
          <a:xfrm rot="16200000">
            <a:off x="4130421" y="1463421"/>
            <a:ext cx="3931158" cy="3931158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6558D2-F98D-453F-BDF1-9AD60F17E52B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6CC96CE5-B44F-4C54-BF43-109467D483CC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F0BC06D-E134-45DB-8AAB-C7C56419DA2A}"/>
              </a:ext>
            </a:extLst>
          </p:cNvPr>
          <p:cNvSpPr txBox="1"/>
          <p:nvPr/>
        </p:nvSpPr>
        <p:spPr>
          <a:xfrm>
            <a:off x="2387302" y="2105882"/>
            <a:ext cx="7417415" cy="2646237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 defTabSz="228554"/>
            <a:r>
              <a:rPr lang="en-US" sz="8298" b="1" dirty="0">
                <a:solidFill>
                  <a:srgbClr val="FFFFFF"/>
                </a:solidFill>
                <a:effectLst>
                  <a:outerShdw blurRad="317500" sx="102000" sy="102000" algn="ctr" rotWithShape="0">
                    <a:srgbClr val="FFFFFF">
                      <a:lumMod val="90000"/>
                      <a:lumOff val="10000"/>
                      <a:alpha val="40000"/>
                    </a:srgbClr>
                  </a:outerShdw>
                </a:effectLst>
                <a:latin typeface="Century Gothic"/>
              </a:rPr>
              <a:t>Unique Selling</a:t>
            </a:r>
          </a:p>
          <a:p>
            <a:pPr algn="ctr" defTabSz="228554"/>
            <a:r>
              <a:rPr lang="en-US" sz="8298" b="1" dirty="0">
                <a:solidFill>
                  <a:srgbClr val="FFFFFF"/>
                </a:solidFill>
                <a:effectLst>
                  <a:outerShdw blurRad="317500" sx="102000" sy="102000" algn="ctr" rotWithShape="0">
                    <a:srgbClr val="FFFFFF">
                      <a:lumMod val="90000"/>
                      <a:lumOff val="10000"/>
                      <a:alpha val="40000"/>
                    </a:srgbClr>
                  </a:outerShdw>
                </a:effectLst>
                <a:latin typeface="Century Gothic"/>
              </a:rPr>
              <a:t>Point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43BEA8-4BD3-43BB-85A9-5C86E604B249}"/>
              </a:ext>
            </a:extLst>
          </p:cNvPr>
          <p:cNvGrpSpPr/>
          <p:nvPr/>
        </p:nvGrpSpPr>
        <p:grpSpPr>
          <a:xfrm>
            <a:off x="4986482" y="2319482"/>
            <a:ext cx="2219036" cy="2219036"/>
            <a:chOff x="9974262" y="4638675"/>
            <a:chExt cx="4438650" cy="443865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8F500E-0613-40DC-8DDF-0C6B47D8FC7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A309F89-A711-4DC3-975F-E637376865CC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D10086B-F952-4277-BE84-F568603199ED}"/>
              </a:ext>
            </a:extLst>
          </p:cNvPr>
          <p:cNvGrpSpPr/>
          <p:nvPr/>
        </p:nvGrpSpPr>
        <p:grpSpPr>
          <a:xfrm rot="5400000">
            <a:off x="3717650" y="1050650"/>
            <a:ext cx="4756701" cy="4756701"/>
            <a:chOff x="9974262" y="4638675"/>
            <a:chExt cx="4438650" cy="443865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70434EF-484B-4031-A0AF-D7ED45CB0805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B65BB654-A902-4611-9568-580762B85EC3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FEE6650-3725-42FD-B9E2-377D89FD5793}"/>
              </a:ext>
            </a:extLst>
          </p:cNvPr>
          <p:cNvGrpSpPr/>
          <p:nvPr/>
        </p:nvGrpSpPr>
        <p:grpSpPr>
          <a:xfrm rot="5400000">
            <a:off x="3717650" y="1050650"/>
            <a:ext cx="4756701" cy="4756701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7C4D405-37D9-4531-AB5A-D9C6280141B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B1B27741-A708-4E6E-A2BD-45A144F5C61A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5"/>
                  </a:gs>
                  <a:gs pos="100000">
                    <a:schemeClr val="bg2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716F454-EA7E-4E00-B786-063F2C1A5C02}"/>
              </a:ext>
            </a:extLst>
          </p:cNvPr>
          <p:cNvGrpSpPr/>
          <p:nvPr/>
        </p:nvGrpSpPr>
        <p:grpSpPr>
          <a:xfrm>
            <a:off x="4986482" y="2319482"/>
            <a:ext cx="2219036" cy="2219036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5876314-A20E-410A-8652-2C434590D7AE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A38E8D25-3942-400F-B82F-3CB743B93BE3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1"/>
                  </a:gs>
                  <a:gs pos="100000">
                    <a:schemeClr val="tx2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772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2CEECF9-7270-43A7-86F6-50DE438DB12D}"/>
              </a:ext>
            </a:extLst>
          </p:cNvPr>
          <p:cNvGrpSpPr/>
          <p:nvPr/>
        </p:nvGrpSpPr>
        <p:grpSpPr>
          <a:xfrm flipH="1" flipV="1">
            <a:off x="4619232" y="-3978668"/>
            <a:ext cx="2953537" cy="2953537"/>
            <a:chOff x="9974262" y="4638675"/>
            <a:chExt cx="4438650" cy="44386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851D60-24E7-4758-AC92-F878EDA2344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C3B4A818-008F-4853-A11A-07B04A2B7F84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1A51B4-302D-4103-BBC2-275063B2C97C}"/>
              </a:ext>
            </a:extLst>
          </p:cNvPr>
          <p:cNvGrpSpPr/>
          <p:nvPr/>
        </p:nvGrpSpPr>
        <p:grpSpPr>
          <a:xfrm flipH="1" flipV="1">
            <a:off x="4619232" y="-3978668"/>
            <a:ext cx="2953537" cy="2953537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871FE7-2E00-483D-9CD4-58722B513B86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EC57FE74-4F17-45A8-B295-188D18252F22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1000">
                    <a:schemeClr val="accent6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26ED4F-5530-45D7-9ACF-0FBF78DA0ECC}"/>
              </a:ext>
            </a:extLst>
          </p:cNvPr>
          <p:cNvGrpSpPr/>
          <p:nvPr/>
        </p:nvGrpSpPr>
        <p:grpSpPr>
          <a:xfrm rot="16200000">
            <a:off x="4130421" y="-4467479"/>
            <a:ext cx="3931158" cy="3931158"/>
            <a:chOff x="9974262" y="4638675"/>
            <a:chExt cx="4438650" cy="443865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9F8D966-BBB0-4A5E-8519-57891D80621F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92B207BC-591F-4198-B55B-165507A022C0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E45418A-C5BF-4909-A56B-2B3C48721F2F}"/>
              </a:ext>
            </a:extLst>
          </p:cNvPr>
          <p:cNvGrpSpPr/>
          <p:nvPr/>
        </p:nvGrpSpPr>
        <p:grpSpPr>
          <a:xfrm rot="16200000">
            <a:off x="4130421" y="-4467479"/>
            <a:ext cx="3931158" cy="3931158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6558D2-F98D-453F-BDF1-9AD60F17E52B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6CC96CE5-B44F-4C54-BF43-109467D483CC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F0BC06D-E134-45DB-8AAB-C7C56419DA2A}"/>
              </a:ext>
            </a:extLst>
          </p:cNvPr>
          <p:cNvSpPr txBox="1"/>
          <p:nvPr/>
        </p:nvSpPr>
        <p:spPr>
          <a:xfrm>
            <a:off x="2387302" y="-3825018"/>
            <a:ext cx="7417415" cy="2646237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 defTabSz="228554"/>
            <a:r>
              <a:rPr lang="en-US" sz="8298" b="1" dirty="0">
                <a:solidFill>
                  <a:srgbClr val="FFFFFF"/>
                </a:solidFill>
                <a:effectLst>
                  <a:outerShdw blurRad="317500" sx="102000" sy="102000" algn="ctr" rotWithShape="0">
                    <a:srgbClr val="FFFFFF">
                      <a:lumMod val="90000"/>
                      <a:lumOff val="10000"/>
                      <a:alpha val="40000"/>
                    </a:srgbClr>
                  </a:outerShdw>
                </a:effectLst>
                <a:latin typeface="Century Gothic"/>
              </a:rPr>
              <a:t>Unique Selling</a:t>
            </a:r>
          </a:p>
          <a:p>
            <a:pPr algn="ctr" defTabSz="228554"/>
            <a:r>
              <a:rPr lang="en-US" sz="8298" b="1" dirty="0">
                <a:solidFill>
                  <a:srgbClr val="FFFFFF"/>
                </a:solidFill>
                <a:effectLst>
                  <a:outerShdw blurRad="317500" sx="102000" sy="102000" algn="ctr" rotWithShape="0">
                    <a:srgbClr val="FFFFFF">
                      <a:lumMod val="90000"/>
                      <a:lumOff val="10000"/>
                      <a:alpha val="40000"/>
                    </a:srgbClr>
                  </a:outerShdw>
                </a:effectLst>
                <a:latin typeface="Century Gothic"/>
              </a:rPr>
              <a:t>Point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43BEA8-4BD3-43BB-85A9-5C86E604B249}"/>
              </a:ext>
            </a:extLst>
          </p:cNvPr>
          <p:cNvGrpSpPr/>
          <p:nvPr/>
        </p:nvGrpSpPr>
        <p:grpSpPr>
          <a:xfrm>
            <a:off x="4986482" y="-3611418"/>
            <a:ext cx="2219036" cy="2219036"/>
            <a:chOff x="9974262" y="4638675"/>
            <a:chExt cx="4438650" cy="443865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8F500E-0613-40DC-8DDF-0C6B47D8FC7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A309F89-A711-4DC3-975F-E637376865CC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D10086B-F952-4277-BE84-F568603199ED}"/>
              </a:ext>
            </a:extLst>
          </p:cNvPr>
          <p:cNvGrpSpPr/>
          <p:nvPr/>
        </p:nvGrpSpPr>
        <p:grpSpPr>
          <a:xfrm rot="5400000">
            <a:off x="3717650" y="-4880250"/>
            <a:ext cx="4756701" cy="4756701"/>
            <a:chOff x="9974262" y="4638675"/>
            <a:chExt cx="4438650" cy="443865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70434EF-484B-4031-A0AF-D7ED45CB0805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B65BB654-A902-4611-9568-580762B85EC3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FEE6650-3725-42FD-B9E2-377D89FD5793}"/>
              </a:ext>
            </a:extLst>
          </p:cNvPr>
          <p:cNvGrpSpPr/>
          <p:nvPr/>
        </p:nvGrpSpPr>
        <p:grpSpPr>
          <a:xfrm rot="5400000">
            <a:off x="3717650" y="-4880250"/>
            <a:ext cx="4756701" cy="4756701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7C4D405-37D9-4531-AB5A-D9C6280141B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B1B27741-A708-4E6E-A2BD-45A144F5C61A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5"/>
                  </a:gs>
                  <a:gs pos="100000">
                    <a:schemeClr val="bg2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716F454-EA7E-4E00-B786-063F2C1A5C02}"/>
              </a:ext>
            </a:extLst>
          </p:cNvPr>
          <p:cNvGrpSpPr/>
          <p:nvPr/>
        </p:nvGrpSpPr>
        <p:grpSpPr>
          <a:xfrm>
            <a:off x="4986482" y="-3611418"/>
            <a:ext cx="2219036" cy="2219036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5876314-A20E-410A-8652-2C434590D7AE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A38E8D25-3942-400F-B82F-3CB743B93BE3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1"/>
                  </a:gs>
                  <a:gs pos="100000">
                    <a:schemeClr val="tx2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pic>
        <p:nvPicPr>
          <p:cNvPr id="30" name="image15.png" descr="Picture 1">
            <a:extLst>
              <a:ext uri="{FF2B5EF4-FFF2-40B4-BE49-F238E27FC236}">
                <a16:creationId xmlns:a16="http://schemas.microsoft.com/office/drawing/2014/main" id="{0E438CD4-0C18-195E-7053-BFE6B4B209B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331277" y="885942"/>
            <a:ext cx="9529446" cy="536003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8272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2CEECF9-7270-43A7-86F6-50DE438DB12D}"/>
              </a:ext>
            </a:extLst>
          </p:cNvPr>
          <p:cNvGrpSpPr/>
          <p:nvPr/>
        </p:nvGrpSpPr>
        <p:grpSpPr>
          <a:xfrm flipH="1" flipV="1">
            <a:off x="4619232" y="-3978668"/>
            <a:ext cx="2953537" cy="2953537"/>
            <a:chOff x="9974262" y="4638675"/>
            <a:chExt cx="4438650" cy="44386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851D60-24E7-4758-AC92-F878EDA2344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C3B4A818-008F-4853-A11A-07B04A2B7F84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1A51B4-302D-4103-BBC2-275063B2C97C}"/>
              </a:ext>
            </a:extLst>
          </p:cNvPr>
          <p:cNvGrpSpPr/>
          <p:nvPr/>
        </p:nvGrpSpPr>
        <p:grpSpPr>
          <a:xfrm flipH="1" flipV="1">
            <a:off x="4619232" y="-3978668"/>
            <a:ext cx="2953537" cy="2953537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0871FE7-2E00-483D-9CD4-58722B513B86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EC57FE74-4F17-45A8-B295-188D18252F22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1000">
                    <a:schemeClr val="accent6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26ED4F-5530-45D7-9ACF-0FBF78DA0ECC}"/>
              </a:ext>
            </a:extLst>
          </p:cNvPr>
          <p:cNvGrpSpPr/>
          <p:nvPr/>
        </p:nvGrpSpPr>
        <p:grpSpPr>
          <a:xfrm rot="16200000">
            <a:off x="4130421" y="-4467479"/>
            <a:ext cx="3931158" cy="3931158"/>
            <a:chOff x="9974262" y="4638675"/>
            <a:chExt cx="4438650" cy="443865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9F8D966-BBB0-4A5E-8519-57891D80621F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92B207BC-591F-4198-B55B-165507A022C0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E45418A-C5BF-4909-A56B-2B3C48721F2F}"/>
              </a:ext>
            </a:extLst>
          </p:cNvPr>
          <p:cNvGrpSpPr/>
          <p:nvPr/>
        </p:nvGrpSpPr>
        <p:grpSpPr>
          <a:xfrm rot="16200000">
            <a:off x="4130421" y="-4467479"/>
            <a:ext cx="3931158" cy="3931158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6558D2-F98D-453F-BDF1-9AD60F17E52B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6CC96CE5-B44F-4C54-BF43-109467D483CC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1"/>
                  </a:gs>
                  <a:gs pos="100000">
                    <a:schemeClr val="accent5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F0BC06D-E134-45DB-8AAB-C7C56419DA2A}"/>
              </a:ext>
            </a:extLst>
          </p:cNvPr>
          <p:cNvSpPr txBox="1"/>
          <p:nvPr/>
        </p:nvSpPr>
        <p:spPr>
          <a:xfrm>
            <a:off x="2387302" y="-3825018"/>
            <a:ext cx="7417415" cy="2646237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 defTabSz="228554"/>
            <a:r>
              <a:rPr lang="en-US" sz="8298" b="1" dirty="0">
                <a:solidFill>
                  <a:srgbClr val="FFFFFF"/>
                </a:solidFill>
                <a:effectLst>
                  <a:outerShdw blurRad="317500" sx="102000" sy="102000" algn="ctr" rotWithShape="0">
                    <a:srgbClr val="FFFFFF">
                      <a:lumMod val="90000"/>
                      <a:lumOff val="10000"/>
                      <a:alpha val="40000"/>
                    </a:srgbClr>
                  </a:outerShdw>
                </a:effectLst>
                <a:latin typeface="Century Gothic"/>
              </a:rPr>
              <a:t>Unique Selling</a:t>
            </a:r>
          </a:p>
          <a:p>
            <a:pPr algn="ctr" defTabSz="228554"/>
            <a:r>
              <a:rPr lang="en-US" sz="8298" b="1" dirty="0">
                <a:solidFill>
                  <a:srgbClr val="FFFFFF"/>
                </a:solidFill>
                <a:effectLst>
                  <a:outerShdw blurRad="317500" sx="102000" sy="102000" algn="ctr" rotWithShape="0">
                    <a:srgbClr val="FFFFFF">
                      <a:lumMod val="90000"/>
                      <a:lumOff val="10000"/>
                      <a:alpha val="40000"/>
                    </a:srgbClr>
                  </a:outerShdw>
                </a:effectLst>
                <a:latin typeface="Century Gothic"/>
              </a:rPr>
              <a:t>Point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243BEA8-4BD3-43BB-85A9-5C86E604B249}"/>
              </a:ext>
            </a:extLst>
          </p:cNvPr>
          <p:cNvGrpSpPr/>
          <p:nvPr/>
        </p:nvGrpSpPr>
        <p:grpSpPr>
          <a:xfrm>
            <a:off x="4986482" y="-3611418"/>
            <a:ext cx="2219036" cy="2219036"/>
            <a:chOff x="9974262" y="4638675"/>
            <a:chExt cx="4438650" cy="443865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8F500E-0613-40DC-8DDF-0C6B47D8FC7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A309F89-A711-4DC3-975F-E637376865CC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D10086B-F952-4277-BE84-F568603199ED}"/>
              </a:ext>
            </a:extLst>
          </p:cNvPr>
          <p:cNvGrpSpPr/>
          <p:nvPr/>
        </p:nvGrpSpPr>
        <p:grpSpPr>
          <a:xfrm rot="5400000">
            <a:off x="3717650" y="-4880250"/>
            <a:ext cx="4756701" cy="4756701"/>
            <a:chOff x="9974262" y="4638675"/>
            <a:chExt cx="4438650" cy="443865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70434EF-484B-4031-A0AF-D7ED45CB0805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B65BB654-A902-4611-9568-580762B85EC3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508000" cap="rnd">
              <a:solidFill>
                <a:schemeClr val="tx1">
                  <a:alpha val="9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FEE6650-3725-42FD-B9E2-377D89FD5793}"/>
              </a:ext>
            </a:extLst>
          </p:cNvPr>
          <p:cNvGrpSpPr/>
          <p:nvPr/>
        </p:nvGrpSpPr>
        <p:grpSpPr>
          <a:xfrm rot="5400000">
            <a:off x="3717650" y="-4880250"/>
            <a:ext cx="4756701" cy="4756701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7C4D405-37D9-4531-AB5A-D9C6280141BC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B1B27741-A708-4E6E-A2BD-45A144F5C61A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5"/>
                  </a:gs>
                  <a:gs pos="100000">
                    <a:schemeClr val="bg2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716F454-EA7E-4E00-B786-063F2C1A5C02}"/>
              </a:ext>
            </a:extLst>
          </p:cNvPr>
          <p:cNvGrpSpPr/>
          <p:nvPr/>
        </p:nvGrpSpPr>
        <p:grpSpPr>
          <a:xfrm>
            <a:off x="4986482" y="-3611418"/>
            <a:ext cx="2219036" cy="2219036"/>
            <a:chOff x="9974262" y="4638675"/>
            <a:chExt cx="4438650" cy="4438650"/>
          </a:xfrm>
          <a:effectLst>
            <a:outerShdw blurRad="723900" algn="ctr" rotWithShape="0">
              <a:schemeClr val="accent2"/>
            </a:outerShdw>
          </a:effectLst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5876314-A20E-410A-8652-2C434590D7AE}"/>
                </a:ext>
              </a:extLst>
            </p:cNvPr>
            <p:cNvSpPr/>
            <p:nvPr/>
          </p:nvSpPr>
          <p:spPr>
            <a:xfrm>
              <a:off x="9974262" y="4638675"/>
              <a:ext cx="4438650" cy="443865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A38E8D25-3942-400F-B82F-3CB743B93BE3}"/>
                </a:ext>
              </a:extLst>
            </p:cNvPr>
            <p:cNvSpPr/>
            <p:nvPr/>
          </p:nvSpPr>
          <p:spPr>
            <a:xfrm rot="16200000">
              <a:off x="9974262" y="4638675"/>
              <a:ext cx="4438650" cy="4438650"/>
            </a:xfrm>
            <a:prstGeom prst="arc">
              <a:avLst/>
            </a:prstGeom>
            <a:noFill/>
            <a:ln w="254000" cap="rnd">
              <a:gradFill>
                <a:gsLst>
                  <a:gs pos="0">
                    <a:schemeClr val="accent1"/>
                  </a:gs>
                  <a:gs pos="100000">
                    <a:schemeClr val="tx2"/>
                  </a:gs>
                </a:gsLst>
                <a:lin ang="5400000" scaled="1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pic>
        <p:nvPicPr>
          <p:cNvPr id="2" name="image16.png" descr="Picture 2">
            <a:extLst>
              <a:ext uri="{FF2B5EF4-FFF2-40B4-BE49-F238E27FC236}">
                <a16:creationId xmlns:a16="http://schemas.microsoft.com/office/drawing/2014/main" id="{183D32F8-CAF9-C855-63C6-C2E141AC45A9}"/>
              </a:ext>
            </a:extLst>
          </p:cNvPr>
          <p:cNvPicPr/>
          <p:nvPr/>
        </p:nvPicPr>
        <p:blipFill>
          <a:blip r:embed="rId3"/>
          <a:srcRect b="23750"/>
          <a:stretch>
            <a:fillRect/>
          </a:stretch>
        </p:blipFill>
        <p:spPr>
          <a:xfrm>
            <a:off x="-374171" y="635000"/>
            <a:ext cx="12917083" cy="55372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43045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21600000">
                                      <p:cBhvr>
                                        <p:cTn id="14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indefinite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0256075F-F2B0-44F7-90C2-7D14AD3F69F4}"/>
              </a:ext>
            </a:extLst>
          </p:cNvPr>
          <p:cNvGrpSpPr/>
          <p:nvPr/>
        </p:nvGrpSpPr>
        <p:grpSpPr>
          <a:xfrm>
            <a:off x="3221288" y="1469843"/>
            <a:ext cx="1491107" cy="4115594"/>
            <a:chOff x="16269800" y="2743201"/>
            <a:chExt cx="2982602" cy="8232260"/>
          </a:xfrm>
        </p:grpSpPr>
        <p:sp>
          <p:nvSpPr>
            <p:cNvPr id="64" name="Freeform 5">
              <a:extLst>
                <a:ext uri="{FF2B5EF4-FFF2-40B4-BE49-F238E27FC236}">
                  <a16:creationId xmlns:a16="http://schemas.microsoft.com/office/drawing/2014/main" id="{3B2846BD-5DDD-4E5D-A137-205AA122691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269800" y="6860661"/>
              <a:ext cx="2982602" cy="1323439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5" name="Freeform 5">
              <a:extLst>
                <a:ext uri="{FF2B5EF4-FFF2-40B4-BE49-F238E27FC236}">
                  <a16:creationId xmlns:a16="http://schemas.microsoft.com/office/drawing/2014/main" id="{9D336B38-5B38-43AE-8441-FAA29E0C46A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354161" y="6860661"/>
              <a:ext cx="2898241" cy="4114800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7" name="Freeform 5">
              <a:extLst>
                <a:ext uri="{FF2B5EF4-FFF2-40B4-BE49-F238E27FC236}">
                  <a16:creationId xmlns:a16="http://schemas.microsoft.com/office/drawing/2014/main" id="{5D7CD124-121C-41D8-A0BC-68B162DB6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9800" y="5355390"/>
              <a:ext cx="2982602" cy="1502610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68" name="Freeform 5">
              <a:extLst>
                <a:ext uri="{FF2B5EF4-FFF2-40B4-BE49-F238E27FC236}">
                  <a16:creationId xmlns:a16="http://schemas.microsoft.com/office/drawing/2014/main" id="{E0FD307D-EC7E-432E-92FB-8F058C1CE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4161" y="2743201"/>
              <a:ext cx="2898241" cy="4114800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6FE005E-F55C-44B1-928F-E2E4BAE5D946}"/>
              </a:ext>
            </a:extLst>
          </p:cNvPr>
          <p:cNvSpPr txBox="1"/>
          <p:nvPr/>
        </p:nvSpPr>
        <p:spPr>
          <a:xfrm>
            <a:off x="1000125" y="3128981"/>
            <a:ext cx="2244423" cy="600036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ctr" defTabSz="228554"/>
            <a:r>
              <a:rPr lang="en-US" sz="3299" dirty="0" err="1">
                <a:solidFill>
                  <a:srgbClr val="172144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Tanaman</a:t>
            </a:r>
            <a:endParaRPr lang="en-US" sz="3299" dirty="0">
              <a:solidFill>
                <a:srgbClr val="172144"/>
              </a:solidFill>
              <a:latin typeface="Open Sans Bold" panose="020B0806030504020204" pitchFamily="34" charset="0"/>
              <a:ea typeface="Open Sans Bold" panose="020B0806030504020204" pitchFamily="34" charset="0"/>
              <a:cs typeface="Open Sans Bold" panose="020B08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2B1AC1-E372-4084-BEF0-455DAA2D4352}"/>
              </a:ext>
            </a:extLst>
          </p:cNvPr>
          <p:cNvSpPr/>
          <p:nvPr/>
        </p:nvSpPr>
        <p:spPr>
          <a:xfrm>
            <a:off x="4712395" y="1208841"/>
            <a:ext cx="1491107" cy="528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2000" dirty="0" err="1">
                <a:solidFill>
                  <a:srgbClr val="FFFFFF"/>
                </a:solidFill>
                <a:latin typeface="Calibri"/>
              </a:rPr>
              <a:t>Cahaya</a:t>
            </a:r>
            <a:endParaRPr lang="en-US" sz="2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0444A86-8E0D-48DC-9387-70014E178FD1}"/>
              </a:ext>
            </a:extLst>
          </p:cNvPr>
          <p:cNvSpPr/>
          <p:nvPr/>
        </p:nvSpPr>
        <p:spPr>
          <a:xfrm>
            <a:off x="4717157" y="2499310"/>
            <a:ext cx="1491107" cy="528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2000" dirty="0" err="1">
                <a:solidFill>
                  <a:srgbClr val="FFFFFF"/>
                </a:solidFill>
                <a:latin typeface="Calibri"/>
              </a:rPr>
              <a:t>Suhu</a:t>
            </a:r>
            <a:endParaRPr lang="en-US" sz="2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F1FA066-FADA-46D1-A19F-67C4B13B3E6C}"/>
              </a:ext>
            </a:extLst>
          </p:cNvPr>
          <p:cNvSpPr/>
          <p:nvPr/>
        </p:nvSpPr>
        <p:spPr>
          <a:xfrm>
            <a:off x="4721919" y="3932636"/>
            <a:ext cx="1491107" cy="528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2000" dirty="0" err="1">
                <a:solidFill>
                  <a:srgbClr val="FFFFFF"/>
                </a:solidFill>
                <a:latin typeface="Calibri"/>
              </a:rPr>
              <a:t>Kelembaban</a:t>
            </a:r>
            <a:r>
              <a:rPr lang="en-US" sz="2000" dirty="0">
                <a:solidFill>
                  <a:srgbClr val="FFFFFF"/>
                </a:solidFill>
                <a:latin typeface="Calibri"/>
              </a:rPr>
              <a:t> 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FBD2C74-67B7-448E-ACC4-DF4A919F24D9}"/>
              </a:ext>
            </a:extLst>
          </p:cNvPr>
          <p:cNvSpPr/>
          <p:nvPr/>
        </p:nvSpPr>
        <p:spPr>
          <a:xfrm>
            <a:off x="4726681" y="5337391"/>
            <a:ext cx="1491107" cy="528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2000" dirty="0" err="1">
                <a:solidFill>
                  <a:srgbClr val="FFFFFF"/>
                </a:solidFill>
                <a:latin typeface="Calibri"/>
              </a:rPr>
              <a:t>Ketinggian</a:t>
            </a:r>
            <a:endParaRPr lang="en-US" sz="200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120BD1-7C5D-464C-A778-05944CFDFFBF}"/>
              </a:ext>
            </a:extLst>
          </p:cNvPr>
          <p:cNvCxnSpPr>
            <a:stCxn id="2" idx="3"/>
          </p:cNvCxnSpPr>
          <p:nvPr/>
        </p:nvCxnSpPr>
        <p:spPr>
          <a:xfrm flipV="1">
            <a:off x="6203502" y="1469843"/>
            <a:ext cx="588844" cy="325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CC1A62C-7F70-46D9-A777-B2EBE1C309BE}"/>
              </a:ext>
            </a:extLst>
          </p:cNvPr>
          <p:cNvCxnSpPr/>
          <p:nvPr/>
        </p:nvCxnSpPr>
        <p:spPr>
          <a:xfrm flipV="1">
            <a:off x="6208264" y="2775767"/>
            <a:ext cx="588844" cy="325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E5018D01-A95F-4D98-AD88-DE7F9C8AEBD6}"/>
              </a:ext>
            </a:extLst>
          </p:cNvPr>
          <p:cNvCxnSpPr/>
          <p:nvPr/>
        </p:nvCxnSpPr>
        <p:spPr>
          <a:xfrm flipV="1">
            <a:off x="6198740" y="4194808"/>
            <a:ext cx="588844" cy="325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16A39AD-57F5-4704-993E-78DF7DEBD9E1}"/>
              </a:ext>
            </a:extLst>
          </p:cNvPr>
          <p:cNvCxnSpPr/>
          <p:nvPr/>
        </p:nvCxnSpPr>
        <p:spPr>
          <a:xfrm flipV="1">
            <a:off x="6198740" y="5609086"/>
            <a:ext cx="588844" cy="325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ht22 Dht 22 Modul Sensor Temperatur Dan Kelembaban Digital Am2302 Blok  Bangunan Elektronik Dengan Kabel Ganda - Buy Dht22,Dht22 Am2302,Dht22  Sensor Suhu Product on Alibaba.com">
            <a:extLst>
              <a:ext uri="{FF2B5EF4-FFF2-40B4-BE49-F238E27FC236}">
                <a16:creationId xmlns:a16="http://schemas.microsoft.com/office/drawing/2014/main" id="{4C7C47C1-8471-40FF-9C3B-7C720F08A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108" y="2274963"/>
            <a:ext cx="1001610" cy="100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ual HC-SR04 Sensor Jarak Ultrasonik Wave SR04 Ultrasonic Arduino - Kota  Balikpapan - Ardu_Alam | Tokopedia">
            <a:extLst>
              <a:ext uri="{FF2B5EF4-FFF2-40B4-BE49-F238E27FC236}">
                <a16:creationId xmlns:a16="http://schemas.microsoft.com/office/drawing/2014/main" id="{DA584D76-740C-4F7F-9ECF-E250831D8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346" y="5337391"/>
            <a:ext cx="1001610" cy="60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an dc 12 volt ukuran 9cm kipas dc kotak 9 cm - Bukalapak.com | inkuiri.com">
            <a:extLst>
              <a:ext uri="{FF2B5EF4-FFF2-40B4-BE49-F238E27FC236}">
                <a16:creationId xmlns:a16="http://schemas.microsoft.com/office/drawing/2014/main" id="{A22DF51C-28A9-4C6B-941B-4367CC63D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108" y="3694699"/>
            <a:ext cx="1071423" cy="107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D1334E07-590D-4682-9C62-CCE4D7653BC6}"/>
              </a:ext>
            </a:extLst>
          </p:cNvPr>
          <p:cNvGrpSpPr/>
          <p:nvPr/>
        </p:nvGrpSpPr>
        <p:grpSpPr>
          <a:xfrm rot="10800000">
            <a:off x="7778055" y="1486057"/>
            <a:ext cx="1491107" cy="4115594"/>
            <a:chOff x="16269800" y="2743201"/>
            <a:chExt cx="2982602" cy="8232260"/>
          </a:xfrm>
        </p:grpSpPr>
        <p:sp>
          <p:nvSpPr>
            <p:cNvPr id="91" name="Freeform 5">
              <a:extLst>
                <a:ext uri="{FF2B5EF4-FFF2-40B4-BE49-F238E27FC236}">
                  <a16:creationId xmlns:a16="http://schemas.microsoft.com/office/drawing/2014/main" id="{8AC7ED2A-B822-4574-B30C-5629649EDD6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269800" y="6860661"/>
              <a:ext cx="2982602" cy="1323439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2" name="Freeform 5">
              <a:extLst>
                <a:ext uri="{FF2B5EF4-FFF2-40B4-BE49-F238E27FC236}">
                  <a16:creationId xmlns:a16="http://schemas.microsoft.com/office/drawing/2014/main" id="{15F4041C-9D4A-4B20-9601-0BAD9C8048F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6354161" y="6860661"/>
              <a:ext cx="2898241" cy="4114800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3" name="Freeform 5">
              <a:extLst>
                <a:ext uri="{FF2B5EF4-FFF2-40B4-BE49-F238E27FC236}">
                  <a16:creationId xmlns:a16="http://schemas.microsoft.com/office/drawing/2014/main" id="{7E471E14-FC75-48B8-BEA8-0359E1586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9800" y="5355390"/>
              <a:ext cx="2982602" cy="1502610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94" name="Freeform 5">
              <a:extLst>
                <a:ext uri="{FF2B5EF4-FFF2-40B4-BE49-F238E27FC236}">
                  <a16:creationId xmlns:a16="http://schemas.microsoft.com/office/drawing/2014/main" id="{B21C7E95-BF55-44E6-AD4B-43A061F7A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4161" y="2743201"/>
              <a:ext cx="2898241" cy="4114800"/>
            </a:xfrm>
            <a:custGeom>
              <a:avLst/>
              <a:gdLst>
                <a:gd name="T0" fmla="*/ 0 w 768"/>
                <a:gd name="T1" fmla="*/ 232 h 232"/>
                <a:gd name="T2" fmla="*/ 396 w 768"/>
                <a:gd name="T3" fmla="*/ 176 h 232"/>
                <a:gd name="T4" fmla="*/ 768 w 768"/>
                <a:gd name="T5" fmla="*/ 0 h 232"/>
                <a:gd name="connsiteX0" fmla="*/ 0 w 9942"/>
                <a:gd name="connsiteY0" fmla="*/ 8381 h 8381"/>
                <a:gd name="connsiteX1" fmla="*/ 5156 w 9942"/>
                <a:gd name="connsiteY1" fmla="*/ 5967 h 8381"/>
                <a:gd name="connsiteX2" fmla="*/ 9942 w 9942"/>
                <a:gd name="connsiteY2" fmla="*/ 0 h 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42" h="8381">
                  <a:moveTo>
                    <a:pt x="0" y="8381"/>
                  </a:moveTo>
                  <a:cubicBezTo>
                    <a:pt x="1719" y="8381"/>
                    <a:pt x="3906" y="8381"/>
                    <a:pt x="5156" y="5967"/>
                  </a:cubicBezTo>
                  <a:cubicBezTo>
                    <a:pt x="6810" y="2778"/>
                    <a:pt x="7598" y="0"/>
                    <a:pt x="9942" y="0"/>
                  </a:cubicBezTo>
                </a:path>
              </a:pathLst>
            </a:custGeom>
            <a:ln w="25400">
              <a:solidFill>
                <a:schemeClr val="tx1">
                  <a:lumMod val="10000"/>
                  <a:lumOff val="90000"/>
                </a:schemeClr>
              </a:solidFill>
              <a:headEnd type="none"/>
              <a:tailEnd type="oval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 dirty="0">
                <a:solidFill>
                  <a:srgbClr val="172144"/>
                </a:solidFill>
                <a:latin typeface="Calibri"/>
              </a:endParaRPr>
            </a:p>
          </p:txBody>
        </p:sp>
      </p:grpSp>
      <p:pic>
        <p:nvPicPr>
          <p:cNvPr id="2056" name="Picture 8" descr="Mobile Images | Free Vectors, Stock Photos &amp;amp; PSD">
            <a:extLst>
              <a:ext uri="{FF2B5EF4-FFF2-40B4-BE49-F238E27FC236}">
                <a16:creationId xmlns:a16="http://schemas.microsoft.com/office/drawing/2014/main" id="{A7F34CFE-6856-485B-9393-59B3FD088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8209" y="2763571"/>
            <a:ext cx="1609515" cy="1609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kon Dioda Led Ikon Garis Led Ilustrasi Vektor Ilustrasi Stok - Unduh  Gambar Sekarang - iStock">
            <a:extLst>
              <a:ext uri="{FF2B5EF4-FFF2-40B4-BE49-F238E27FC236}">
                <a16:creationId xmlns:a16="http://schemas.microsoft.com/office/drawing/2014/main" id="{FAC84714-1869-4A55-8963-8E1E84FA7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97" y="989025"/>
            <a:ext cx="961637" cy="96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134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2" grpId="0" animBg="1"/>
      <p:bldP spid="83" grpId="0" animBg="1"/>
      <p:bldP spid="84" grpId="0" animBg="1"/>
      <p:bldP spid="8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8697773-759E-42B8-AFD8-490ACB6BAA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2" r="16032"/>
          <a:stretch>
            <a:fillRect/>
          </a:stretch>
        </p:blipFill>
        <p:spPr/>
      </p:pic>
      <p:pic>
        <p:nvPicPr>
          <p:cNvPr id="4" name="reflect">
            <a:extLst>
              <a:ext uri="{FF2B5EF4-FFF2-40B4-BE49-F238E27FC236}">
                <a16:creationId xmlns:a16="http://schemas.microsoft.com/office/drawing/2014/main" id="{C8014EA7-0481-485C-A96E-BD71C3167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0087" y="-1123015"/>
            <a:ext cx="12191999" cy="914399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44A6341-DB01-4CF7-9CC9-DCFEABC38423}"/>
              </a:ext>
            </a:extLst>
          </p:cNvPr>
          <p:cNvSpPr txBox="1"/>
          <p:nvPr/>
        </p:nvSpPr>
        <p:spPr>
          <a:xfrm>
            <a:off x="521155" y="78749"/>
            <a:ext cx="3279706" cy="1015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sz="2999" dirty="0">
                <a:solidFill>
                  <a:srgbClr val="172144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Interface home pada Blynk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FD6EBA-2EFC-46F1-8C89-B3BF82CD28C1}"/>
              </a:ext>
            </a:extLst>
          </p:cNvPr>
          <p:cNvCxnSpPr/>
          <p:nvPr/>
        </p:nvCxnSpPr>
        <p:spPr>
          <a:xfrm flipV="1">
            <a:off x="5628542" y="1111896"/>
            <a:ext cx="464513" cy="1459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507552-5672-4A92-A586-C5E7D84C6E31}"/>
              </a:ext>
            </a:extLst>
          </p:cNvPr>
          <p:cNvCxnSpPr>
            <a:cxnSpLocks/>
          </p:cNvCxnSpPr>
          <p:nvPr/>
        </p:nvCxnSpPr>
        <p:spPr>
          <a:xfrm>
            <a:off x="6093055" y="1111896"/>
            <a:ext cx="10602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0B19D6B-F423-45E2-ACC6-0C28079FF67B}"/>
              </a:ext>
            </a:extLst>
          </p:cNvPr>
          <p:cNvSpPr txBox="1"/>
          <p:nvPr/>
        </p:nvSpPr>
        <p:spPr>
          <a:xfrm>
            <a:off x="6035912" y="723925"/>
            <a:ext cx="1149161" cy="507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>
              <a:defRPr/>
            </a:pP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Grafik</a:t>
            </a:r>
            <a:endParaRPr lang="en-US" sz="2699" dirty="0">
              <a:solidFill>
                <a:srgbClr val="1721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70A990-FE0E-4CDA-A222-BF78A5CF7D82}"/>
              </a:ext>
            </a:extLst>
          </p:cNvPr>
          <p:cNvCxnSpPr>
            <a:cxnSpLocks/>
          </p:cNvCxnSpPr>
          <p:nvPr/>
        </p:nvCxnSpPr>
        <p:spPr>
          <a:xfrm flipH="1">
            <a:off x="5257116" y="3971855"/>
            <a:ext cx="371427" cy="9999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ACFC9D-DFF1-4EB9-8478-3C1DC9233057}"/>
              </a:ext>
            </a:extLst>
          </p:cNvPr>
          <p:cNvCxnSpPr>
            <a:cxnSpLocks/>
          </p:cNvCxnSpPr>
          <p:nvPr/>
        </p:nvCxnSpPr>
        <p:spPr>
          <a:xfrm flipH="1">
            <a:off x="4158504" y="4957563"/>
            <a:ext cx="10946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D9C4B01-C712-4C41-9FBA-0C17C8F3FF04}"/>
              </a:ext>
            </a:extLst>
          </p:cNvPr>
          <p:cNvSpPr txBox="1"/>
          <p:nvPr/>
        </p:nvSpPr>
        <p:spPr>
          <a:xfrm>
            <a:off x="4328400" y="4526725"/>
            <a:ext cx="1015021" cy="507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>
              <a:defRPr/>
            </a:pP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Suhu</a:t>
            </a:r>
            <a:endParaRPr lang="en-US" sz="2699" dirty="0">
              <a:solidFill>
                <a:srgbClr val="1721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B0DA312-2204-4C96-9B54-1E05071E3A74}"/>
              </a:ext>
            </a:extLst>
          </p:cNvPr>
          <p:cNvCxnSpPr>
            <a:cxnSpLocks/>
          </p:cNvCxnSpPr>
          <p:nvPr/>
        </p:nvCxnSpPr>
        <p:spPr>
          <a:xfrm flipV="1">
            <a:off x="6845523" y="1949701"/>
            <a:ext cx="307774" cy="13736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1B93A68-774F-4047-8915-0ACE66378839}"/>
              </a:ext>
            </a:extLst>
          </p:cNvPr>
          <p:cNvCxnSpPr>
            <a:cxnSpLocks/>
          </p:cNvCxnSpPr>
          <p:nvPr/>
        </p:nvCxnSpPr>
        <p:spPr>
          <a:xfrm>
            <a:off x="7153297" y="1960166"/>
            <a:ext cx="20661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6394378-ED3C-4E44-B492-F9A3E3B76D1E}"/>
              </a:ext>
            </a:extLst>
          </p:cNvPr>
          <p:cNvSpPr txBox="1"/>
          <p:nvPr/>
        </p:nvSpPr>
        <p:spPr>
          <a:xfrm>
            <a:off x="7100335" y="1591956"/>
            <a:ext cx="2217274" cy="507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>
              <a:defRPr/>
            </a:pP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Kelembaban</a:t>
            </a:r>
            <a:endParaRPr lang="en-US" sz="2699" dirty="0">
              <a:solidFill>
                <a:srgbClr val="1721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9751A4A-C2BC-41DD-960D-33A23B63EDD0}"/>
              </a:ext>
            </a:extLst>
          </p:cNvPr>
          <p:cNvCxnSpPr/>
          <p:nvPr/>
        </p:nvCxnSpPr>
        <p:spPr>
          <a:xfrm flipV="1">
            <a:off x="5628542" y="4535034"/>
            <a:ext cx="464513" cy="1459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6184AE3-EEAD-4CA8-9D34-667953261FBB}"/>
              </a:ext>
            </a:extLst>
          </p:cNvPr>
          <p:cNvCxnSpPr>
            <a:cxnSpLocks/>
          </p:cNvCxnSpPr>
          <p:nvPr/>
        </p:nvCxnSpPr>
        <p:spPr>
          <a:xfrm>
            <a:off x="3800861" y="5995000"/>
            <a:ext cx="1827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69638CB-F198-49C9-80F9-E213B060691B}"/>
              </a:ext>
            </a:extLst>
          </p:cNvPr>
          <p:cNvSpPr txBox="1"/>
          <p:nvPr/>
        </p:nvSpPr>
        <p:spPr>
          <a:xfrm>
            <a:off x="3978440" y="5593018"/>
            <a:ext cx="1795684" cy="507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>
              <a:defRPr/>
            </a:pP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Scheduler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13DC3A3-7DD5-4AC6-8DA5-7F8C880D61CA}"/>
              </a:ext>
            </a:extLst>
          </p:cNvPr>
          <p:cNvCxnSpPr>
            <a:cxnSpLocks/>
          </p:cNvCxnSpPr>
          <p:nvPr/>
        </p:nvCxnSpPr>
        <p:spPr>
          <a:xfrm flipV="1">
            <a:off x="6393865" y="4672983"/>
            <a:ext cx="706471" cy="20415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44D09F4-AC10-42C3-B1E7-18132BE5D8AB}"/>
              </a:ext>
            </a:extLst>
          </p:cNvPr>
          <p:cNvCxnSpPr>
            <a:cxnSpLocks/>
          </p:cNvCxnSpPr>
          <p:nvPr/>
        </p:nvCxnSpPr>
        <p:spPr>
          <a:xfrm flipV="1">
            <a:off x="1411429" y="6714518"/>
            <a:ext cx="4996373" cy="10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2919559-9497-4CBF-B9FC-EF03B2807785}"/>
              </a:ext>
            </a:extLst>
          </p:cNvPr>
          <p:cNvSpPr txBox="1"/>
          <p:nvPr/>
        </p:nvSpPr>
        <p:spPr>
          <a:xfrm>
            <a:off x="1411429" y="6317132"/>
            <a:ext cx="5184433" cy="507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>
              <a:defRPr/>
            </a:pP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Switch on/off </a:t>
            </a: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pompa</a:t>
            </a: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</a:t>
            </a: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kipas</a:t>
            </a:r>
            <a:endParaRPr lang="en-US" sz="2699" dirty="0">
              <a:solidFill>
                <a:srgbClr val="1721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B41AC6F-5ED1-4267-8F9F-98446A4CC7B9}"/>
              </a:ext>
            </a:extLst>
          </p:cNvPr>
          <p:cNvCxnSpPr>
            <a:cxnSpLocks/>
          </p:cNvCxnSpPr>
          <p:nvPr/>
        </p:nvCxnSpPr>
        <p:spPr>
          <a:xfrm flipV="1">
            <a:off x="7767672" y="2686426"/>
            <a:ext cx="307774" cy="1097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8ABB11D-53CD-410D-AA5D-3B88966E5201}"/>
              </a:ext>
            </a:extLst>
          </p:cNvPr>
          <p:cNvCxnSpPr>
            <a:cxnSpLocks/>
          </p:cNvCxnSpPr>
          <p:nvPr/>
        </p:nvCxnSpPr>
        <p:spPr>
          <a:xfrm>
            <a:off x="8075446" y="2686426"/>
            <a:ext cx="2788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21E4EF2-DAD8-4159-A5A8-5F1B6523E203}"/>
              </a:ext>
            </a:extLst>
          </p:cNvPr>
          <p:cNvSpPr txBox="1"/>
          <p:nvPr/>
        </p:nvSpPr>
        <p:spPr>
          <a:xfrm>
            <a:off x="8002998" y="2284588"/>
            <a:ext cx="3164136" cy="5077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>
              <a:defRPr/>
            </a:pP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Batas </a:t>
            </a: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kelembaban</a:t>
            </a:r>
            <a:endParaRPr lang="en-US" sz="2699" dirty="0">
              <a:solidFill>
                <a:srgbClr val="172144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A67AC58-8DF4-43E7-986F-6497E0AB3F54}"/>
              </a:ext>
            </a:extLst>
          </p:cNvPr>
          <p:cNvCxnSpPr>
            <a:cxnSpLocks/>
          </p:cNvCxnSpPr>
          <p:nvPr/>
        </p:nvCxnSpPr>
        <p:spPr>
          <a:xfrm flipV="1">
            <a:off x="8186379" y="3352475"/>
            <a:ext cx="540373" cy="578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5652253-3193-4474-A07A-C5357D74FCFA}"/>
              </a:ext>
            </a:extLst>
          </p:cNvPr>
          <p:cNvCxnSpPr>
            <a:cxnSpLocks/>
          </p:cNvCxnSpPr>
          <p:nvPr/>
        </p:nvCxnSpPr>
        <p:spPr>
          <a:xfrm>
            <a:off x="8726752" y="3352475"/>
            <a:ext cx="3282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75E713F-C25A-4CC5-8726-5EB6B886547C}"/>
              </a:ext>
            </a:extLst>
          </p:cNvPr>
          <p:cNvSpPr txBox="1"/>
          <p:nvPr/>
        </p:nvSpPr>
        <p:spPr>
          <a:xfrm>
            <a:off x="8654304" y="2947411"/>
            <a:ext cx="3534751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Interval </a:t>
            </a:r>
            <a:r>
              <a:rPr lang="en-US" sz="2699" dirty="0" err="1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pompa</a:t>
            </a: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(jam)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37DF8AF-3E7B-49C3-B75E-DAC0E9F7BE06}"/>
              </a:ext>
            </a:extLst>
          </p:cNvPr>
          <p:cNvCxnSpPr>
            <a:cxnSpLocks/>
          </p:cNvCxnSpPr>
          <p:nvPr/>
        </p:nvCxnSpPr>
        <p:spPr>
          <a:xfrm>
            <a:off x="7995127" y="4539484"/>
            <a:ext cx="737514" cy="927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5EE9165-69D1-4C92-8741-64AB430547BA}"/>
              </a:ext>
            </a:extLst>
          </p:cNvPr>
          <p:cNvCxnSpPr>
            <a:cxnSpLocks/>
          </p:cNvCxnSpPr>
          <p:nvPr/>
        </p:nvCxnSpPr>
        <p:spPr>
          <a:xfrm>
            <a:off x="8732641" y="5467334"/>
            <a:ext cx="19530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49FAE00-9587-424E-B8FE-98DF302FF18C}"/>
              </a:ext>
            </a:extLst>
          </p:cNvPr>
          <p:cNvSpPr txBox="1"/>
          <p:nvPr/>
        </p:nvSpPr>
        <p:spPr>
          <a:xfrm>
            <a:off x="8660193" y="5076555"/>
            <a:ext cx="3534751" cy="507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sz="2699" dirty="0">
                <a:solidFill>
                  <a:srgbClr val="172144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Save button</a:t>
            </a:r>
          </a:p>
        </p:txBody>
      </p:sp>
    </p:spTree>
    <p:extLst>
      <p:ext uri="{BB962C8B-B14F-4D97-AF65-F5344CB8AC3E}">
        <p14:creationId xmlns:p14="http://schemas.microsoft.com/office/powerpoint/2010/main" val="85534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2" grpId="0"/>
      <p:bldP spid="47" grpId="0"/>
      <p:bldP spid="52" grpId="0"/>
      <p:bldP spid="55" grpId="0"/>
      <p:bldP spid="59" grpId="0"/>
      <p:bldP spid="69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>
            <a:extLst>
              <a:ext uri="{FF2B5EF4-FFF2-40B4-BE49-F238E27FC236}">
                <a16:creationId xmlns:a16="http://schemas.microsoft.com/office/drawing/2014/main" id="{3D41B4E5-3DD3-4140-B319-6504DFC41E41}"/>
              </a:ext>
            </a:extLst>
          </p:cNvPr>
          <p:cNvGrpSpPr/>
          <p:nvPr/>
        </p:nvGrpSpPr>
        <p:grpSpPr>
          <a:xfrm>
            <a:off x="6972582" y="1928781"/>
            <a:ext cx="760314" cy="679362"/>
            <a:chOff x="5394326" y="5557838"/>
            <a:chExt cx="1520825" cy="1358900"/>
          </a:xfrm>
        </p:grpSpPr>
        <p:sp>
          <p:nvSpPr>
            <p:cNvPr id="88" name="Freeform 40">
              <a:extLst>
                <a:ext uri="{FF2B5EF4-FFF2-40B4-BE49-F238E27FC236}">
                  <a16:creationId xmlns:a16="http://schemas.microsoft.com/office/drawing/2014/main" id="{FF546EB3-DD08-4F0D-90A8-686DADCA4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3238" y="5721351"/>
              <a:ext cx="868363" cy="928688"/>
            </a:xfrm>
            <a:custGeom>
              <a:avLst/>
              <a:gdLst>
                <a:gd name="T0" fmla="*/ 317 w 579"/>
                <a:gd name="T1" fmla="*/ 98 h 618"/>
                <a:gd name="T2" fmla="*/ 579 w 579"/>
                <a:gd name="T3" fmla="*/ 143 h 618"/>
                <a:gd name="T4" fmla="*/ 537 w 579"/>
                <a:gd name="T5" fmla="*/ 106 h 618"/>
                <a:gd name="T6" fmla="*/ 106 w 579"/>
                <a:gd name="T7" fmla="*/ 183 h 618"/>
                <a:gd name="T8" fmla="*/ 92 w 579"/>
                <a:gd name="T9" fmla="*/ 555 h 618"/>
                <a:gd name="T10" fmla="*/ 159 w 579"/>
                <a:gd name="T11" fmla="*/ 618 h 618"/>
                <a:gd name="T12" fmla="*/ 317 w 579"/>
                <a:gd name="T13" fmla="*/ 9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618">
                  <a:moveTo>
                    <a:pt x="317" y="98"/>
                  </a:moveTo>
                  <a:cubicBezTo>
                    <a:pt x="418" y="64"/>
                    <a:pt x="515" y="87"/>
                    <a:pt x="579" y="143"/>
                  </a:cubicBezTo>
                  <a:cubicBezTo>
                    <a:pt x="537" y="106"/>
                    <a:pt x="537" y="106"/>
                    <a:pt x="537" y="106"/>
                  </a:cubicBezTo>
                  <a:cubicBezTo>
                    <a:pt x="417" y="0"/>
                    <a:pt x="217" y="36"/>
                    <a:pt x="106" y="183"/>
                  </a:cubicBezTo>
                  <a:cubicBezTo>
                    <a:pt x="13" y="304"/>
                    <a:pt x="12" y="458"/>
                    <a:pt x="92" y="555"/>
                  </a:cubicBezTo>
                  <a:cubicBezTo>
                    <a:pt x="107" y="573"/>
                    <a:pt x="113" y="577"/>
                    <a:pt x="159" y="618"/>
                  </a:cubicBezTo>
                  <a:cubicBezTo>
                    <a:pt x="0" y="476"/>
                    <a:pt x="79" y="177"/>
                    <a:pt x="317" y="9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9" name="Freeform 41">
              <a:extLst>
                <a:ext uri="{FF2B5EF4-FFF2-40B4-BE49-F238E27FC236}">
                  <a16:creationId xmlns:a16="http://schemas.microsoft.com/office/drawing/2014/main" id="{9C266A8C-4B32-4670-B7FC-3B0B0A85C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6" y="5756276"/>
              <a:ext cx="1266825" cy="1152525"/>
            </a:xfrm>
            <a:custGeom>
              <a:avLst/>
              <a:gdLst>
                <a:gd name="T0" fmla="*/ 639 w 844"/>
                <a:gd name="T1" fmla="*/ 68 h 767"/>
                <a:gd name="T2" fmla="*/ 566 w 844"/>
                <a:gd name="T3" fmla="*/ 0 h 767"/>
                <a:gd name="T4" fmla="*/ 247 w 844"/>
                <a:gd name="T5" fmla="*/ 723 h 767"/>
                <a:gd name="T6" fmla="*/ 0 w 844"/>
                <a:gd name="T7" fmla="*/ 641 h 767"/>
                <a:gd name="T8" fmla="*/ 42 w 844"/>
                <a:gd name="T9" fmla="*/ 678 h 767"/>
                <a:gd name="T10" fmla="*/ 298 w 844"/>
                <a:gd name="T11" fmla="*/ 759 h 767"/>
                <a:gd name="T12" fmla="*/ 639 w 844"/>
                <a:gd name="T13" fmla="*/ 68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4" h="767">
                  <a:moveTo>
                    <a:pt x="639" y="68"/>
                  </a:moveTo>
                  <a:cubicBezTo>
                    <a:pt x="621" y="47"/>
                    <a:pt x="610" y="39"/>
                    <a:pt x="566" y="0"/>
                  </a:cubicBezTo>
                  <a:cubicBezTo>
                    <a:pt x="822" y="226"/>
                    <a:pt x="614" y="702"/>
                    <a:pt x="247" y="723"/>
                  </a:cubicBezTo>
                  <a:cubicBezTo>
                    <a:pt x="153" y="728"/>
                    <a:pt x="65" y="699"/>
                    <a:pt x="0" y="641"/>
                  </a:cubicBezTo>
                  <a:cubicBezTo>
                    <a:pt x="42" y="678"/>
                    <a:pt x="42" y="678"/>
                    <a:pt x="42" y="678"/>
                  </a:cubicBezTo>
                  <a:cubicBezTo>
                    <a:pt x="111" y="739"/>
                    <a:pt x="203" y="767"/>
                    <a:pt x="298" y="759"/>
                  </a:cubicBezTo>
                  <a:cubicBezTo>
                    <a:pt x="641" y="732"/>
                    <a:pt x="844" y="308"/>
                    <a:pt x="639" y="6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0" name="Freeform 42">
              <a:extLst>
                <a:ext uri="{FF2B5EF4-FFF2-40B4-BE49-F238E27FC236}">
                  <a16:creationId xmlns:a16="http://schemas.microsoft.com/office/drawing/2014/main" id="{5B3829C3-0FFC-4FE6-8711-B3B4600857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326" y="5557838"/>
              <a:ext cx="1357313" cy="1358900"/>
            </a:xfrm>
            <a:custGeom>
              <a:avLst/>
              <a:gdLst>
                <a:gd name="T0" fmla="*/ 632 w 904"/>
                <a:gd name="T1" fmla="*/ 71 h 905"/>
                <a:gd name="T2" fmla="*/ 805 w 904"/>
                <a:gd name="T3" fmla="*/ 581 h 905"/>
                <a:gd name="T4" fmla="*/ 272 w 904"/>
                <a:gd name="T5" fmla="*/ 834 h 905"/>
                <a:gd name="T6" fmla="*/ 99 w 904"/>
                <a:gd name="T7" fmla="*/ 323 h 905"/>
                <a:gd name="T8" fmla="*/ 632 w 904"/>
                <a:gd name="T9" fmla="*/ 71 h 905"/>
                <a:gd name="T10" fmla="*/ 319 w 904"/>
                <a:gd name="T11" fmla="*/ 735 h 905"/>
                <a:gd name="T12" fmla="*/ 713 w 904"/>
                <a:gd name="T13" fmla="*/ 548 h 905"/>
                <a:gd name="T14" fmla="*/ 585 w 904"/>
                <a:gd name="T15" fmla="*/ 170 h 905"/>
                <a:gd name="T16" fmla="*/ 191 w 904"/>
                <a:gd name="T17" fmla="*/ 357 h 905"/>
                <a:gd name="T18" fmla="*/ 319 w 904"/>
                <a:gd name="T19" fmla="*/ 735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4" h="905">
                  <a:moveTo>
                    <a:pt x="632" y="71"/>
                  </a:moveTo>
                  <a:cubicBezTo>
                    <a:pt x="826" y="142"/>
                    <a:pt x="904" y="371"/>
                    <a:pt x="805" y="581"/>
                  </a:cubicBezTo>
                  <a:cubicBezTo>
                    <a:pt x="706" y="792"/>
                    <a:pt x="467" y="905"/>
                    <a:pt x="272" y="834"/>
                  </a:cubicBezTo>
                  <a:cubicBezTo>
                    <a:pt x="78" y="763"/>
                    <a:pt x="0" y="534"/>
                    <a:pt x="99" y="323"/>
                  </a:cubicBezTo>
                  <a:cubicBezTo>
                    <a:pt x="198" y="113"/>
                    <a:pt x="437" y="0"/>
                    <a:pt x="632" y="71"/>
                  </a:cubicBezTo>
                  <a:close/>
                  <a:moveTo>
                    <a:pt x="319" y="735"/>
                  </a:moveTo>
                  <a:cubicBezTo>
                    <a:pt x="463" y="788"/>
                    <a:pt x="640" y="704"/>
                    <a:pt x="713" y="548"/>
                  </a:cubicBezTo>
                  <a:cubicBezTo>
                    <a:pt x="786" y="392"/>
                    <a:pt x="729" y="223"/>
                    <a:pt x="585" y="170"/>
                  </a:cubicBezTo>
                  <a:cubicBezTo>
                    <a:pt x="441" y="117"/>
                    <a:pt x="264" y="201"/>
                    <a:pt x="191" y="357"/>
                  </a:cubicBezTo>
                  <a:cubicBezTo>
                    <a:pt x="118" y="513"/>
                    <a:pt x="175" y="682"/>
                    <a:pt x="319" y="73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DB78FD50-C1EE-4F60-8C23-7ECC4E7C7D17}"/>
              </a:ext>
            </a:extLst>
          </p:cNvPr>
          <p:cNvSpPr/>
          <p:nvPr/>
        </p:nvSpPr>
        <p:spPr>
          <a:xfrm>
            <a:off x="3924284" y="3148186"/>
            <a:ext cx="252679" cy="252679"/>
          </a:xfrm>
          <a:prstGeom prst="ellipse">
            <a:avLst/>
          </a:prstGeom>
          <a:noFill/>
          <a:ln w="1016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4A37FEF-3D6C-4C22-A572-52D775070EF8}"/>
              </a:ext>
            </a:extLst>
          </p:cNvPr>
          <p:cNvGrpSpPr/>
          <p:nvPr/>
        </p:nvGrpSpPr>
        <p:grpSpPr>
          <a:xfrm>
            <a:off x="6249968" y="4299080"/>
            <a:ext cx="452379" cy="323014"/>
            <a:chOff x="2303463" y="7181851"/>
            <a:chExt cx="904875" cy="646113"/>
          </a:xfrm>
        </p:grpSpPr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CC3BBDC5-F2FB-4375-B023-B78968205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576" y="7253288"/>
              <a:ext cx="625475" cy="276225"/>
            </a:xfrm>
            <a:custGeom>
              <a:avLst/>
              <a:gdLst>
                <a:gd name="T0" fmla="*/ 416 w 416"/>
                <a:gd name="T1" fmla="*/ 156 h 183"/>
                <a:gd name="T2" fmla="*/ 301 w 416"/>
                <a:gd name="T3" fmla="*/ 34 h 183"/>
                <a:gd name="T4" fmla="*/ 33 w 416"/>
                <a:gd name="T5" fmla="*/ 78 h 183"/>
                <a:gd name="T6" fmla="*/ 2 w 416"/>
                <a:gd name="T7" fmla="*/ 137 h 183"/>
                <a:gd name="T8" fmla="*/ 0 w 416"/>
                <a:gd name="T9" fmla="*/ 168 h 183"/>
                <a:gd name="T10" fmla="*/ 45 w 416"/>
                <a:gd name="T11" fmla="*/ 86 h 183"/>
                <a:gd name="T12" fmla="*/ 287 w 416"/>
                <a:gd name="T13" fmla="*/ 49 h 183"/>
                <a:gd name="T14" fmla="*/ 407 w 416"/>
                <a:gd name="T15" fmla="*/ 141 h 183"/>
                <a:gd name="T16" fmla="*/ 415 w 416"/>
                <a:gd name="T17" fmla="*/ 183 h 183"/>
                <a:gd name="T18" fmla="*/ 416 w 416"/>
                <a:gd name="T19" fmla="*/ 15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6" h="183">
                  <a:moveTo>
                    <a:pt x="416" y="156"/>
                  </a:moveTo>
                  <a:cubicBezTo>
                    <a:pt x="413" y="97"/>
                    <a:pt x="357" y="54"/>
                    <a:pt x="301" y="34"/>
                  </a:cubicBezTo>
                  <a:cubicBezTo>
                    <a:pt x="206" y="0"/>
                    <a:pt x="90" y="20"/>
                    <a:pt x="33" y="78"/>
                  </a:cubicBezTo>
                  <a:cubicBezTo>
                    <a:pt x="18" y="94"/>
                    <a:pt x="6" y="114"/>
                    <a:pt x="2" y="137"/>
                  </a:cubicBezTo>
                  <a:cubicBezTo>
                    <a:pt x="1" y="145"/>
                    <a:pt x="1" y="148"/>
                    <a:pt x="0" y="168"/>
                  </a:cubicBezTo>
                  <a:cubicBezTo>
                    <a:pt x="1" y="136"/>
                    <a:pt x="20" y="107"/>
                    <a:pt x="45" y="86"/>
                  </a:cubicBezTo>
                  <a:cubicBezTo>
                    <a:pt x="107" y="35"/>
                    <a:pt x="207" y="25"/>
                    <a:pt x="287" y="49"/>
                  </a:cubicBezTo>
                  <a:cubicBezTo>
                    <a:pt x="336" y="63"/>
                    <a:pt x="387" y="94"/>
                    <a:pt x="407" y="141"/>
                  </a:cubicBezTo>
                  <a:cubicBezTo>
                    <a:pt x="413" y="155"/>
                    <a:pt x="416" y="169"/>
                    <a:pt x="415" y="183"/>
                  </a:cubicBezTo>
                  <a:cubicBezTo>
                    <a:pt x="416" y="160"/>
                    <a:pt x="416" y="161"/>
                    <a:pt x="416" y="15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9DA1E0E8-D602-456D-9972-44CC5A31E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451" y="7473951"/>
              <a:ext cx="849313" cy="354013"/>
            </a:xfrm>
            <a:custGeom>
              <a:avLst/>
              <a:gdLst>
                <a:gd name="T0" fmla="*/ 564 w 566"/>
                <a:gd name="T1" fmla="*/ 20 h 236"/>
                <a:gd name="T2" fmla="*/ 220 w 566"/>
                <a:gd name="T3" fmla="*/ 192 h 236"/>
                <a:gd name="T4" fmla="*/ 3 w 566"/>
                <a:gd name="T5" fmla="*/ 0 h 236"/>
                <a:gd name="T6" fmla="*/ 3 w 566"/>
                <a:gd name="T7" fmla="*/ 0 h 236"/>
                <a:gd name="T8" fmla="*/ 3 w 566"/>
                <a:gd name="T9" fmla="*/ 0 h 236"/>
                <a:gd name="T10" fmla="*/ 2 w 566"/>
                <a:gd name="T11" fmla="*/ 20 h 236"/>
                <a:gd name="T12" fmla="*/ 19 w 566"/>
                <a:gd name="T13" fmla="*/ 88 h 236"/>
                <a:gd name="T14" fmla="*/ 361 w 566"/>
                <a:gd name="T15" fmla="*/ 212 h 236"/>
                <a:gd name="T16" fmla="*/ 526 w 566"/>
                <a:gd name="T17" fmla="*/ 128 h 236"/>
                <a:gd name="T18" fmla="*/ 564 w 566"/>
                <a:gd name="T19" fmla="*/ 2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6" h="236">
                  <a:moveTo>
                    <a:pt x="564" y="20"/>
                  </a:moveTo>
                  <a:cubicBezTo>
                    <a:pt x="559" y="139"/>
                    <a:pt x="393" y="222"/>
                    <a:pt x="220" y="192"/>
                  </a:cubicBezTo>
                  <a:cubicBezTo>
                    <a:pt x="87" y="169"/>
                    <a:pt x="0" y="86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41"/>
                    <a:pt x="7" y="65"/>
                    <a:pt x="19" y="88"/>
                  </a:cubicBezTo>
                  <a:cubicBezTo>
                    <a:pt x="70" y="184"/>
                    <a:pt x="223" y="236"/>
                    <a:pt x="361" y="212"/>
                  </a:cubicBezTo>
                  <a:cubicBezTo>
                    <a:pt x="421" y="201"/>
                    <a:pt x="485" y="174"/>
                    <a:pt x="526" y="128"/>
                  </a:cubicBezTo>
                  <a:cubicBezTo>
                    <a:pt x="566" y="83"/>
                    <a:pt x="563" y="43"/>
                    <a:pt x="564" y="2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0" name="Freeform 45">
              <a:extLst>
                <a:ext uri="{FF2B5EF4-FFF2-40B4-BE49-F238E27FC236}">
                  <a16:creationId xmlns:a16="http://schemas.microsoft.com/office/drawing/2014/main" id="{39FE6EB3-FA30-4927-B509-42A87114E8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03463" y="7181851"/>
              <a:ext cx="904875" cy="614363"/>
            </a:xfrm>
            <a:custGeom>
              <a:avLst/>
              <a:gdLst>
                <a:gd name="T0" fmla="*/ 347 w 603"/>
                <a:gd name="T1" fmla="*/ 20 h 409"/>
                <a:gd name="T2" fmla="*/ 578 w 603"/>
                <a:gd name="T3" fmla="*/ 240 h 409"/>
                <a:gd name="T4" fmla="*/ 256 w 603"/>
                <a:gd name="T5" fmla="*/ 389 h 409"/>
                <a:gd name="T6" fmla="*/ 25 w 603"/>
                <a:gd name="T7" fmla="*/ 168 h 409"/>
                <a:gd name="T8" fmla="*/ 347 w 603"/>
                <a:gd name="T9" fmla="*/ 20 h 409"/>
                <a:gd name="T10" fmla="*/ 268 w 603"/>
                <a:gd name="T11" fmla="*/ 341 h 409"/>
                <a:gd name="T12" fmla="*/ 506 w 603"/>
                <a:gd name="T13" fmla="*/ 231 h 409"/>
                <a:gd name="T14" fmla="*/ 335 w 603"/>
                <a:gd name="T15" fmla="*/ 68 h 409"/>
                <a:gd name="T16" fmla="*/ 97 w 603"/>
                <a:gd name="T17" fmla="*/ 178 h 409"/>
                <a:gd name="T18" fmla="*/ 268 w 603"/>
                <a:gd name="T19" fmla="*/ 34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09">
                  <a:moveTo>
                    <a:pt x="347" y="20"/>
                  </a:moveTo>
                  <a:cubicBezTo>
                    <a:pt x="499" y="40"/>
                    <a:pt x="603" y="139"/>
                    <a:pt x="578" y="240"/>
                  </a:cubicBezTo>
                  <a:cubicBezTo>
                    <a:pt x="553" y="342"/>
                    <a:pt x="408" y="409"/>
                    <a:pt x="256" y="389"/>
                  </a:cubicBezTo>
                  <a:cubicBezTo>
                    <a:pt x="103" y="369"/>
                    <a:pt x="0" y="270"/>
                    <a:pt x="25" y="168"/>
                  </a:cubicBezTo>
                  <a:cubicBezTo>
                    <a:pt x="50" y="67"/>
                    <a:pt x="194" y="0"/>
                    <a:pt x="347" y="20"/>
                  </a:cubicBezTo>
                  <a:close/>
                  <a:moveTo>
                    <a:pt x="268" y="341"/>
                  </a:moveTo>
                  <a:cubicBezTo>
                    <a:pt x="381" y="355"/>
                    <a:pt x="488" y="306"/>
                    <a:pt x="506" y="231"/>
                  </a:cubicBezTo>
                  <a:cubicBezTo>
                    <a:pt x="525" y="156"/>
                    <a:pt x="448" y="82"/>
                    <a:pt x="335" y="68"/>
                  </a:cubicBezTo>
                  <a:cubicBezTo>
                    <a:pt x="222" y="53"/>
                    <a:pt x="115" y="102"/>
                    <a:pt x="97" y="178"/>
                  </a:cubicBezTo>
                  <a:cubicBezTo>
                    <a:pt x="78" y="253"/>
                    <a:pt x="155" y="326"/>
                    <a:pt x="268" y="34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A72788E-A22C-462C-A811-D5523F436D2A}"/>
              </a:ext>
            </a:extLst>
          </p:cNvPr>
          <p:cNvGrpSpPr/>
          <p:nvPr/>
        </p:nvGrpSpPr>
        <p:grpSpPr>
          <a:xfrm>
            <a:off x="4125376" y="1577423"/>
            <a:ext cx="488887" cy="461109"/>
            <a:chOff x="2887663" y="5300663"/>
            <a:chExt cx="977901" cy="92233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5AE0F9FF-BB4D-4290-BD8B-0D6A45946F79}"/>
                </a:ext>
              </a:extLst>
            </p:cNvPr>
            <p:cNvGrpSpPr/>
            <p:nvPr/>
          </p:nvGrpSpPr>
          <p:grpSpPr>
            <a:xfrm>
              <a:off x="2887663" y="5335588"/>
              <a:ext cx="920750" cy="887413"/>
              <a:chOff x="2887663" y="5335588"/>
              <a:chExt cx="920750" cy="887413"/>
            </a:xfrm>
          </p:grpSpPr>
          <p:sp>
            <p:nvSpPr>
              <p:cNvPr id="42" name="Freeform 37">
                <a:extLst>
                  <a:ext uri="{FF2B5EF4-FFF2-40B4-BE49-F238E27FC236}">
                    <a16:creationId xmlns:a16="http://schemas.microsoft.com/office/drawing/2014/main" id="{C5314A86-D251-4B76-8DB0-C6981C51A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5335588"/>
                <a:ext cx="684213" cy="660400"/>
              </a:xfrm>
              <a:custGeom>
                <a:avLst/>
                <a:gdLst>
                  <a:gd name="T0" fmla="*/ 50 w 456"/>
                  <a:gd name="T1" fmla="*/ 114 h 440"/>
                  <a:gd name="T2" fmla="*/ 36 w 456"/>
                  <a:gd name="T3" fmla="*/ 129 h 440"/>
                  <a:gd name="T4" fmla="*/ 0 w 456"/>
                  <a:gd name="T5" fmla="*/ 181 h 440"/>
                  <a:gd name="T6" fmla="*/ 150 w 456"/>
                  <a:gd name="T7" fmla="*/ 118 h 440"/>
                  <a:gd name="T8" fmla="*/ 375 w 456"/>
                  <a:gd name="T9" fmla="*/ 440 h 440"/>
                  <a:gd name="T10" fmla="*/ 404 w 456"/>
                  <a:gd name="T11" fmla="*/ 397 h 440"/>
                  <a:gd name="T12" fmla="*/ 428 w 456"/>
                  <a:gd name="T13" fmla="*/ 323 h 440"/>
                  <a:gd name="T14" fmla="*/ 50 w 456"/>
                  <a:gd name="T15" fmla="*/ 114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6" h="440">
                    <a:moveTo>
                      <a:pt x="50" y="114"/>
                    </a:moveTo>
                    <a:cubicBezTo>
                      <a:pt x="45" y="119"/>
                      <a:pt x="40" y="124"/>
                      <a:pt x="36" y="129"/>
                    </a:cubicBezTo>
                    <a:cubicBezTo>
                      <a:pt x="31" y="135"/>
                      <a:pt x="31" y="135"/>
                      <a:pt x="0" y="181"/>
                    </a:cubicBezTo>
                    <a:cubicBezTo>
                      <a:pt x="33" y="133"/>
                      <a:pt x="92" y="114"/>
                      <a:pt x="150" y="118"/>
                    </a:cubicBezTo>
                    <a:cubicBezTo>
                      <a:pt x="324" y="131"/>
                      <a:pt x="456" y="323"/>
                      <a:pt x="375" y="440"/>
                    </a:cubicBezTo>
                    <a:cubicBezTo>
                      <a:pt x="404" y="397"/>
                      <a:pt x="404" y="397"/>
                      <a:pt x="404" y="397"/>
                    </a:cubicBezTo>
                    <a:cubicBezTo>
                      <a:pt x="419" y="377"/>
                      <a:pt x="427" y="351"/>
                      <a:pt x="428" y="323"/>
                    </a:cubicBezTo>
                    <a:cubicBezTo>
                      <a:pt x="435" y="148"/>
                      <a:pt x="178" y="0"/>
                      <a:pt x="50" y="114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43" name="Freeform 38">
                <a:extLst>
                  <a:ext uri="{FF2B5EF4-FFF2-40B4-BE49-F238E27FC236}">
                    <a16:creationId xmlns:a16="http://schemas.microsoft.com/office/drawing/2014/main" id="{60A6059E-48DF-43D9-81AC-2A5E156DA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663" y="5473701"/>
                <a:ext cx="920750" cy="749300"/>
              </a:xfrm>
              <a:custGeom>
                <a:avLst/>
                <a:gdLst>
                  <a:gd name="T0" fmla="*/ 613 w 613"/>
                  <a:gd name="T1" fmla="*/ 351 h 499"/>
                  <a:gd name="T2" fmla="*/ 446 w 613"/>
                  <a:gd name="T3" fmla="*/ 436 h 499"/>
                  <a:gd name="T4" fmla="*/ 253 w 613"/>
                  <a:gd name="T5" fmla="*/ 385 h 499"/>
                  <a:gd name="T6" fmla="*/ 107 w 613"/>
                  <a:gd name="T7" fmla="*/ 0 h 499"/>
                  <a:gd name="T8" fmla="*/ 77 w 613"/>
                  <a:gd name="T9" fmla="*/ 43 h 499"/>
                  <a:gd name="T10" fmla="*/ 207 w 613"/>
                  <a:gd name="T11" fmla="*/ 418 h 499"/>
                  <a:gd name="T12" fmla="*/ 496 w 613"/>
                  <a:gd name="T13" fmla="*/ 462 h 499"/>
                  <a:gd name="T14" fmla="*/ 574 w 613"/>
                  <a:gd name="T15" fmla="*/ 405 h 499"/>
                  <a:gd name="T16" fmla="*/ 613 w 613"/>
                  <a:gd name="T17" fmla="*/ 351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3" h="499">
                    <a:moveTo>
                      <a:pt x="613" y="351"/>
                    </a:moveTo>
                    <a:cubicBezTo>
                      <a:pt x="575" y="405"/>
                      <a:pt x="512" y="432"/>
                      <a:pt x="446" y="436"/>
                    </a:cubicBezTo>
                    <a:cubicBezTo>
                      <a:pt x="379" y="439"/>
                      <a:pt x="310" y="418"/>
                      <a:pt x="253" y="385"/>
                    </a:cubicBezTo>
                    <a:cubicBezTo>
                      <a:pt x="98" y="294"/>
                      <a:pt x="27" y="115"/>
                      <a:pt x="107" y="0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0" y="154"/>
                      <a:pt x="64" y="324"/>
                      <a:pt x="207" y="418"/>
                    </a:cubicBezTo>
                    <a:cubicBezTo>
                      <a:pt x="292" y="473"/>
                      <a:pt x="403" y="499"/>
                      <a:pt x="496" y="462"/>
                    </a:cubicBezTo>
                    <a:cubicBezTo>
                      <a:pt x="529" y="448"/>
                      <a:pt x="555" y="429"/>
                      <a:pt x="574" y="405"/>
                    </a:cubicBezTo>
                    <a:cubicBezTo>
                      <a:pt x="581" y="398"/>
                      <a:pt x="581" y="397"/>
                      <a:pt x="613" y="351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E0A54A14-E4E8-4C69-9CDA-E2C22C2817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0851" y="5300663"/>
              <a:ext cx="874713" cy="873125"/>
            </a:xfrm>
            <a:custGeom>
              <a:avLst/>
              <a:gdLst>
                <a:gd name="T0" fmla="*/ 302 w 583"/>
                <a:gd name="T1" fmla="*/ 41 h 581"/>
                <a:gd name="T2" fmla="*/ 578 w 583"/>
                <a:gd name="T3" fmla="*/ 365 h 581"/>
                <a:gd name="T4" fmla="*/ 282 w 583"/>
                <a:gd name="T5" fmla="*/ 540 h 581"/>
                <a:gd name="T6" fmla="*/ 6 w 583"/>
                <a:gd name="T7" fmla="*/ 216 h 581"/>
                <a:gd name="T8" fmla="*/ 302 w 583"/>
                <a:gd name="T9" fmla="*/ 41 h 581"/>
                <a:gd name="T10" fmla="*/ 284 w 583"/>
                <a:gd name="T11" fmla="*/ 475 h 581"/>
                <a:gd name="T12" fmla="*/ 503 w 583"/>
                <a:gd name="T13" fmla="*/ 346 h 581"/>
                <a:gd name="T14" fmla="*/ 299 w 583"/>
                <a:gd name="T15" fmla="*/ 106 h 581"/>
                <a:gd name="T16" fmla="*/ 80 w 583"/>
                <a:gd name="T17" fmla="*/ 236 h 581"/>
                <a:gd name="T18" fmla="*/ 284 w 583"/>
                <a:gd name="T19" fmla="*/ 47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3" h="581">
                  <a:moveTo>
                    <a:pt x="302" y="41"/>
                  </a:moveTo>
                  <a:cubicBezTo>
                    <a:pt x="459" y="82"/>
                    <a:pt x="583" y="227"/>
                    <a:pt x="578" y="365"/>
                  </a:cubicBezTo>
                  <a:cubicBezTo>
                    <a:pt x="572" y="503"/>
                    <a:pt x="440" y="581"/>
                    <a:pt x="282" y="540"/>
                  </a:cubicBezTo>
                  <a:cubicBezTo>
                    <a:pt x="124" y="499"/>
                    <a:pt x="0" y="354"/>
                    <a:pt x="6" y="216"/>
                  </a:cubicBezTo>
                  <a:cubicBezTo>
                    <a:pt x="11" y="79"/>
                    <a:pt x="144" y="0"/>
                    <a:pt x="302" y="41"/>
                  </a:cubicBezTo>
                  <a:close/>
                  <a:moveTo>
                    <a:pt x="284" y="475"/>
                  </a:moveTo>
                  <a:cubicBezTo>
                    <a:pt x="401" y="506"/>
                    <a:pt x="499" y="448"/>
                    <a:pt x="503" y="346"/>
                  </a:cubicBezTo>
                  <a:cubicBezTo>
                    <a:pt x="508" y="244"/>
                    <a:pt x="416" y="136"/>
                    <a:pt x="299" y="106"/>
                  </a:cubicBezTo>
                  <a:cubicBezTo>
                    <a:pt x="182" y="76"/>
                    <a:pt x="84" y="134"/>
                    <a:pt x="80" y="236"/>
                  </a:cubicBezTo>
                  <a:cubicBezTo>
                    <a:pt x="76" y="337"/>
                    <a:pt x="168" y="445"/>
                    <a:pt x="284" y="47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7C72224-2B1C-4ED0-873B-D69BFAE2E5D0}"/>
              </a:ext>
            </a:extLst>
          </p:cNvPr>
          <p:cNvGrpSpPr/>
          <p:nvPr/>
        </p:nvGrpSpPr>
        <p:grpSpPr>
          <a:xfrm>
            <a:off x="8682721" y="3596212"/>
            <a:ext cx="114285" cy="114285"/>
            <a:chOff x="965201" y="4870451"/>
            <a:chExt cx="228600" cy="228600"/>
          </a:xfrm>
          <a:solidFill>
            <a:schemeClr val="accent2"/>
          </a:solidFill>
        </p:grpSpPr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8FD7A41B-FBB3-4EE5-A0EE-7D8B27A9E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49A55683-9008-46E9-B5D6-B5BF341C1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276B11-06B4-4F3D-AC04-0D6DC9EF7498}"/>
              </a:ext>
            </a:extLst>
          </p:cNvPr>
          <p:cNvGrpSpPr/>
          <p:nvPr/>
        </p:nvGrpSpPr>
        <p:grpSpPr>
          <a:xfrm>
            <a:off x="3077762" y="2764321"/>
            <a:ext cx="180158" cy="174780"/>
            <a:chOff x="1752601" y="4673601"/>
            <a:chExt cx="106363" cy="103188"/>
          </a:xfrm>
          <a:solidFill>
            <a:schemeClr val="accent1"/>
          </a:solidFill>
        </p:grpSpPr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CD5C99E-CCC8-48D9-93FB-469E191B7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59 w 70"/>
                <a:gd name="T1" fmla="*/ 69 h 69"/>
                <a:gd name="T2" fmla="*/ 52 w 70"/>
                <a:gd name="T3" fmla="*/ 66 h 69"/>
                <a:gd name="T4" fmla="*/ 4 w 70"/>
                <a:gd name="T5" fmla="*/ 18 h 69"/>
                <a:gd name="T6" fmla="*/ 4 w 70"/>
                <a:gd name="T7" fmla="*/ 4 h 69"/>
                <a:gd name="T8" fmla="*/ 18 w 70"/>
                <a:gd name="T9" fmla="*/ 4 h 69"/>
                <a:gd name="T10" fmla="*/ 66 w 70"/>
                <a:gd name="T11" fmla="*/ 52 h 69"/>
                <a:gd name="T12" fmla="*/ 66 w 70"/>
                <a:gd name="T13" fmla="*/ 66 h 69"/>
                <a:gd name="T14" fmla="*/ 59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59" y="69"/>
                  </a:moveTo>
                  <a:cubicBezTo>
                    <a:pt x="56" y="69"/>
                    <a:pt x="54" y="68"/>
                    <a:pt x="52" y="6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70" y="56"/>
                    <a:pt x="70" y="62"/>
                    <a:pt x="66" y="66"/>
                  </a:cubicBezTo>
                  <a:cubicBezTo>
                    <a:pt x="64" y="68"/>
                    <a:pt x="62" y="69"/>
                    <a:pt x="5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ECEAEE4C-2A2B-4FE5-A9B9-EE3BC529A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11 w 70"/>
                <a:gd name="T1" fmla="*/ 69 h 69"/>
                <a:gd name="T2" fmla="*/ 4 w 70"/>
                <a:gd name="T3" fmla="*/ 66 h 69"/>
                <a:gd name="T4" fmla="*/ 4 w 70"/>
                <a:gd name="T5" fmla="*/ 52 h 69"/>
                <a:gd name="T6" fmla="*/ 52 w 70"/>
                <a:gd name="T7" fmla="*/ 4 h 69"/>
                <a:gd name="T8" fmla="*/ 66 w 70"/>
                <a:gd name="T9" fmla="*/ 4 h 69"/>
                <a:gd name="T10" fmla="*/ 66 w 70"/>
                <a:gd name="T11" fmla="*/ 18 h 69"/>
                <a:gd name="T12" fmla="*/ 18 w 70"/>
                <a:gd name="T13" fmla="*/ 66 h 69"/>
                <a:gd name="T14" fmla="*/ 11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11" y="69"/>
                  </a:moveTo>
                  <a:cubicBezTo>
                    <a:pt x="8" y="69"/>
                    <a:pt x="6" y="68"/>
                    <a:pt x="4" y="66"/>
                  </a:cubicBezTo>
                  <a:cubicBezTo>
                    <a:pt x="0" y="62"/>
                    <a:pt x="0" y="56"/>
                    <a:pt x="4" y="5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6" y="0"/>
                    <a:pt x="62" y="0"/>
                    <a:pt x="66" y="4"/>
                  </a:cubicBezTo>
                  <a:cubicBezTo>
                    <a:pt x="70" y="8"/>
                    <a:pt x="70" y="14"/>
                    <a:pt x="66" y="18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8"/>
                    <a:pt x="14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F6AF9BA-E30F-48B0-B02C-7423A5DC4793}"/>
              </a:ext>
            </a:extLst>
          </p:cNvPr>
          <p:cNvGrpSpPr/>
          <p:nvPr/>
        </p:nvGrpSpPr>
        <p:grpSpPr>
          <a:xfrm>
            <a:off x="4355533" y="4530031"/>
            <a:ext cx="258729" cy="258729"/>
            <a:chOff x="965201" y="4870451"/>
            <a:chExt cx="228600" cy="228600"/>
          </a:xfrm>
          <a:solidFill>
            <a:schemeClr val="accent2"/>
          </a:solidFill>
        </p:grpSpPr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90BF60BC-5BFA-4406-AC30-7CEC04B25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078EF858-579C-4E64-B877-C5AA89E71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2A11BC4D-AD89-4B73-B0AB-CF99CD34BF3D}"/>
              </a:ext>
            </a:extLst>
          </p:cNvPr>
          <p:cNvSpPr/>
          <p:nvPr/>
        </p:nvSpPr>
        <p:spPr>
          <a:xfrm>
            <a:off x="781742" y="447"/>
            <a:ext cx="9953177" cy="6857107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3A1AC-FA94-423F-8761-8D1657251F8E}"/>
              </a:ext>
            </a:extLst>
          </p:cNvPr>
          <p:cNvSpPr txBox="1"/>
          <p:nvPr/>
        </p:nvSpPr>
        <p:spPr>
          <a:xfrm>
            <a:off x="2887902" y="1982585"/>
            <a:ext cx="6416195" cy="26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554"/>
            <a:r>
              <a:rPr lang="en-US" sz="8298" b="1" dirty="0"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>
                  <a:outerShdw blurRad="723900" sx="93000" sy="93000" algn="ctr" rotWithShape="0">
                    <a:srgbClr val="FF66C1"/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Marketing</a:t>
            </a:r>
          </a:p>
          <a:p>
            <a:pPr algn="ctr" defTabSz="228554"/>
            <a:r>
              <a:rPr lang="en-US" sz="8298" b="1" dirty="0"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>
                  <a:outerShdw blurRad="723900" sx="93000" sy="93000" algn="ctr" rotWithShape="0">
                    <a:srgbClr val="FF66C1"/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Strategy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3962A5F-FBC1-4459-9AB5-15FC814581EA}"/>
              </a:ext>
            </a:extLst>
          </p:cNvPr>
          <p:cNvGrpSpPr/>
          <p:nvPr/>
        </p:nvGrpSpPr>
        <p:grpSpPr>
          <a:xfrm>
            <a:off x="7381311" y="2147013"/>
            <a:ext cx="760314" cy="679362"/>
            <a:chOff x="5394326" y="5557838"/>
            <a:chExt cx="1520825" cy="1358900"/>
          </a:xfrm>
        </p:grpSpPr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6BF6ACE1-0BAF-40F6-BB4F-2F90170F8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3238" y="5721351"/>
              <a:ext cx="868363" cy="928688"/>
            </a:xfrm>
            <a:custGeom>
              <a:avLst/>
              <a:gdLst>
                <a:gd name="T0" fmla="*/ 317 w 579"/>
                <a:gd name="T1" fmla="*/ 98 h 618"/>
                <a:gd name="T2" fmla="*/ 579 w 579"/>
                <a:gd name="T3" fmla="*/ 143 h 618"/>
                <a:gd name="T4" fmla="*/ 537 w 579"/>
                <a:gd name="T5" fmla="*/ 106 h 618"/>
                <a:gd name="T6" fmla="*/ 106 w 579"/>
                <a:gd name="T7" fmla="*/ 183 h 618"/>
                <a:gd name="T8" fmla="*/ 92 w 579"/>
                <a:gd name="T9" fmla="*/ 555 h 618"/>
                <a:gd name="T10" fmla="*/ 159 w 579"/>
                <a:gd name="T11" fmla="*/ 618 h 618"/>
                <a:gd name="T12" fmla="*/ 317 w 579"/>
                <a:gd name="T13" fmla="*/ 9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618">
                  <a:moveTo>
                    <a:pt x="317" y="98"/>
                  </a:moveTo>
                  <a:cubicBezTo>
                    <a:pt x="418" y="64"/>
                    <a:pt x="515" y="87"/>
                    <a:pt x="579" y="143"/>
                  </a:cubicBezTo>
                  <a:cubicBezTo>
                    <a:pt x="537" y="106"/>
                    <a:pt x="537" y="106"/>
                    <a:pt x="537" y="106"/>
                  </a:cubicBezTo>
                  <a:cubicBezTo>
                    <a:pt x="417" y="0"/>
                    <a:pt x="217" y="36"/>
                    <a:pt x="106" y="183"/>
                  </a:cubicBezTo>
                  <a:cubicBezTo>
                    <a:pt x="13" y="304"/>
                    <a:pt x="12" y="458"/>
                    <a:pt x="92" y="555"/>
                  </a:cubicBezTo>
                  <a:cubicBezTo>
                    <a:pt x="107" y="573"/>
                    <a:pt x="113" y="577"/>
                    <a:pt x="159" y="618"/>
                  </a:cubicBezTo>
                  <a:cubicBezTo>
                    <a:pt x="0" y="476"/>
                    <a:pt x="79" y="177"/>
                    <a:pt x="317" y="9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49232896-06F2-4BCA-92FC-5ABF78E4D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6" y="5756276"/>
              <a:ext cx="1266825" cy="1152525"/>
            </a:xfrm>
            <a:custGeom>
              <a:avLst/>
              <a:gdLst>
                <a:gd name="T0" fmla="*/ 639 w 844"/>
                <a:gd name="T1" fmla="*/ 68 h 767"/>
                <a:gd name="T2" fmla="*/ 566 w 844"/>
                <a:gd name="T3" fmla="*/ 0 h 767"/>
                <a:gd name="T4" fmla="*/ 247 w 844"/>
                <a:gd name="T5" fmla="*/ 723 h 767"/>
                <a:gd name="T6" fmla="*/ 0 w 844"/>
                <a:gd name="T7" fmla="*/ 641 h 767"/>
                <a:gd name="T8" fmla="*/ 42 w 844"/>
                <a:gd name="T9" fmla="*/ 678 h 767"/>
                <a:gd name="T10" fmla="*/ 298 w 844"/>
                <a:gd name="T11" fmla="*/ 759 h 767"/>
                <a:gd name="T12" fmla="*/ 639 w 844"/>
                <a:gd name="T13" fmla="*/ 68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4" h="767">
                  <a:moveTo>
                    <a:pt x="639" y="68"/>
                  </a:moveTo>
                  <a:cubicBezTo>
                    <a:pt x="621" y="47"/>
                    <a:pt x="610" y="39"/>
                    <a:pt x="566" y="0"/>
                  </a:cubicBezTo>
                  <a:cubicBezTo>
                    <a:pt x="822" y="226"/>
                    <a:pt x="614" y="702"/>
                    <a:pt x="247" y="723"/>
                  </a:cubicBezTo>
                  <a:cubicBezTo>
                    <a:pt x="153" y="728"/>
                    <a:pt x="65" y="699"/>
                    <a:pt x="0" y="641"/>
                  </a:cubicBezTo>
                  <a:cubicBezTo>
                    <a:pt x="42" y="678"/>
                    <a:pt x="42" y="678"/>
                    <a:pt x="42" y="678"/>
                  </a:cubicBezTo>
                  <a:cubicBezTo>
                    <a:pt x="111" y="739"/>
                    <a:pt x="203" y="767"/>
                    <a:pt x="298" y="759"/>
                  </a:cubicBezTo>
                  <a:cubicBezTo>
                    <a:pt x="641" y="732"/>
                    <a:pt x="844" y="308"/>
                    <a:pt x="639" y="6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9AB23A1E-D8F2-4D8E-8604-F18B53584C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326" y="5557838"/>
              <a:ext cx="1357313" cy="1358900"/>
            </a:xfrm>
            <a:custGeom>
              <a:avLst/>
              <a:gdLst>
                <a:gd name="T0" fmla="*/ 632 w 904"/>
                <a:gd name="T1" fmla="*/ 71 h 905"/>
                <a:gd name="T2" fmla="*/ 805 w 904"/>
                <a:gd name="T3" fmla="*/ 581 h 905"/>
                <a:gd name="T4" fmla="*/ 272 w 904"/>
                <a:gd name="T5" fmla="*/ 834 h 905"/>
                <a:gd name="T6" fmla="*/ 99 w 904"/>
                <a:gd name="T7" fmla="*/ 323 h 905"/>
                <a:gd name="T8" fmla="*/ 632 w 904"/>
                <a:gd name="T9" fmla="*/ 71 h 905"/>
                <a:gd name="T10" fmla="*/ 319 w 904"/>
                <a:gd name="T11" fmla="*/ 735 h 905"/>
                <a:gd name="T12" fmla="*/ 713 w 904"/>
                <a:gd name="T13" fmla="*/ 548 h 905"/>
                <a:gd name="T14" fmla="*/ 585 w 904"/>
                <a:gd name="T15" fmla="*/ 170 h 905"/>
                <a:gd name="T16" fmla="*/ 191 w 904"/>
                <a:gd name="T17" fmla="*/ 357 h 905"/>
                <a:gd name="T18" fmla="*/ 319 w 904"/>
                <a:gd name="T19" fmla="*/ 735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4" h="905">
                  <a:moveTo>
                    <a:pt x="632" y="71"/>
                  </a:moveTo>
                  <a:cubicBezTo>
                    <a:pt x="826" y="142"/>
                    <a:pt x="904" y="371"/>
                    <a:pt x="805" y="581"/>
                  </a:cubicBezTo>
                  <a:cubicBezTo>
                    <a:pt x="706" y="792"/>
                    <a:pt x="467" y="905"/>
                    <a:pt x="272" y="834"/>
                  </a:cubicBezTo>
                  <a:cubicBezTo>
                    <a:pt x="78" y="763"/>
                    <a:pt x="0" y="534"/>
                    <a:pt x="99" y="323"/>
                  </a:cubicBezTo>
                  <a:cubicBezTo>
                    <a:pt x="198" y="113"/>
                    <a:pt x="437" y="0"/>
                    <a:pt x="632" y="71"/>
                  </a:cubicBezTo>
                  <a:close/>
                  <a:moveTo>
                    <a:pt x="319" y="735"/>
                  </a:moveTo>
                  <a:cubicBezTo>
                    <a:pt x="463" y="788"/>
                    <a:pt x="640" y="704"/>
                    <a:pt x="713" y="548"/>
                  </a:cubicBezTo>
                  <a:cubicBezTo>
                    <a:pt x="786" y="392"/>
                    <a:pt x="729" y="223"/>
                    <a:pt x="585" y="170"/>
                  </a:cubicBezTo>
                  <a:cubicBezTo>
                    <a:pt x="441" y="117"/>
                    <a:pt x="264" y="201"/>
                    <a:pt x="191" y="357"/>
                  </a:cubicBezTo>
                  <a:cubicBezTo>
                    <a:pt x="118" y="513"/>
                    <a:pt x="175" y="682"/>
                    <a:pt x="319" y="73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E6AE945-26AC-43D2-905A-EAED8964CAE4}"/>
              </a:ext>
            </a:extLst>
          </p:cNvPr>
          <p:cNvGrpSpPr/>
          <p:nvPr/>
        </p:nvGrpSpPr>
        <p:grpSpPr>
          <a:xfrm>
            <a:off x="4587095" y="4271913"/>
            <a:ext cx="313063" cy="313063"/>
            <a:chOff x="965201" y="4870451"/>
            <a:chExt cx="228600" cy="228600"/>
          </a:xfrm>
          <a:solidFill>
            <a:schemeClr val="accent2"/>
          </a:solidFill>
        </p:grpSpPr>
        <p:sp>
          <p:nvSpPr>
            <p:cNvPr id="69" name="Freeform 46">
              <a:extLst>
                <a:ext uri="{FF2B5EF4-FFF2-40B4-BE49-F238E27FC236}">
                  <a16:creationId xmlns:a16="http://schemas.microsoft.com/office/drawing/2014/main" id="{9229C6C9-110A-4E15-B797-DE1881300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0" name="Freeform 47">
              <a:extLst>
                <a:ext uri="{FF2B5EF4-FFF2-40B4-BE49-F238E27FC236}">
                  <a16:creationId xmlns:a16="http://schemas.microsoft.com/office/drawing/2014/main" id="{12CA7208-D229-482E-9DAA-16FF29415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B8F1A45-B45C-4B55-8A27-E0184BB857B0}"/>
              </a:ext>
            </a:extLst>
          </p:cNvPr>
          <p:cNvGrpSpPr/>
          <p:nvPr/>
        </p:nvGrpSpPr>
        <p:grpSpPr>
          <a:xfrm>
            <a:off x="4640253" y="1996714"/>
            <a:ext cx="488887" cy="461109"/>
            <a:chOff x="2887663" y="5300663"/>
            <a:chExt cx="977901" cy="92233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F6AB12D-173E-4169-8D0F-B6C29922F350}"/>
                </a:ext>
              </a:extLst>
            </p:cNvPr>
            <p:cNvGrpSpPr/>
            <p:nvPr/>
          </p:nvGrpSpPr>
          <p:grpSpPr>
            <a:xfrm>
              <a:off x="2887663" y="5335588"/>
              <a:ext cx="920750" cy="887413"/>
              <a:chOff x="2887663" y="5335588"/>
              <a:chExt cx="920750" cy="887413"/>
            </a:xfrm>
          </p:grpSpPr>
          <p:sp>
            <p:nvSpPr>
              <p:cNvPr id="74" name="Freeform 37">
                <a:extLst>
                  <a:ext uri="{FF2B5EF4-FFF2-40B4-BE49-F238E27FC236}">
                    <a16:creationId xmlns:a16="http://schemas.microsoft.com/office/drawing/2014/main" id="{34160EF6-5315-470A-896E-739DFBB73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5335588"/>
                <a:ext cx="684213" cy="660400"/>
              </a:xfrm>
              <a:custGeom>
                <a:avLst/>
                <a:gdLst>
                  <a:gd name="T0" fmla="*/ 50 w 456"/>
                  <a:gd name="T1" fmla="*/ 114 h 440"/>
                  <a:gd name="T2" fmla="*/ 36 w 456"/>
                  <a:gd name="T3" fmla="*/ 129 h 440"/>
                  <a:gd name="T4" fmla="*/ 0 w 456"/>
                  <a:gd name="T5" fmla="*/ 181 h 440"/>
                  <a:gd name="T6" fmla="*/ 150 w 456"/>
                  <a:gd name="T7" fmla="*/ 118 h 440"/>
                  <a:gd name="T8" fmla="*/ 375 w 456"/>
                  <a:gd name="T9" fmla="*/ 440 h 440"/>
                  <a:gd name="T10" fmla="*/ 404 w 456"/>
                  <a:gd name="T11" fmla="*/ 397 h 440"/>
                  <a:gd name="T12" fmla="*/ 428 w 456"/>
                  <a:gd name="T13" fmla="*/ 323 h 440"/>
                  <a:gd name="T14" fmla="*/ 50 w 456"/>
                  <a:gd name="T15" fmla="*/ 114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6" h="440">
                    <a:moveTo>
                      <a:pt x="50" y="114"/>
                    </a:moveTo>
                    <a:cubicBezTo>
                      <a:pt x="45" y="119"/>
                      <a:pt x="40" y="124"/>
                      <a:pt x="36" y="129"/>
                    </a:cubicBezTo>
                    <a:cubicBezTo>
                      <a:pt x="31" y="135"/>
                      <a:pt x="31" y="135"/>
                      <a:pt x="0" y="181"/>
                    </a:cubicBezTo>
                    <a:cubicBezTo>
                      <a:pt x="33" y="133"/>
                      <a:pt x="92" y="114"/>
                      <a:pt x="150" y="118"/>
                    </a:cubicBezTo>
                    <a:cubicBezTo>
                      <a:pt x="324" y="131"/>
                      <a:pt x="456" y="323"/>
                      <a:pt x="375" y="440"/>
                    </a:cubicBezTo>
                    <a:cubicBezTo>
                      <a:pt x="404" y="397"/>
                      <a:pt x="404" y="397"/>
                      <a:pt x="404" y="397"/>
                    </a:cubicBezTo>
                    <a:cubicBezTo>
                      <a:pt x="419" y="377"/>
                      <a:pt x="427" y="351"/>
                      <a:pt x="428" y="323"/>
                    </a:cubicBezTo>
                    <a:cubicBezTo>
                      <a:pt x="435" y="148"/>
                      <a:pt x="178" y="0"/>
                      <a:pt x="50" y="114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75" name="Freeform 38">
                <a:extLst>
                  <a:ext uri="{FF2B5EF4-FFF2-40B4-BE49-F238E27FC236}">
                    <a16:creationId xmlns:a16="http://schemas.microsoft.com/office/drawing/2014/main" id="{9AB9B493-24C5-4542-B05A-E1457B557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663" y="5473701"/>
                <a:ext cx="920750" cy="749300"/>
              </a:xfrm>
              <a:custGeom>
                <a:avLst/>
                <a:gdLst>
                  <a:gd name="T0" fmla="*/ 613 w 613"/>
                  <a:gd name="T1" fmla="*/ 351 h 499"/>
                  <a:gd name="T2" fmla="*/ 446 w 613"/>
                  <a:gd name="T3" fmla="*/ 436 h 499"/>
                  <a:gd name="T4" fmla="*/ 253 w 613"/>
                  <a:gd name="T5" fmla="*/ 385 h 499"/>
                  <a:gd name="T6" fmla="*/ 107 w 613"/>
                  <a:gd name="T7" fmla="*/ 0 h 499"/>
                  <a:gd name="T8" fmla="*/ 77 w 613"/>
                  <a:gd name="T9" fmla="*/ 43 h 499"/>
                  <a:gd name="T10" fmla="*/ 207 w 613"/>
                  <a:gd name="T11" fmla="*/ 418 h 499"/>
                  <a:gd name="T12" fmla="*/ 496 w 613"/>
                  <a:gd name="T13" fmla="*/ 462 h 499"/>
                  <a:gd name="T14" fmla="*/ 574 w 613"/>
                  <a:gd name="T15" fmla="*/ 405 h 499"/>
                  <a:gd name="T16" fmla="*/ 613 w 613"/>
                  <a:gd name="T17" fmla="*/ 351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3" h="499">
                    <a:moveTo>
                      <a:pt x="613" y="351"/>
                    </a:moveTo>
                    <a:cubicBezTo>
                      <a:pt x="575" y="405"/>
                      <a:pt x="512" y="432"/>
                      <a:pt x="446" y="436"/>
                    </a:cubicBezTo>
                    <a:cubicBezTo>
                      <a:pt x="379" y="439"/>
                      <a:pt x="310" y="418"/>
                      <a:pt x="253" y="385"/>
                    </a:cubicBezTo>
                    <a:cubicBezTo>
                      <a:pt x="98" y="294"/>
                      <a:pt x="27" y="115"/>
                      <a:pt x="107" y="0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0" y="154"/>
                      <a:pt x="64" y="324"/>
                      <a:pt x="207" y="418"/>
                    </a:cubicBezTo>
                    <a:cubicBezTo>
                      <a:pt x="292" y="473"/>
                      <a:pt x="403" y="499"/>
                      <a:pt x="496" y="462"/>
                    </a:cubicBezTo>
                    <a:cubicBezTo>
                      <a:pt x="529" y="448"/>
                      <a:pt x="555" y="429"/>
                      <a:pt x="574" y="405"/>
                    </a:cubicBezTo>
                    <a:cubicBezTo>
                      <a:pt x="581" y="398"/>
                      <a:pt x="581" y="397"/>
                      <a:pt x="613" y="351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sp>
          <p:nvSpPr>
            <p:cNvPr id="73" name="Freeform 39">
              <a:extLst>
                <a:ext uri="{FF2B5EF4-FFF2-40B4-BE49-F238E27FC236}">
                  <a16:creationId xmlns:a16="http://schemas.microsoft.com/office/drawing/2014/main" id="{E228F93C-6278-4336-BA0F-0419AAD2E2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0851" y="5300663"/>
              <a:ext cx="874713" cy="873125"/>
            </a:xfrm>
            <a:custGeom>
              <a:avLst/>
              <a:gdLst>
                <a:gd name="T0" fmla="*/ 302 w 583"/>
                <a:gd name="T1" fmla="*/ 41 h 581"/>
                <a:gd name="T2" fmla="*/ 578 w 583"/>
                <a:gd name="T3" fmla="*/ 365 h 581"/>
                <a:gd name="T4" fmla="*/ 282 w 583"/>
                <a:gd name="T5" fmla="*/ 540 h 581"/>
                <a:gd name="T6" fmla="*/ 6 w 583"/>
                <a:gd name="T7" fmla="*/ 216 h 581"/>
                <a:gd name="T8" fmla="*/ 302 w 583"/>
                <a:gd name="T9" fmla="*/ 41 h 581"/>
                <a:gd name="T10" fmla="*/ 284 w 583"/>
                <a:gd name="T11" fmla="*/ 475 h 581"/>
                <a:gd name="T12" fmla="*/ 503 w 583"/>
                <a:gd name="T13" fmla="*/ 346 h 581"/>
                <a:gd name="T14" fmla="*/ 299 w 583"/>
                <a:gd name="T15" fmla="*/ 106 h 581"/>
                <a:gd name="T16" fmla="*/ 80 w 583"/>
                <a:gd name="T17" fmla="*/ 236 h 581"/>
                <a:gd name="T18" fmla="*/ 284 w 583"/>
                <a:gd name="T19" fmla="*/ 47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3" h="581">
                  <a:moveTo>
                    <a:pt x="302" y="41"/>
                  </a:moveTo>
                  <a:cubicBezTo>
                    <a:pt x="459" y="82"/>
                    <a:pt x="583" y="227"/>
                    <a:pt x="578" y="365"/>
                  </a:cubicBezTo>
                  <a:cubicBezTo>
                    <a:pt x="572" y="503"/>
                    <a:pt x="440" y="581"/>
                    <a:pt x="282" y="540"/>
                  </a:cubicBezTo>
                  <a:cubicBezTo>
                    <a:pt x="124" y="499"/>
                    <a:pt x="0" y="354"/>
                    <a:pt x="6" y="216"/>
                  </a:cubicBezTo>
                  <a:cubicBezTo>
                    <a:pt x="11" y="79"/>
                    <a:pt x="144" y="0"/>
                    <a:pt x="302" y="41"/>
                  </a:cubicBezTo>
                  <a:close/>
                  <a:moveTo>
                    <a:pt x="284" y="475"/>
                  </a:moveTo>
                  <a:cubicBezTo>
                    <a:pt x="401" y="506"/>
                    <a:pt x="499" y="448"/>
                    <a:pt x="503" y="346"/>
                  </a:cubicBezTo>
                  <a:cubicBezTo>
                    <a:pt x="508" y="244"/>
                    <a:pt x="416" y="136"/>
                    <a:pt x="299" y="106"/>
                  </a:cubicBezTo>
                  <a:cubicBezTo>
                    <a:pt x="182" y="76"/>
                    <a:pt x="84" y="134"/>
                    <a:pt x="80" y="236"/>
                  </a:cubicBezTo>
                  <a:cubicBezTo>
                    <a:pt x="76" y="337"/>
                    <a:pt x="168" y="445"/>
                    <a:pt x="284" y="47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43C82546-CE11-4F3C-80DB-74BA7ED012E7}"/>
              </a:ext>
            </a:extLst>
          </p:cNvPr>
          <p:cNvSpPr/>
          <p:nvPr/>
        </p:nvSpPr>
        <p:spPr>
          <a:xfrm>
            <a:off x="3797945" y="3641699"/>
            <a:ext cx="252679" cy="252679"/>
          </a:xfrm>
          <a:prstGeom prst="ellipse">
            <a:avLst/>
          </a:prstGeom>
          <a:noFill/>
          <a:ln w="1016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56BEF36-BA7B-463D-B15C-3500EBE402B3}"/>
              </a:ext>
            </a:extLst>
          </p:cNvPr>
          <p:cNvGrpSpPr/>
          <p:nvPr/>
        </p:nvGrpSpPr>
        <p:grpSpPr>
          <a:xfrm>
            <a:off x="3163795" y="3099104"/>
            <a:ext cx="180158" cy="174780"/>
            <a:chOff x="1752601" y="4673601"/>
            <a:chExt cx="106363" cy="103188"/>
          </a:xfrm>
          <a:solidFill>
            <a:schemeClr val="accent1"/>
          </a:solidFill>
        </p:grpSpPr>
        <p:sp>
          <p:nvSpPr>
            <p:cNvPr id="78" name="Freeform 48">
              <a:extLst>
                <a:ext uri="{FF2B5EF4-FFF2-40B4-BE49-F238E27FC236}">
                  <a16:creationId xmlns:a16="http://schemas.microsoft.com/office/drawing/2014/main" id="{DA93C3A8-C4B5-475E-A64D-B476C386E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59 w 70"/>
                <a:gd name="T1" fmla="*/ 69 h 69"/>
                <a:gd name="T2" fmla="*/ 52 w 70"/>
                <a:gd name="T3" fmla="*/ 66 h 69"/>
                <a:gd name="T4" fmla="*/ 4 w 70"/>
                <a:gd name="T5" fmla="*/ 18 h 69"/>
                <a:gd name="T6" fmla="*/ 4 w 70"/>
                <a:gd name="T7" fmla="*/ 4 h 69"/>
                <a:gd name="T8" fmla="*/ 18 w 70"/>
                <a:gd name="T9" fmla="*/ 4 h 69"/>
                <a:gd name="T10" fmla="*/ 66 w 70"/>
                <a:gd name="T11" fmla="*/ 52 h 69"/>
                <a:gd name="T12" fmla="*/ 66 w 70"/>
                <a:gd name="T13" fmla="*/ 66 h 69"/>
                <a:gd name="T14" fmla="*/ 59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59" y="69"/>
                  </a:moveTo>
                  <a:cubicBezTo>
                    <a:pt x="56" y="69"/>
                    <a:pt x="54" y="68"/>
                    <a:pt x="52" y="6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70" y="56"/>
                    <a:pt x="70" y="62"/>
                    <a:pt x="66" y="66"/>
                  </a:cubicBezTo>
                  <a:cubicBezTo>
                    <a:pt x="64" y="68"/>
                    <a:pt x="62" y="69"/>
                    <a:pt x="5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9" name="Freeform 49">
              <a:extLst>
                <a:ext uri="{FF2B5EF4-FFF2-40B4-BE49-F238E27FC236}">
                  <a16:creationId xmlns:a16="http://schemas.microsoft.com/office/drawing/2014/main" id="{CFE002FB-0F06-4941-BD6F-898AB226A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11 w 70"/>
                <a:gd name="T1" fmla="*/ 69 h 69"/>
                <a:gd name="T2" fmla="*/ 4 w 70"/>
                <a:gd name="T3" fmla="*/ 66 h 69"/>
                <a:gd name="T4" fmla="*/ 4 w 70"/>
                <a:gd name="T5" fmla="*/ 52 h 69"/>
                <a:gd name="T6" fmla="*/ 52 w 70"/>
                <a:gd name="T7" fmla="*/ 4 h 69"/>
                <a:gd name="T8" fmla="*/ 66 w 70"/>
                <a:gd name="T9" fmla="*/ 4 h 69"/>
                <a:gd name="T10" fmla="*/ 66 w 70"/>
                <a:gd name="T11" fmla="*/ 18 h 69"/>
                <a:gd name="T12" fmla="*/ 18 w 70"/>
                <a:gd name="T13" fmla="*/ 66 h 69"/>
                <a:gd name="T14" fmla="*/ 11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11" y="69"/>
                  </a:moveTo>
                  <a:cubicBezTo>
                    <a:pt x="8" y="69"/>
                    <a:pt x="6" y="68"/>
                    <a:pt x="4" y="66"/>
                  </a:cubicBezTo>
                  <a:cubicBezTo>
                    <a:pt x="0" y="62"/>
                    <a:pt x="0" y="56"/>
                    <a:pt x="4" y="5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6" y="0"/>
                    <a:pt x="62" y="0"/>
                    <a:pt x="66" y="4"/>
                  </a:cubicBezTo>
                  <a:cubicBezTo>
                    <a:pt x="70" y="8"/>
                    <a:pt x="70" y="14"/>
                    <a:pt x="66" y="18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8"/>
                    <a:pt x="14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F131B1A-142D-4216-9A94-F818B0309028}"/>
              </a:ext>
            </a:extLst>
          </p:cNvPr>
          <p:cNvGrpSpPr/>
          <p:nvPr/>
        </p:nvGrpSpPr>
        <p:grpSpPr>
          <a:xfrm>
            <a:off x="6549355" y="4540104"/>
            <a:ext cx="452379" cy="323014"/>
            <a:chOff x="2303463" y="7181851"/>
            <a:chExt cx="904875" cy="646113"/>
          </a:xfrm>
        </p:grpSpPr>
        <p:sp>
          <p:nvSpPr>
            <p:cNvPr id="81" name="Freeform 43">
              <a:extLst>
                <a:ext uri="{FF2B5EF4-FFF2-40B4-BE49-F238E27FC236}">
                  <a16:creationId xmlns:a16="http://schemas.microsoft.com/office/drawing/2014/main" id="{B99ABF61-8E03-4F39-85DA-3FA2FD9BB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576" y="7253288"/>
              <a:ext cx="625475" cy="276225"/>
            </a:xfrm>
            <a:custGeom>
              <a:avLst/>
              <a:gdLst>
                <a:gd name="T0" fmla="*/ 416 w 416"/>
                <a:gd name="T1" fmla="*/ 156 h 183"/>
                <a:gd name="T2" fmla="*/ 301 w 416"/>
                <a:gd name="T3" fmla="*/ 34 h 183"/>
                <a:gd name="T4" fmla="*/ 33 w 416"/>
                <a:gd name="T5" fmla="*/ 78 h 183"/>
                <a:gd name="T6" fmla="*/ 2 w 416"/>
                <a:gd name="T7" fmla="*/ 137 h 183"/>
                <a:gd name="T8" fmla="*/ 0 w 416"/>
                <a:gd name="T9" fmla="*/ 168 h 183"/>
                <a:gd name="T10" fmla="*/ 45 w 416"/>
                <a:gd name="T11" fmla="*/ 86 h 183"/>
                <a:gd name="T12" fmla="*/ 287 w 416"/>
                <a:gd name="T13" fmla="*/ 49 h 183"/>
                <a:gd name="T14" fmla="*/ 407 w 416"/>
                <a:gd name="T15" fmla="*/ 141 h 183"/>
                <a:gd name="T16" fmla="*/ 415 w 416"/>
                <a:gd name="T17" fmla="*/ 183 h 183"/>
                <a:gd name="T18" fmla="*/ 416 w 416"/>
                <a:gd name="T19" fmla="*/ 15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6" h="183">
                  <a:moveTo>
                    <a:pt x="416" y="156"/>
                  </a:moveTo>
                  <a:cubicBezTo>
                    <a:pt x="413" y="97"/>
                    <a:pt x="357" y="54"/>
                    <a:pt x="301" y="34"/>
                  </a:cubicBezTo>
                  <a:cubicBezTo>
                    <a:pt x="206" y="0"/>
                    <a:pt x="90" y="20"/>
                    <a:pt x="33" y="78"/>
                  </a:cubicBezTo>
                  <a:cubicBezTo>
                    <a:pt x="18" y="94"/>
                    <a:pt x="6" y="114"/>
                    <a:pt x="2" y="137"/>
                  </a:cubicBezTo>
                  <a:cubicBezTo>
                    <a:pt x="1" y="145"/>
                    <a:pt x="1" y="148"/>
                    <a:pt x="0" y="168"/>
                  </a:cubicBezTo>
                  <a:cubicBezTo>
                    <a:pt x="1" y="136"/>
                    <a:pt x="20" y="107"/>
                    <a:pt x="45" y="86"/>
                  </a:cubicBezTo>
                  <a:cubicBezTo>
                    <a:pt x="107" y="35"/>
                    <a:pt x="207" y="25"/>
                    <a:pt x="287" y="49"/>
                  </a:cubicBezTo>
                  <a:cubicBezTo>
                    <a:pt x="336" y="63"/>
                    <a:pt x="387" y="94"/>
                    <a:pt x="407" y="141"/>
                  </a:cubicBezTo>
                  <a:cubicBezTo>
                    <a:pt x="413" y="155"/>
                    <a:pt x="416" y="169"/>
                    <a:pt x="415" y="183"/>
                  </a:cubicBezTo>
                  <a:cubicBezTo>
                    <a:pt x="416" y="160"/>
                    <a:pt x="416" y="161"/>
                    <a:pt x="416" y="15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2" name="Freeform 44">
              <a:extLst>
                <a:ext uri="{FF2B5EF4-FFF2-40B4-BE49-F238E27FC236}">
                  <a16:creationId xmlns:a16="http://schemas.microsoft.com/office/drawing/2014/main" id="{CA4E81C3-49F0-440E-A5D5-B9302E6DC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451" y="7473951"/>
              <a:ext cx="849313" cy="354013"/>
            </a:xfrm>
            <a:custGeom>
              <a:avLst/>
              <a:gdLst>
                <a:gd name="T0" fmla="*/ 564 w 566"/>
                <a:gd name="T1" fmla="*/ 20 h 236"/>
                <a:gd name="T2" fmla="*/ 220 w 566"/>
                <a:gd name="T3" fmla="*/ 192 h 236"/>
                <a:gd name="T4" fmla="*/ 3 w 566"/>
                <a:gd name="T5" fmla="*/ 0 h 236"/>
                <a:gd name="T6" fmla="*/ 3 w 566"/>
                <a:gd name="T7" fmla="*/ 0 h 236"/>
                <a:gd name="T8" fmla="*/ 3 w 566"/>
                <a:gd name="T9" fmla="*/ 0 h 236"/>
                <a:gd name="T10" fmla="*/ 2 w 566"/>
                <a:gd name="T11" fmla="*/ 20 h 236"/>
                <a:gd name="T12" fmla="*/ 19 w 566"/>
                <a:gd name="T13" fmla="*/ 88 h 236"/>
                <a:gd name="T14" fmla="*/ 361 w 566"/>
                <a:gd name="T15" fmla="*/ 212 h 236"/>
                <a:gd name="T16" fmla="*/ 526 w 566"/>
                <a:gd name="T17" fmla="*/ 128 h 236"/>
                <a:gd name="T18" fmla="*/ 564 w 566"/>
                <a:gd name="T19" fmla="*/ 2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6" h="236">
                  <a:moveTo>
                    <a:pt x="564" y="20"/>
                  </a:moveTo>
                  <a:cubicBezTo>
                    <a:pt x="559" y="139"/>
                    <a:pt x="393" y="222"/>
                    <a:pt x="220" y="192"/>
                  </a:cubicBezTo>
                  <a:cubicBezTo>
                    <a:pt x="87" y="169"/>
                    <a:pt x="0" y="86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41"/>
                    <a:pt x="7" y="65"/>
                    <a:pt x="19" y="88"/>
                  </a:cubicBezTo>
                  <a:cubicBezTo>
                    <a:pt x="70" y="184"/>
                    <a:pt x="223" y="236"/>
                    <a:pt x="361" y="212"/>
                  </a:cubicBezTo>
                  <a:cubicBezTo>
                    <a:pt x="421" y="201"/>
                    <a:pt x="485" y="174"/>
                    <a:pt x="526" y="128"/>
                  </a:cubicBezTo>
                  <a:cubicBezTo>
                    <a:pt x="566" y="83"/>
                    <a:pt x="563" y="43"/>
                    <a:pt x="564" y="2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3" name="Freeform 45">
              <a:extLst>
                <a:ext uri="{FF2B5EF4-FFF2-40B4-BE49-F238E27FC236}">
                  <a16:creationId xmlns:a16="http://schemas.microsoft.com/office/drawing/2014/main" id="{EF7B1574-B43A-45AD-A611-AD1B538435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03463" y="7181851"/>
              <a:ext cx="904875" cy="614363"/>
            </a:xfrm>
            <a:custGeom>
              <a:avLst/>
              <a:gdLst>
                <a:gd name="T0" fmla="*/ 347 w 603"/>
                <a:gd name="T1" fmla="*/ 20 h 409"/>
                <a:gd name="T2" fmla="*/ 578 w 603"/>
                <a:gd name="T3" fmla="*/ 240 h 409"/>
                <a:gd name="T4" fmla="*/ 256 w 603"/>
                <a:gd name="T5" fmla="*/ 389 h 409"/>
                <a:gd name="T6" fmla="*/ 25 w 603"/>
                <a:gd name="T7" fmla="*/ 168 h 409"/>
                <a:gd name="T8" fmla="*/ 347 w 603"/>
                <a:gd name="T9" fmla="*/ 20 h 409"/>
                <a:gd name="T10" fmla="*/ 268 w 603"/>
                <a:gd name="T11" fmla="*/ 341 h 409"/>
                <a:gd name="T12" fmla="*/ 506 w 603"/>
                <a:gd name="T13" fmla="*/ 231 h 409"/>
                <a:gd name="T14" fmla="*/ 335 w 603"/>
                <a:gd name="T15" fmla="*/ 68 h 409"/>
                <a:gd name="T16" fmla="*/ 97 w 603"/>
                <a:gd name="T17" fmla="*/ 178 h 409"/>
                <a:gd name="T18" fmla="*/ 268 w 603"/>
                <a:gd name="T19" fmla="*/ 34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09">
                  <a:moveTo>
                    <a:pt x="347" y="20"/>
                  </a:moveTo>
                  <a:cubicBezTo>
                    <a:pt x="499" y="40"/>
                    <a:pt x="603" y="139"/>
                    <a:pt x="578" y="240"/>
                  </a:cubicBezTo>
                  <a:cubicBezTo>
                    <a:pt x="553" y="342"/>
                    <a:pt x="408" y="409"/>
                    <a:pt x="256" y="389"/>
                  </a:cubicBezTo>
                  <a:cubicBezTo>
                    <a:pt x="103" y="369"/>
                    <a:pt x="0" y="270"/>
                    <a:pt x="25" y="168"/>
                  </a:cubicBezTo>
                  <a:cubicBezTo>
                    <a:pt x="50" y="67"/>
                    <a:pt x="194" y="0"/>
                    <a:pt x="347" y="20"/>
                  </a:cubicBezTo>
                  <a:close/>
                  <a:moveTo>
                    <a:pt x="268" y="341"/>
                  </a:moveTo>
                  <a:cubicBezTo>
                    <a:pt x="381" y="355"/>
                    <a:pt x="488" y="306"/>
                    <a:pt x="506" y="231"/>
                  </a:cubicBezTo>
                  <a:cubicBezTo>
                    <a:pt x="525" y="156"/>
                    <a:pt x="448" y="82"/>
                    <a:pt x="335" y="68"/>
                  </a:cubicBezTo>
                  <a:cubicBezTo>
                    <a:pt x="222" y="53"/>
                    <a:pt x="115" y="102"/>
                    <a:pt x="97" y="178"/>
                  </a:cubicBezTo>
                  <a:cubicBezTo>
                    <a:pt x="78" y="253"/>
                    <a:pt x="155" y="326"/>
                    <a:pt x="268" y="34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7539F44-A082-4886-8D71-91644E6E0306}"/>
              </a:ext>
            </a:extLst>
          </p:cNvPr>
          <p:cNvGrpSpPr/>
          <p:nvPr/>
        </p:nvGrpSpPr>
        <p:grpSpPr>
          <a:xfrm>
            <a:off x="8982108" y="3837236"/>
            <a:ext cx="114285" cy="114285"/>
            <a:chOff x="965201" y="4870451"/>
            <a:chExt cx="228600" cy="228600"/>
          </a:xfrm>
          <a:solidFill>
            <a:schemeClr val="accent2"/>
          </a:solidFill>
        </p:grpSpPr>
        <p:sp>
          <p:nvSpPr>
            <p:cNvPr id="85" name="Freeform 46">
              <a:extLst>
                <a:ext uri="{FF2B5EF4-FFF2-40B4-BE49-F238E27FC236}">
                  <a16:creationId xmlns:a16="http://schemas.microsoft.com/office/drawing/2014/main" id="{1D8226B5-A153-4B9F-9425-6D838A8BD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6" name="Freeform 47">
              <a:extLst>
                <a:ext uri="{FF2B5EF4-FFF2-40B4-BE49-F238E27FC236}">
                  <a16:creationId xmlns:a16="http://schemas.microsoft.com/office/drawing/2014/main" id="{5FA1FE4E-DE70-403E-8831-2F331D34D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5268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1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1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1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1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1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8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iterate type="lt">
                                    <p:tmPct val="15625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100"/>
                            </p:stCondLst>
                            <p:childTnLst>
                              <p:par>
                                <p:cTn id="65" presetID="35" presetClass="path" presetSubtype="0" repeatCount="indefinite" accel="50000" decel="50000" autoRev="1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5.55112E-17 -4.07407E-6 L -0.02858 -4.07407E-6 " pathEditMode="relative" rAng="0" ptsTypes="AA">
                                      <p:cBhvr>
                                        <p:cTn id="66" dur="4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2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1121E-6 -2.40741E-6 L -0.03743 -2.40741E-6 " pathEditMode="relative" rAng="0" ptsTypes="AA">
                                      <p:cBhvr>
                                        <p:cTn id="68" dur="4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689E-6 2.40741E-6 L -0.02715 0.00023 " pathEditMode="relative" rAng="0" ptsTypes="AA">
                                      <p:cBhvr>
                                        <p:cTn id="70" dur="4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0" y="12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35" presetClass="path" presetSubtype="0" repeatCount="indefinite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6025E-6 -3.14815E-6 L -0.02708 -0.00185 " pathEditMode="relative" rAng="0" ptsTypes="AA">
                                      <p:cBhvr>
                                        <p:cTn id="72" dur="4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4" y="-93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6396E-6 -3.33333E-6 L -0.01634 0.00023 " pathEditMode="relative" rAng="0" ptsTypes="AA">
                                      <p:cBhvr>
                                        <p:cTn id="74" dur="4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20" y="12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7604E-6 -2.77778E-6 L -0.04341 -2.77778E-6 " pathEditMode="relative" rAng="0" ptsTypes="AA">
                                      <p:cBhvr>
                                        <p:cTn id="76" dur="4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4529E-6 4.25926E-6 L -0.05436 4.25926E-6 " pathEditMode="relative" rAng="0" ptsTypes="AA">
                                      <p:cBhvr>
                                        <p:cTn id="78" dur="4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21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35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225E-8 -4.07407E-6 L -0.01126 0.0022 " pathEditMode="relative" rAng="0" ptsTypes="AA">
                                      <p:cBhvr>
                                        <p:cTn id="80" dur="4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6" y="104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4561E-6 -4.62963E-6 L 0.01315 -4.62963E-6 " pathEditMode="relative" rAng="0" ptsTypes="AA">
                                      <p:cBhvr>
                                        <p:cTn id="82" dur="4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7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2168E-6 2.96296E-6 L 0.05565 2.96296E-6 " pathEditMode="relative" rAng="0" ptsTypes="AA">
                                      <p:cBhvr>
                                        <p:cTn id="84" dur="4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5829E-7 2.77778E-6 L 0.03483 2.77778E-6 " pathEditMode="relative" rAng="0" ptsTypes="AA">
                                      <p:cBhvr>
                                        <p:cTn id="86" dur="4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8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25205E-6 1.85185E-6 L 0.0246 1.85185E-6 " pathEditMode="relative" rAng="0" ptsTypes="AA">
                                      <p:cBhvr>
                                        <p:cTn id="88" dur="4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0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3" presetClass="path" presetSubtype="0" repeatCount="indefinite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59484E-6 -5.55556E-7 L 0.02981 -5.55556E-7 " pathEditMode="relative" rAng="0" ptsTypes="AA">
                                      <p:cBhvr>
                                        <p:cTn id="90" dur="4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1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9855E-6 -7.40741E-7 L 0.01894 -7.40741E-7 " pathEditMode="relative" rAng="0" ptsTypes="AA">
                                      <p:cBhvr>
                                        <p:cTn id="92" dur="4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63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72E-6 -1.66667E-6 L 0.04348 -1.66667E-6 " pathEditMode="relative" rAng="0" ptsTypes="AA">
                                      <p:cBhvr>
                                        <p:cTn id="94" dur="4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5" grpId="0"/>
      <p:bldP spid="5" grpId="1"/>
      <p:bldP spid="76" grpId="0" animBg="1"/>
      <p:bldP spid="7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05B34F0-33F9-4EBC-9843-877712F575BD}"/>
              </a:ext>
            </a:extLst>
          </p:cNvPr>
          <p:cNvGrpSpPr/>
          <p:nvPr/>
        </p:nvGrpSpPr>
        <p:grpSpPr>
          <a:xfrm>
            <a:off x="2156467" y="2315775"/>
            <a:ext cx="2415082" cy="3320737"/>
            <a:chOff x="2845303" y="4631260"/>
            <a:chExt cx="4830792" cy="66423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12CD64-613C-4F70-AE51-376F0479B37F}"/>
                </a:ext>
              </a:extLst>
            </p:cNvPr>
            <p:cNvSpPr/>
            <p:nvPr/>
          </p:nvSpPr>
          <p:spPr>
            <a:xfrm>
              <a:off x="2845303" y="4631260"/>
              <a:ext cx="4830792" cy="664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F77EB8-BAD3-43A1-B4B9-20D10F66AFB3}"/>
                </a:ext>
              </a:extLst>
            </p:cNvPr>
            <p:cNvSpPr txBox="1"/>
            <p:nvPr/>
          </p:nvSpPr>
          <p:spPr>
            <a:xfrm>
              <a:off x="3366583" y="6612450"/>
              <a:ext cx="3788228" cy="30632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dirty="0" err="1">
                  <a:solidFill>
                    <a:srgbClr val="FFFFFF"/>
                  </a:solidFill>
                  <a:latin typeface="Calibri"/>
                </a:rPr>
                <a:t>Penjualan</a:t>
              </a:r>
              <a:r>
                <a:rPr lang="en-US" sz="1600" dirty="0">
                  <a:solidFill>
                    <a:srgbClr val="FFFFFF"/>
                  </a:solidFill>
                  <a:latin typeface="Calibri"/>
                </a:rPr>
                <a:t> Secara langsung</a:t>
              </a:r>
            </a:p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dirty="0" err="1">
                  <a:solidFill>
                    <a:srgbClr val="FFFFFF"/>
                  </a:solidFill>
                  <a:latin typeface="Calibri"/>
                </a:rPr>
                <a:t>Penjualan</a:t>
              </a:r>
              <a:r>
                <a:rPr lang="en-US" sz="1600" dirty="0">
                  <a:solidFill>
                    <a:srgbClr val="FFFFFF"/>
                  </a:solidFill>
                  <a:latin typeface="Calibri"/>
                </a:rPr>
                <a:t> secara tidak langsung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4BA65B-8E85-46D3-8CF9-032F5FD88F57}"/>
                </a:ext>
              </a:extLst>
            </p:cNvPr>
            <p:cNvSpPr txBox="1"/>
            <p:nvPr/>
          </p:nvSpPr>
          <p:spPr>
            <a:xfrm>
              <a:off x="3130064" y="4874534"/>
              <a:ext cx="4088830" cy="1662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#Strategi</a:t>
              </a:r>
            </a:p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  </a:t>
              </a: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Pemasaran</a:t>
              </a:r>
              <a:endParaRPr lang="en-US" sz="2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3C60F2F4-5404-46DF-A82E-22DC9258D7D3}"/>
                </a:ext>
              </a:extLst>
            </p:cNvPr>
            <p:cNvSpPr/>
            <p:nvPr/>
          </p:nvSpPr>
          <p:spPr>
            <a:xfrm flipH="1">
              <a:off x="6761695" y="10359199"/>
              <a:ext cx="914400" cy="914400"/>
            </a:xfrm>
            <a:prstGeom prst="rtTriangl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27BE07-3014-4E8A-9165-ADAA6A3B5D3D}"/>
              </a:ext>
            </a:extLst>
          </p:cNvPr>
          <p:cNvGrpSpPr/>
          <p:nvPr/>
        </p:nvGrpSpPr>
        <p:grpSpPr>
          <a:xfrm>
            <a:off x="7620450" y="2315775"/>
            <a:ext cx="2415084" cy="3320737"/>
            <a:chOff x="16711076" y="4631260"/>
            <a:chExt cx="4830796" cy="66423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7397D9F-C3BC-4133-9507-4404B6AE0E1B}"/>
                </a:ext>
              </a:extLst>
            </p:cNvPr>
            <p:cNvSpPr/>
            <p:nvPr/>
          </p:nvSpPr>
          <p:spPr>
            <a:xfrm>
              <a:off x="16711080" y="4631260"/>
              <a:ext cx="4830792" cy="664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A829D0-22E1-48A1-B518-DA5E66FA8C5F}"/>
                </a:ext>
              </a:extLst>
            </p:cNvPr>
            <p:cNvSpPr txBox="1"/>
            <p:nvPr/>
          </p:nvSpPr>
          <p:spPr>
            <a:xfrm>
              <a:off x="16711076" y="6860206"/>
              <a:ext cx="4830790" cy="345190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200" dirty="0" err="1"/>
                <a:t>layanan</a:t>
              </a:r>
              <a:r>
                <a:rPr lang="en-US" sz="1200" dirty="0"/>
                <a:t> </a:t>
              </a:r>
              <a:r>
                <a:rPr lang="en-US" sz="1200" dirty="0" err="1"/>
                <a:t>purna</a:t>
              </a:r>
              <a:r>
                <a:rPr lang="en-US" sz="1200" dirty="0"/>
                <a:t> </a:t>
              </a:r>
              <a:r>
                <a:rPr lang="en-US" sz="1200" dirty="0" err="1"/>
                <a:t>jual</a:t>
              </a:r>
              <a:r>
                <a:rPr lang="en-US" sz="1200" dirty="0"/>
                <a:t>, seperti </a:t>
              </a:r>
              <a:r>
                <a:rPr lang="en-US" sz="1200" dirty="0" err="1"/>
                <a:t>layanan</a:t>
              </a:r>
              <a:r>
                <a:rPr lang="en-US" sz="1200" dirty="0"/>
                <a:t> </a:t>
              </a:r>
              <a:r>
                <a:rPr lang="en-US" sz="1200" dirty="0" err="1"/>
                <a:t>perbaikan</a:t>
              </a:r>
              <a:r>
                <a:rPr lang="en-US" sz="1200" dirty="0"/>
                <a:t> atau maintenance yang </a:t>
              </a:r>
              <a:r>
                <a:rPr lang="en-US" sz="1200" dirty="0" err="1"/>
                <a:t>terjadwal</a:t>
              </a:r>
              <a:r>
                <a:rPr lang="en-US" sz="1200" dirty="0"/>
                <a:t>, </a:t>
              </a:r>
              <a:r>
                <a:rPr lang="en-US" sz="1200" dirty="0" err="1"/>
                <a:t>serta</a:t>
              </a:r>
              <a:r>
                <a:rPr lang="en-US" sz="1200" dirty="0"/>
                <a:t> </a:t>
              </a:r>
              <a:r>
                <a:rPr lang="en-US" sz="1200" dirty="0" err="1"/>
                <a:t>layanan</a:t>
              </a:r>
              <a:r>
                <a:rPr lang="en-US" sz="1200" dirty="0"/>
                <a:t> </a:t>
              </a:r>
              <a:r>
                <a:rPr lang="en-US" sz="1200" dirty="0" err="1"/>
                <a:t>konsultasi</a:t>
              </a:r>
              <a:r>
                <a:rPr lang="en-US" sz="1200" dirty="0"/>
                <a:t> </a:t>
              </a:r>
              <a:r>
                <a:rPr lang="en-US" sz="1200" dirty="0" err="1"/>
                <a:t>mengenai</a:t>
              </a:r>
              <a:r>
                <a:rPr lang="en-US" sz="1200" dirty="0"/>
                <a:t> </a:t>
              </a:r>
              <a:r>
                <a:rPr lang="en-US" sz="1200" dirty="0" err="1"/>
                <a:t>penggunaan</a:t>
              </a:r>
              <a:r>
                <a:rPr lang="en-US" sz="1200" dirty="0"/>
                <a:t> thrust yang </a:t>
              </a:r>
              <a:r>
                <a:rPr lang="en-US" sz="1200" dirty="0" err="1"/>
                <a:t>efektif</a:t>
              </a:r>
              <a:endParaRPr lang="en-US" sz="100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470F01-3830-44CA-BC3D-CEE487C58FEB}"/>
                </a:ext>
              </a:extLst>
            </p:cNvPr>
            <p:cNvSpPr txBox="1"/>
            <p:nvPr/>
          </p:nvSpPr>
          <p:spPr>
            <a:xfrm>
              <a:off x="17232362" y="4894696"/>
              <a:ext cx="3941334" cy="1662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#Pelayanan</a:t>
              </a:r>
            </a:p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  </a:t>
              </a: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Pelanggan</a:t>
              </a:r>
              <a:endParaRPr lang="en-US" sz="2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9D3C3F42-3A55-4CC3-B917-B1C338764559}"/>
                </a:ext>
              </a:extLst>
            </p:cNvPr>
            <p:cNvSpPr/>
            <p:nvPr/>
          </p:nvSpPr>
          <p:spPr>
            <a:xfrm flipH="1">
              <a:off x="20627472" y="10359199"/>
              <a:ext cx="914400" cy="914400"/>
            </a:xfrm>
            <a:prstGeom prst="rtTriangl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EC29F408-A747-4F5F-848F-D013F985F05D}"/>
              </a:ext>
            </a:extLst>
          </p:cNvPr>
          <p:cNvSpPr/>
          <p:nvPr/>
        </p:nvSpPr>
        <p:spPr>
          <a:xfrm>
            <a:off x="4126894" y="979120"/>
            <a:ext cx="39382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8554"/>
            <a:r>
              <a:rPr lang="en-US" sz="2200" b="1" dirty="0">
                <a:solidFill>
                  <a:srgbClr val="FFFFFF"/>
                </a:solidFill>
                <a:latin typeface="Century Gothic"/>
              </a:rPr>
              <a:t>Strategi </a:t>
            </a:r>
            <a:r>
              <a:rPr lang="en-US" sz="2200" b="1" dirty="0" err="1">
                <a:solidFill>
                  <a:srgbClr val="FFFFFF"/>
                </a:solidFill>
                <a:latin typeface="Century Gothic"/>
              </a:rPr>
              <a:t>pemasaran</a:t>
            </a:r>
            <a:endParaRPr lang="en-US" sz="2200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E381F35-9AB5-BC33-AF37-B9285EF791BB}"/>
              </a:ext>
            </a:extLst>
          </p:cNvPr>
          <p:cNvGrpSpPr/>
          <p:nvPr/>
        </p:nvGrpSpPr>
        <p:grpSpPr>
          <a:xfrm>
            <a:off x="4888459" y="2315775"/>
            <a:ext cx="2415082" cy="3320737"/>
            <a:chOff x="4888459" y="2315775"/>
            <a:chExt cx="2415082" cy="332073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ED30A9C-2DBD-4C6B-BFE3-B9ABE1843EC9}"/>
                </a:ext>
              </a:extLst>
            </p:cNvPr>
            <p:cNvGrpSpPr/>
            <p:nvPr/>
          </p:nvGrpSpPr>
          <p:grpSpPr>
            <a:xfrm>
              <a:off x="4888459" y="2315775"/>
              <a:ext cx="2415082" cy="3320737"/>
              <a:chOff x="9778192" y="4631260"/>
              <a:chExt cx="4830792" cy="6642339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B0502D2-8277-43A4-8C2B-B8050BD04677}"/>
                  </a:ext>
                </a:extLst>
              </p:cNvPr>
              <p:cNvSpPr/>
              <p:nvPr/>
            </p:nvSpPr>
            <p:spPr>
              <a:xfrm>
                <a:off x="9778192" y="4631260"/>
                <a:ext cx="4830792" cy="66423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422BA00-6D13-4EBD-85CD-29AAE5746B67}"/>
                  </a:ext>
                </a:extLst>
              </p:cNvPr>
              <p:cNvSpPr txBox="1"/>
              <p:nvPr/>
            </p:nvSpPr>
            <p:spPr>
              <a:xfrm>
                <a:off x="10299474" y="4933987"/>
                <a:ext cx="3284019" cy="1662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228554"/>
                <a:r>
                  <a:rPr lang="en-US" sz="2400" b="1" dirty="0">
                    <a:solidFill>
                      <a:srgbClr val="FFFFFF"/>
                    </a:solidFill>
                    <a:latin typeface="Century Gothic"/>
                  </a:rPr>
                  <a:t>#Saluran</a:t>
                </a:r>
              </a:p>
              <a:p>
                <a:pPr defTabSz="228554"/>
                <a:r>
                  <a:rPr lang="en-US" sz="2400" b="1" dirty="0">
                    <a:solidFill>
                      <a:srgbClr val="FFFFFF"/>
                    </a:solidFill>
                    <a:latin typeface="Century Gothic"/>
                  </a:rPr>
                  <a:t>  </a:t>
                </a:r>
                <a:r>
                  <a:rPr lang="en-US" sz="2400" b="1" dirty="0" err="1">
                    <a:solidFill>
                      <a:srgbClr val="FFFFFF"/>
                    </a:solidFill>
                    <a:latin typeface="Century Gothic"/>
                  </a:rPr>
                  <a:t>Distribusi</a:t>
                </a:r>
                <a:endParaRPr lang="en-US" sz="2400" b="1" dirty="0">
                  <a:solidFill>
                    <a:srgbClr val="FFFFFF"/>
                  </a:solidFill>
                  <a:latin typeface="Century Gothic"/>
                </a:endParaRPr>
              </a:p>
            </p:txBody>
          </p:sp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9216E893-C374-44BD-B115-565FE02B8DEB}"/>
                  </a:ext>
                </a:extLst>
              </p:cNvPr>
              <p:cNvSpPr/>
              <p:nvPr/>
            </p:nvSpPr>
            <p:spPr>
              <a:xfrm flipH="1">
                <a:off x="13694584" y="10359199"/>
                <a:ext cx="914400" cy="914400"/>
              </a:xfrm>
              <a:prstGeom prst="rt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6B32E2-AA35-A6F8-FF44-5094605484B4}"/>
                </a:ext>
              </a:extLst>
            </p:cNvPr>
            <p:cNvSpPr txBox="1"/>
            <p:nvPr/>
          </p:nvSpPr>
          <p:spPr>
            <a:xfrm>
              <a:off x="4967753" y="3268393"/>
              <a:ext cx="2145118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14350" indent="-514350">
                <a:buAutoNum type="arabicPeriod"/>
              </a:pPr>
              <a:r>
                <a:rPr lang="en-US" sz="1400" dirty="0" err="1"/>
                <a:t>Penggunaan</a:t>
              </a:r>
              <a:r>
                <a:rPr lang="en-US" sz="1400" dirty="0"/>
                <a:t> </a:t>
              </a:r>
              <a:r>
                <a:rPr lang="en-US" sz="1400" dirty="0" err="1"/>
                <a:t>saluran</a:t>
              </a:r>
              <a:r>
                <a:rPr lang="en-US" sz="1400" dirty="0"/>
                <a:t> platform online</a:t>
              </a:r>
            </a:p>
            <a:p>
              <a:pPr marL="514350" indent="-514350">
                <a:buAutoNum type="arabicPeriod"/>
              </a:pPr>
              <a:r>
                <a:rPr lang="en-US" sz="1400" dirty="0" err="1"/>
                <a:t>Bekerja</a:t>
              </a:r>
              <a:r>
                <a:rPr lang="en-US" sz="1400" dirty="0"/>
                <a:t> </a:t>
              </a:r>
              <a:r>
                <a:rPr lang="en-US" sz="1400" dirty="0" err="1"/>
                <a:t>sama</a:t>
              </a:r>
              <a:r>
                <a:rPr lang="en-US" sz="1400" dirty="0"/>
                <a:t> dengan </a:t>
              </a:r>
              <a:r>
                <a:rPr lang="en-US" sz="1400" dirty="0" err="1"/>
                <a:t>toko-toko</a:t>
              </a:r>
              <a:r>
                <a:rPr lang="en-US" sz="1400" dirty="0"/>
                <a:t> rental atau distributor yang bergerak di </a:t>
              </a:r>
              <a:r>
                <a:rPr lang="en-US" sz="1400" dirty="0" err="1"/>
                <a:t>bidang</a:t>
              </a:r>
              <a:r>
                <a:rPr lang="en-US" sz="1400" dirty="0"/>
                <a:t> </a:t>
              </a:r>
              <a:r>
                <a:rPr lang="en-US" sz="1400" dirty="0" err="1"/>
                <a:t>pertanian</a:t>
              </a:r>
              <a:r>
                <a:rPr lang="en-US" sz="1400" dirty="0"/>
                <a:t> atau home living.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3524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7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8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 p14:presetBounceEnd="8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 p14:presetBounceEnd="8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05B34F0-33F9-4EBC-9843-877712F575BD}"/>
              </a:ext>
            </a:extLst>
          </p:cNvPr>
          <p:cNvGrpSpPr/>
          <p:nvPr/>
        </p:nvGrpSpPr>
        <p:grpSpPr>
          <a:xfrm>
            <a:off x="2156467" y="2315775"/>
            <a:ext cx="2415082" cy="3320737"/>
            <a:chOff x="2845303" y="4631260"/>
            <a:chExt cx="4830792" cy="66423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12CD64-613C-4F70-AE51-376F0479B37F}"/>
                </a:ext>
              </a:extLst>
            </p:cNvPr>
            <p:cNvSpPr/>
            <p:nvPr/>
          </p:nvSpPr>
          <p:spPr>
            <a:xfrm>
              <a:off x="2845303" y="4631260"/>
              <a:ext cx="4830792" cy="664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F77EB8-BAD3-43A1-B4B9-20D10F66AFB3}"/>
                </a:ext>
              </a:extLst>
            </p:cNvPr>
            <p:cNvSpPr txBox="1"/>
            <p:nvPr/>
          </p:nvSpPr>
          <p:spPr>
            <a:xfrm>
              <a:off x="3366583" y="6612450"/>
              <a:ext cx="3788228" cy="30632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dirty="0" err="1">
                  <a:solidFill>
                    <a:srgbClr val="FFFFFF"/>
                  </a:solidFill>
                  <a:latin typeface="Calibri"/>
                </a:rPr>
                <a:t>Penjualan</a:t>
              </a:r>
              <a:r>
                <a:rPr lang="en-US" sz="1600" dirty="0">
                  <a:solidFill>
                    <a:srgbClr val="FFFFFF"/>
                  </a:solidFill>
                  <a:latin typeface="Calibri"/>
                </a:rPr>
                <a:t> Secara langsung</a:t>
              </a:r>
            </a:p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dirty="0" err="1">
                  <a:solidFill>
                    <a:srgbClr val="FFFFFF"/>
                  </a:solidFill>
                  <a:latin typeface="Calibri"/>
                </a:rPr>
                <a:t>Penjualan</a:t>
              </a:r>
              <a:r>
                <a:rPr lang="en-US" sz="1600" dirty="0">
                  <a:solidFill>
                    <a:srgbClr val="FFFFFF"/>
                  </a:solidFill>
                  <a:latin typeface="Calibri"/>
                </a:rPr>
                <a:t> secara tidak langsung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4BA65B-8E85-46D3-8CF9-032F5FD88F57}"/>
                </a:ext>
              </a:extLst>
            </p:cNvPr>
            <p:cNvSpPr txBox="1"/>
            <p:nvPr/>
          </p:nvSpPr>
          <p:spPr>
            <a:xfrm>
              <a:off x="3130064" y="4874534"/>
              <a:ext cx="4088830" cy="1662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#Strategi</a:t>
              </a:r>
            </a:p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  </a:t>
              </a: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Pemasaran</a:t>
              </a:r>
              <a:endParaRPr lang="en-US" sz="2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3C60F2F4-5404-46DF-A82E-22DC9258D7D3}"/>
                </a:ext>
              </a:extLst>
            </p:cNvPr>
            <p:cNvSpPr/>
            <p:nvPr/>
          </p:nvSpPr>
          <p:spPr>
            <a:xfrm flipH="1">
              <a:off x="6761695" y="10359199"/>
              <a:ext cx="914400" cy="914400"/>
            </a:xfrm>
            <a:prstGeom prst="rtTriangl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D30A9C-2DBD-4C6B-BFE3-B9ABE1843EC9}"/>
              </a:ext>
            </a:extLst>
          </p:cNvPr>
          <p:cNvGrpSpPr/>
          <p:nvPr/>
        </p:nvGrpSpPr>
        <p:grpSpPr>
          <a:xfrm>
            <a:off x="4888459" y="2315775"/>
            <a:ext cx="2415082" cy="3320737"/>
            <a:chOff x="9778192" y="4631260"/>
            <a:chExt cx="4830792" cy="66423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0502D2-8277-43A4-8C2B-B8050BD04677}"/>
                </a:ext>
              </a:extLst>
            </p:cNvPr>
            <p:cNvSpPr/>
            <p:nvPr/>
          </p:nvSpPr>
          <p:spPr>
            <a:xfrm>
              <a:off x="9778192" y="4631260"/>
              <a:ext cx="4830792" cy="664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22BA00-6D13-4EBD-85CD-29AAE5746B67}"/>
                </a:ext>
              </a:extLst>
            </p:cNvPr>
            <p:cNvSpPr txBox="1"/>
            <p:nvPr/>
          </p:nvSpPr>
          <p:spPr>
            <a:xfrm>
              <a:off x="10299474" y="4933987"/>
              <a:ext cx="3284019" cy="1662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#Saluran</a:t>
              </a:r>
            </a:p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  </a:t>
              </a: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Distribusi</a:t>
              </a:r>
              <a:endParaRPr lang="en-US" sz="2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9216E893-C374-44BD-B115-565FE02B8DEB}"/>
                </a:ext>
              </a:extLst>
            </p:cNvPr>
            <p:cNvSpPr/>
            <p:nvPr/>
          </p:nvSpPr>
          <p:spPr>
            <a:xfrm flipH="1">
              <a:off x="13694584" y="10359199"/>
              <a:ext cx="914400" cy="914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7397D9F-C3BC-4133-9507-4404B6AE0E1B}"/>
              </a:ext>
            </a:extLst>
          </p:cNvPr>
          <p:cNvSpPr/>
          <p:nvPr/>
        </p:nvSpPr>
        <p:spPr>
          <a:xfrm>
            <a:off x="7620452" y="2315775"/>
            <a:ext cx="2415082" cy="3320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A829D0-22E1-48A1-B518-DA5E66FA8C5F}"/>
              </a:ext>
            </a:extLst>
          </p:cNvPr>
          <p:cNvSpPr txBox="1"/>
          <p:nvPr/>
        </p:nvSpPr>
        <p:spPr>
          <a:xfrm>
            <a:off x="7620450" y="3430103"/>
            <a:ext cx="2415081" cy="17257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 defTabSz="228554">
              <a:lnSpc>
                <a:spcPct val="150000"/>
              </a:lnSpc>
              <a:buFont typeface="+mj-lt"/>
              <a:buAutoNum type="arabicPeriod"/>
            </a:pPr>
            <a:r>
              <a:rPr lang="en-US" sz="1200" dirty="0" err="1"/>
              <a:t>layanan</a:t>
            </a:r>
            <a:r>
              <a:rPr lang="en-US" sz="1200" dirty="0"/>
              <a:t> </a:t>
            </a:r>
            <a:r>
              <a:rPr lang="en-US" sz="1200" dirty="0" err="1"/>
              <a:t>purna</a:t>
            </a:r>
            <a:r>
              <a:rPr lang="en-US" sz="1200" dirty="0"/>
              <a:t> </a:t>
            </a:r>
            <a:r>
              <a:rPr lang="en-US" sz="1200" dirty="0" err="1"/>
              <a:t>jual</a:t>
            </a:r>
            <a:r>
              <a:rPr lang="en-US" sz="1200" dirty="0"/>
              <a:t>, seperti </a:t>
            </a:r>
            <a:r>
              <a:rPr lang="en-US" sz="1200" dirty="0" err="1"/>
              <a:t>layanan</a:t>
            </a:r>
            <a:r>
              <a:rPr lang="en-US" sz="1200" dirty="0"/>
              <a:t> </a:t>
            </a:r>
            <a:r>
              <a:rPr lang="en-US" sz="1200" dirty="0" err="1"/>
              <a:t>perbaikan</a:t>
            </a:r>
            <a:r>
              <a:rPr lang="en-US" sz="1200" dirty="0"/>
              <a:t> atau maintenance yang </a:t>
            </a:r>
            <a:r>
              <a:rPr lang="en-US" sz="1200" dirty="0" err="1"/>
              <a:t>terjadwal</a:t>
            </a:r>
            <a:r>
              <a:rPr lang="en-US" sz="1200" dirty="0"/>
              <a:t>, </a:t>
            </a:r>
            <a:r>
              <a:rPr lang="en-US" sz="1200" dirty="0" err="1"/>
              <a:t>serta</a:t>
            </a:r>
            <a:r>
              <a:rPr lang="en-US" sz="1200" dirty="0"/>
              <a:t> </a:t>
            </a:r>
            <a:r>
              <a:rPr lang="en-US" sz="1200" dirty="0" err="1"/>
              <a:t>layanan</a:t>
            </a:r>
            <a:r>
              <a:rPr lang="en-US" sz="1200" dirty="0"/>
              <a:t> </a:t>
            </a:r>
            <a:r>
              <a:rPr lang="en-US" sz="1200" dirty="0" err="1"/>
              <a:t>konsultasi</a:t>
            </a:r>
            <a:r>
              <a:rPr lang="en-US" sz="1200" dirty="0"/>
              <a:t> </a:t>
            </a:r>
            <a:r>
              <a:rPr lang="en-US" sz="1200" dirty="0" err="1"/>
              <a:t>mengenai</a:t>
            </a:r>
            <a:r>
              <a:rPr lang="en-US" sz="1200" dirty="0"/>
              <a:t> </a:t>
            </a:r>
            <a:r>
              <a:rPr lang="en-US" sz="1200" dirty="0" err="1"/>
              <a:t>penggunaan</a:t>
            </a:r>
            <a:r>
              <a:rPr lang="en-US" sz="1200" dirty="0"/>
              <a:t> thrust yang </a:t>
            </a:r>
            <a:r>
              <a:rPr lang="en-US" sz="1200" dirty="0" err="1"/>
              <a:t>efektif</a:t>
            </a:r>
            <a:endParaRPr lang="en-US" sz="1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470F01-3830-44CA-BC3D-CEE487C58FEB}"/>
              </a:ext>
            </a:extLst>
          </p:cNvPr>
          <p:cNvSpPr txBox="1"/>
          <p:nvPr/>
        </p:nvSpPr>
        <p:spPr>
          <a:xfrm>
            <a:off x="7881059" y="2447476"/>
            <a:ext cx="19704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#Pelayanan</a:t>
            </a:r>
          </a:p>
          <a:p>
            <a:pPr defTabSz="228554"/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  </a:t>
            </a:r>
            <a:r>
              <a:rPr lang="en-US" sz="2400" b="1" dirty="0" err="1">
                <a:solidFill>
                  <a:srgbClr val="FFFFFF"/>
                </a:solidFill>
                <a:latin typeface="Century Gothic"/>
              </a:rPr>
              <a:t>Pelanggan</a:t>
            </a:r>
            <a:endParaRPr lang="en-US" sz="24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9D3C3F42-3A55-4CC3-B917-B1C338764559}"/>
              </a:ext>
            </a:extLst>
          </p:cNvPr>
          <p:cNvSpPr/>
          <p:nvPr/>
        </p:nvSpPr>
        <p:spPr>
          <a:xfrm flipH="1">
            <a:off x="9578393" y="5179372"/>
            <a:ext cx="457141" cy="457140"/>
          </a:xfrm>
          <a:prstGeom prst="rtTriangl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29F408-A747-4F5F-848F-D013F985F05D}"/>
              </a:ext>
            </a:extLst>
          </p:cNvPr>
          <p:cNvSpPr/>
          <p:nvPr/>
        </p:nvSpPr>
        <p:spPr>
          <a:xfrm>
            <a:off x="4126894" y="979120"/>
            <a:ext cx="39382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8554"/>
            <a:r>
              <a:rPr lang="en-US" sz="2200" b="1" dirty="0">
                <a:solidFill>
                  <a:srgbClr val="FFFFFF"/>
                </a:solidFill>
                <a:latin typeface="Century Gothic"/>
              </a:rPr>
              <a:t>Strategi </a:t>
            </a:r>
            <a:r>
              <a:rPr lang="en-US" sz="2200" b="1" dirty="0" err="1">
                <a:solidFill>
                  <a:srgbClr val="FFFFFF"/>
                </a:solidFill>
                <a:latin typeface="Century Gothic"/>
              </a:rPr>
              <a:t>pemasaran</a:t>
            </a:r>
            <a:endParaRPr lang="en-US" sz="2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B32E2-AA35-A6F8-FF44-5094605484B4}"/>
              </a:ext>
            </a:extLst>
          </p:cNvPr>
          <p:cNvSpPr txBox="1"/>
          <p:nvPr/>
        </p:nvSpPr>
        <p:spPr>
          <a:xfrm>
            <a:off x="4967753" y="3268393"/>
            <a:ext cx="21451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1400" dirty="0" err="1"/>
              <a:t>Penggunaan</a:t>
            </a:r>
            <a:r>
              <a:rPr lang="en-US" sz="1400" dirty="0"/>
              <a:t> </a:t>
            </a:r>
            <a:r>
              <a:rPr lang="en-US" sz="1400" dirty="0" err="1"/>
              <a:t>saluran</a:t>
            </a:r>
            <a:r>
              <a:rPr lang="en-US" sz="1400" dirty="0"/>
              <a:t> platform online</a:t>
            </a:r>
          </a:p>
          <a:p>
            <a:pPr marL="514350" indent="-514350">
              <a:buAutoNum type="arabicPeriod"/>
            </a:pPr>
            <a:r>
              <a:rPr lang="en-US" sz="1400" dirty="0" err="1"/>
              <a:t>Bekerja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 dengan </a:t>
            </a:r>
            <a:r>
              <a:rPr lang="en-US" sz="1400" dirty="0" err="1"/>
              <a:t>toko-toko</a:t>
            </a:r>
            <a:r>
              <a:rPr lang="en-US" sz="1400" dirty="0"/>
              <a:t> rental atau distributor yang bergerak di </a:t>
            </a:r>
            <a:r>
              <a:rPr lang="en-US" sz="1400" dirty="0" err="1"/>
              <a:t>bidang</a:t>
            </a:r>
            <a:r>
              <a:rPr lang="en-US" sz="1400" dirty="0"/>
              <a:t> </a:t>
            </a:r>
            <a:r>
              <a:rPr lang="en-US" sz="1400" dirty="0" err="1"/>
              <a:t>pertanian</a:t>
            </a:r>
            <a:r>
              <a:rPr lang="en-US" sz="1400" dirty="0"/>
              <a:t> atau home living.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60D77-238E-8B6C-3ADA-412F1CCA8A23}"/>
              </a:ext>
            </a:extLst>
          </p:cNvPr>
          <p:cNvSpPr txBox="1"/>
          <p:nvPr/>
        </p:nvSpPr>
        <p:spPr>
          <a:xfrm>
            <a:off x="7620447" y="3380713"/>
            <a:ext cx="2415081" cy="1531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 defTabSz="228554">
              <a:lnSpc>
                <a:spcPct val="150000"/>
              </a:lnSpc>
              <a:buFont typeface="+mj-lt"/>
              <a:buAutoNum type="arabicPeriod" startAt="2"/>
            </a:pPr>
            <a:r>
              <a:rPr lang="en-US" sz="1600" dirty="0" err="1"/>
              <a:t>Dokumentasi</a:t>
            </a:r>
            <a:r>
              <a:rPr lang="en-US" sz="1600" dirty="0"/>
              <a:t> atau tutorial online yang dapat </a:t>
            </a:r>
            <a:r>
              <a:rPr lang="en-US" sz="1600" dirty="0" err="1"/>
              <a:t>diakses</a:t>
            </a:r>
            <a:r>
              <a:rPr lang="en-US" sz="1600" dirty="0"/>
              <a:t> oleh </a:t>
            </a:r>
            <a:r>
              <a:rPr lang="en-US" sz="1600" dirty="0" err="1"/>
              <a:t>konsumen</a:t>
            </a:r>
            <a:endParaRPr lang="en-US" sz="160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0438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05B34F0-33F9-4EBC-9843-877712F575BD}"/>
              </a:ext>
            </a:extLst>
          </p:cNvPr>
          <p:cNvGrpSpPr/>
          <p:nvPr/>
        </p:nvGrpSpPr>
        <p:grpSpPr>
          <a:xfrm>
            <a:off x="2156467" y="2315775"/>
            <a:ext cx="2415082" cy="3320737"/>
            <a:chOff x="2845303" y="4631260"/>
            <a:chExt cx="4830792" cy="66423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12CD64-613C-4F70-AE51-376F0479B37F}"/>
                </a:ext>
              </a:extLst>
            </p:cNvPr>
            <p:cNvSpPr/>
            <p:nvPr/>
          </p:nvSpPr>
          <p:spPr>
            <a:xfrm>
              <a:off x="2845303" y="4631260"/>
              <a:ext cx="4830792" cy="664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F77EB8-BAD3-43A1-B4B9-20D10F66AFB3}"/>
                </a:ext>
              </a:extLst>
            </p:cNvPr>
            <p:cNvSpPr txBox="1"/>
            <p:nvPr/>
          </p:nvSpPr>
          <p:spPr>
            <a:xfrm>
              <a:off x="3366583" y="6612450"/>
              <a:ext cx="3788228" cy="306328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dirty="0" err="1">
                  <a:solidFill>
                    <a:srgbClr val="FFFFFF"/>
                  </a:solidFill>
                  <a:latin typeface="Calibri"/>
                </a:rPr>
                <a:t>Penjualan</a:t>
              </a:r>
              <a:r>
                <a:rPr lang="en-US" sz="1600" dirty="0">
                  <a:solidFill>
                    <a:srgbClr val="FFFFFF"/>
                  </a:solidFill>
                  <a:latin typeface="Calibri"/>
                </a:rPr>
                <a:t> Secara langsung</a:t>
              </a:r>
            </a:p>
            <a:p>
              <a:pPr marL="228600" indent="-228600" defTabSz="228554">
                <a:lnSpc>
                  <a:spcPct val="150000"/>
                </a:lnSpc>
                <a:buFont typeface="+mj-lt"/>
                <a:buAutoNum type="arabicPeriod"/>
              </a:pPr>
              <a:r>
                <a:rPr lang="en-US" sz="1600" dirty="0" err="1">
                  <a:solidFill>
                    <a:srgbClr val="FFFFFF"/>
                  </a:solidFill>
                  <a:latin typeface="Calibri"/>
                </a:rPr>
                <a:t>Penjualan</a:t>
              </a:r>
              <a:r>
                <a:rPr lang="en-US" sz="1600" dirty="0">
                  <a:solidFill>
                    <a:srgbClr val="FFFFFF"/>
                  </a:solidFill>
                  <a:latin typeface="Calibri"/>
                </a:rPr>
                <a:t> secara tidak langsung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4BA65B-8E85-46D3-8CF9-032F5FD88F57}"/>
                </a:ext>
              </a:extLst>
            </p:cNvPr>
            <p:cNvSpPr txBox="1"/>
            <p:nvPr/>
          </p:nvSpPr>
          <p:spPr>
            <a:xfrm>
              <a:off x="3130064" y="4874534"/>
              <a:ext cx="4088830" cy="1662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#Strategi</a:t>
              </a:r>
            </a:p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  </a:t>
              </a: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Pemasaran</a:t>
              </a:r>
              <a:endParaRPr lang="en-US" sz="2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16" name="Right Triangle 15">
              <a:extLst>
                <a:ext uri="{FF2B5EF4-FFF2-40B4-BE49-F238E27FC236}">
                  <a16:creationId xmlns:a16="http://schemas.microsoft.com/office/drawing/2014/main" id="{3C60F2F4-5404-46DF-A82E-22DC9258D7D3}"/>
                </a:ext>
              </a:extLst>
            </p:cNvPr>
            <p:cNvSpPr/>
            <p:nvPr/>
          </p:nvSpPr>
          <p:spPr>
            <a:xfrm flipH="1">
              <a:off x="6761695" y="10359199"/>
              <a:ext cx="914400" cy="914400"/>
            </a:xfrm>
            <a:prstGeom prst="rtTriangl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D30A9C-2DBD-4C6B-BFE3-B9ABE1843EC9}"/>
              </a:ext>
            </a:extLst>
          </p:cNvPr>
          <p:cNvGrpSpPr/>
          <p:nvPr/>
        </p:nvGrpSpPr>
        <p:grpSpPr>
          <a:xfrm>
            <a:off x="4888459" y="2315775"/>
            <a:ext cx="2415082" cy="3320737"/>
            <a:chOff x="9778192" y="4631260"/>
            <a:chExt cx="4830792" cy="664233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B0502D2-8277-43A4-8C2B-B8050BD04677}"/>
                </a:ext>
              </a:extLst>
            </p:cNvPr>
            <p:cNvSpPr/>
            <p:nvPr/>
          </p:nvSpPr>
          <p:spPr>
            <a:xfrm>
              <a:off x="9778192" y="4631260"/>
              <a:ext cx="4830792" cy="6642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22BA00-6D13-4EBD-85CD-29AAE5746B67}"/>
                </a:ext>
              </a:extLst>
            </p:cNvPr>
            <p:cNvSpPr txBox="1"/>
            <p:nvPr/>
          </p:nvSpPr>
          <p:spPr>
            <a:xfrm>
              <a:off x="10299474" y="4933987"/>
              <a:ext cx="3284019" cy="1662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#Saluran</a:t>
              </a:r>
            </a:p>
            <a:p>
              <a:pPr defTabSz="228554"/>
              <a:r>
                <a:rPr lang="en-US" sz="2400" b="1" dirty="0">
                  <a:solidFill>
                    <a:srgbClr val="FFFFFF"/>
                  </a:solidFill>
                  <a:latin typeface="Century Gothic"/>
                </a:rPr>
                <a:t>  </a:t>
              </a: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Distribusi</a:t>
              </a:r>
              <a:endParaRPr lang="en-US" sz="2400" b="1" dirty="0">
                <a:solidFill>
                  <a:srgbClr val="FFFFFF"/>
                </a:solidFill>
                <a:latin typeface="Century Gothic"/>
              </a:endParaRPr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9216E893-C374-44BD-B115-565FE02B8DEB}"/>
                </a:ext>
              </a:extLst>
            </p:cNvPr>
            <p:cNvSpPr/>
            <p:nvPr/>
          </p:nvSpPr>
          <p:spPr>
            <a:xfrm flipH="1">
              <a:off x="13694584" y="10359199"/>
              <a:ext cx="914400" cy="9144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7397D9F-C3BC-4133-9507-4404B6AE0E1B}"/>
              </a:ext>
            </a:extLst>
          </p:cNvPr>
          <p:cNvSpPr/>
          <p:nvPr/>
        </p:nvSpPr>
        <p:spPr>
          <a:xfrm>
            <a:off x="7620452" y="2315775"/>
            <a:ext cx="2415082" cy="3320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470F01-3830-44CA-BC3D-CEE487C58FEB}"/>
              </a:ext>
            </a:extLst>
          </p:cNvPr>
          <p:cNvSpPr txBox="1"/>
          <p:nvPr/>
        </p:nvSpPr>
        <p:spPr>
          <a:xfrm>
            <a:off x="7881059" y="2447476"/>
            <a:ext cx="19704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#Pelayanan</a:t>
            </a:r>
          </a:p>
          <a:p>
            <a:pPr defTabSz="228554"/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  </a:t>
            </a:r>
            <a:r>
              <a:rPr lang="en-US" sz="2400" b="1" dirty="0" err="1">
                <a:solidFill>
                  <a:srgbClr val="FFFFFF"/>
                </a:solidFill>
                <a:latin typeface="Century Gothic"/>
              </a:rPr>
              <a:t>Pelanggan</a:t>
            </a:r>
            <a:endParaRPr lang="en-US" sz="24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9D3C3F42-3A55-4CC3-B917-B1C338764559}"/>
              </a:ext>
            </a:extLst>
          </p:cNvPr>
          <p:cNvSpPr/>
          <p:nvPr/>
        </p:nvSpPr>
        <p:spPr>
          <a:xfrm flipH="1">
            <a:off x="9578393" y="5179372"/>
            <a:ext cx="457141" cy="457140"/>
          </a:xfrm>
          <a:prstGeom prst="rtTriangl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29F408-A747-4F5F-848F-D013F985F05D}"/>
              </a:ext>
            </a:extLst>
          </p:cNvPr>
          <p:cNvSpPr/>
          <p:nvPr/>
        </p:nvSpPr>
        <p:spPr>
          <a:xfrm>
            <a:off x="4126894" y="979120"/>
            <a:ext cx="39382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28554"/>
            <a:r>
              <a:rPr lang="en-US" sz="2200" b="1" dirty="0">
                <a:solidFill>
                  <a:srgbClr val="FFFFFF"/>
                </a:solidFill>
                <a:latin typeface="Century Gothic"/>
              </a:rPr>
              <a:t>Strategi </a:t>
            </a:r>
            <a:r>
              <a:rPr lang="en-US" sz="2200" b="1" dirty="0" err="1">
                <a:solidFill>
                  <a:srgbClr val="FFFFFF"/>
                </a:solidFill>
                <a:latin typeface="Century Gothic"/>
              </a:rPr>
              <a:t>pemasaran</a:t>
            </a:r>
            <a:endParaRPr lang="en-US" sz="2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B32E2-AA35-A6F8-FF44-5094605484B4}"/>
              </a:ext>
            </a:extLst>
          </p:cNvPr>
          <p:cNvSpPr txBox="1"/>
          <p:nvPr/>
        </p:nvSpPr>
        <p:spPr>
          <a:xfrm>
            <a:off x="4967753" y="3268393"/>
            <a:ext cx="21451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US" sz="1400" dirty="0" err="1"/>
              <a:t>Penggunaan</a:t>
            </a:r>
            <a:r>
              <a:rPr lang="en-US" sz="1400" dirty="0"/>
              <a:t> </a:t>
            </a:r>
            <a:r>
              <a:rPr lang="en-US" sz="1400" dirty="0" err="1"/>
              <a:t>saluran</a:t>
            </a:r>
            <a:r>
              <a:rPr lang="en-US" sz="1400" dirty="0"/>
              <a:t> platform online</a:t>
            </a:r>
          </a:p>
          <a:p>
            <a:pPr marL="514350" indent="-514350">
              <a:buAutoNum type="arabicPeriod"/>
            </a:pPr>
            <a:r>
              <a:rPr lang="en-US" sz="1400" dirty="0" err="1"/>
              <a:t>Bekerja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 dengan </a:t>
            </a:r>
            <a:r>
              <a:rPr lang="en-US" sz="1400" dirty="0" err="1"/>
              <a:t>toko-toko</a:t>
            </a:r>
            <a:r>
              <a:rPr lang="en-US" sz="1400" dirty="0"/>
              <a:t> rental atau distributor yang bergerak di </a:t>
            </a:r>
            <a:r>
              <a:rPr lang="en-US" sz="1400" dirty="0" err="1"/>
              <a:t>bidang</a:t>
            </a:r>
            <a:r>
              <a:rPr lang="en-US" sz="1400" dirty="0"/>
              <a:t> </a:t>
            </a:r>
            <a:r>
              <a:rPr lang="en-US" sz="1400" dirty="0" err="1"/>
              <a:t>pertanian</a:t>
            </a:r>
            <a:r>
              <a:rPr lang="en-US" sz="1400" dirty="0"/>
              <a:t> atau home living.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E1748-A535-5A42-83DF-904F9BABF2B4}"/>
              </a:ext>
            </a:extLst>
          </p:cNvPr>
          <p:cNvSpPr txBox="1"/>
          <p:nvPr/>
        </p:nvSpPr>
        <p:spPr>
          <a:xfrm>
            <a:off x="7620447" y="3380713"/>
            <a:ext cx="2415081" cy="15314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 defTabSz="228554">
              <a:lnSpc>
                <a:spcPct val="150000"/>
              </a:lnSpc>
              <a:buFont typeface="+mj-lt"/>
              <a:buAutoNum type="arabicPeriod" startAt="2"/>
            </a:pPr>
            <a:r>
              <a:rPr lang="en-US" sz="1600" dirty="0" err="1"/>
              <a:t>Dokumentasi</a:t>
            </a:r>
            <a:r>
              <a:rPr lang="en-US" sz="1600" dirty="0"/>
              <a:t> atau tutorial online yang dapat </a:t>
            </a:r>
            <a:r>
              <a:rPr lang="en-US" sz="1600" dirty="0" err="1"/>
              <a:t>diakses</a:t>
            </a:r>
            <a:r>
              <a:rPr lang="en-US" sz="1600" dirty="0"/>
              <a:t> oleh </a:t>
            </a:r>
            <a:r>
              <a:rPr lang="en-US" sz="1600" dirty="0" err="1"/>
              <a:t>konsumen</a:t>
            </a:r>
            <a:endParaRPr lang="en-US" sz="1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60D77-238E-8B6C-3ADA-412F1CCA8A23}"/>
              </a:ext>
            </a:extLst>
          </p:cNvPr>
          <p:cNvSpPr txBox="1"/>
          <p:nvPr/>
        </p:nvSpPr>
        <p:spPr>
          <a:xfrm>
            <a:off x="7620447" y="3484717"/>
            <a:ext cx="2415081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sz="1600" dirty="0"/>
              <a:t>Jasa </a:t>
            </a:r>
            <a:r>
              <a:rPr lang="en-US" sz="1600" dirty="0" err="1"/>
              <a:t>instalasi</a:t>
            </a:r>
            <a:r>
              <a:rPr lang="en-US" sz="1600" dirty="0"/>
              <a:t> gratis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en-US" sz="1600" dirty="0" err="1"/>
              <a:t>Layanan</a:t>
            </a:r>
            <a:r>
              <a:rPr lang="en-US" sz="1600" dirty="0"/>
              <a:t> delivery gratis untuk </a:t>
            </a:r>
            <a:r>
              <a:rPr lang="en-US" sz="1600" dirty="0" err="1"/>
              <a:t>konsumen</a:t>
            </a:r>
            <a:r>
              <a:rPr lang="en-US" sz="1600" dirty="0"/>
              <a:t> yang </a:t>
            </a:r>
            <a:r>
              <a:rPr lang="en-US" sz="1600" dirty="0" err="1"/>
              <a:t>berada</a:t>
            </a:r>
            <a:r>
              <a:rPr lang="en-US" sz="1600" dirty="0"/>
              <a:t> di area </a:t>
            </a:r>
            <a:r>
              <a:rPr lang="en-US" sz="1600" dirty="0" err="1"/>
              <a:t>terbatas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181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AA10066-A5D9-4FA5-84B1-E4845B1AC5EA}"/>
              </a:ext>
            </a:extLst>
          </p:cNvPr>
          <p:cNvCxnSpPr>
            <a:cxnSpLocks/>
          </p:cNvCxnSpPr>
          <p:nvPr/>
        </p:nvCxnSpPr>
        <p:spPr>
          <a:xfrm flipV="1">
            <a:off x="8481564" y="1852010"/>
            <a:ext cx="0" cy="2058369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37D88C7-F745-4656-A381-00956607EF7B}"/>
              </a:ext>
            </a:extLst>
          </p:cNvPr>
          <p:cNvCxnSpPr>
            <a:cxnSpLocks/>
          </p:cNvCxnSpPr>
          <p:nvPr/>
        </p:nvCxnSpPr>
        <p:spPr>
          <a:xfrm>
            <a:off x="6678418" y="2546590"/>
            <a:ext cx="0" cy="2843821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384EE89-80DB-4752-8630-DC118B9D8E0E}"/>
              </a:ext>
            </a:extLst>
          </p:cNvPr>
          <p:cNvCxnSpPr>
            <a:cxnSpLocks/>
          </p:cNvCxnSpPr>
          <p:nvPr/>
        </p:nvCxnSpPr>
        <p:spPr>
          <a:xfrm flipV="1">
            <a:off x="4871879" y="1391005"/>
            <a:ext cx="0" cy="2843821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737C581-1C22-410A-9D60-BCB33F01E0CE}"/>
              </a:ext>
            </a:extLst>
          </p:cNvPr>
          <p:cNvCxnSpPr>
            <a:cxnSpLocks/>
          </p:cNvCxnSpPr>
          <p:nvPr/>
        </p:nvCxnSpPr>
        <p:spPr>
          <a:xfrm>
            <a:off x="3159758" y="2889713"/>
            <a:ext cx="0" cy="2843821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7A9A103-16CA-43BE-9484-6CD3BE889471}"/>
              </a:ext>
            </a:extLst>
          </p:cNvPr>
          <p:cNvCxnSpPr>
            <a:cxnSpLocks/>
          </p:cNvCxnSpPr>
          <p:nvPr/>
        </p:nvCxnSpPr>
        <p:spPr>
          <a:xfrm>
            <a:off x="1689146" y="3650030"/>
            <a:ext cx="0" cy="1808397"/>
          </a:xfrm>
          <a:prstGeom prst="line">
            <a:avLst/>
          </a:prstGeom>
          <a:ln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9B3F48-C3B8-4220-9E29-640B7D1EF253}"/>
              </a:ext>
            </a:extLst>
          </p:cNvPr>
          <p:cNvGrpSpPr/>
          <p:nvPr/>
        </p:nvGrpSpPr>
        <p:grpSpPr>
          <a:xfrm>
            <a:off x="0" y="2152658"/>
            <a:ext cx="12208667" cy="2360364"/>
            <a:chOff x="190500" y="4537075"/>
            <a:chExt cx="24009350" cy="4641851"/>
          </a:xfrm>
          <a:solidFill>
            <a:schemeClr val="accent1"/>
          </a:solidFill>
          <a:effectLst>
            <a:outerShdw blurRad="317500" sx="102000" sy="102000" algn="ctr" rotWithShape="0">
              <a:schemeClr val="accent1">
                <a:alpha val="71000"/>
              </a:schemeClr>
            </a:outerShdw>
          </a:effectLst>
        </p:grpSpPr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81FB2355-3530-4BC3-8AB3-99EBC3905B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4537075"/>
              <a:ext cx="24003000" cy="3751263"/>
            </a:xfrm>
            <a:custGeom>
              <a:avLst/>
              <a:gdLst>
                <a:gd name="T0" fmla="*/ 3418 w 7831"/>
                <a:gd name="T1" fmla="*/ 1216 h 1221"/>
                <a:gd name="T2" fmla="*/ 3409 w 7831"/>
                <a:gd name="T3" fmla="*/ 1191 h 1221"/>
                <a:gd name="T4" fmla="*/ 3459 w 7831"/>
                <a:gd name="T5" fmla="*/ 1207 h 1221"/>
                <a:gd name="T6" fmla="*/ 3509 w 7831"/>
                <a:gd name="T7" fmla="*/ 1151 h 1221"/>
                <a:gd name="T8" fmla="*/ 3272 w 7831"/>
                <a:gd name="T9" fmla="*/ 1078 h 1221"/>
                <a:gd name="T10" fmla="*/ 3266 w 7831"/>
                <a:gd name="T11" fmla="*/ 1057 h 1221"/>
                <a:gd name="T12" fmla="*/ 3764 w 7831"/>
                <a:gd name="T13" fmla="*/ 916 h 1221"/>
                <a:gd name="T14" fmla="*/ 5837 w 7831"/>
                <a:gd name="T15" fmla="*/ 912 h 1221"/>
                <a:gd name="T16" fmla="*/ 5817 w 7831"/>
                <a:gd name="T17" fmla="*/ 932 h 1221"/>
                <a:gd name="T18" fmla="*/ 5721 w 7831"/>
                <a:gd name="T19" fmla="*/ 905 h 1221"/>
                <a:gd name="T20" fmla="*/ 5608 w 7831"/>
                <a:gd name="T21" fmla="*/ 800 h 1221"/>
                <a:gd name="T22" fmla="*/ 5695 w 7831"/>
                <a:gd name="T23" fmla="*/ 864 h 1221"/>
                <a:gd name="T24" fmla="*/ 3126 w 7831"/>
                <a:gd name="T25" fmla="*/ 862 h 1221"/>
                <a:gd name="T26" fmla="*/ 3101 w 7831"/>
                <a:gd name="T27" fmla="*/ 846 h 1221"/>
                <a:gd name="T28" fmla="*/ 3872 w 7831"/>
                <a:gd name="T29" fmla="*/ 824 h 1221"/>
                <a:gd name="T30" fmla="*/ 6170 w 7831"/>
                <a:gd name="T31" fmla="*/ 713 h 1221"/>
                <a:gd name="T32" fmla="*/ 6051 w 7831"/>
                <a:gd name="T33" fmla="*/ 826 h 1221"/>
                <a:gd name="T34" fmla="*/ 5573 w 7831"/>
                <a:gd name="T35" fmla="*/ 755 h 1221"/>
                <a:gd name="T36" fmla="*/ 5499 w 7831"/>
                <a:gd name="T37" fmla="*/ 641 h 1221"/>
                <a:gd name="T38" fmla="*/ 1109 w 7831"/>
                <a:gd name="T39" fmla="*/ 663 h 1221"/>
                <a:gd name="T40" fmla="*/ 1306 w 7831"/>
                <a:gd name="T41" fmla="*/ 655 h 1221"/>
                <a:gd name="T42" fmla="*/ 1335 w 7831"/>
                <a:gd name="T43" fmla="*/ 661 h 1221"/>
                <a:gd name="T44" fmla="*/ 6404 w 7831"/>
                <a:gd name="T45" fmla="*/ 499 h 1221"/>
                <a:gd name="T46" fmla="*/ 1361 w 7831"/>
                <a:gd name="T47" fmla="*/ 650 h 1221"/>
                <a:gd name="T48" fmla="*/ 1095 w 7831"/>
                <a:gd name="T49" fmla="*/ 633 h 1221"/>
                <a:gd name="T50" fmla="*/ 2949 w 7831"/>
                <a:gd name="T51" fmla="*/ 619 h 1221"/>
                <a:gd name="T52" fmla="*/ 984 w 7831"/>
                <a:gd name="T53" fmla="*/ 545 h 1221"/>
                <a:gd name="T54" fmla="*/ 4048 w 7831"/>
                <a:gd name="T55" fmla="*/ 588 h 1221"/>
                <a:gd name="T56" fmla="*/ 5419 w 7831"/>
                <a:gd name="T57" fmla="*/ 556 h 1221"/>
                <a:gd name="T58" fmla="*/ 5252 w 7831"/>
                <a:gd name="T59" fmla="*/ 364 h 1221"/>
                <a:gd name="T60" fmla="*/ 1790 w 7831"/>
                <a:gd name="T61" fmla="*/ 438 h 1221"/>
                <a:gd name="T62" fmla="*/ 883 w 7831"/>
                <a:gd name="T63" fmla="*/ 481 h 1221"/>
                <a:gd name="T64" fmla="*/ 6587 w 7831"/>
                <a:gd name="T65" fmla="*/ 343 h 1221"/>
                <a:gd name="T66" fmla="*/ 6525 w 7831"/>
                <a:gd name="T67" fmla="*/ 412 h 1221"/>
                <a:gd name="T68" fmla="*/ 776 w 7831"/>
                <a:gd name="T69" fmla="*/ 380 h 1221"/>
                <a:gd name="T70" fmla="*/ 2741 w 7831"/>
                <a:gd name="T71" fmla="*/ 404 h 1221"/>
                <a:gd name="T72" fmla="*/ 2692 w 7831"/>
                <a:gd name="T73" fmla="*/ 339 h 1221"/>
                <a:gd name="T74" fmla="*/ 1805 w 7831"/>
                <a:gd name="T75" fmla="*/ 421 h 1221"/>
                <a:gd name="T76" fmla="*/ 1838 w 7831"/>
                <a:gd name="T77" fmla="*/ 414 h 1221"/>
                <a:gd name="T78" fmla="*/ 4331 w 7831"/>
                <a:gd name="T79" fmla="*/ 196 h 1221"/>
                <a:gd name="T80" fmla="*/ 5213 w 7831"/>
                <a:gd name="T81" fmla="*/ 335 h 1221"/>
                <a:gd name="T82" fmla="*/ 6641 w 7831"/>
                <a:gd name="T83" fmla="*/ 336 h 1221"/>
                <a:gd name="T84" fmla="*/ 6661 w 7831"/>
                <a:gd name="T85" fmla="*/ 315 h 1221"/>
                <a:gd name="T86" fmla="*/ 2050 w 7831"/>
                <a:gd name="T87" fmla="*/ 318 h 1221"/>
                <a:gd name="T88" fmla="*/ 538 w 7831"/>
                <a:gd name="T89" fmla="*/ 258 h 1221"/>
                <a:gd name="T90" fmla="*/ 2289 w 7831"/>
                <a:gd name="T91" fmla="*/ 268 h 1221"/>
                <a:gd name="T92" fmla="*/ 6895 w 7831"/>
                <a:gd name="T93" fmla="*/ 273 h 1221"/>
                <a:gd name="T94" fmla="*/ 2345 w 7831"/>
                <a:gd name="T95" fmla="*/ 263 h 1221"/>
                <a:gd name="T96" fmla="*/ 7138 w 7831"/>
                <a:gd name="T97" fmla="*/ 250 h 1221"/>
                <a:gd name="T98" fmla="*/ 2308 w 7831"/>
                <a:gd name="T99" fmla="*/ 257 h 1221"/>
                <a:gd name="T100" fmla="*/ 7433 w 7831"/>
                <a:gd name="T101" fmla="*/ 255 h 1221"/>
                <a:gd name="T102" fmla="*/ 7557 w 7831"/>
                <a:gd name="T103" fmla="*/ 251 h 1221"/>
                <a:gd name="T104" fmla="*/ 7698 w 7831"/>
                <a:gd name="T105" fmla="*/ 232 h 1221"/>
                <a:gd name="T106" fmla="*/ 364 w 7831"/>
                <a:gd name="T107" fmla="*/ 248 h 1221"/>
                <a:gd name="T108" fmla="*/ 120 w 7831"/>
                <a:gd name="T109" fmla="*/ 248 h 1221"/>
                <a:gd name="T110" fmla="*/ 5039 w 7831"/>
                <a:gd name="T111" fmla="*/ 162 h 1221"/>
                <a:gd name="T112" fmla="*/ 4438 w 7831"/>
                <a:gd name="T113" fmla="*/ 101 h 1221"/>
                <a:gd name="T114" fmla="*/ 4934 w 7831"/>
                <a:gd name="T115" fmla="*/ 79 h 1221"/>
                <a:gd name="T116" fmla="*/ 4554 w 7831"/>
                <a:gd name="T117" fmla="*/ 19 h 1221"/>
                <a:gd name="T118" fmla="*/ 4576 w 7831"/>
                <a:gd name="T119" fmla="*/ 22 h 1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31" h="1221">
                  <a:moveTo>
                    <a:pt x="3434" y="1221"/>
                  </a:moveTo>
                  <a:cubicBezTo>
                    <a:pt x="3433" y="1220"/>
                    <a:pt x="3433" y="1220"/>
                    <a:pt x="3433" y="1220"/>
                  </a:cubicBezTo>
                  <a:cubicBezTo>
                    <a:pt x="3433" y="1221"/>
                    <a:pt x="3432" y="1221"/>
                    <a:pt x="3431" y="1221"/>
                  </a:cubicBezTo>
                  <a:cubicBezTo>
                    <a:pt x="3431" y="1221"/>
                    <a:pt x="3431" y="1221"/>
                    <a:pt x="3431" y="1221"/>
                  </a:cubicBezTo>
                  <a:cubicBezTo>
                    <a:pt x="3431" y="1221"/>
                    <a:pt x="3430" y="1221"/>
                    <a:pt x="3430" y="1221"/>
                  </a:cubicBezTo>
                  <a:cubicBezTo>
                    <a:pt x="3428" y="1221"/>
                    <a:pt x="3427" y="1220"/>
                    <a:pt x="3425" y="1219"/>
                  </a:cubicBezTo>
                  <a:cubicBezTo>
                    <a:pt x="3424" y="1219"/>
                    <a:pt x="3424" y="1219"/>
                    <a:pt x="3424" y="1219"/>
                  </a:cubicBezTo>
                  <a:cubicBezTo>
                    <a:pt x="3424" y="1219"/>
                    <a:pt x="3424" y="1219"/>
                    <a:pt x="3424" y="1219"/>
                  </a:cubicBezTo>
                  <a:cubicBezTo>
                    <a:pt x="3424" y="1219"/>
                    <a:pt x="3424" y="1219"/>
                    <a:pt x="3424" y="1219"/>
                  </a:cubicBezTo>
                  <a:cubicBezTo>
                    <a:pt x="3423" y="1219"/>
                    <a:pt x="3423" y="1219"/>
                    <a:pt x="3423" y="1219"/>
                  </a:cubicBezTo>
                  <a:cubicBezTo>
                    <a:pt x="3423" y="1219"/>
                    <a:pt x="3423" y="1219"/>
                    <a:pt x="3423" y="1219"/>
                  </a:cubicBezTo>
                  <a:cubicBezTo>
                    <a:pt x="3423" y="1219"/>
                    <a:pt x="3423" y="1219"/>
                    <a:pt x="3423" y="1219"/>
                  </a:cubicBezTo>
                  <a:cubicBezTo>
                    <a:pt x="3423" y="1219"/>
                    <a:pt x="3423" y="1219"/>
                    <a:pt x="3423" y="1219"/>
                  </a:cubicBezTo>
                  <a:cubicBezTo>
                    <a:pt x="3421" y="1218"/>
                    <a:pt x="3421" y="1218"/>
                    <a:pt x="3421" y="1218"/>
                  </a:cubicBezTo>
                  <a:cubicBezTo>
                    <a:pt x="3421" y="1218"/>
                    <a:pt x="3421" y="1218"/>
                    <a:pt x="3421" y="1218"/>
                  </a:cubicBezTo>
                  <a:cubicBezTo>
                    <a:pt x="3421" y="1218"/>
                    <a:pt x="3421" y="1218"/>
                    <a:pt x="3421" y="1218"/>
                  </a:cubicBezTo>
                  <a:cubicBezTo>
                    <a:pt x="3420" y="1217"/>
                    <a:pt x="3419" y="1217"/>
                    <a:pt x="3418" y="1216"/>
                  </a:cubicBezTo>
                  <a:cubicBezTo>
                    <a:pt x="3417" y="1216"/>
                    <a:pt x="3417" y="1215"/>
                    <a:pt x="3416" y="1215"/>
                  </a:cubicBezTo>
                  <a:cubicBezTo>
                    <a:pt x="3414" y="1214"/>
                    <a:pt x="3413" y="1213"/>
                    <a:pt x="3411" y="1212"/>
                  </a:cubicBezTo>
                  <a:cubicBezTo>
                    <a:pt x="3407" y="1210"/>
                    <a:pt x="3407" y="1210"/>
                    <a:pt x="3407" y="1210"/>
                  </a:cubicBezTo>
                  <a:cubicBezTo>
                    <a:pt x="3403" y="1207"/>
                    <a:pt x="3403" y="1207"/>
                    <a:pt x="3403" y="1207"/>
                  </a:cubicBezTo>
                  <a:cubicBezTo>
                    <a:pt x="3402" y="1207"/>
                    <a:pt x="3402" y="1207"/>
                    <a:pt x="3401" y="1206"/>
                  </a:cubicBezTo>
                  <a:cubicBezTo>
                    <a:pt x="3401" y="1206"/>
                    <a:pt x="3400" y="1205"/>
                    <a:pt x="3399" y="1204"/>
                  </a:cubicBezTo>
                  <a:cubicBezTo>
                    <a:pt x="3394" y="1201"/>
                    <a:pt x="3394" y="1201"/>
                    <a:pt x="3394" y="1201"/>
                  </a:cubicBezTo>
                  <a:cubicBezTo>
                    <a:pt x="3383" y="1193"/>
                    <a:pt x="3371" y="1183"/>
                    <a:pt x="3357" y="1170"/>
                  </a:cubicBezTo>
                  <a:cubicBezTo>
                    <a:pt x="3357" y="1170"/>
                    <a:pt x="3357" y="1170"/>
                    <a:pt x="3357" y="1170"/>
                  </a:cubicBezTo>
                  <a:cubicBezTo>
                    <a:pt x="3357" y="1170"/>
                    <a:pt x="3357" y="1170"/>
                    <a:pt x="3357" y="1170"/>
                  </a:cubicBezTo>
                  <a:cubicBezTo>
                    <a:pt x="3337" y="1151"/>
                    <a:pt x="3315" y="1128"/>
                    <a:pt x="3291" y="1100"/>
                  </a:cubicBezTo>
                  <a:cubicBezTo>
                    <a:pt x="3288" y="1096"/>
                    <a:pt x="3288" y="1091"/>
                    <a:pt x="3292" y="1088"/>
                  </a:cubicBezTo>
                  <a:cubicBezTo>
                    <a:pt x="3295" y="1085"/>
                    <a:pt x="3301" y="1085"/>
                    <a:pt x="3303" y="1089"/>
                  </a:cubicBezTo>
                  <a:cubicBezTo>
                    <a:pt x="3327" y="1116"/>
                    <a:pt x="3349" y="1139"/>
                    <a:pt x="3369" y="1158"/>
                  </a:cubicBezTo>
                  <a:cubicBezTo>
                    <a:pt x="3369" y="1158"/>
                    <a:pt x="3369" y="1158"/>
                    <a:pt x="3369" y="1158"/>
                  </a:cubicBezTo>
                  <a:cubicBezTo>
                    <a:pt x="3381" y="1169"/>
                    <a:pt x="3394" y="1180"/>
                    <a:pt x="3404" y="1188"/>
                  </a:cubicBezTo>
                  <a:cubicBezTo>
                    <a:pt x="3409" y="1191"/>
                    <a:pt x="3409" y="1191"/>
                    <a:pt x="3409" y="1191"/>
                  </a:cubicBezTo>
                  <a:cubicBezTo>
                    <a:pt x="3409" y="1191"/>
                    <a:pt x="3410" y="1191"/>
                    <a:pt x="3411" y="1192"/>
                  </a:cubicBezTo>
                  <a:cubicBezTo>
                    <a:pt x="3411" y="1192"/>
                    <a:pt x="3412" y="1193"/>
                    <a:pt x="3412" y="1193"/>
                  </a:cubicBezTo>
                  <a:cubicBezTo>
                    <a:pt x="3416" y="1196"/>
                    <a:pt x="3416" y="1196"/>
                    <a:pt x="3416" y="1196"/>
                  </a:cubicBezTo>
                  <a:cubicBezTo>
                    <a:pt x="3420" y="1198"/>
                    <a:pt x="3420" y="1198"/>
                    <a:pt x="3420" y="1198"/>
                  </a:cubicBezTo>
                  <a:cubicBezTo>
                    <a:pt x="3421" y="1199"/>
                    <a:pt x="3422" y="1199"/>
                    <a:pt x="3423" y="1200"/>
                  </a:cubicBezTo>
                  <a:cubicBezTo>
                    <a:pt x="3424" y="1200"/>
                    <a:pt x="3425" y="1201"/>
                    <a:pt x="3425" y="1201"/>
                  </a:cubicBezTo>
                  <a:cubicBezTo>
                    <a:pt x="3427" y="1202"/>
                    <a:pt x="3427" y="1202"/>
                    <a:pt x="3427" y="1202"/>
                  </a:cubicBezTo>
                  <a:cubicBezTo>
                    <a:pt x="3433" y="1202"/>
                    <a:pt x="3433" y="1202"/>
                    <a:pt x="3433" y="1202"/>
                  </a:cubicBezTo>
                  <a:cubicBezTo>
                    <a:pt x="3433" y="1202"/>
                    <a:pt x="3433" y="1202"/>
                    <a:pt x="3434" y="1202"/>
                  </a:cubicBezTo>
                  <a:cubicBezTo>
                    <a:pt x="3435" y="1201"/>
                    <a:pt x="3436" y="1201"/>
                    <a:pt x="3437" y="1200"/>
                  </a:cubicBezTo>
                  <a:cubicBezTo>
                    <a:pt x="3451" y="1192"/>
                    <a:pt x="3451" y="1192"/>
                    <a:pt x="3451" y="1192"/>
                  </a:cubicBezTo>
                  <a:cubicBezTo>
                    <a:pt x="3451" y="1192"/>
                    <a:pt x="3451" y="1191"/>
                    <a:pt x="3452" y="1191"/>
                  </a:cubicBezTo>
                  <a:cubicBezTo>
                    <a:pt x="3452" y="1191"/>
                    <a:pt x="3452" y="1191"/>
                    <a:pt x="3452" y="1191"/>
                  </a:cubicBezTo>
                  <a:cubicBezTo>
                    <a:pt x="3456" y="1189"/>
                    <a:pt x="3461" y="1190"/>
                    <a:pt x="3464" y="1194"/>
                  </a:cubicBezTo>
                  <a:cubicBezTo>
                    <a:pt x="3466" y="1198"/>
                    <a:pt x="3465" y="1203"/>
                    <a:pt x="3461" y="1206"/>
                  </a:cubicBezTo>
                  <a:cubicBezTo>
                    <a:pt x="3460" y="1206"/>
                    <a:pt x="3460" y="1206"/>
                    <a:pt x="3460" y="1206"/>
                  </a:cubicBezTo>
                  <a:cubicBezTo>
                    <a:pt x="3459" y="1207"/>
                    <a:pt x="3459" y="1207"/>
                    <a:pt x="3459" y="1207"/>
                  </a:cubicBezTo>
                  <a:cubicBezTo>
                    <a:pt x="3459" y="1207"/>
                    <a:pt x="3459" y="1207"/>
                    <a:pt x="3459" y="1207"/>
                  </a:cubicBezTo>
                  <a:cubicBezTo>
                    <a:pt x="3446" y="1215"/>
                    <a:pt x="3446" y="1215"/>
                    <a:pt x="3446" y="1215"/>
                  </a:cubicBezTo>
                  <a:cubicBezTo>
                    <a:pt x="3444" y="1216"/>
                    <a:pt x="3443" y="1216"/>
                    <a:pt x="3441" y="1217"/>
                  </a:cubicBezTo>
                  <a:cubicBezTo>
                    <a:pt x="3441" y="1217"/>
                    <a:pt x="3441" y="1217"/>
                    <a:pt x="3440" y="1218"/>
                  </a:cubicBezTo>
                  <a:cubicBezTo>
                    <a:pt x="3438" y="1219"/>
                    <a:pt x="3438" y="1219"/>
                    <a:pt x="3438" y="1219"/>
                  </a:cubicBezTo>
                  <a:cubicBezTo>
                    <a:pt x="3438" y="1219"/>
                    <a:pt x="3437" y="1219"/>
                    <a:pt x="3437" y="1220"/>
                  </a:cubicBezTo>
                  <a:lnTo>
                    <a:pt x="3434" y="1221"/>
                  </a:lnTo>
                  <a:close/>
                  <a:moveTo>
                    <a:pt x="3480" y="1191"/>
                  </a:moveTo>
                  <a:cubicBezTo>
                    <a:pt x="3477" y="1191"/>
                    <a:pt x="3475" y="1190"/>
                    <a:pt x="3473" y="1188"/>
                  </a:cubicBezTo>
                  <a:cubicBezTo>
                    <a:pt x="3470" y="1184"/>
                    <a:pt x="3471" y="1179"/>
                    <a:pt x="3475" y="1176"/>
                  </a:cubicBezTo>
                  <a:cubicBezTo>
                    <a:pt x="3479" y="1173"/>
                    <a:pt x="3484" y="1174"/>
                    <a:pt x="3487" y="1178"/>
                  </a:cubicBezTo>
                  <a:cubicBezTo>
                    <a:pt x="3490" y="1182"/>
                    <a:pt x="3489" y="1187"/>
                    <a:pt x="3485" y="1190"/>
                  </a:cubicBezTo>
                  <a:cubicBezTo>
                    <a:pt x="3483" y="1191"/>
                    <a:pt x="3482" y="1191"/>
                    <a:pt x="3480" y="1191"/>
                  </a:cubicBezTo>
                  <a:close/>
                  <a:moveTo>
                    <a:pt x="3503" y="1175"/>
                  </a:moveTo>
                  <a:cubicBezTo>
                    <a:pt x="3500" y="1175"/>
                    <a:pt x="3498" y="1173"/>
                    <a:pt x="3496" y="1171"/>
                  </a:cubicBezTo>
                  <a:cubicBezTo>
                    <a:pt x="3493" y="1168"/>
                    <a:pt x="3494" y="1162"/>
                    <a:pt x="3498" y="1159"/>
                  </a:cubicBezTo>
                  <a:cubicBezTo>
                    <a:pt x="3509" y="1151"/>
                    <a:pt x="3509" y="1151"/>
                    <a:pt x="3509" y="1151"/>
                  </a:cubicBezTo>
                  <a:cubicBezTo>
                    <a:pt x="3515" y="1146"/>
                    <a:pt x="3521" y="1141"/>
                    <a:pt x="3528" y="1136"/>
                  </a:cubicBezTo>
                  <a:cubicBezTo>
                    <a:pt x="3531" y="1133"/>
                    <a:pt x="3535" y="1131"/>
                    <a:pt x="3538" y="1128"/>
                  </a:cubicBezTo>
                  <a:cubicBezTo>
                    <a:pt x="3538" y="1128"/>
                    <a:pt x="3538" y="1128"/>
                    <a:pt x="3538" y="1128"/>
                  </a:cubicBezTo>
                  <a:cubicBezTo>
                    <a:pt x="3549" y="1119"/>
                    <a:pt x="3560" y="1110"/>
                    <a:pt x="3572" y="1099"/>
                  </a:cubicBezTo>
                  <a:cubicBezTo>
                    <a:pt x="3598" y="1077"/>
                    <a:pt x="3625" y="1052"/>
                    <a:pt x="3656" y="1024"/>
                  </a:cubicBezTo>
                  <a:cubicBezTo>
                    <a:pt x="3659" y="1021"/>
                    <a:pt x="3665" y="1021"/>
                    <a:pt x="3668" y="1024"/>
                  </a:cubicBezTo>
                  <a:cubicBezTo>
                    <a:pt x="3669" y="1026"/>
                    <a:pt x="3670" y="1028"/>
                    <a:pt x="3670" y="1030"/>
                  </a:cubicBezTo>
                  <a:cubicBezTo>
                    <a:pt x="3670" y="1032"/>
                    <a:pt x="3669" y="1034"/>
                    <a:pt x="3667" y="1036"/>
                  </a:cubicBezTo>
                  <a:cubicBezTo>
                    <a:pt x="3637" y="1065"/>
                    <a:pt x="3609" y="1090"/>
                    <a:pt x="3583" y="1112"/>
                  </a:cubicBezTo>
                  <a:cubicBezTo>
                    <a:pt x="3572" y="1122"/>
                    <a:pt x="3560" y="1132"/>
                    <a:pt x="3549" y="1141"/>
                  </a:cubicBezTo>
                  <a:cubicBezTo>
                    <a:pt x="3549" y="1141"/>
                    <a:pt x="3549" y="1141"/>
                    <a:pt x="3549" y="1141"/>
                  </a:cubicBezTo>
                  <a:cubicBezTo>
                    <a:pt x="3545" y="1144"/>
                    <a:pt x="3542" y="1147"/>
                    <a:pt x="3539" y="1149"/>
                  </a:cubicBezTo>
                  <a:cubicBezTo>
                    <a:pt x="3532" y="1154"/>
                    <a:pt x="3525" y="1160"/>
                    <a:pt x="3519" y="1165"/>
                  </a:cubicBezTo>
                  <a:cubicBezTo>
                    <a:pt x="3508" y="1173"/>
                    <a:pt x="3508" y="1173"/>
                    <a:pt x="3508" y="1173"/>
                  </a:cubicBezTo>
                  <a:cubicBezTo>
                    <a:pt x="3507" y="1174"/>
                    <a:pt x="3505" y="1175"/>
                    <a:pt x="3503" y="1175"/>
                  </a:cubicBezTo>
                  <a:close/>
                  <a:moveTo>
                    <a:pt x="3279" y="1081"/>
                  </a:moveTo>
                  <a:cubicBezTo>
                    <a:pt x="3276" y="1081"/>
                    <a:pt x="3274" y="1080"/>
                    <a:pt x="3272" y="1078"/>
                  </a:cubicBezTo>
                  <a:cubicBezTo>
                    <a:pt x="3271" y="1076"/>
                    <a:pt x="3270" y="1074"/>
                    <a:pt x="3270" y="1072"/>
                  </a:cubicBezTo>
                  <a:cubicBezTo>
                    <a:pt x="3271" y="1069"/>
                    <a:pt x="3272" y="1067"/>
                    <a:pt x="3273" y="1066"/>
                  </a:cubicBezTo>
                  <a:cubicBezTo>
                    <a:pt x="3277" y="1063"/>
                    <a:pt x="3282" y="1064"/>
                    <a:pt x="3285" y="1067"/>
                  </a:cubicBezTo>
                  <a:cubicBezTo>
                    <a:pt x="3288" y="1071"/>
                    <a:pt x="3288" y="1076"/>
                    <a:pt x="3284" y="1079"/>
                  </a:cubicBezTo>
                  <a:cubicBezTo>
                    <a:pt x="3283" y="1080"/>
                    <a:pt x="3281" y="1081"/>
                    <a:pt x="3279" y="1081"/>
                  </a:cubicBezTo>
                  <a:close/>
                  <a:moveTo>
                    <a:pt x="3261" y="1059"/>
                  </a:moveTo>
                  <a:cubicBezTo>
                    <a:pt x="3258" y="1059"/>
                    <a:pt x="3256" y="1058"/>
                    <a:pt x="3254" y="1056"/>
                  </a:cubicBezTo>
                  <a:cubicBezTo>
                    <a:pt x="3239" y="1037"/>
                    <a:pt x="3223" y="1016"/>
                    <a:pt x="3204" y="992"/>
                  </a:cubicBezTo>
                  <a:cubicBezTo>
                    <a:pt x="3197" y="982"/>
                    <a:pt x="3190" y="973"/>
                    <a:pt x="3185" y="966"/>
                  </a:cubicBezTo>
                  <a:cubicBezTo>
                    <a:pt x="3168" y="944"/>
                    <a:pt x="3150" y="919"/>
                    <a:pt x="3128" y="889"/>
                  </a:cubicBezTo>
                  <a:cubicBezTo>
                    <a:pt x="3126" y="887"/>
                    <a:pt x="3126" y="885"/>
                    <a:pt x="3126" y="882"/>
                  </a:cubicBezTo>
                  <a:cubicBezTo>
                    <a:pt x="3127" y="880"/>
                    <a:pt x="3128" y="878"/>
                    <a:pt x="3130" y="877"/>
                  </a:cubicBezTo>
                  <a:cubicBezTo>
                    <a:pt x="3133" y="874"/>
                    <a:pt x="3139" y="875"/>
                    <a:pt x="3141" y="879"/>
                  </a:cubicBezTo>
                  <a:cubicBezTo>
                    <a:pt x="3163" y="908"/>
                    <a:pt x="3181" y="933"/>
                    <a:pt x="3198" y="956"/>
                  </a:cubicBezTo>
                  <a:cubicBezTo>
                    <a:pt x="3205" y="965"/>
                    <a:pt x="3211" y="973"/>
                    <a:pt x="3218" y="981"/>
                  </a:cubicBezTo>
                  <a:cubicBezTo>
                    <a:pt x="3236" y="1006"/>
                    <a:pt x="3252" y="1026"/>
                    <a:pt x="3267" y="1045"/>
                  </a:cubicBezTo>
                  <a:cubicBezTo>
                    <a:pt x="3270" y="1049"/>
                    <a:pt x="3270" y="1054"/>
                    <a:pt x="3266" y="1057"/>
                  </a:cubicBezTo>
                  <a:cubicBezTo>
                    <a:pt x="3265" y="1058"/>
                    <a:pt x="3263" y="1059"/>
                    <a:pt x="3261" y="1059"/>
                  </a:cubicBezTo>
                  <a:close/>
                  <a:moveTo>
                    <a:pt x="3682" y="1019"/>
                  </a:moveTo>
                  <a:cubicBezTo>
                    <a:pt x="3680" y="1019"/>
                    <a:pt x="3677" y="1018"/>
                    <a:pt x="3676" y="1016"/>
                  </a:cubicBezTo>
                  <a:cubicBezTo>
                    <a:pt x="3674" y="1014"/>
                    <a:pt x="3673" y="1012"/>
                    <a:pt x="3673" y="1010"/>
                  </a:cubicBezTo>
                  <a:cubicBezTo>
                    <a:pt x="3673" y="1008"/>
                    <a:pt x="3674" y="1006"/>
                    <a:pt x="3676" y="1004"/>
                  </a:cubicBezTo>
                  <a:cubicBezTo>
                    <a:pt x="3679" y="1001"/>
                    <a:pt x="3685" y="1001"/>
                    <a:pt x="3688" y="1004"/>
                  </a:cubicBezTo>
                  <a:cubicBezTo>
                    <a:pt x="3690" y="1006"/>
                    <a:pt x="3690" y="1008"/>
                    <a:pt x="3690" y="1010"/>
                  </a:cubicBezTo>
                  <a:cubicBezTo>
                    <a:pt x="3690" y="1013"/>
                    <a:pt x="3689" y="1015"/>
                    <a:pt x="3688" y="1016"/>
                  </a:cubicBezTo>
                  <a:cubicBezTo>
                    <a:pt x="3686" y="1018"/>
                    <a:pt x="3684" y="1019"/>
                    <a:pt x="3682" y="1019"/>
                  </a:cubicBezTo>
                  <a:close/>
                  <a:moveTo>
                    <a:pt x="3702" y="999"/>
                  </a:moveTo>
                  <a:cubicBezTo>
                    <a:pt x="3700" y="999"/>
                    <a:pt x="3698" y="998"/>
                    <a:pt x="3696" y="996"/>
                  </a:cubicBezTo>
                  <a:cubicBezTo>
                    <a:pt x="3695" y="995"/>
                    <a:pt x="3694" y="993"/>
                    <a:pt x="3694" y="990"/>
                  </a:cubicBezTo>
                  <a:cubicBezTo>
                    <a:pt x="3694" y="988"/>
                    <a:pt x="3695" y="986"/>
                    <a:pt x="3696" y="984"/>
                  </a:cubicBezTo>
                  <a:cubicBezTo>
                    <a:pt x="3718" y="963"/>
                    <a:pt x="3741" y="940"/>
                    <a:pt x="3764" y="916"/>
                  </a:cubicBezTo>
                  <a:cubicBezTo>
                    <a:pt x="3764" y="916"/>
                    <a:pt x="3764" y="916"/>
                    <a:pt x="3764" y="916"/>
                  </a:cubicBezTo>
                  <a:cubicBezTo>
                    <a:pt x="3764" y="916"/>
                    <a:pt x="3764" y="916"/>
                    <a:pt x="3764" y="916"/>
                  </a:cubicBezTo>
                  <a:cubicBezTo>
                    <a:pt x="3764" y="916"/>
                    <a:pt x="3764" y="916"/>
                    <a:pt x="3764" y="916"/>
                  </a:cubicBezTo>
                  <a:cubicBezTo>
                    <a:pt x="3789" y="890"/>
                    <a:pt x="3815" y="862"/>
                    <a:pt x="3841" y="834"/>
                  </a:cubicBezTo>
                  <a:cubicBezTo>
                    <a:pt x="3844" y="830"/>
                    <a:pt x="3849" y="830"/>
                    <a:pt x="3853" y="833"/>
                  </a:cubicBezTo>
                  <a:cubicBezTo>
                    <a:pt x="3856" y="836"/>
                    <a:pt x="3856" y="841"/>
                    <a:pt x="3853" y="845"/>
                  </a:cubicBezTo>
                  <a:cubicBezTo>
                    <a:pt x="3827" y="873"/>
                    <a:pt x="3801" y="901"/>
                    <a:pt x="3776" y="928"/>
                  </a:cubicBezTo>
                  <a:cubicBezTo>
                    <a:pt x="3776" y="928"/>
                    <a:pt x="3776" y="928"/>
                    <a:pt x="3776" y="928"/>
                  </a:cubicBezTo>
                  <a:cubicBezTo>
                    <a:pt x="3753" y="952"/>
                    <a:pt x="3730" y="975"/>
                    <a:pt x="3708" y="996"/>
                  </a:cubicBezTo>
                  <a:cubicBezTo>
                    <a:pt x="3707" y="998"/>
                    <a:pt x="3704" y="999"/>
                    <a:pt x="3702" y="999"/>
                  </a:cubicBezTo>
                  <a:close/>
                  <a:moveTo>
                    <a:pt x="5811" y="932"/>
                  </a:moveTo>
                  <a:cubicBezTo>
                    <a:pt x="5807" y="932"/>
                    <a:pt x="5803" y="929"/>
                    <a:pt x="5802" y="925"/>
                  </a:cubicBezTo>
                  <a:cubicBezTo>
                    <a:pt x="5802" y="920"/>
                    <a:pt x="5806" y="916"/>
                    <a:pt x="5810" y="915"/>
                  </a:cubicBezTo>
                  <a:cubicBezTo>
                    <a:pt x="5811" y="915"/>
                    <a:pt x="5813" y="915"/>
                    <a:pt x="5814" y="915"/>
                  </a:cubicBezTo>
                  <a:cubicBezTo>
                    <a:pt x="5815" y="915"/>
                    <a:pt x="5816" y="915"/>
                    <a:pt x="5817" y="915"/>
                  </a:cubicBezTo>
                  <a:cubicBezTo>
                    <a:pt x="5818" y="915"/>
                    <a:pt x="5818" y="915"/>
                    <a:pt x="5819" y="915"/>
                  </a:cubicBezTo>
                  <a:cubicBezTo>
                    <a:pt x="5824" y="914"/>
                    <a:pt x="5824" y="914"/>
                    <a:pt x="5824" y="914"/>
                  </a:cubicBezTo>
                  <a:cubicBezTo>
                    <a:pt x="5826" y="914"/>
                    <a:pt x="5827" y="913"/>
                    <a:pt x="5829" y="913"/>
                  </a:cubicBezTo>
                  <a:cubicBezTo>
                    <a:pt x="5831" y="913"/>
                    <a:pt x="5833" y="913"/>
                    <a:pt x="5836" y="912"/>
                  </a:cubicBezTo>
                  <a:cubicBezTo>
                    <a:pt x="5837" y="912"/>
                    <a:pt x="5837" y="912"/>
                    <a:pt x="5837" y="912"/>
                  </a:cubicBezTo>
                  <a:cubicBezTo>
                    <a:pt x="5851" y="908"/>
                    <a:pt x="5851" y="908"/>
                    <a:pt x="5851" y="908"/>
                  </a:cubicBezTo>
                  <a:cubicBezTo>
                    <a:pt x="5866" y="904"/>
                    <a:pt x="5866" y="904"/>
                    <a:pt x="5866" y="904"/>
                  </a:cubicBezTo>
                  <a:cubicBezTo>
                    <a:pt x="5878" y="900"/>
                    <a:pt x="5890" y="896"/>
                    <a:pt x="5901" y="892"/>
                  </a:cubicBezTo>
                  <a:cubicBezTo>
                    <a:pt x="5909" y="889"/>
                    <a:pt x="5918" y="885"/>
                    <a:pt x="5926" y="881"/>
                  </a:cubicBezTo>
                  <a:cubicBezTo>
                    <a:pt x="5949" y="870"/>
                    <a:pt x="5974" y="857"/>
                    <a:pt x="6000" y="841"/>
                  </a:cubicBezTo>
                  <a:cubicBezTo>
                    <a:pt x="6004" y="839"/>
                    <a:pt x="6009" y="840"/>
                    <a:pt x="6011" y="844"/>
                  </a:cubicBezTo>
                  <a:cubicBezTo>
                    <a:pt x="6014" y="848"/>
                    <a:pt x="6013" y="853"/>
                    <a:pt x="6009" y="855"/>
                  </a:cubicBezTo>
                  <a:cubicBezTo>
                    <a:pt x="5983" y="871"/>
                    <a:pt x="5957" y="885"/>
                    <a:pt x="5933" y="897"/>
                  </a:cubicBezTo>
                  <a:cubicBezTo>
                    <a:pt x="5924" y="901"/>
                    <a:pt x="5915" y="904"/>
                    <a:pt x="5907" y="908"/>
                  </a:cubicBezTo>
                  <a:cubicBezTo>
                    <a:pt x="5895" y="912"/>
                    <a:pt x="5883" y="916"/>
                    <a:pt x="5871" y="920"/>
                  </a:cubicBezTo>
                  <a:cubicBezTo>
                    <a:pt x="5871" y="920"/>
                    <a:pt x="5871" y="920"/>
                    <a:pt x="5871" y="920"/>
                  </a:cubicBezTo>
                  <a:cubicBezTo>
                    <a:pt x="5856" y="925"/>
                    <a:pt x="5856" y="925"/>
                    <a:pt x="5856" y="925"/>
                  </a:cubicBezTo>
                  <a:cubicBezTo>
                    <a:pt x="5840" y="928"/>
                    <a:pt x="5840" y="928"/>
                    <a:pt x="5840" y="928"/>
                  </a:cubicBezTo>
                  <a:cubicBezTo>
                    <a:pt x="5836" y="929"/>
                    <a:pt x="5833" y="930"/>
                    <a:pt x="5831" y="930"/>
                  </a:cubicBezTo>
                  <a:cubicBezTo>
                    <a:pt x="5830" y="930"/>
                    <a:pt x="5828" y="930"/>
                    <a:pt x="5827" y="931"/>
                  </a:cubicBezTo>
                  <a:cubicBezTo>
                    <a:pt x="5821" y="932"/>
                    <a:pt x="5821" y="932"/>
                    <a:pt x="5821" y="932"/>
                  </a:cubicBezTo>
                  <a:cubicBezTo>
                    <a:pt x="5819" y="932"/>
                    <a:pt x="5818" y="932"/>
                    <a:pt x="5817" y="932"/>
                  </a:cubicBezTo>
                  <a:cubicBezTo>
                    <a:pt x="5816" y="932"/>
                    <a:pt x="5816" y="932"/>
                    <a:pt x="5815" y="932"/>
                  </a:cubicBezTo>
                  <a:cubicBezTo>
                    <a:pt x="5814" y="932"/>
                    <a:pt x="5813" y="932"/>
                    <a:pt x="5812" y="932"/>
                  </a:cubicBezTo>
                  <a:cubicBezTo>
                    <a:pt x="5811" y="932"/>
                    <a:pt x="5811" y="932"/>
                    <a:pt x="5811" y="932"/>
                  </a:cubicBezTo>
                  <a:close/>
                  <a:moveTo>
                    <a:pt x="5783" y="931"/>
                  </a:moveTo>
                  <a:cubicBezTo>
                    <a:pt x="5782" y="931"/>
                    <a:pt x="5782" y="931"/>
                    <a:pt x="5781" y="931"/>
                  </a:cubicBezTo>
                  <a:cubicBezTo>
                    <a:pt x="5779" y="931"/>
                    <a:pt x="5777" y="930"/>
                    <a:pt x="5776" y="928"/>
                  </a:cubicBezTo>
                  <a:cubicBezTo>
                    <a:pt x="5775" y="926"/>
                    <a:pt x="5774" y="924"/>
                    <a:pt x="5774" y="921"/>
                  </a:cubicBezTo>
                  <a:cubicBezTo>
                    <a:pt x="5775" y="917"/>
                    <a:pt x="5780" y="914"/>
                    <a:pt x="5784" y="915"/>
                  </a:cubicBezTo>
                  <a:cubicBezTo>
                    <a:pt x="5786" y="915"/>
                    <a:pt x="5788" y="916"/>
                    <a:pt x="5790" y="918"/>
                  </a:cubicBezTo>
                  <a:cubicBezTo>
                    <a:pt x="5791" y="920"/>
                    <a:pt x="5792" y="922"/>
                    <a:pt x="5791" y="924"/>
                  </a:cubicBezTo>
                  <a:cubicBezTo>
                    <a:pt x="5790" y="928"/>
                    <a:pt x="5787" y="931"/>
                    <a:pt x="5783" y="931"/>
                  </a:cubicBezTo>
                  <a:close/>
                  <a:moveTo>
                    <a:pt x="5756" y="923"/>
                  </a:moveTo>
                  <a:cubicBezTo>
                    <a:pt x="5755" y="923"/>
                    <a:pt x="5753" y="923"/>
                    <a:pt x="5752" y="923"/>
                  </a:cubicBezTo>
                  <a:cubicBezTo>
                    <a:pt x="5746" y="920"/>
                    <a:pt x="5739" y="916"/>
                    <a:pt x="5732" y="912"/>
                  </a:cubicBezTo>
                  <a:cubicBezTo>
                    <a:pt x="5727" y="909"/>
                    <a:pt x="5727" y="909"/>
                    <a:pt x="5727" y="909"/>
                  </a:cubicBezTo>
                  <a:cubicBezTo>
                    <a:pt x="5725" y="908"/>
                    <a:pt x="5724" y="907"/>
                    <a:pt x="5722" y="907"/>
                  </a:cubicBezTo>
                  <a:cubicBezTo>
                    <a:pt x="5722" y="906"/>
                    <a:pt x="5721" y="906"/>
                    <a:pt x="5721" y="905"/>
                  </a:cubicBezTo>
                  <a:cubicBezTo>
                    <a:pt x="5712" y="899"/>
                    <a:pt x="5712" y="899"/>
                    <a:pt x="5712" y="899"/>
                  </a:cubicBezTo>
                  <a:cubicBezTo>
                    <a:pt x="5709" y="897"/>
                    <a:pt x="5709" y="897"/>
                    <a:pt x="5709" y="897"/>
                  </a:cubicBezTo>
                  <a:cubicBezTo>
                    <a:pt x="5709" y="897"/>
                    <a:pt x="5709" y="897"/>
                    <a:pt x="5709" y="897"/>
                  </a:cubicBezTo>
                  <a:cubicBezTo>
                    <a:pt x="5697" y="888"/>
                    <a:pt x="5697" y="888"/>
                    <a:pt x="5697" y="888"/>
                  </a:cubicBezTo>
                  <a:cubicBezTo>
                    <a:pt x="5684" y="877"/>
                    <a:pt x="5684" y="877"/>
                    <a:pt x="5684" y="877"/>
                  </a:cubicBezTo>
                  <a:cubicBezTo>
                    <a:pt x="5682" y="876"/>
                    <a:pt x="5680" y="874"/>
                    <a:pt x="5678" y="872"/>
                  </a:cubicBezTo>
                  <a:cubicBezTo>
                    <a:pt x="5665" y="860"/>
                    <a:pt x="5665" y="860"/>
                    <a:pt x="5665" y="860"/>
                  </a:cubicBezTo>
                  <a:cubicBezTo>
                    <a:pt x="5659" y="854"/>
                    <a:pt x="5659" y="854"/>
                    <a:pt x="5659" y="854"/>
                  </a:cubicBezTo>
                  <a:cubicBezTo>
                    <a:pt x="5657" y="852"/>
                    <a:pt x="5656" y="851"/>
                    <a:pt x="5654" y="849"/>
                  </a:cubicBezTo>
                  <a:cubicBezTo>
                    <a:pt x="5651" y="847"/>
                    <a:pt x="5649" y="844"/>
                    <a:pt x="5646" y="841"/>
                  </a:cubicBezTo>
                  <a:cubicBezTo>
                    <a:pt x="5646" y="841"/>
                    <a:pt x="5646" y="841"/>
                    <a:pt x="5646" y="841"/>
                  </a:cubicBezTo>
                  <a:cubicBezTo>
                    <a:pt x="5633" y="828"/>
                    <a:pt x="5633" y="828"/>
                    <a:pt x="5633" y="828"/>
                  </a:cubicBezTo>
                  <a:cubicBezTo>
                    <a:pt x="5630" y="825"/>
                    <a:pt x="5627" y="821"/>
                    <a:pt x="5624" y="818"/>
                  </a:cubicBezTo>
                  <a:cubicBezTo>
                    <a:pt x="5623" y="817"/>
                    <a:pt x="5622" y="815"/>
                    <a:pt x="5621" y="814"/>
                  </a:cubicBezTo>
                  <a:cubicBezTo>
                    <a:pt x="5620" y="814"/>
                    <a:pt x="5620" y="814"/>
                    <a:pt x="5620" y="814"/>
                  </a:cubicBezTo>
                  <a:cubicBezTo>
                    <a:pt x="5619" y="812"/>
                    <a:pt x="5617" y="811"/>
                    <a:pt x="5616" y="809"/>
                  </a:cubicBezTo>
                  <a:cubicBezTo>
                    <a:pt x="5613" y="806"/>
                    <a:pt x="5610" y="803"/>
                    <a:pt x="5608" y="800"/>
                  </a:cubicBezTo>
                  <a:cubicBezTo>
                    <a:pt x="5605" y="797"/>
                    <a:pt x="5603" y="794"/>
                    <a:pt x="5601" y="792"/>
                  </a:cubicBezTo>
                  <a:cubicBezTo>
                    <a:pt x="5598" y="789"/>
                    <a:pt x="5596" y="786"/>
                    <a:pt x="5593" y="783"/>
                  </a:cubicBezTo>
                  <a:cubicBezTo>
                    <a:pt x="5590" y="780"/>
                    <a:pt x="5591" y="774"/>
                    <a:pt x="5594" y="771"/>
                  </a:cubicBezTo>
                  <a:cubicBezTo>
                    <a:pt x="5598" y="768"/>
                    <a:pt x="5603" y="769"/>
                    <a:pt x="5606" y="772"/>
                  </a:cubicBezTo>
                  <a:cubicBezTo>
                    <a:pt x="5609" y="775"/>
                    <a:pt x="5611" y="778"/>
                    <a:pt x="5614" y="781"/>
                  </a:cubicBezTo>
                  <a:cubicBezTo>
                    <a:pt x="5616" y="784"/>
                    <a:pt x="5618" y="786"/>
                    <a:pt x="5620" y="789"/>
                  </a:cubicBezTo>
                  <a:cubicBezTo>
                    <a:pt x="5623" y="792"/>
                    <a:pt x="5626" y="794"/>
                    <a:pt x="5628" y="797"/>
                  </a:cubicBezTo>
                  <a:cubicBezTo>
                    <a:pt x="5630" y="799"/>
                    <a:pt x="5632" y="801"/>
                    <a:pt x="5633" y="803"/>
                  </a:cubicBezTo>
                  <a:cubicBezTo>
                    <a:pt x="5633" y="803"/>
                    <a:pt x="5633" y="803"/>
                    <a:pt x="5633" y="803"/>
                  </a:cubicBezTo>
                  <a:cubicBezTo>
                    <a:pt x="5634" y="804"/>
                    <a:pt x="5636" y="805"/>
                    <a:pt x="5637" y="807"/>
                  </a:cubicBezTo>
                  <a:cubicBezTo>
                    <a:pt x="5640" y="810"/>
                    <a:pt x="5643" y="813"/>
                    <a:pt x="5646" y="816"/>
                  </a:cubicBezTo>
                  <a:cubicBezTo>
                    <a:pt x="5646" y="816"/>
                    <a:pt x="5646" y="816"/>
                    <a:pt x="5646" y="816"/>
                  </a:cubicBezTo>
                  <a:cubicBezTo>
                    <a:pt x="5659" y="830"/>
                    <a:pt x="5659" y="830"/>
                    <a:pt x="5659" y="830"/>
                  </a:cubicBezTo>
                  <a:cubicBezTo>
                    <a:pt x="5661" y="832"/>
                    <a:pt x="5663" y="835"/>
                    <a:pt x="5666" y="837"/>
                  </a:cubicBezTo>
                  <a:cubicBezTo>
                    <a:pt x="5667" y="838"/>
                    <a:pt x="5669" y="840"/>
                    <a:pt x="5671" y="842"/>
                  </a:cubicBezTo>
                  <a:cubicBezTo>
                    <a:pt x="5689" y="859"/>
                    <a:pt x="5689" y="859"/>
                    <a:pt x="5689" y="859"/>
                  </a:cubicBezTo>
                  <a:cubicBezTo>
                    <a:pt x="5692" y="862"/>
                    <a:pt x="5694" y="863"/>
                    <a:pt x="5695" y="864"/>
                  </a:cubicBezTo>
                  <a:cubicBezTo>
                    <a:pt x="5695" y="864"/>
                    <a:pt x="5695" y="864"/>
                    <a:pt x="5695" y="864"/>
                  </a:cubicBezTo>
                  <a:cubicBezTo>
                    <a:pt x="5707" y="875"/>
                    <a:pt x="5707" y="875"/>
                    <a:pt x="5707" y="875"/>
                  </a:cubicBezTo>
                  <a:cubicBezTo>
                    <a:pt x="5722" y="886"/>
                    <a:pt x="5722" y="886"/>
                    <a:pt x="5722" y="886"/>
                  </a:cubicBezTo>
                  <a:cubicBezTo>
                    <a:pt x="5730" y="891"/>
                    <a:pt x="5730" y="891"/>
                    <a:pt x="5730" y="891"/>
                  </a:cubicBezTo>
                  <a:cubicBezTo>
                    <a:pt x="5731" y="892"/>
                    <a:pt x="5732" y="892"/>
                    <a:pt x="5733" y="893"/>
                  </a:cubicBezTo>
                  <a:cubicBezTo>
                    <a:pt x="5734" y="894"/>
                    <a:pt x="5734" y="894"/>
                    <a:pt x="5735" y="895"/>
                  </a:cubicBezTo>
                  <a:cubicBezTo>
                    <a:pt x="5741" y="898"/>
                    <a:pt x="5741" y="898"/>
                    <a:pt x="5741" y="898"/>
                  </a:cubicBezTo>
                  <a:cubicBezTo>
                    <a:pt x="5747" y="901"/>
                    <a:pt x="5753" y="904"/>
                    <a:pt x="5759" y="907"/>
                  </a:cubicBezTo>
                  <a:cubicBezTo>
                    <a:pt x="5763" y="909"/>
                    <a:pt x="5765" y="914"/>
                    <a:pt x="5764" y="918"/>
                  </a:cubicBezTo>
                  <a:cubicBezTo>
                    <a:pt x="5762" y="921"/>
                    <a:pt x="5759" y="923"/>
                    <a:pt x="5756" y="923"/>
                  </a:cubicBezTo>
                  <a:close/>
                  <a:moveTo>
                    <a:pt x="3118" y="869"/>
                  </a:moveTo>
                  <a:cubicBezTo>
                    <a:pt x="3115" y="869"/>
                    <a:pt x="3113" y="868"/>
                    <a:pt x="3111" y="866"/>
                  </a:cubicBezTo>
                  <a:cubicBezTo>
                    <a:pt x="3110" y="864"/>
                    <a:pt x="3109" y="862"/>
                    <a:pt x="3110" y="860"/>
                  </a:cubicBezTo>
                  <a:cubicBezTo>
                    <a:pt x="3110" y="857"/>
                    <a:pt x="3111" y="855"/>
                    <a:pt x="3113" y="854"/>
                  </a:cubicBezTo>
                  <a:cubicBezTo>
                    <a:pt x="3117" y="851"/>
                    <a:pt x="3122" y="852"/>
                    <a:pt x="3125" y="856"/>
                  </a:cubicBezTo>
                  <a:cubicBezTo>
                    <a:pt x="3125" y="856"/>
                    <a:pt x="3125" y="856"/>
                    <a:pt x="3125" y="856"/>
                  </a:cubicBezTo>
                  <a:cubicBezTo>
                    <a:pt x="3126" y="858"/>
                    <a:pt x="3127" y="860"/>
                    <a:pt x="3126" y="862"/>
                  </a:cubicBezTo>
                  <a:cubicBezTo>
                    <a:pt x="3126" y="864"/>
                    <a:pt x="3125" y="866"/>
                    <a:pt x="3123" y="868"/>
                  </a:cubicBezTo>
                  <a:cubicBezTo>
                    <a:pt x="3121" y="869"/>
                    <a:pt x="3120" y="869"/>
                    <a:pt x="3118" y="869"/>
                  </a:cubicBezTo>
                  <a:close/>
                  <a:moveTo>
                    <a:pt x="3101" y="846"/>
                  </a:moveTo>
                  <a:cubicBezTo>
                    <a:pt x="3099" y="846"/>
                    <a:pt x="3096" y="845"/>
                    <a:pt x="3094" y="843"/>
                  </a:cubicBezTo>
                  <a:cubicBezTo>
                    <a:pt x="3082" y="826"/>
                    <a:pt x="3067" y="806"/>
                    <a:pt x="3053" y="786"/>
                  </a:cubicBezTo>
                  <a:cubicBezTo>
                    <a:pt x="3045" y="775"/>
                    <a:pt x="3036" y="763"/>
                    <a:pt x="3028" y="752"/>
                  </a:cubicBezTo>
                  <a:cubicBezTo>
                    <a:pt x="3028" y="752"/>
                    <a:pt x="3028" y="752"/>
                    <a:pt x="3028" y="752"/>
                  </a:cubicBezTo>
                  <a:cubicBezTo>
                    <a:pt x="3007" y="723"/>
                    <a:pt x="2988" y="698"/>
                    <a:pt x="2970" y="675"/>
                  </a:cubicBezTo>
                  <a:cubicBezTo>
                    <a:pt x="2969" y="673"/>
                    <a:pt x="2968" y="671"/>
                    <a:pt x="2969" y="668"/>
                  </a:cubicBezTo>
                  <a:cubicBezTo>
                    <a:pt x="2969" y="666"/>
                    <a:pt x="2970" y="664"/>
                    <a:pt x="2972" y="663"/>
                  </a:cubicBezTo>
                  <a:cubicBezTo>
                    <a:pt x="2976" y="660"/>
                    <a:pt x="2981" y="661"/>
                    <a:pt x="2984" y="664"/>
                  </a:cubicBezTo>
                  <a:cubicBezTo>
                    <a:pt x="3002" y="688"/>
                    <a:pt x="3020" y="713"/>
                    <a:pt x="3041" y="742"/>
                  </a:cubicBezTo>
                  <a:cubicBezTo>
                    <a:pt x="3049" y="752"/>
                    <a:pt x="3057" y="763"/>
                    <a:pt x="3066" y="776"/>
                  </a:cubicBezTo>
                  <a:cubicBezTo>
                    <a:pt x="3077" y="790"/>
                    <a:pt x="3088" y="806"/>
                    <a:pt x="3099" y="820"/>
                  </a:cubicBezTo>
                  <a:cubicBezTo>
                    <a:pt x="3108" y="833"/>
                    <a:pt x="3108" y="833"/>
                    <a:pt x="3108" y="833"/>
                  </a:cubicBezTo>
                  <a:cubicBezTo>
                    <a:pt x="3111" y="837"/>
                    <a:pt x="3110" y="842"/>
                    <a:pt x="3106" y="845"/>
                  </a:cubicBezTo>
                  <a:cubicBezTo>
                    <a:pt x="3105" y="846"/>
                    <a:pt x="3103" y="846"/>
                    <a:pt x="3101" y="846"/>
                  </a:cubicBezTo>
                  <a:close/>
                  <a:moveTo>
                    <a:pt x="6028" y="842"/>
                  </a:moveTo>
                  <a:cubicBezTo>
                    <a:pt x="6025" y="842"/>
                    <a:pt x="6023" y="840"/>
                    <a:pt x="6021" y="838"/>
                  </a:cubicBezTo>
                  <a:cubicBezTo>
                    <a:pt x="6020" y="836"/>
                    <a:pt x="6019" y="834"/>
                    <a:pt x="6020" y="831"/>
                  </a:cubicBezTo>
                  <a:cubicBezTo>
                    <a:pt x="6020" y="829"/>
                    <a:pt x="6021" y="827"/>
                    <a:pt x="6023" y="826"/>
                  </a:cubicBezTo>
                  <a:cubicBezTo>
                    <a:pt x="6027" y="823"/>
                    <a:pt x="6033" y="825"/>
                    <a:pt x="6035" y="828"/>
                  </a:cubicBezTo>
                  <a:cubicBezTo>
                    <a:pt x="6036" y="830"/>
                    <a:pt x="6037" y="833"/>
                    <a:pt x="6036" y="835"/>
                  </a:cubicBezTo>
                  <a:cubicBezTo>
                    <a:pt x="6036" y="837"/>
                    <a:pt x="6035" y="839"/>
                    <a:pt x="6033" y="840"/>
                  </a:cubicBezTo>
                  <a:cubicBezTo>
                    <a:pt x="6031" y="841"/>
                    <a:pt x="6030" y="842"/>
                    <a:pt x="6028" y="842"/>
                  </a:cubicBezTo>
                  <a:close/>
                  <a:moveTo>
                    <a:pt x="3866" y="827"/>
                  </a:moveTo>
                  <a:cubicBezTo>
                    <a:pt x="3864" y="827"/>
                    <a:pt x="3862" y="826"/>
                    <a:pt x="3860" y="825"/>
                  </a:cubicBezTo>
                  <a:cubicBezTo>
                    <a:pt x="3859" y="823"/>
                    <a:pt x="3858" y="821"/>
                    <a:pt x="3857" y="819"/>
                  </a:cubicBezTo>
                  <a:cubicBezTo>
                    <a:pt x="3857" y="816"/>
                    <a:pt x="3858" y="814"/>
                    <a:pt x="3860" y="813"/>
                  </a:cubicBezTo>
                  <a:cubicBezTo>
                    <a:pt x="3860" y="812"/>
                    <a:pt x="3860" y="812"/>
                    <a:pt x="3860" y="812"/>
                  </a:cubicBezTo>
                  <a:cubicBezTo>
                    <a:pt x="3860" y="812"/>
                    <a:pt x="3860" y="812"/>
                    <a:pt x="3860" y="812"/>
                  </a:cubicBezTo>
                  <a:cubicBezTo>
                    <a:pt x="3863" y="809"/>
                    <a:pt x="3868" y="809"/>
                    <a:pt x="3872" y="812"/>
                  </a:cubicBezTo>
                  <a:cubicBezTo>
                    <a:pt x="3873" y="813"/>
                    <a:pt x="3874" y="816"/>
                    <a:pt x="3874" y="818"/>
                  </a:cubicBezTo>
                  <a:cubicBezTo>
                    <a:pt x="3874" y="820"/>
                    <a:pt x="3874" y="822"/>
                    <a:pt x="3872" y="824"/>
                  </a:cubicBezTo>
                  <a:cubicBezTo>
                    <a:pt x="3872" y="824"/>
                    <a:pt x="3872" y="824"/>
                    <a:pt x="3872" y="824"/>
                  </a:cubicBezTo>
                  <a:cubicBezTo>
                    <a:pt x="3872" y="824"/>
                    <a:pt x="3872" y="824"/>
                    <a:pt x="3872" y="824"/>
                  </a:cubicBezTo>
                  <a:cubicBezTo>
                    <a:pt x="3871" y="826"/>
                    <a:pt x="3868" y="827"/>
                    <a:pt x="3866" y="827"/>
                  </a:cubicBezTo>
                  <a:close/>
                  <a:moveTo>
                    <a:pt x="6051" y="826"/>
                  </a:moveTo>
                  <a:cubicBezTo>
                    <a:pt x="6049" y="826"/>
                    <a:pt x="6046" y="824"/>
                    <a:pt x="6044" y="822"/>
                  </a:cubicBezTo>
                  <a:cubicBezTo>
                    <a:pt x="6043" y="820"/>
                    <a:pt x="6043" y="818"/>
                    <a:pt x="6043" y="816"/>
                  </a:cubicBezTo>
                  <a:cubicBezTo>
                    <a:pt x="6043" y="813"/>
                    <a:pt x="6045" y="811"/>
                    <a:pt x="6047" y="810"/>
                  </a:cubicBezTo>
                  <a:cubicBezTo>
                    <a:pt x="6047" y="810"/>
                    <a:pt x="6047" y="810"/>
                    <a:pt x="6048" y="809"/>
                  </a:cubicBezTo>
                  <a:cubicBezTo>
                    <a:pt x="6048" y="809"/>
                    <a:pt x="6048" y="809"/>
                    <a:pt x="6048" y="809"/>
                  </a:cubicBezTo>
                  <a:cubicBezTo>
                    <a:pt x="6054" y="805"/>
                    <a:pt x="6059" y="802"/>
                    <a:pt x="6063" y="798"/>
                  </a:cubicBezTo>
                  <a:cubicBezTo>
                    <a:pt x="6063" y="798"/>
                    <a:pt x="6063" y="798"/>
                    <a:pt x="6063" y="798"/>
                  </a:cubicBezTo>
                  <a:cubicBezTo>
                    <a:pt x="6079" y="787"/>
                    <a:pt x="6079" y="787"/>
                    <a:pt x="6079" y="787"/>
                  </a:cubicBezTo>
                  <a:cubicBezTo>
                    <a:pt x="6082" y="784"/>
                    <a:pt x="6086" y="781"/>
                    <a:pt x="6089" y="779"/>
                  </a:cubicBezTo>
                  <a:cubicBezTo>
                    <a:pt x="6096" y="774"/>
                    <a:pt x="6103" y="769"/>
                    <a:pt x="6109" y="764"/>
                  </a:cubicBezTo>
                  <a:cubicBezTo>
                    <a:pt x="6109" y="763"/>
                    <a:pt x="6109" y="763"/>
                    <a:pt x="6109" y="763"/>
                  </a:cubicBezTo>
                  <a:cubicBezTo>
                    <a:pt x="6114" y="760"/>
                    <a:pt x="6118" y="756"/>
                    <a:pt x="6123" y="753"/>
                  </a:cubicBezTo>
                  <a:cubicBezTo>
                    <a:pt x="6138" y="740"/>
                    <a:pt x="6154" y="727"/>
                    <a:pt x="6170" y="713"/>
                  </a:cubicBezTo>
                  <a:cubicBezTo>
                    <a:pt x="6183" y="702"/>
                    <a:pt x="6196" y="691"/>
                    <a:pt x="6209" y="680"/>
                  </a:cubicBezTo>
                  <a:cubicBezTo>
                    <a:pt x="6212" y="677"/>
                    <a:pt x="6218" y="677"/>
                    <a:pt x="6221" y="680"/>
                  </a:cubicBezTo>
                  <a:cubicBezTo>
                    <a:pt x="6222" y="682"/>
                    <a:pt x="6223" y="684"/>
                    <a:pt x="6223" y="686"/>
                  </a:cubicBezTo>
                  <a:cubicBezTo>
                    <a:pt x="6223" y="689"/>
                    <a:pt x="6222" y="691"/>
                    <a:pt x="6220" y="692"/>
                  </a:cubicBezTo>
                  <a:cubicBezTo>
                    <a:pt x="6207" y="704"/>
                    <a:pt x="6194" y="715"/>
                    <a:pt x="6181" y="726"/>
                  </a:cubicBezTo>
                  <a:cubicBezTo>
                    <a:pt x="6165" y="740"/>
                    <a:pt x="6149" y="753"/>
                    <a:pt x="6134" y="766"/>
                  </a:cubicBezTo>
                  <a:cubicBezTo>
                    <a:pt x="6129" y="770"/>
                    <a:pt x="6124" y="773"/>
                    <a:pt x="6120" y="777"/>
                  </a:cubicBezTo>
                  <a:cubicBezTo>
                    <a:pt x="6120" y="777"/>
                    <a:pt x="6120" y="777"/>
                    <a:pt x="6120" y="777"/>
                  </a:cubicBezTo>
                  <a:cubicBezTo>
                    <a:pt x="6113" y="782"/>
                    <a:pt x="6106" y="787"/>
                    <a:pt x="6100" y="792"/>
                  </a:cubicBezTo>
                  <a:cubicBezTo>
                    <a:pt x="6096" y="795"/>
                    <a:pt x="6092" y="798"/>
                    <a:pt x="6089" y="801"/>
                  </a:cubicBezTo>
                  <a:cubicBezTo>
                    <a:pt x="6089" y="801"/>
                    <a:pt x="6089" y="801"/>
                    <a:pt x="6089" y="801"/>
                  </a:cubicBezTo>
                  <a:cubicBezTo>
                    <a:pt x="6073" y="812"/>
                    <a:pt x="6073" y="812"/>
                    <a:pt x="6073" y="812"/>
                  </a:cubicBezTo>
                  <a:cubicBezTo>
                    <a:pt x="6073" y="812"/>
                    <a:pt x="6073" y="812"/>
                    <a:pt x="6073" y="812"/>
                  </a:cubicBezTo>
                  <a:cubicBezTo>
                    <a:pt x="6068" y="816"/>
                    <a:pt x="6063" y="819"/>
                    <a:pt x="6058" y="823"/>
                  </a:cubicBezTo>
                  <a:cubicBezTo>
                    <a:pt x="6058" y="823"/>
                    <a:pt x="6058" y="823"/>
                    <a:pt x="6058" y="823"/>
                  </a:cubicBezTo>
                  <a:cubicBezTo>
                    <a:pt x="6057" y="823"/>
                    <a:pt x="6057" y="824"/>
                    <a:pt x="6056" y="824"/>
                  </a:cubicBezTo>
                  <a:cubicBezTo>
                    <a:pt x="6055" y="825"/>
                    <a:pt x="6053" y="826"/>
                    <a:pt x="6051" y="826"/>
                  </a:cubicBezTo>
                  <a:close/>
                  <a:moveTo>
                    <a:pt x="3885" y="806"/>
                  </a:moveTo>
                  <a:cubicBezTo>
                    <a:pt x="3883" y="806"/>
                    <a:pt x="3881" y="805"/>
                    <a:pt x="3879" y="803"/>
                  </a:cubicBezTo>
                  <a:cubicBezTo>
                    <a:pt x="3877" y="802"/>
                    <a:pt x="3876" y="800"/>
                    <a:pt x="3876" y="798"/>
                  </a:cubicBezTo>
                  <a:cubicBezTo>
                    <a:pt x="3876" y="795"/>
                    <a:pt x="3877" y="793"/>
                    <a:pt x="3878" y="792"/>
                  </a:cubicBezTo>
                  <a:cubicBezTo>
                    <a:pt x="3880" y="790"/>
                    <a:pt x="3881" y="789"/>
                    <a:pt x="3882" y="787"/>
                  </a:cubicBezTo>
                  <a:cubicBezTo>
                    <a:pt x="3902" y="765"/>
                    <a:pt x="3922" y="741"/>
                    <a:pt x="3941" y="719"/>
                  </a:cubicBezTo>
                  <a:cubicBezTo>
                    <a:pt x="3966" y="690"/>
                    <a:pt x="3990" y="661"/>
                    <a:pt x="4013" y="632"/>
                  </a:cubicBezTo>
                  <a:cubicBezTo>
                    <a:pt x="4016" y="628"/>
                    <a:pt x="4021" y="628"/>
                    <a:pt x="4025" y="631"/>
                  </a:cubicBezTo>
                  <a:cubicBezTo>
                    <a:pt x="4029" y="634"/>
                    <a:pt x="4029" y="639"/>
                    <a:pt x="4026" y="643"/>
                  </a:cubicBezTo>
                  <a:cubicBezTo>
                    <a:pt x="4003" y="671"/>
                    <a:pt x="3979" y="701"/>
                    <a:pt x="3954" y="730"/>
                  </a:cubicBezTo>
                  <a:cubicBezTo>
                    <a:pt x="3935" y="753"/>
                    <a:pt x="3915" y="776"/>
                    <a:pt x="3895" y="799"/>
                  </a:cubicBezTo>
                  <a:cubicBezTo>
                    <a:pt x="3894" y="800"/>
                    <a:pt x="3893" y="801"/>
                    <a:pt x="3892" y="801"/>
                  </a:cubicBezTo>
                  <a:cubicBezTo>
                    <a:pt x="3891" y="803"/>
                    <a:pt x="3891" y="803"/>
                    <a:pt x="3891" y="803"/>
                  </a:cubicBezTo>
                  <a:cubicBezTo>
                    <a:pt x="3889" y="805"/>
                    <a:pt x="3887" y="806"/>
                    <a:pt x="3885" y="806"/>
                  </a:cubicBezTo>
                  <a:close/>
                  <a:moveTo>
                    <a:pt x="5581" y="765"/>
                  </a:moveTo>
                  <a:cubicBezTo>
                    <a:pt x="5579" y="765"/>
                    <a:pt x="5576" y="764"/>
                    <a:pt x="5575" y="762"/>
                  </a:cubicBezTo>
                  <a:cubicBezTo>
                    <a:pt x="5573" y="760"/>
                    <a:pt x="5573" y="758"/>
                    <a:pt x="5573" y="755"/>
                  </a:cubicBezTo>
                  <a:cubicBezTo>
                    <a:pt x="5573" y="753"/>
                    <a:pt x="5574" y="751"/>
                    <a:pt x="5576" y="750"/>
                  </a:cubicBezTo>
                  <a:cubicBezTo>
                    <a:pt x="5579" y="747"/>
                    <a:pt x="5585" y="747"/>
                    <a:pt x="5588" y="751"/>
                  </a:cubicBezTo>
                  <a:cubicBezTo>
                    <a:pt x="5589" y="752"/>
                    <a:pt x="5590" y="755"/>
                    <a:pt x="5590" y="757"/>
                  </a:cubicBezTo>
                  <a:cubicBezTo>
                    <a:pt x="5590" y="759"/>
                    <a:pt x="5589" y="761"/>
                    <a:pt x="5587" y="763"/>
                  </a:cubicBezTo>
                  <a:cubicBezTo>
                    <a:pt x="5585" y="764"/>
                    <a:pt x="5583" y="765"/>
                    <a:pt x="5581" y="765"/>
                  </a:cubicBezTo>
                  <a:close/>
                  <a:moveTo>
                    <a:pt x="5563" y="743"/>
                  </a:moveTo>
                  <a:cubicBezTo>
                    <a:pt x="5561" y="743"/>
                    <a:pt x="5558" y="742"/>
                    <a:pt x="5557" y="740"/>
                  </a:cubicBezTo>
                  <a:cubicBezTo>
                    <a:pt x="5556" y="739"/>
                    <a:pt x="5556" y="739"/>
                    <a:pt x="5556" y="739"/>
                  </a:cubicBezTo>
                  <a:cubicBezTo>
                    <a:pt x="5550" y="732"/>
                    <a:pt x="5544" y="724"/>
                    <a:pt x="5538" y="717"/>
                  </a:cubicBezTo>
                  <a:cubicBezTo>
                    <a:pt x="5535" y="714"/>
                    <a:pt x="5532" y="710"/>
                    <a:pt x="5530" y="707"/>
                  </a:cubicBezTo>
                  <a:cubicBezTo>
                    <a:pt x="5517" y="691"/>
                    <a:pt x="5504" y="675"/>
                    <a:pt x="5492" y="660"/>
                  </a:cubicBezTo>
                  <a:cubicBezTo>
                    <a:pt x="5485" y="652"/>
                    <a:pt x="5485" y="652"/>
                    <a:pt x="5485" y="652"/>
                  </a:cubicBezTo>
                  <a:cubicBezTo>
                    <a:pt x="5464" y="625"/>
                    <a:pt x="5445" y="601"/>
                    <a:pt x="5425" y="577"/>
                  </a:cubicBezTo>
                  <a:cubicBezTo>
                    <a:pt x="5424" y="575"/>
                    <a:pt x="5423" y="573"/>
                    <a:pt x="5423" y="571"/>
                  </a:cubicBezTo>
                  <a:cubicBezTo>
                    <a:pt x="5423" y="569"/>
                    <a:pt x="5424" y="567"/>
                    <a:pt x="5426" y="565"/>
                  </a:cubicBezTo>
                  <a:cubicBezTo>
                    <a:pt x="5430" y="562"/>
                    <a:pt x="5435" y="563"/>
                    <a:pt x="5438" y="566"/>
                  </a:cubicBezTo>
                  <a:cubicBezTo>
                    <a:pt x="5459" y="592"/>
                    <a:pt x="5480" y="618"/>
                    <a:pt x="5499" y="641"/>
                  </a:cubicBezTo>
                  <a:cubicBezTo>
                    <a:pt x="5501" y="644"/>
                    <a:pt x="5501" y="644"/>
                    <a:pt x="5501" y="644"/>
                  </a:cubicBezTo>
                  <a:cubicBezTo>
                    <a:pt x="5514" y="661"/>
                    <a:pt x="5529" y="679"/>
                    <a:pt x="5543" y="696"/>
                  </a:cubicBezTo>
                  <a:cubicBezTo>
                    <a:pt x="5546" y="699"/>
                    <a:pt x="5549" y="703"/>
                    <a:pt x="5552" y="707"/>
                  </a:cubicBezTo>
                  <a:cubicBezTo>
                    <a:pt x="5557" y="714"/>
                    <a:pt x="5563" y="721"/>
                    <a:pt x="5569" y="728"/>
                  </a:cubicBezTo>
                  <a:cubicBezTo>
                    <a:pt x="5570" y="729"/>
                    <a:pt x="5570" y="729"/>
                    <a:pt x="5570" y="729"/>
                  </a:cubicBezTo>
                  <a:cubicBezTo>
                    <a:pt x="5571" y="731"/>
                    <a:pt x="5572" y="733"/>
                    <a:pt x="5572" y="735"/>
                  </a:cubicBezTo>
                  <a:cubicBezTo>
                    <a:pt x="5572" y="737"/>
                    <a:pt x="5570" y="740"/>
                    <a:pt x="5569" y="741"/>
                  </a:cubicBezTo>
                  <a:cubicBezTo>
                    <a:pt x="5567" y="742"/>
                    <a:pt x="5565" y="743"/>
                    <a:pt x="5563" y="743"/>
                  </a:cubicBezTo>
                  <a:close/>
                  <a:moveTo>
                    <a:pt x="1202" y="703"/>
                  </a:moveTo>
                  <a:cubicBezTo>
                    <a:pt x="1201" y="703"/>
                    <a:pt x="1201" y="703"/>
                    <a:pt x="1201" y="703"/>
                  </a:cubicBezTo>
                  <a:cubicBezTo>
                    <a:pt x="1201" y="703"/>
                    <a:pt x="1201" y="703"/>
                    <a:pt x="1201" y="703"/>
                  </a:cubicBezTo>
                  <a:cubicBezTo>
                    <a:pt x="1200" y="703"/>
                    <a:pt x="1200" y="703"/>
                    <a:pt x="1200" y="703"/>
                  </a:cubicBezTo>
                  <a:cubicBezTo>
                    <a:pt x="1198" y="703"/>
                    <a:pt x="1195" y="703"/>
                    <a:pt x="1192" y="702"/>
                  </a:cubicBezTo>
                  <a:cubicBezTo>
                    <a:pt x="1184" y="700"/>
                    <a:pt x="1173" y="697"/>
                    <a:pt x="1160" y="691"/>
                  </a:cubicBezTo>
                  <a:cubicBezTo>
                    <a:pt x="1160" y="691"/>
                    <a:pt x="1160" y="691"/>
                    <a:pt x="1160" y="691"/>
                  </a:cubicBezTo>
                  <a:cubicBezTo>
                    <a:pt x="1148" y="686"/>
                    <a:pt x="1134" y="678"/>
                    <a:pt x="1119" y="669"/>
                  </a:cubicBezTo>
                  <a:cubicBezTo>
                    <a:pt x="1116" y="667"/>
                    <a:pt x="1113" y="665"/>
                    <a:pt x="1109" y="663"/>
                  </a:cubicBezTo>
                  <a:cubicBezTo>
                    <a:pt x="1107" y="661"/>
                    <a:pt x="1106" y="659"/>
                    <a:pt x="1105" y="657"/>
                  </a:cubicBezTo>
                  <a:cubicBezTo>
                    <a:pt x="1105" y="655"/>
                    <a:pt x="1105" y="653"/>
                    <a:pt x="1107" y="651"/>
                  </a:cubicBezTo>
                  <a:cubicBezTo>
                    <a:pt x="1109" y="647"/>
                    <a:pt x="1114" y="646"/>
                    <a:pt x="1118" y="648"/>
                  </a:cubicBezTo>
                  <a:cubicBezTo>
                    <a:pt x="1122" y="651"/>
                    <a:pt x="1125" y="653"/>
                    <a:pt x="1128" y="655"/>
                  </a:cubicBezTo>
                  <a:cubicBezTo>
                    <a:pt x="1142" y="663"/>
                    <a:pt x="1156" y="671"/>
                    <a:pt x="1167" y="676"/>
                  </a:cubicBezTo>
                  <a:cubicBezTo>
                    <a:pt x="1167" y="676"/>
                    <a:pt x="1167" y="676"/>
                    <a:pt x="1167" y="676"/>
                  </a:cubicBezTo>
                  <a:cubicBezTo>
                    <a:pt x="1178" y="681"/>
                    <a:pt x="1188" y="684"/>
                    <a:pt x="1195" y="685"/>
                  </a:cubicBezTo>
                  <a:cubicBezTo>
                    <a:pt x="1195" y="685"/>
                    <a:pt x="1195" y="685"/>
                    <a:pt x="1195" y="685"/>
                  </a:cubicBezTo>
                  <a:cubicBezTo>
                    <a:pt x="1197" y="686"/>
                    <a:pt x="1199" y="686"/>
                    <a:pt x="1201" y="686"/>
                  </a:cubicBezTo>
                  <a:cubicBezTo>
                    <a:pt x="1202" y="686"/>
                    <a:pt x="1202" y="686"/>
                    <a:pt x="1202" y="686"/>
                  </a:cubicBezTo>
                  <a:cubicBezTo>
                    <a:pt x="1202" y="686"/>
                    <a:pt x="1202" y="686"/>
                    <a:pt x="1203" y="686"/>
                  </a:cubicBezTo>
                  <a:cubicBezTo>
                    <a:pt x="1204" y="686"/>
                    <a:pt x="1205" y="686"/>
                    <a:pt x="1207" y="686"/>
                  </a:cubicBezTo>
                  <a:cubicBezTo>
                    <a:pt x="1216" y="684"/>
                    <a:pt x="1216" y="684"/>
                    <a:pt x="1216" y="684"/>
                  </a:cubicBezTo>
                  <a:cubicBezTo>
                    <a:pt x="1226" y="682"/>
                    <a:pt x="1226" y="682"/>
                    <a:pt x="1226" y="682"/>
                  </a:cubicBezTo>
                  <a:cubicBezTo>
                    <a:pt x="1233" y="680"/>
                    <a:pt x="1241" y="678"/>
                    <a:pt x="1249" y="675"/>
                  </a:cubicBezTo>
                  <a:cubicBezTo>
                    <a:pt x="1266" y="670"/>
                    <a:pt x="1285" y="664"/>
                    <a:pt x="1306" y="655"/>
                  </a:cubicBezTo>
                  <a:cubicBezTo>
                    <a:pt x="1306" y="655"/>
                    <a:pt x="1306" y="655"/>
                    <a:pt x="1306" y="655"/>
                  </a:cubicBezTo>
                  <a:cubicBezTo>
                    <a:pt x="1306" y="655"/>
                    <a:pt x="1306" y="655"/>
                    <a:pt x="1306" y="655"/>
                  </a:cubicBezTo>
                  <a:cubicBezTo>
                    <a:pt x="1310" y="654"/>
                    <a:pt x="1315" y="656"/>
                    <a:pt x="1317" y="660"/>
                  </a:cubicBezTo>
                  <a:cubicBezTo>
                    <a:pt x="1319" y="664"/>
                    <a:pt x="1316" y="669"/>
                    <a:pt x="1312" y="671"/>
                  </a:cubicBezTo>
                  <a:cubicBezTo>
                    <a:pt x="1291" y="680"/>
                    <a:pt x="1272" y="686"/>
                    <a:pt x="1254" y="692"/>
                  </a:cubicBezTo>
                  <a:cubicBezTo>
                    <a:pt x="1245" y="694"/>
                    <a:pt x="1237" y="697"/>
                    <a:pt x="1230" y="698"/>
                  </a:cubicBezTo>
                  <a:cubicBezTo>
                    <a:pt x="1230" y="698"/>
                    <a:pt x="1230" y="698"/>
                    <a:pt x="1230" y="698"/>
                  </a:cubicBezTo>
                  <a:cubicBezTo>
                    <a:pt x="1219" y="701"/>
                    <a:pt x="1219" y="701"/>
                    <a:pt x="1219" y="701"/>
                  </a:cubicBezTo>
                  <a:cubicBezTo>
                    <a:pt x="1208" y="703"/>
                    <a:pt x="1208" y="703"/>
                    <a:pt x="1208" y="703"/>
                  </a:cubicBezTo>
                  <a:cubicBezTo>
                    <a:pt x="1207" y="703"/>
                    <a:pt x="1205" y="703"/>
                    <a:pt x="1202" y="703"/>
                  </a:cubicBezTo>
                  <a:close/>
                  <a:moveTo>
                    <a:pt x="6236" y="676"/>
                  </a:moveTo>
                  <a:cubicBezTo>
                    <a:pt x="6233" y="676"/>
                    <a:pt x="6231" y="675"/>
                    <a:pt x="6229" y="673"/>
                  </a:cubicBezTo>
                  <a:cubicBezTo>
                    <a:pt x="6226" y="669"/>
                    <a:pt x="6226" y="664"/>
                    <a:pt x="6230" y="661"/>
                  </a:cubicBezTo>
                  <a:cubicBezTo>
                    <a:pt x="6233" y="658"/>
                    <a:pt x="6239" y="658"/>
                    <a:pt x="6242" y="661"/>
                  </a:cubicBezTo>
                  <a:cubicBezTo>
                    <a:pt x="6243" y="663"/>
                    <a:pt x="6244" y="665"/>
                    <a:pt x="6244" y="668"/>
                  </a:cubicBezTo>
                  <a:cubicBezTo>
                    <a:pt x="6244" y="670"/>
                    <a:pt x="6243" y="672"/>
                    <a:pt x="6241" y="673"/>
                  </a:cubicBezTo>
                  <a:cubicBezTo>
                    <a:pt x="6240" y="675"/>
                    <a:pt x="6238" y="676"/>
                    <a:pt x="6236" y="676"/>
                  </a:cubicBezTo>
                  <a:close/>
                  <a:moveTo>
                    <a:pt x="1335" y="661"/>
                  </a:moveTo>
                  <a:cubicBezTo>
                    <a:pt x="1332" y="661"/>
                    <a:pt x="1329" y="659"/>
                    <a:pt x="1327" y="656"/>
                  </a:cubicBezTo>
                  <a:cubicBezTo>
                    <a:pt x="1326" y="654"/>
                    <a:pt x="1326" y="651"/>
                    <a:pt x="1327" y="649"/>
                  </a:cubicBezTo>
                  <a:cubicBezTo>
                    <a:pt x="1328" y="647"/>
                    <a:pt x="1330" y="646"/>
                    <a:pt x="1332" y="645"/>
                  </a:cubicBezTo>
                  <a:cubicBezTo>
                    <a:pt x="1332" y="645"/>
                    <a:pt x="1332" y="645"/>
                    <a:pt x="1332" y="645"/>
                  </a:cubicBezTo>
                  <a:cubicBezTo>
                    <a:pt x="1332" y="645"/>
                    <a:pt x="1332" y="645"/>
                    <a:pt x="1332" y="645"/>
                  </a:cubicBezTo>
                  <a:cubicBezTo>
                    <a:pt x="1336" y="643"/>
                    <a:pt x="1341" y="645"/>
                    <a:pt x="1343" y="649"/>
                  </a:cubicBezTo>
                  <a:cubicBezTo>
                    <a:pt x="1345" y="654"/>
                    <a:pt x="1343" y="659"/>
                    <a:pt x="1338" y="660"/>
                  </a:cubicBezTo>
                  <a:cubicBezTo>
                    <a:pt x="1337" y="661"/>
                    <a:pt x="1336" y="661"/>
                    <a:pt x="1335" y="661"/>
                  </a:cubicBezTo>
                  <a:close/>
                  <a:moveTo>
                    <a:pt x="6256" y="657"/>
                  </a:moveTo>
                  <a:cubicBezTo>
                    <a:pt x="6254" y="657"/>
                    <a:pt x="6252" y="656"/>
                    <a:pt x="6250" y="654"/>
                  </a:cubicBezTo>
                  <a:cubicBezTo>
                    <a:pt x="6247" y="650"/>
                    <a:pt x="6247" y="645"/>
                    <a:pt x="6251" y="642"/>
                  </a:cubicBezTo>
                  <a:cubicBezTo>
                    <a:pt x="6276" y="619"/>
                    <a:pt x="6300" y="596"/>
                    <a:pt x="6321" y="577"/>
                  </a:cubicBezTo>
                  <a:cubicBezTo>
                    <a:pt x="6321" y="577"/>
                    <a:pt x="6321" y="577"/>
                    <a:pt x="6321" y="577"/>
                  </a:cubicBezTo>
                  <a:cubicBezTo>
                    <a:pt x="6321" y="577"/>
                    <a:pt x="6321" y="576"/>
                    <a:pt x="6322" y="576"/>
                  </a:cubicBezTo>
                  <a:cubicBezTo>
                    <a:pt x="6331" y="568"/>
                    <a:pt x="6340" y="559"/>
                    <a:pt x="6349" y="550"/>
                  </a:cubicBezTo>
                  <a:cubicBezTo>
                    <a:pt x="6367" y="534"/>
                    <a:pt x="6386" y="516"/>
                    <a:pt x="6404" y="499"/>
                  </a:cubicBezTo>
                  <a:cubicBezTo>
                    <a:pt x="6404" y="499"/>
                    <a:pt x="6404" y="499"/>
                    <a:pt x="6404" y="499"/>
                  </a:cubicBezTo>
                  <a:cubicBezTo>
                    <a:pt x="6404" y="499"/>
                    <a:pt x="6404" y="499"/>
                    <a:pt x="6404" y="499"/>
                  </a:cubicBezTo>
                  <a:cubicBezTo>
                    <a:pt x="6408" y="496"/>
                    <a:pt x="6413" y="497"/>
                    <a:pt x="6416" y="500"/>
                  </a:cubicBezTo>
                  <a:cubicBezTo>
                    <a:pt x="6417" y="501"/>
                    <a:pt x="6418" y="504"/>
                    <a:pt x="6418" y="506"/>
                  </a:cubicBezTo>
                  <a:cubicBezTo>
                    <a:pt x="6418" y="508"/>
                    <a:pt x="6417" y="510"/>
                    <a:pt x="6416" y="512"/>
                  </a:cubicBezTo>
                  <a:cubicBezTo>
                    <a:pt x="6398" y="528"/>
                    <a:pt x="6381" y="544"/>
                    <a:pt x="6364" y="560"/>
                  </a:cubicBezTo>
                  <a:cubicBezTo>
                    <a:pt x="6353" y="570"/>
                    <a:pt x="6343" y="579"/>
                    <a:pt x="6333" y="589"/>
                  </a:cubicBezTo>
                  <a:cubicBezTo>
                    <a:pt x="6333" y="589"/>
                    <a:pt x="6333" y="589"/>
                    <a:pt x="6333" y="589"/>
                  </a:cubicBezTo>
                  <a:cubicBezTo>
                    <a:pt x="6312" y="609"/>
                    <a:pt x="6287" y="632"/>
                    <a:pt x="6262" y="654"/>
                  </a:cubicBezTo>
                  <a:cubicBezTo>
                    <a:pt x="6261" y="656"/>
                    <a:pt x="6259" y="657"/>
                    <a:pt x="6256" y="657"/>
                  </a:cubicBezTo>
                  <a:close/>
                  <a:moveTo>
                    <a:pt x="2960" y="655"/>
                  </a:moveTo>
                  <a:cubicBezTo>
                    <a:pt x="2957" y="655"/>
                    <a:pt x="2955" y="654"/>
                    <a:pt x="2953" y="652"/>
                  </a:cubicBezTo>
                  <a:cubicBezTo>
                    <a:pt x="2952" y="650"/>
                    <a:pt x="2951" y="648"/>
                    <a:pt x="2952" y="646"/>
                  </a:cubicBezTo>
                  <a:cubicBezTo>
                    <a:pt x="2952" y="644"/>
                    <a:pt x="2953" y="642"/>
                    <a:pt x="2955" y="640"/>
                  </a:cubicBezTo>
                  <a:cubicBezTo>
                    <a:pt x="2959" y="637"/>
                    <a:pt x="2964" y="638"/>
                    <a:pt x="2967" y="642"/>
                  </a:cubicBezTo>
                  <a:cubicBezTo>
                    <a:pt x="2970" y="646"/>
                    <a:pt x="2969" y="651"/>
                    <a:pt x="2965" y="654"/>
                  </a:cubicBezTo>
                  <a:cubicBezTo>
                    <a:pt x="2964" y="655"/>
                    <a:pt x="2962" y="655"/>
                    <a:pt x="2960" y="655"/>
                  </a:cubicBezTo>
                  <a:close/>
                  <a:moveTo>
                    <a:pt x="1361" y="650"/>
                  </a:moveTo>
                  <a:cubicBezTo>
                    <a:pt x="1358" y="650"/>
                    <a:pt x="1355" y="648"/>
                    <a:pt x="1353" y="645"/>
                  </a:cubicBezTo>
                  <a:cubicBezTo>
                    <a:pt x="1352" y="643"/>
                    <a:pt x="1352" y="640"/>
                    <a:pt x="1353" y="638"/>
                  </a:cubicBezTo>
                  <a:cubicBezTo>
                    <a:pt x="1354" y="636"/>
                    <a:pt x="1356" y="634"/>
                    <a:pt x="1358" y="634"/>
                  </a:cubicBezTo>
                  <a:cubicBezTo>
                    <a:pt x="1384" y="622"/>
                    <a:pt x="1412" y="609"/>
                    <a:pt x="1444" y="593"/>
                  </a:cubicBezTo>
                  <a:cubicBezTo>
                    <a:pt x="1478" y="576"/>
                    <a:pt x="1513" y="559"/>
                    <a:pt x="1545" y="542"/>
                  </a:cubicBezTo>
                  <a:cubicBezTo>
                    <a:pt x="1545" y="542"/>
                    <a:pt x="1545" y="542"/>
                    <a:pt x="1545" y="542"/>
                  </a:cubicBezTo>
                  <a:cubicBezTo>
                    <a:pt x="1550" y="540"/>
                    <a:pt x="1555" y="542"/>
                    <a:pt x="1557" y="546"/>
                  </a:cubicBezTo>
                  <a:cubicBezTo>
                    <a:pt x="1559" y="550"/>
                    <a:pt x="1557" y="555"/>
                    <a:pt x="1553" y="557"/>
                  </a:cubicBezTo>
                  <a:cubicBezTo>
                    <a:pt x="1521" y="574"/>
                    <a:pt x="1486" y="591"/>
                    <a:pt x="1452" y="608"/>
                  </a:cubicBezTo>
                  <a:cubicBezTo>
                    <a:pt x="1420" y="624"/>
                    <a:pt x="1391" y="637"/>
                    <a:pt x="1365" y="649"/>
                  </a:cubicBezTo>
                  <a:cubicBezTo>
                    <a:pt x="1363" y="650"/>
                    <a:pt x="1362" y="650"/>
                    <a:pt x="1361" y="650"/>
                  </a:cubicBezTo>
                  <a:close/>
                  <a:moveTo>
                    <a:pt x="1090" y="648"/>
                  </a:moveTo>
                  <a:cubicBezTo>
                    <a:pt x="1089" y="648"/>
                    <a:pt x="1087" y="648"/>
                    <a:pt x="1085" y="646"/>
                  </a:cubicBezTo>
                  <a:cubicBezTo>
                    <a:pt x="1085" y="646"/>
                    <a:pt x="1085" y="646"/>
                    <a:pt x="1085" y="646"/>
                  </a:cubicBezTo>
                  <a:cubicBezTo>
                    <a:pt x="1084" y="645"/>
                    <a:pt x="1082" y="643"/>
                    <a:pt x="1082" y="641"/>
                  </a:cubicBezTo>
                  <a:cubicBezTo>
                    <a:pt x="1082" y="639"/>
                    <a:pt x="1082" y="636"/>
                    <a:pt x="1083" y="635"/>
                  </a:cubicBezTo>
                  <a:cubicBezTo>
                    <a:pt x="1086" y="631"/>
                    <a:pt x="1092" y="630"/>
                    <a:pt x="1095" y="633"/>
                  </a:cubicBezTo>
                  <a:cubicBezTo>
                    <a:pt x="1095" y="633"/>
                    <a:pt x="1095" y="633"/>
                    <a:pt x="1095" y="633"/>
                  </a:cubicBezTo>
                  <a:cubicBezTo>
                    <a:pt x="1099" y="635"/>
                    <a:pt x="1100" y="641"/>
                    <a:pt x="1097" y="644"/>
                  </a:cubicBezTo>
                  <a:cubicBezTo>
                    <a:pt x="1096" y="647"/>
                    <a:pt x="1093" y="648"/>
                    <a:pt x="1090" y="648"/>
                  </a:cubicBezTo>
                  <a:close/>
                  <a:moveTo>
                    <a:pt x="2943" y="633"/>
                  </a:moveTo>
                  <a:cubicBezTo>
                    <a:pt x="2940" y="633"/>
                    <a:pt x="2938" y="632"/>
                    <a:pt x="2936" y="630"/>
                  </a:cubicBezTo>
                  <a:cubicBezTo>
                    <a:pt x="2921" y="611"/>
                    <a:pt x="2907" y="592"/>
                    <a:pt x="2892" y="574"/>
                  </a:cubicBezTo>
                  <a:cubicBezTo>
                    <a:pt x="2883" y="562"/>
                    <a:pt x="2874" y="552"/>
                    <a:pt x="2866" y="542"/>
                  </a:cubicBezTo>
                  <a:cubicBezTo>
                    <a:pt x="2845" y="517"/>
                    <a:pt x="2824" y="493"/>
                    <a:pt x="2804" y="470"/>
                  </a:cubicBezTo>
                  <a:cubicBezTo>
                    <a:pt x="2804" y="470"/>
                    <a:pt x="2803" y="470"/>
                    <a:pt x="2803" y="469"/>
                  </a:cubicBezTo>
                  <a:cubicBezTo>
                    <a:pt x="2801" y="468"/>
                    <a:pt x="2801" y="465"/>
                    <a:pt x="2801" y="463"/>
                  </a:cubicBezTo>
                  <a:cubicBezTo>
                    <a:pt x="2801" y="461"/>
                    <a:pt x="2802" y="459"/>
                    <a:pt x="2803" y="457"/>
                  </a:cubicBezTo>
                  <a:cubicBezTo>
                    <a:pt x="2807" y="454"/>
                    <a:pt x="2812" y="455"/>
                    <a:pt x="2815" y="458"/>
                  </a:cubicBezTo>
                  <a:cubicBezTo>
                    <a:pt x="2816" y="458"/>
                    <a:pt x="2816" y="458"/>
                    <a:pt x="2816" y="458"/>
                  </a:cubicBezTo>
                  <a:cubicBezTo>
                    <a:pt x="2816" y="459"/>
                    <a:pt x="2816" y="459"/>
                    <a:pt x="2817" y="459"/>
                  </a:cubicBezTo>
                  <a:cubicBezTo>
                    <a:pt x="2837" y="482"/>
                    <a:pt x="2857" y="505"/>
                    <a:pt x="2879" y="531"/>
                  </a:cubicBezTo>
                  <a:cubicBezTo>
                    <a:pt x="2887" y="541"/>
                    <a:pt x="2896" y="552"/>
                    <a:pt x="2905" y="564"/>
                  </a:cubicBezTo>
                  <a:cubicBezTo>
                    <a:pt x="2920" y="581"/>
                    <a:pt x="2934" y="600"/>
                    <a:pt x="2949" y="619"/>
                  </a:cubicBezTo>
                  <a:cubicBezTo>
                    <a:pt x="2949" y="619"/>
                    <a:pt x="2949" y="619"/>
                    <a:pt x="2949" y="619"/>
                  </a:cubicBezTo>
                  <a:cubicBezTo>
                    <a:pt x="2950" y="619"/>
                    <a:pt x="2950" y="619"/>
                    <a:pt x="2950" y="619"/>
                  </a:cubicBezTo>
                  <a:cubicBezTo>
                    <a:pt x="2952" y="623"/>
                    <a:pt x="2952" y="628"/>
                    <a:pt x="2948" y="631"/>
                  </a:cubicBezTo>
                  <a:cubicBezTo>
                    <a:pt x="2947" y="632"/>
                    <a:pt x="2945" y="633"/>
                    <a:pt x="2943" y="633"/>
                  </a:cubicBezTo>
                  <a:close/>
                  <a:moveTo>
                    <a:pt x="1067" y="631"/>
                  </a:moveTo>
                  <a:cubicBezTo>
                    <a:pt x="1066" y="631"/>
                    <a:pt x="1064" y="631"/>
                    <a:pt x="1062" y="630"/>
                  </a:cubicBezTo>
                  <a:cubicBezTo>
                    <a:pt x="1052" y="622"/>
                    <a:pt x="1040" y="613"/>
                    <a:pt x="1028" y="603"/>
                  </a:cubicBezTo>
                  <a:cubicBezTo>
                    <a:pt x="1008" y="587"/>
                    <a:pt x="989" y="571"/>
                    <a:pt x="974" y="559"/>
                  </a:cubicBezTo>
                  <a:cubicBezTo>
                    <a:pt x="974" y="559"/>
                    <a:pt x="974" y="559"/>
                    <a:pt x="974" y="559"/>
                  </a:cubicBezTo>
                  <a:cubicBezTo>
                    <a:pt x="966" y="552"/>
                    <a:pt x="958" y="546"/>
                    <a:pt x="950" y="539"/>
                  </a:cubicBezTo>
                  <a:cubicBezTo>
                    <a:pt x="944" y="534"/>
                    <a:pt x="937" y="528"/>
                    <a:pt x="930" y="522"/>
                  </a:cubicBezTo>
                  <a:cubicBezTo>
                    <a:pt x="921" y="514"/>
                    <a:pt x="911" y="506"/>
                    <a:pt x="900" y="497"/>
                  </a:cubicBezTo>
                  <a:cubicBezTo>
                    <a:pt x="896" y="494"/>
                    <a:pt x="896" y="489"/>
                    <a:pt x="899" y="485"/>
                  </a:cubicBezTo>
                  <a:cubicBezTo>
                    <a:pt x="902" y="482"/>
                    <a:pt x="907" y="481"/>
                    <a:pt x="911" y="484"/>
                  </a:cubicBezTo>
                  <a:cubicBezTo>
                    <a:pt x="920" y="491"/>
                    <a:pt x="929" y="499"/>
                    <a:pt x="941" y="509"/>
                  </a:cubicBezTo>
                  <a:cubicBezTo>
                    <a:pt x="947" y="515"/>
                    <a:pt x="954" y="520"/>
                    <a:pt x="960" y="525"/>
                  </a:cubicBezTo>
                  <a:cubicBezTo>
                    <a:pt x="968" y="532"/>
                    <a:pt x="976" y="539"/>
                    <a:pt x="984" y="545"/>
                  </a:cubicBezTo>
                  <a:cubicBezTo>
                    <a:pt x="985" y="546"/>
                    <a:pt x="985" y="546"/>
                    <a:pt x="985" y="546"/>
                  </a:cubicBezTo>
                  <a:cubicBezTo>
                    <a:pt x="985" y="546"/>
                    <a:pt x="985" y="546"/>
                    <a:pt x="985" y="546"/>
                  </a:cubicBezTo>
                  <a:cubicBezTo>
                    <a:pt x="1001" y="559"/>
                    <a:pt x="1020" y="575"/>
                    <a:pt x="1038" y="590"/>
                  </a:cubicBezTo>
                  <a:cubicBezTo>
                    <a:pt x="1051" y="599"/>
                    <a:pt x="1062" y="608"/>
                    <a:pt x="1072" y="616"/>
                  </a:cubicBezTo>
                  <a:cubicBezTo>
                    <a:pt x="1073" y="616"/>
                    <a:pt x="1073" y="616"/>
                    <a:pt x="1073" y="616"/>
                  </a:cubicBezTo>
                  <a:cubicBezTo>
                    <a:pt x="1076" y="619"/>
                    <a:pt x="1077" y="624"/>
                    <a:pt x="1074" y="628"/>
                  </a:cubicBezTo>
                  <a:cubicBezTo>
                    <a:pt x="1073" y="630"/>
                    <a:pt x="1070" y="631"/>
                    <a:pt x="1067" y="631"/>
                  </a:cubicBezTo>
                  <a:close/>
                  <a:moveTo>
                    <a:pt x="4037" y="624"/>
                  </a:moveTo>
                  <a:cubicBezTo>
                    <a:pt x="4035" y="624"/>
                    <a:pt x="4034" y="623"/>
                    <a:pt x="4032" y="622"/>
                  </a:cubicBezTo>
                  <a:cubicBezTo>
                    <a:pt x="4030" y="620"/>
                    <a:pt x="4029" y="618"/>
                    <a:pt x="4029" y="616"/>
                  </a:cubicBezTo>
                  <a:cubicBezTo>
                    <a:pt x="4029" y="614"/>
                    <a:pt x="4029" y="612"/>
                    <a:pt x="4031" y="610"/>
                  </a:cubicBezTo>
                  <a:cubicBezTo>
                    <a:pt x="4033" y="606"/>
                    <a:pt x="4039" y="606"/>
                    <a:pt x="4043" y="608"/>
                  </a:cubicBezTo>
                  <a:cubicBezTo>
                    <a:pt x="4046" y="611"/>
                    <a:pt x="4047" y="617"/>
                    <a:pt x="4044" y="620"/>
                  </a:cubicBezTo>
                  <a:cubicBezTo>
                    <a:pt x="4042" y="622"/>
                    <a:pt x="4040" y="624"/>
                    <a:pt x="4037" y="624"/>
                  </a:cubicBezTo>
                  <a:close/>
                  <a:moveTo>
                    <a:pt x="4055" y="601"/>
                  </a:moveTo>
                  <a:cubicBezTo>
                    <a:pt x="4053" y="601"/>
                    <a:pt x="4051" y="601"/>
                    <a:pt x="4050" y="600"/>
                  </a:cubicBezTo>
                  <a:cubicBezTo>
                    <a:pt x="4046" y="597"/>
                    <a:pt x="4045" y="591"/>
                    <a:pt x="4048" y="588"/>
                  </a:cubicBezTo>
                  <a:cubicBezTo>
                    <a:pt x="4062" y="570"/>
                    <a:pt x="4076" y="552"/>
                    <a:pt x="4089" y="534"/>
                  </a:cubicBezTo>
                  <a:cubicBezTo>
                    <a:pt x="4095" y="526"/>
                    <a:pt x="4101" y="518"/>
                    <a:pt x="4106" y="511"/>
                  </a:cubicBezTo>
                  <a:cubicBezTo>
                    <a:pt x="4131" y="478"/>
                    <a:pt x="4152" y="448"/>
                    <a:pt x="4171" y="419"/>
                  </a:cubicBezTo>
                  <a:cubicBezTo>
                    <a:pt x="4173" y="415"/>
                    <a:pt x="4179" y="414"/>
                    <a:pt x="4183" y="417"/>
                  </a:cubicBezTo>
                  <a:cubicBezTo>
                    <a:pt x="4186" y="419"/>
                    <a:pt x="4188" y="424"/>
                    <a:pt x="4185" y="428"/>
                  </a:cubicBezTo>
                  <a:cubicBezTo>
                    <a:pt x="4166" y="458"/>
                    <a:pt x="4144" y="488"/>
                    <a:pt x="4120" y="521"/>
                  </a:cubicBezTo>
                  <a:cubicBezTo>
                    <a:pt x="4120" y="521"/>
                    <a:pt x="4120" y="521"/>
                    <a:pt x="4120" y="521"/>
                  </a:cubicBezTo>
                  <a:cubicBezTo>
                    <a:pt x="4114" y="529"/>
                    <a:pt x="4108" y="537"/>
                    <a:pt x="4103" y="544"/>
                  </a:cubicBezTo>
                  <a:cubicBezTo>
                    <a:pt x="4089" y="562"/>
                    <a:pt x="4075" y="580"/>
                    <a:pt x="4062" y="598"/>
                  </a:cubicBezTo>
                  <a:cubicBezTo>
                    <a:pt x="4060" y="600"/>
                    <a:pt x="4057" y="601"/>
                    <a:pt x="4055" y="601"/>
                  </a:cubicBezTo>
                  <a:close/>
                  <a:moveTo>
                    <a:pt x="5414" y="558"/>
                  </a:moveTo>
                  <a:cubicBezTo>
                    <a:pt x="5411" y="558"/>
                    <a:pt x="5409" y="557"/>
                    <a:pt x="5407" y="555"/>
                  </a:cubicBezTo>
                  <a:cubicBezTo>
                    <a:pt x="5406" y="554"/>
                    <a:pt x="5405" y="551"/>
                    <a:pt x="5405" y="549"/>
                  </a:cubicBezTo>
                  <a:cubicBezTo>
                    <a:pt x="5405" y="547"/>
                    <a:pt x="5406" y="545"/>
                    <a:pt x="5408" y="543"/>
                  </a:cubicBezTo>
                  <a:cubicBezTo>
                    <a:pt x="5412" y="540"/>
                    <a:pt x="5417" y="541"/>
                    <a:pt x="5420" y="544"/>
                  </a:cubicBezTo>
                  <a:cubicBezTo>
                    <a:pt x="5420" y="545"/>
                    <a:pt x="5420" y="545"/>
                    <a:pt x="5420" y="545"/>
                  </a:cubicBezTo>
                  <a:cubicBezTo>
                    <a:pt x="5423" y="548"/>
                    <a:pt x="5423" y="553"/>
                    <a:pt x="5419" y="556"/>
                  </a:cubicBezTo>
                  <a:cubicBezTo>
                    <a:pt x="5417" y="558"/>
                    <a:pt x="5416" y="558"/>
                    <a:pt x="5414" y="558"/>
                  </a:cubicBezTo>
                  <a:close/>
                  <a:moveTo>
                    <a:pt x="1574" y="545"/>
                  </a:moveTo>
                  <a:cubicBezTo>
                    <a:pt x="1571" y="545"/>
                    <a:pt x="1568" y="543"/>
                    <a:pt x="1567" y="541"/>
                  </a:cubicBezTo>
                  <a:cubicBezTo>
                    <a:pt x="1566" y="539"/>
                    <a:pt x="1566" y="536"/>
                    <a:pt x="1566" y="534"/>
                  </a:cubicBezTo>
                  <a:cubicBezTo>
                    <a:pt x="1567" y="532"/>
                    <a:pt x="1569" y="530"/>
                    <a:pt x="1571" y="529"/>
                  </a:cubicBezTo>
                  <a:cubicBezTo>
                    <a:pt x="1575" y="527"/>
                    <a:pt x="1580" y="529"/>
                    <a:pt x="1582" y="533"/>
                  </a:cubicBezTo>
                  <a:cubicBezTo>
                    <a:pt x="1584" y="537"/>
                    <a:pt x="1582" y="542"/>
                    <a:pt x="1578" y="544"/>
                  </a:cubicBezTo>
                  <a:cubicBezTo>
                    <a:pt x="1578" y="544"/>
                    <a:pt x="1578" y="544"/>
                    <a:pt x="1578" y="544"/>
                  </a:cubicBezTo>
                  <a:cubicBezTo>
                    <a:pt x="1577" y="545"/>
                    <a:pt x="1576" y="545"/>
                    <a:pt x="1574" y="545"/>
                  </a:cubicBezTo>
                  <a:close/>
                  <a:moveTo>
                    <a:pt x="5396" y="537"/>
                  </a:moveTo>
                  <a:cubicBezTo>
                    <a:pt x="5393" y="537"/>
                    <a:pt x="5391" y="535"/>
                    <a:pt x="5389" y="534"/>
                  </a:cubicBezTo>
                  <a:cubicBezTo>
                    <a:pt x="5364" y="503"/>
                    <a:pt x="5340" y="475"/>
                    <a:pt x="5316" y="448"/>
                  </a:cubicBezTo>
                  <a:cubicBezTo>
                    <a:pt x="5315" y="446"/>
                    <a:pt x="5313" y="445"/>
                    <a:pt x="5312" y="444"/>
                  </a:cubicBezTo>
                  <a:cubicBezTo>
                    <a:pt x="5311" y="443"/>
                    <a:pt x="5310" y="442"/>
                    <a:pt x="5309" y="440"/>
                  </a:cubicBezTo>
                  <a:cubicBezTo>
                    <a:pt x="5291" y="419"/>
                    <a:pt x="5271" y="398"/>
                    <a:pt x="5251" y="376"/>
                  </a:cubicBezTo>
                  <a:cubicBezTo>
                    <a:pt x="5250" y="375"/>
                    <a:pt x="5249" y="373"/>
                    <a:pt x="5249" y="370"/>
                  </a:cubicBezTo>
                  <a:cubicBezTo>
                    <a:pt x="5249" y="368"/>
                    <a:pt x="5250" y="366"/>
                    <a:pt x="5252" y="364"/>
                  </a:cubicBezTo>
                  <a:cubicBezTo>
                    <a:pt x="5255" y="361"/>
                    <a:pt x="5261" y="362"/>
                    <a:pt x="5264" y="365"/>
                  </a:cubicBezTo>
                  <a:cubicBezTo>
                    <a:pt x="5283" y="386"/>
                    <a:pt x="5303" y="408"/>
                    <a:pt x="5322" y="429"/>
                  </a:cubicBezTo>
                  <a:cubicBezTo>
                    <a:pt x="5324" y="432"/>
                    <a:pt x="5326" y="434"/>
                    <a:pt x="5328" y="436"/>
                  </a:cubicBezTo>
                  <a:cubicBezTo>
                    <a:pt x="5328" y="436"/>
                    <a:pt x="5328" y="436"/>
                    <a:pt x="5328" y="436"/>
                  </a:cubicBezTo>
                  <a:cubicBezTo>
                    <a:pt x="5352" y="464"/>
                    <a:pt x="5377" y="492"/>
                    <a:pt x="5402" y="523"/>
                  </a:cubicBezTo>
                  <a:cubicBezTo>
                    <a:pt x="5404" y="524"/>
                    <a:pt x="5404" y="527"/>
                    <a:pt x="5404" y="529"/>
                  </a:cubicBezTo>
                  <a:cubicBezTo>
                    <a:pt x="5404" y="531"/>
                    <a:pt x="5403" y="533"/>
                    <a:pt x="5401" y="535"/>
                  </a:cubicBezTo>
                  <a:cubicBezTo>
                    <a:pt x="5399" y="536"/>
                    <a:pt x="5398" y="537"/>
                    <a:pt x="5396" y="537"/>
                  </a:cubicBezTo>
                  <a:close/>
                  <a:moveTo>
                    <a:pt x="1600" y="532"/>
                  </a:moveTo>
                  <a:cubicBezTo>
                    <a:pt x="1596" y="532"/>
                    <a:pt x="1594" y="531"/>
                    <a:pt x="1592" y="528"/>
                  </a:cubicBezTo>
                  <a:cubicBezTo>
                    <a:pt x="1591" y="526"/>
                    <a:pt x="1591" y="523"/>
                    <a:pt x="1592" y="521"/>
                  </a:cubicBezTo>
                  <a:cubicBezTo>
                    <a:pt x="1592" y="519"/>
                    <a:pt x="1594" y="517"/>
                    <a:pt x="1596" y="516"/>
                  </a:cubicBezTo>
                  <a:cubicBezTo>
                    <a:pt x="1623" y="502"/>
                    <a:pt x="1652" y="487"/>
                    <a:pt x="1681" y="473"/>
                  </a:cubicBezTo>
                  <a:cubicBezTo>
                    <a:pt x="1719" y="454"/>
                    <a:pt x="1752" y="437"/>
                    <a:pt x="1783" y="422"/>
                  </a:cubicBezTo>
                  <a:cubicBezTo>
                    <a:pt x="1783" y="422"/>
                    <a:pt x="1783" y="422"/>
                    <a:pt x="1783" y="422"/>
                  </a:cubicBezTo>
                  <a:cubicBezTo>
                    <a:pt x="1787" y="420"/>
                    <a:pt x="1792" y="422"/>
                    <a:pt x="1794" y="426"/>
                  </a:cubicBezTo>
                  <a:cubicBezTo>
                    <a:pt x="1796" y="431"/>
                    <a:pt x="1795" y="436"/>
                    <a:pt x="1790" y="438"/>
                  </a:cubicBezTo>
                  <a:cubicBezTo>
                    <a:pt x="1759" y="453"/>
                    <a:pt x="1726" y="469"/>
                    <a:pt x="1689" y="488"/>
                  </a:cubicBezTo>
                  <a:cubicBezTo>
                    <a:pt x="1661" y="502"/>
                    <a:pt x="1632" y="517"/>
                    <a:pt x="1603" y="531"/>
                  </a:cubicBezTo>
                  <a:cubicBezTo>
                    <a:pt x="1602" y="532"/>
                    <a:pt x="1601" y="532"/>
                    <a:pt x="1600" y="532"/>
                  </a:cubicBezTo>
                  <a:close/>
                  <a:moveTo>
                    <a:pt x="6430" y="495"/>
                  </a:moveTo>
                  <a:cubicBezTo>
                    <a:pt x="6428" y="495"/>
                    <a:pt x="6426" y="494"/>
                    <a:pt x="6424" y="492"/>
                  </a:cubicBezTo>
                  <a:cubicBezTo>
                    <a:pt x="6421" y="489"/>
                    <a:pt x="6421" y="483"/>
                    <a:pt x="6425" y="480"/>
                  </a:cubicBezTo>
                  <a:cubicBezTo>
                    <a:pt x="6428" y="477"/>
                    <a:pt x="6434" y="477"/>
                    <a:pt x="6437" y="481"/>
                  </a:cubicBezTo>
                  <a:cubicBezTo>
                    <a:pt x="6440" y="484"/>
                    <a:pt x="6440" y="489"/>
                    <a:pt x="6436" y="493"/>
                  </a:cubicBezTo>
                  <a:cubicBezTo>
                    <a:pt x="6436" y="493"/>
                    <a:pt x="6436" y="493"/>
                    <a:pt x="6436" y="493"/>
                  </a:cubicBezTo>
                  <a:cubicBezTo>
                    <a:pt x="6435" y="494"/>
                    <a:pt x="6433" y="495"/>
                    <a:pt x="6430" y="495"/>
                  </a:cubicBezTo>
                  <a:close/>
                  <a:moveTo>
                    <a:pt x="883" y="481"/>
                  </a:moveTo>
                  <a:cubicBezTo>
                    <a:pt x="881" y="481"/>
                    <a:pt x="880" y="481"/>
                    <a:pt x="878" y="479"/>
                  </a:cubicBezTo>
                  <a:cubicBezTo>
                    <a:pt x="876" y="478"/>
                    <a:pt x="875" y="476"/>
                    <a:pt x="875" y="474"/>
                  </a:cubicBezTo>
                  <a:cubicBezTo>
                    <a:pt x="875" y="471"/>
                    <a:pt x="875" y="469"/>
                    <a:pt x="877" y="467"/>
                  </a:cubicBezTo>
                  <a:cubicBezTo>
                    <a:pt x="880" y="464"/>
                    <a:pt x="885" y="463"/>
                    <a:pt x="889" y="466"/>
                  </a:cubicBezTo>
                  <a:cubicBezTo>
                    <a:pt x="892" y="469"/>
                    <a:pt x="893" y="474"/>
                    <a:pt x="890" y="478"/>
                  </a:cubicBezTo>
                  <a:cubicBezTo>
                    <a:pt x="888" y="480"/>
                    <a:pt x="886" y="481"/>
                    <a:pt x="883" y="481"/>
                  </a:cubicBezTo>
                  <a:close/>
                  <a:moveTo>
                    <a:pt x="6451" y="476"/>
                  </a:moveTo>
                  <a:cubicBezTo>
                    <a:pt x="6449" y="476"/>
                    <a:pt x="6447" y="475"/>
                    <a:pt x="6445" y="473"/>
                  </a:cubicBezTo>
                  <a:cubicBezTo>
                    <a:pt x="6444" y="471"/>
                    <a:pt x="6443" y="469"/>
                    <a:pt x="6443" y="467"/>
                  </a:cubicBezTo>
                  <a:cubicBezTo>
                    <a:pt x="6443" y="465"/>
                    <a:pt x="6444" y="462"/>
                    <a:pt x="6446" y="461"/>
                  </a:cubicBezTo>
                  <a:cubicBezTo>
                    <a:pt x="6457" y="450"/>
                    <a:pt x="6469" y="440"/>
                    <a:pt x="6481" y="429"/>
                  </a:cubicBezTo>
                  <a:cubicBezTo>
                    <a:pt x="6481" y="429"/>
                    <a:pt x="6481" y="429"/>
                    <a:pt x="6481" y="429"/>
                  </a:cubicBezTo>
                  <a:cubicBezTo>
                    <a:pt x="6485" y="426"/>
                    <a:pt x="6488" y="423"/>
                    <a:pt x="6492" y="419"/>
                  </a:cubicBezTo>
                  <a:cubicBezTo>
                    <a:pt x="6499" y="413"/>
                    <a:pt x="6507" y="406"/>
                    <a:pt x="6514" y="400"/>
                  </a:cubicBezTo>
                  <a:cubicBezTo>
                    <a:pt x="6531" y="385"/>
                    <a:pt x="6531" y="385"/>
                    <a:pt x="6531" y="385"/>
                  </a:cubicBezTo>
                  <a:cubicBezTo>
                    <a:pt x="6552" y="367"/>
                    <a:pt x="6552" y="367"/>
                    <a:pt x="6552" y="367"/>
                  </a:cubicBezTo>
                  <a:cubicBezTo>
                    <a:pt x="6553" y="367"/>
                    <a:pt x="6553" y="366"/>
                    <a:pt x="6554" y="366"/>
                  </a:cubicBezTo>
                  <a:cubicBezTo>
                    <a:pt x="6556" y="364"/>
                    <a:pt x="6558" y="362"/>
                    <a:pt x="6560" y="361"/>
                  </a:cubicBezTo>
                  <a:cubicBezTo>
                    <a:pt x="6561" y="360"/>
                    <a:pt x="6561" y="360"/>
                    <a:pt x="6561" y="360"/>
                  </a:cubicBezTo>
                  <a:cubicBezTo>
                    <a:pt x="6561" y="360"/>
                    <a:pt x="6561" y="360"/>
                    <a:pt x="6561" y="360"/>
                  </a:cubicBezTo>
                  <a:cubicBezTo>
                    <a:pt x="6562" y="359"/>
                    <a:pt x="6563" y="358"/>
                    <a:pt x="6565" y="357"/>
                  </a:cubicBezTo>
                  <a:cubicBezTo>
                    <a:pt x="6578" y="349"/>
                    <a:pt x="6578" y="349"/>
                    <a:pt x="6578" y="349"/>
                  </a:cubicBezTo>
                  <a:cubicBezTo>
                    <a:pt x="6587" y="343"/>
                    <a:pt x="6587" y="343"/>
                    <a:pt x="6587" y="343"/>
                  </a:cubicBezTo>
                  <a:cubicBezTo>
                    <a:pt x="6595" y="339"/>
                    <a:pt x="6603" y="335"/>
                    <a:pt x="6612" y="331"/>
                  </a:cubicBezTo>
                  <a:cubicBezTo>
                    <a:pt x="6616" y="329"/>
                    <a:pt x="6621" y="331"/>
                    <a:pt x="6623" y="335"/>
                  </a:cubicBezTo>
                  <a:cubicBezTo>
                    <a:pt x="6624" y="337"/>
                    <a:pt x="6624" y="339"/>
                    <a:pt x="6623" y="341"/>
                  </a:cubicBezTo>
                  <a:cubicBezTo>
                    <a:pt x="6622" y="343"/>
                    <a:pt x="6621" y="345"/>
                    <a:pt x="6619" y="346"/>
                  </a:cubicBezTo>
                  <a:cubicBezTo>
                    <a:pt x="6610" y="350"/>
                    <a:pt x="6603" y="354"/>
                    <a:pt x="6595" y="358"/>
                  </a:cubicBezTo>
                  <a:cubicBezTo>
                    <a:pt x="6595" y="358"/>
                    <a:pt x="6595" y="358"/>
                    <a:pt x="6595" y="358"/>
                  </a:cubicBezTo>
                  <a:cubicBezTo>
                    <a:pt x="6587" y="363"/>
                    <a:pt x="6587" y="363"/>
                    <a:pt x="6587" y="363"/>
                  </a:cubicBezTo>
                  <a:cubicBezTo>
                    <a:pt x="6573" y="372"/>
                    <a:pt x="6573" y="372"/>
                    <a:pt x="6573" y="372"/>
                  </a:cubicBezTo>
                  <a:cubicBezTo>
                    <a:pt x="6573" y="372"/>
                    <a:pt x="6573" y="372"/>
                    <a:pt x="6573" y="373"/>
                  </a:cubicBezTo>
                  <a:cubicBezTo>
                    <a:pt x="6572" y="373"/>
                    <a:pt x="6572" y="373"/>
                    <a:pt x="6572" y="373"/>
                  </a:cubicBezTo>
                  <a:cubicBezTo>
                    <a:pt x="6572" y="374"/>
                    <a:pt x="6571" y="374"/>
                    <a:pt x="6570" y="375"/>
                  </a:cubicBezTo>
                  <a:cubicBezTo>
                    <a:pt x="6570" y="375"/>
                    <a:pt x="6570" y="375"/>
                    <a:pt x="6570" y="375"/>
                  </a:cubicBezTo>
                  <a:cubicBezTo>
                    <a:pt x="6568" y="376"/>
                    <a:pt x="6566" y="378"/>
                    <a:pt x="6564" y="379"/>
                  </a:cubicBezTo>
                  <a:cubicBezTo>
                    <a:pt x="6563" y="380"/>
                    <a:pt x="6563" y="380"/>
                    <a:pt x="6563" y="380"/>
                  </a:cubicBezTo>
                  <a:cubicBezTo>
                    <a:pt x="6529" y="410"/>
                    <a:pt x="6529" y="410"/>
                    <a:pt x="6529" y="410"/>
                  </a:cubicBezTo>
                  <a:cubicBezTo>
                    <a:pt x="6529" y="410"/>
                    <a:pt x="6528" y="410"/>
                    <a:pt x="6528" y="410"/>
                  </a:cubicBezTo>
                  <a:cubicBezTo>
                    <a:pt x="6525" y="412"/>
                    <a:pt x="6525" y="412"/>
                    <a:pt x="6525" y="412"/>
                  </a:cubicBezTo>
                  <a:cubicBezTo>
                    <a:pt x="6518" y="419"/>
                    <a:pt x="6510" y="426"/>
                    <a:pt x="6503" y="432"/>
                  </a:cubicBezTo>
                  <a:cubicBezTo>
                    <a:pt x="6499" y="435"/>
                    <a:pt x="6496" y="439"/>
                    <a:pt x="6492" y="442"/>
                  </a:cubicBezTo>
                  <a:cubicBezTo>
                    <a:pt x="6492" y="442"/>
                    <a:pt x="6492" y="442"/>
                    <a:pt x="6492" y="442"/>
                  </a:cubicBezTo>
                  <a:cubicBezTo>
                    <a:pt x="6480" y="453"/>
                    <a:pt x="6468" y="463"/>
                    <a:pt x="6457" y="473"/>
                  </a:cubicBezTo>
                  <a:cubicBezTo>
                    <a:pt x="6455" y="475"/>
                    <a:pt x="6453" y="476"/>
                    <a:pt x="6451" y="476"/>
                  </a:cubicBezTo>
                  <a:close/>
                  <a:moveTo>
                    <a:pt x="861" y="463"/>
                  </a:moveTo>
                  <a:cubicBezTo>
                    <a:pt x="859" y="463"/>
                    <a:pt x="858" y="463"/>
                    <a:pt x="856" y="462"/>
                  </a:cubicBezTo>
                  <a:cubicBezTo>
                    <a:pt x="846" y="453"/>
                    <a:pt x="836" y="445"/>
                    <a:pt x="826" y="438"/>
                  </a:cubicBezTo>
                  <a:cubicBezTo>
                    <a:pt x="805" y="422"/>
                    <a:pt x="785" y="407"/>
                    <a:pt x="766" y="394"/>
                  </a:cubicBezTo>
                  <a:cubicBezTo>
                    <a:pt x="746" y="380"/>
                    <a:pt x="727" y="368"/>
                    <a:pt x="708" y="356"/>
                  </a:cubicBezTo>
                  <a:cubicBezTo>
                    <a:pt x="701" y="351"/>
                    <a:pt x="693" y="347"/>
                    <a:pt x="686" y="343"/>
                  </a:cubicBezTo>
                  <a:cubicBezTo>
                    <a:pt x="682" y="340"/>
                    <a:pt x="680" y="335"/>
                    <a:pt x="683" y="331"/>
                  </a:cubicBezTo>
                  <a:cubicBezTo>
                    <a:pt x="685" y="327"/>
                    <a:pt x="690" y="326"/>
                    <a:pt x="694" y="328"/>
                  </a:cubicBezTo>
                  <a:cubicBezTo>
                    <a:pt x="701" y="332"/>
                    <a:pt x="709" y="337"/>
                    <a:pt x="717" y="342"/>
                  </a:cubicBezTo>
                  <a:cubicBezTo>
                    <a:pt x="736" y="354"/>
                    <a:pt x="756" y="366"/>
                    <a:pt x="775" y="380"/>
                  </a:cubicBezTo>
                  <a:cubicBezTo>
                    <a:pt x="776" y="380"/>
                    <a:pt x="776" y="380"/>
                    <a:pt x="776" y="380"/>
                  </a:cubicBezTo>
                  <a:cubicBezTo>
                    <a:pt x="776" y="380"/>
                    <a:pt x="776" y="380"/>
                    <a:pt x="776" y="380"/>
                  </a:cubicBezTo>
                  <a:cubicBezTo>
                    <a:pt x="795" y="394"/>
                    <a:pt x="815" y="408"/>
                    <a:pt x="836" y="424"/>
                  </a:cubicBezTo>
                  <a:cubicBezTo>
                    <a:pt x="846" y="432"/>
                    <a:pt x="856" y="440"/>
                    <a:pt x="867" y="448"/>
                  </a:cubicBezTo>
                  <a:cubicBezTo>
                    <a:pt x="870" y="451"/>
                    <a:pt x="871" y="457"/>
                    <a:pt x="868" y="460"/>
                  </a:cubicBezTo>
                  <a:cubicBezTo>
                    <a:pt x="866" y="462"/>
                    <a:pt x="864" y="463"/>
                    <a:pt x="861" y="463"/>
                  </a:cubicBezTo>
                  <a:close/>
                  <a:moveTo>
                    <a:pt x="2790" y="451"/>
                  </a:moveTo>
                  <a:cubicBezTo>
                    <a:pt x="2788" y="451"/>
                    <a:pt x="2785" y="450"/>
                    <a:pt x="2784" y="448"/>
                  </a:cubicBezTo>
                  <a:cubicBezTo>
                    <a:pt x="2784" y="448"/>
                    <a:pt x="2784" y="448"/>
                    <a:pt x="2784" y="448"/>
                  </a:cubicBezTo>
                  <a:cubicBezTo>
                    <a:pt x="2782" y="447"/>
                    <a:pt x="2782" y="445"/>
                    <a:pt x="2782" y="442"/>
                  </a:cubicBezTo>
                  <a:cubicBezTo>
                    <a:pt x="2782" y="440"/>
                    <a:pt x="2783" y="438"/>
                    <a:pt x="2784" y="436"/>
                  </a:cubicBezTo>
                  <a:cubicBezTo>
                    <a:pt x="2788" y="433"/>
                    <a:pt x="2793" y="434"/>
                    <a:pt x="2796" y="437"/>
                  </a:cubicBezTo>
                  <a:cubicBezTo>
                    <a:pt x="2798" y="439"/>
                    <a:pt x="2799" y="441"/>
                    <a:pt x="2799" y="443"/>
                  </a:cubicBezTo>
                  <a:cubicBezTo>
                    <a:pt x="2798" y="445"/>
                    <a:pt x="2798" y="447"/>
                    <a:pt x="2796" y="449"/>
                  </a:cubicBezTo>
                  <a:cubicBezTo>
                    <a:pt x="2794" y="450"/>
                    <a:pt x="2792" y="451"/>
                    <a:pt x="2790" y="451"/>
                  </a:cubicBezTo>
                  <a:close/>
                  <a:moveTo>
                    <a:pt x="2771" y="431"/>
                  </a:moveTo>
                  <a:cubicBezTo>
                    <a:pt x="2768" y="431"/>
                    <a:pt x="2766" y="430"/>
                    <a:pt x="2765" y="428"/>
                  </a:cubicBezTo>
                  <a:cubicBezTo>
                    <a:pt x="2762" y="425"/>
                    <a:pt x="2759" y="422"/>
                    <a:pt x="2756" y="419"/>
                  </a:cubicBezTo>
                  <a:cubicBezTo>
                    <a:pt x="2741" y="404"/>
                    <a:pt x="2741" y="404"/>
                    <a:pt x="2741" y="404"/>
                  </a:cubicBezTo>
                  <a:cubicBezTo>
                    <a:pt x="2740" y="403"/>
                    <a:pt x="2739" y="402"/>
                    <a:pt x="2738" y="400"/>
                  </a:cubicBezTo>
                  <a:cubicBezTo>
                    <a:pt x="2729" y="393"/>
                    <a:pt x="2729" y="393"/>
                    <a:pt x="2729" y="393"/>
                  </a:cubicBezTo>
                  <a:cubicBezTo>
                    <a:pt x="2728" y="391"/>
                    <a:pt x="2726" y="389"/>
                    <a:pt x="2724" y="388"/>
                  </a:cubicBezTo>
                  <a:cubicBezTo>
                    <a:pt x="2720" y="384"/>
                    <a:pt x="2717" y="381"/>
                    <a:pt x="2713" y="378"/>
                  </a:cubicBezTo>
                  <a:cubicBezTo>
                    <a:pt x="2695" y="363"/>
                    <a:pt x="2695" y="363"/>
                    <a:pt x="2695" y="363"/>
                  </a:cubicBezTo>
                  <a:cubicBezTo>
                    <a:pt x="2691" y="360"/>
                    <a:pt x="2687" y="357"/>
                    <a:pt x="2682" y="353"/>
                  </a:cubicBezTo>
                  <a:cubicBezTo>
                    <a:pt x="2682" y="353"/>
                    <a:pt x="2682" y="353"/>
                    <a:pt x="2682" y="353"/>
                  </a:cubicBezTo>
                  <a:cubicBezTo>
                    <a:pt x="2661" y="338"/>
                    <a:pt x="2640" y="325"/>
                    <a:pt x="2618" y="314"/>
                  </a:cubicBezTo>
                  <a:cubicBezTo>
                    <a:pt x="2618" y="314"/>
                    <a:pt x="2618" y="314"/>
                    <a:pt x="2618" y="314"/>
                  </a:cubicBezTo>
                  <a:cubicBezTo>
                    <a:pt x="2612" y="311"/>
                    <a:pt x="2606" y="308"/>
                    <a:pt x="2600" y="306"/>
                  </a:cubicBezTo>
                  <a:cubicBezTo>
                    <a:pt x="2598" y="305"/>
                    <a:pt x="2597" y="303"/>
                    <a:pt x="2596" y="301"/>
                  </a:cubicBezTo>
                  <a:cubicBezTo>
                    <a:pt x="2595" y="299"/>
                    <a:pt x="2595" y="297"/>
                    <a:pt x="2596" y="295"/>
                  </a:cubicBezTo>
                  <a:cubicBezTo>
                    <a:pt x="2598" y="290"/>
                    <a:pt x="2603" y="288"/>
                    <a:pt x="2607" y="290"/>
                  </a:cubicBezTo>
                  <a:cubicBezTo>
                    <a:pt x="2614" y="293"/>
                    <a:pt x="2620" y="296"/>
                    <a:pt x="2626" y="299"/>
                  </a:cubicBezTo>
                  <a:cubicBezTo>
                    <a:pt x="2626" y="299"/>
                    <a:pt x="2626" y="299"/>
                    <a:pt x="2626" y="299"/>
                  </a:cubicBezTo>
                  <a:cubicBezTo>
                    <a:pt x="2648" y="310"/>
                    <a:pt x="2670" y="324"/>
                    <a:pt x="2692" y="339"/>
                  </a:cubicBezTo>
                  <a:cubicBezTo>
                    <a:pt x="2692" y="339"/>
                    <a:pt x="2692" y="339"/>
                    <a:pt x="2692" y="339"/>
                  </a:cubicBezTo>
                  <a:cubicBezTo>
                    <a:pt x="2692" y="339"/>
                    <a:pt x="2692" y="339"/>
                    <a:pt x="2692" y="339"/>
                  </a:cubicBezTo>
                  <a:cubicBezTo>
                    <a:pt x="2692" y="339"/>
                    <a:pt x="2692" y="340"/>
                    <a:pt x="2692" y="340"/>
                  </a:cubicBezTo>
                  <a:cubicBezTo>
                    <a:pt x="2697" y="343"/>
                    <a:pt x="2701" y="346"/>
                    <a:pt x="2706" y="350"/>
                  </a:cubicBezTo>
                  <a:cubicBezTo>
                    <a:pt x="2706" y="350"/>
                    <a:pt x="2706" y="350"/>
                    <a:pt x="2706" y="350"/>
                  </a:cubicBezTo>
                  <a:cubicBezTo>
                    <a:pt x="2724" y="364"/>
                    <a:pt x="2724" y="364"/>
                    <a:pt x="2724" y="364"/>
                  </a:cubicBezTo>
                  <a:cubicBezTo>
                    <a:pt x="2728" y="368"/>
                    <a:pt x="2732" y="372"/>
                    <a:pt x="2736" y="375"/>
                  </a:cubicBezTo>
                  <a:cubicBezTo>
                    <a:pt x="2738" y="377"/>
                    <a:pt x="2739" y="379"/>
                    <a:pt x="2741" y="380"/>
                  </a:cubicBezTo>
                  <a:cubicBezTo>
                    <a:pt x="2741" y="380"/>
                    <a:pt x="2741" y="380"/>
                    <a:pt x="2741" y="380"/>
                  </a:cubicBezTo>
                  <a:cubicBezTo>
                    <a:pt x="2749" y="388"/>
                    <a:pt x="2749" y="388"/>
                    <a:pt x="2749" y="388"/>
                  </a:cubicBezTo>
                  <a:cubicBezTo>
                    <a:pt x="2751" y="389"/>
                    <a:pt x="2752" y="391"/>
                    <a:pt x="2753" y="391"/>
                  </a:cubicBezTo>
                  <a:cubicBezTo>
                    <a:pt x="2769" y="408"/>
                    <a:pt x="2769" y="408"/>
                    <a:pt x="2769" y="408"/>
                  </a:cubicBezTo>
                  <a:cubicBezTo>
                    <a:pt x="2771" y="410"/>
                    <a:pt x="2774" y="413"/>
                    <a:pt x="2777" y="416"/>
                  </a:cubicBezTo>
                  <a:cubicBezTo>
                    <a:pt x="2778" y="418"/>
                    <a:pt x="2779" y="420"/>
                    <a:pt x="2779" y="422"/>
                  </a:cubicBezTo>
                  <a:cubicBezTo>
                    <a:pt x="2779" y="425"/>
                    <a:pt x="2778" y="427"/>
                    <a:pt x="2777" y="428"/>
                  </a:cubicBezTo>
                  <a:cubicBezTo>
                    <a:pt x="2775" y="430"/>
                    <a:pt x="2773" y="431"/>
                    <a:pt x="2771" y="431"/>
                  </a:cubicBezTo>
                  <a:close/>
                  <a:moveTo>
                    <a:pt x="1812" y="426"/>
                  </a:moveTo>
                  <a:cubicBezTo>
                    <a:pt x="1809" y="426"/>
                    <a:pt x="1806" y="424"/>
                    <a:pt x="1805" y="421"/>
                  </a:cubicBezTo>
                  <a:cubicBezTo>
                    <a:pt x="1804" y="419"/>
                    <a:pt x="1804" y="417"/>
                    <a:pt x="1804" y="415"/>
                  </a:cubicBezTo>
                  <a:cubicBezTo>
                    <a:pt x="1805" y="413"/>
                    <a:pt x="1807" y="411"/>
                    <a:pt x="1809" y="410"/>
                  </a:cubicBezTo>
                  <a:cubicBezTo>
                    <a:pt x="1813" y="408"/>
                    <a:pt x="1818" y="410"/>
                    <a:pt x="1820" y="414"/>
                  </a:cubicBezTo>
                  <a:cubicBezTo>
                    <a:pt x="1821" y="416"/>
                    <a:pt x="1821" y="419"/>
                    <a:pt x="1820" y="421"/>
                  </a:cubicBezTo>
                  <a:cubicBezTo>
                    <a:pt x="1820" y="423"/>
                    <a:pt x="1818" y="425"/>
                    <a:pt x="1816" y="426"/>
                  </a:cubicBezTo>
                  <a:cubicBezTo>
                    <a:pt x="1815" y="426"/>
                    <a:pt x="1814" y="426"/>
                    <a:pt x="1812" y="426"/>
                  </a:cubicBezTo>
                  <a:close/>
                  <a:moveTo>
                    <a:pt x="1838" y="414"/>
                  </a:moveTo>
                  <a:cubicBezTo>
                    <a:pt x="1835" y="414"/>
                    <a:pt x="1832" y="412"/>
                    <a:pt x="1830" y="409"/>
                  </a:cubicBezTo>
                  <a:cubicBezTo>
                    <a:pt x="1828" y="405"/>
                    <a:pt x="1830" y="400"/>
                    <a:pt x="1834" y="398"/>
                  </a:cubicBezTo>
                  <a:cubicBezTo>
                    <a:pt x="1866" y="384"/>
                    <a:pt x="1895" y="371"/>
                    <a:pt x="1922" y="359"/>
                  </a:cubicBezTo>
                  <a:cubicBezTo>
                    <a:pt x="1959" y="343"/>
                    <a:pt x="1994" y="330"/>
                    <a:pt x="2028" y="317"/>
                  </a:cubicBezTo>
                  <a:cubicBezTo>
                    <a:pt x="2032" y="316"/>
                    <a:pt x="2037" y="318"/>
                    <a:pt x="2039" y="322"/>
                  </a:cubicBezTo>
                  <a:cubicBezTo>
                    <a:pt x="2041" y="327"/>
                    <a:pt x="2038" y="331"/>
                    <a:pt x="2034" y="333"/>
                  </a:cubicBezTo>
                  <a:cubicBezTo>
                    <a:pt x="2000" y="345"/>
                    <a:pt x="1966" y="359"/>
                    <a:pt x="1929" y="374"/>
                  </a:cubicBezTo>
                  <a:cubicBezTo>
                    <a:pt x="1929" y="374"/>
                    <a:pt x="1929" y="374"/>
                    <a:pt x="1929" y="375"/>
                  </a:cubicBezTo>
                  <a:cubicBezTo>
                    <a:pt x="1901" y="386"/>
                    <a:pt x="1873" y="399"/>
                    <a:pt x="1841" y="414"/>
                  </a:cubicBezTo>
                  <a:cubicBezTo>
                    <a:pt x="1840" y="414"/>
                    <a:pt x="1839" y="414"/>
                    <a:pt x="1838" y="414"/>
                  </a:cubicBezTo>
                  <a:close/>
                  <a:moveTo>
                    <a:pt x="4193" y="408"/>
                  </a:moveTo>
                  <a:cubicBezTo>
                    <a:pt x="4192" y="408"/>
                    <a:pt x="4190" y="408"/>
                    <a:pt x="4189" y="407"/>
                  </a:cubicBezTo>
                  <a:cubicBezTo>
                    <a:pt x="4185" y="405"/>
                    <a:pt x="4184" y="399"/>
                    <a:pt x="4186" y="395"/>
                  </a:cubicBezTo>
                  <a:cubicBezTo>
                    <a:pt x="4189" y="392"/>
                    <a:pt x="4194" y="390"/>
                    <a:pt x="4198" y="393"/>
                  </a:cubicBezTo>
                  <a:cubicBezTo>
                    <a:pt x="4202" y="395"/>
                    <a:pt x="4203" y="401"/>
                    <a:pt x="4200" y="405"/>
                  </a:cubicBezTo>
                  <a:cubicBezTo>
                    <a:pt x="4199" y="407"/>
                    <a:pt x="4196" y="408"/>
                    <a:pt x="4193" y="408"/>
                  </a:cubicBezTo>
                  <a:close/>
                  <a:moveTo>
                    <a:pt x="4208" y="384"/>
                  </a:moveTo>
                  <a:cubicBezTo>
                    <a:pt x="4207" y="384"/>
                    <a:pt x="4205" y="384"/>
                    <a:pt x="4204" y="383"/>
                  </a:cubicBezTo>
                  <a:cubicBezTo>
                    <a:pt x="4200" y="381"/>
                    <a:pt x="4199" y="375"/>
                    <a:pt x="4201" y="372"/>
                  </a:cubicBezTo>
                  <a:cubicBezTo>
                    <a:pt x="4201" y="371"/>
                    <a:pt x="4201" y="371"/>
                    <a:pt x="4201" y="371"/>
                  </a:cubicBezTo>
                  <a:cubicBezTo>
                    <a:pt x="4224" y="334"/>
                    <a:pt x="4224" y="334"/>
                    <a:pt x="4224" y="334"/>
                  </a:cubicBezTo>
                  <a:cubicBezTo>
                    <a:pt x="4234" y="317"/>
                    <a:pt x="4243" y="303"/>
                    <a:pt x="4252" y="290"/>
                  </a:cubicBezTo>
                  <a:cubicBezTo>
                    <a:pt x="4252" y="290"/>
                    <a:pt x="4252" y="290"/>
                    <a:pt x="4252" y="290"/>
                  </a:cubicBezTo>
                  <a:cubicBezTo>
                    <a:pt x="4252" y="290"/>
                    <a:pt x="4252" y="289"/>
                    <a:pt x="4252" y="289"/>
                  </a:cubicBezTo>
                  <a:cubicBezTo>
                    <a:pt x="4260" y="278"/>
                    <a:pt x="4267" y="267"/>
                    <a:pt x="4275" y="256"/>
                  </a:cubicBezTo>
                  <a:cubicBezTo>
                    <a:pt x="4290" y="235"/>
                    <a:pt x="4304" y="215"/>
                    <a:pt x="4319" y="197"/>
                  </a:cubicBezTo>
                  <a:cubicBezTo>
                    <a:pt x="4322" y="194"/>
                    <a:pt x="4327" y="193"/>
                    <a:pt x="4331" y="196"/>
                  </a:cubicBezTo>
                  <a:cubicBezTo>
                    <a:pt x="4334" y="199"/>
                    <a:pt x="4335" y="204"/>
                    <a:pt x="4332" y="208"/>
                  </a:cubicBezTo>
                  <a:cubicBezTo>
                    <a:pt x="4318" y="225"/>
                    <a:pt x="4304" y="244"/>
                    <a:pt x="4289" y="266"/>
                  </a:cubicBezTo>
                  <a:cubicBezTo>
                    <a:pt x="4281" y="276"/>
                    <a:pt x="4274" y="287"/>
                    <a:pt x="4266" y="299"/>
                  </a:cubicBezTo>
                  <a:cubicBezTo>
                    <a:pt x="4258" y="312"/>
                    <a:pt x="4249" y="327"/>
                    <a:pt x="4238" y="343"/>
                  </a:cubicBezTo>
                  <a:cubicBezTo>
                    <a:pt x="4216" y="380"/>
                    <a:pt x="4216" y="380"/>
                    <a:pt x="4216" y="380"/>
                  </a:cubicBezTo>
                  <a:cubicBezTo>
                    <a:pt x="4214" y="383"/>
                    <a:pt x="4211" y="384"/>
                    <a:pt x="4208" y="384"/>
                  </a:cubicBezTo>
                  <a:close/>
                  <a:moveTo>
                    <a:pt x="5238" y="359"/>
                  </a:moveTo>
                  <a:cubicBezTo>
                    <a:pt x="5236" y="359"/>
                    <a:pt x="5234" y="358"/>
                    <a:pt x="5232" y="356"/>
                  </a:cubicBezTo>
                  <a:cubicBezTo>
                    <a:pt x="5232" y="356"/>
                    <a:pt x="5232" y="356"/>
                    <a:pt x="5232" y="356"/>
                  </a:cubicBezTo>
                  <a:cubicBezTo>
                    <a:pt x="5229" y="352"/>
                    <a:pt x="5229" y="347"/>
                    <a:pt x="5233" y="344"/>
                  </a:cubicBezTo>
                  <a:cubicBezTo>
                    <a:pt x="5236" y="341"/>
                    <a:pt x="5241" y="341"/>
                    <a:pt x="5244" y="344"/>
                  </a:cubicBezTo>
                  <a:cubicBezTo>
                    <a:pt x="5244" y="344"/>
                    <a:pt x="5244" y="344"/>
                    <a:pt x="5244" y="344"/>
                  </a:cubicBezTo>
                  <a:cubicBezTo>
                    <a:pt x="5245" y="344"/>
                    <a:pt x="5245" y="344"/>
                    <a:pt x="5245" y="344"/>
                  </a:cubicBezTo>
                  <a:cubicBezTo>
                    <a:pt x="5248" y="348"/>
                    <a:pt x="5248" y="353"/>
                    <a:pt x="5244" y="356"/>
                  </a:cubicBezTo>
                  <a:cubicBezTo>
                    <a:pt x="5243" y="358"/>
                    <a:pt x="5241" y="359"/>
                    <a:pt x="5238" y="359"/>
                  </a:cubicBezTo>
                  <a:close/>
                  <a:moveTo>
                    <a:pt x="5219" y="338"/>
                  </a:moveTo>
                  <a:cubicBezTo>
                    <a:pt x="5217" y="338"/>
                    <a:pt x="5214" y="337"/>
                    <a:pt x="5213" y="335"/>
                  </a:cubicBezTo>
                  <a:cubicBezTo>
                    <a:pt x="5205" y="327"/>
                    <a:pt x="5197" y="319"/>
                    <a:pt x="5189" y="311"/>
                  </a:cubicBezTo>
                  <a:cubicBezTo>
                    <a:pt x="5174" y="295"/>
                    <a:pt x="5156" y="278"/>
                    <a:pt x="5133" y="256"/>
                  </a:cubicBezTo>
                  <a:cubicBezTo>
                    <a:pt x="5130" y="253"/>
                    <a:pt x="5127" y="250"/>
                    <a:pt x="5124" y="247"/>
                  </a:cubicBezTo>
                  <a:cubicBezTo>
                    <a:pt x="5124" y="247"/>
                    <a:pt x="5124" y="247"/>
                    <a:pt x="5124" y="247"/>
                  </a:cubicBezTo>
                  <a:cubicBezTo>
                    <a:pt x="5124" y="247"/>
                    <a:pt x="5124" y="247"/>
                    <a:pt x="5124" y="247"/>
                  </a:cubicBezTo>
                  <a:cubicBezTo>
                    <a:pt x="5090" y="216"/>
                    <a:pt x="5090" y="216"/>
                    <a:pt x="5090" y="216"/>
                  </a:cubicBezTo>
                  <a:cubicBezTo>
                    <a:pt x="5062" y="192"/>
                    <a:pt x="5062" y="192"/>
                    <a:pt x="5062" y="192"/>
                  </a:cubicBezTo>
                  <a:cubicBezTo>
                    <a:pt x="5060" y="190"/>
                    <a:pt x="5059" y="188"/>
                    <a:pt x="5059" y="186"/>
                  </a:cubicBezTo>
                  <a:cubicBezTo>
                    <a:pt x="5059" y="184"/>
                    <a:pt x="5059" y="181"/>
                    <a:pt x="5061" y="180"/>
                  </a:cubicBezTo>
                  <a:cubicBezTo>
                    <a:pt x="5064" y="176"/>
                    <a:pt x="5069" y="176"/>
                    <a:pt x="5073" y="179"/>
                  </a:cubicBezTo>
                  <a:cubicBezTo>
                    <a:pt x="5102" y="203"/>
                    <a:pt x="5102" y="203"/>
                    <a:pt x="5102" y="203"/>
                  </a:cubicBezTo>
                  <a:cubicBezTo>
                    <a:pt x="5145" y="243"/>
                    <a:pt x="5145" y="243"/>
                    <a:pt x="5145" y="243"/>
                  </a:cubicBezTo>
                  <a:cubicBezTo>
                    <a:pt x="5161" y="259"/>
                    <a:pt x="5182" y="279"/>
                    <a:pt x="5201" y="299"/>
                  </a:cubicBezTo>
                  <a:cubicBezTo>
                    <a:pt x="5209" y="307"/>
                    <a:pt x="5217" y="315"/>
                    <a:pt x="5225" y="324"/>
                  </a:cubicBezTo>
                  <a:cubicBezTo>
                    <a:pt x="5228" y="327"/>
                    <a:pt x="5228" y="332"/>
                    <a:pt x="5225" y="336"/>
                  </a:cubicBezTo>
                  <a:cubicBezTo>
                    <a:pt x="5223" y="337"/>
                    <a:pt x="5221" y="338"/>
                    <a:pt x="5219" y="338"/>
                  </a:cubicBezTo>
                  <a:close/>
                  <a:moveTo>
                    <a:pt x="6641" y="336"/>
                  </a:moveTo>
                  <a:cubicBezTo>
                    <a:pt x="6638" y="336"/>
                    <a:pt x="6635" y="334"/>
                    <a:pt x="6633" y="331"/>
                  </a:cubicBezTo>
                  <a:cubicBezTo>
                    <a:pt x="6632" y="326"/>
                    <a:pt x="6634" y="321"/>
                    <a:pt x="6639" y="320"/>
                  </a:cubicBezTo>
                  <a:cubicBezTo>
                    <a:pt x="6643" y="318"/>
                    <a:pt x="6648" y="321"/>
                    <a:pt x="6649" y="325"/>
                  </a:cubicBezTo>
                  <a:cubicBezTo>
                    <a:pt x="6650" y="327"/>
                    <a:pt x="6650" y="329"/>
                    <a:pt x="6649" y="331"/>
                  </a:cubicBezTo>
                  <a:cubicBezTo>
                    <a:pt x="6648" y="333"/>
                    <a:pt x="6646" y="335"/>
                    <a:pt x="6644" y="336"/>
                  </a:cubicBezTo>
                  <a:cubicBezTo>
                    <a:pt x="6643" y="336"/>
                    <a:pt x="6642" y="336"/>
                    <a:pt x="6641" y="336"/>
                  </a:cubicBezTo>
                  <a:close/>
                  <a:moveTo>
                    <a:pt x="665" y="330"/>
                  </a:moveTo>
                  <a:cubicBezTo>
                    <a:pt x="664" y="330"/>
                    <a:pt x="662" y="330"/>
                    <a:pt x="661" y="329"/>
                  </a:cubicBezTo>
                  <a:cubicBezTo>
                    <a:pt x="659" y="328"/>
                    <a:pt x="658" y="326"/>
                    <a:pt x="657" y="324"/>
                  </a:cubicBezTo>
                  <a:cubicBezTo>
                    <a:pt x="656" y="322"/>
                    <a:pt x="657" y="319"/>
                    <a:pt x="658" y="317"/>
                  </a:cubicBezTo>
                  <a:cubicBezTo>
                    <a:pt x="660" y="313"/>
                    <a:pt x="665" y="312"/>
                    <a:pt x="669" y="314"/>
                  </a:cubicBezTo>
                  <a:cubicBezTo>
                    <a:pt x="669" y="314"/>
                    <a:pt x="669" y="314"/>
                    <a:pt x="669" y="314"/>
                  </a:cubicBezTo>
                  <a:cubicBezTo>
                    <a:pt x="673" y="316"/>
                    <a:pt x="675" y="321"/>
                    <a:pt x="673" y="325"/>
                  </a:cubicBezTo>
                  <a:cubicBezTo>
                    <a:pt x="671" y="328"/>
                    <a:pt x="668" y="330"/>
                    <a:pt x="665" y="330"/>
                  </a:cubicBezTo>
                  <a:close/>
                  <a:moveTo>
                    <a:pt x="6668" y="327"/>
                  </a:moveTo>
                  <a:cubicBezTo>
                    <a:pt x="6665" y="327"/>
                    <a:pt x="6661" y="325"/>
                    <a:pt x="6660" y="321"/>
                  </a:cubicBezTo>
                  <a:cubicBezTo>
                    <a:pt x="6659" y="319"/>
                    <a:pt x="6660" y="317"/>
                    <a:pt x="6661" y="315"/>
                  </a:cubicBezTo>
                  <a:cubicBezTo>
                    <a:pt x="6662" y="313"/>
                    <a:pt x="6664" y="311"/>
                    <a:pt x="6666" y="311"/>
                  </a:cubicBezTo>
                  <a:cubicBezTo>
                    <a:pt x="6671" y="309"/>
                    <a:pt x="6676" y="308"/>
                    <a:pt x="6680" y="307"/>
                  </a:cubicBezTo>
                  <a:cubicBezTo>
                    <a:pt x="6682" y="306"/>
                    <a:pt x="6683" y="306"/>
                    <a:pt x="6685" y="306"/>
                  </a:cubicBezTo>
                  <a:cubicBezTo>
                    <a:pt x="6685" y="306"/>
                    <a:pt x="6685" y="306"/>
                    <a:pt x="6685" y="306"/>
                  </a:cubicBezTo>
                  <a:cubicBezTo>
                    <a:pt x="6709" y="299"/>
                    <a:pt x="6733" y="294"/>
                    <a:pt x="6760" y="289"/>
                  </a:cubicBezTo>
                  <a:cubicBezTo>
                    <a:pt x="6768" y="288"/>
                    <a:pt x="6775" y="287"/>
                    <a:pt x="6782" y="286"/>
                  </a:cubicBezTo>
                  <a:cubicBezTo>
                    <a:pt x="6811" y="281"/>
                    <a:pt x="6840" y="277"/>
                    <a:pt x="6873" y="273"/>
                  </a:cubicBezTo>
                  <a:cubicBezTo>
                    <a:pt x="6878" y="272"/>
                    <a:pt x="6882" y="276"/>
                    <a:pt x="6882" y="280"/>
                  </a:cubicBezTo>
                  <a:cubicBezTo>
                    <a:pt x="6883" y="285"/>
                    <a:pt x="6880" y="289"/>
                    <a:pt x="6875" y="290"/>
                  </a:cubicBezTo>
                  <a:cubicBezTo>
                    <a:pt x="6843" y="294"/>
                    <a:pt x="6813" y="298"/>
                    <a:pt x="6785" y="302"/>
                  </a:cubicBezTo>
                  <a:cubicBezTo>
                    <a:pt x="6778" y="303"/>
                    <a:pt x="6771" y="305"/>
                    <a:pt x="6763" y="306"/>
                  </a:cubicBezTo>
                  <a:cubicBezTo>
                    <a:pt x="6736" y="311"/>
                    <a:pt x="6713" y="316"/>
                    <a:pt x="6689" y="322"/>
                  </a:cubicBezTo>
                  <a:cubicBezTo>
                    <a:pt x="6688" y="322"/>
                    <a:pt x="6686" y="323"/>
                    <a:pt x="6685" y="323"/>
                  </a:cubicBezTo>
                  <a:cubicBezTo>
                    <a:pt x="6680" y="324"/>
                    <a:pt x="6675" y="326"/>
                    <a:pt x="6671" y="327"/>
                  </a:cubicBezTo>
                  <a:cubicBezTo>
                    <a:pt x="6670" y="327"/>
                    <a:pt x="6669" y="327"/>
                    <a:pt x="6668" y="327"/>
                  </a:cubicBezTo>
                  <a:close/>
                  <a:moveTo>
                    <a:pt x="2058" y="324"/>
                  </a:moveTo>
                  <a:cubicBezTo>
                    <a:pt x="2054" y="324"/>
                    <a:pt x="2051" y="322"/>
                    <a:pt x="2050" y="318"/>
                  </a:cubicBezTo>
                  <a:cubicBezTo>
                    <a:pt x="2049" y="316"/>
                    <a:pt x="2049" y="314"/>
                    <a:pt x="2050" y="312"/>
                  </a:cubicBezTo>
                  <a:cubicBezTo>
                    <a:pt x="2051" y="310"/>
                    <a:pt x="2053" y="308"/>
                    <a:pt x="2055" y="308"/>
                  </a:cubicBezTo>
                  <a:cubicBezTo>
                    <a:pt x="2055" y="308"/>
                    <a:pt x="2055" y="308"/>
                    <a:pt x="2055" y="308"/>
                  </a:cubicBezTo>
                  <a:cubicBezTo>
                    <a:pt x="2055" y="308"/>
                    <a:pt x="2055" y="308"/>
                    <a:pt x="2055" y="308"/>
                  </a:cubicBezTo>
                  <a:cubicBezTo>
                    <a:pt x="2059" y="306"/>
                    <a:pt x="2064" y="309"/>
                    <a:pt x="2066" y="313"/>
                  </a:cubicBezTo>
                  <a:cubicBezTo>
                    <a:pt x="2067" y="317"/>
                    <a:pt x="2065" y="322"/>
                    <a:pt x="2061" y="324"/>
                  </a:cubicBezTo>
                  <a:cubicBezTo>
                    <a:pt x="2060" y="324"/>
                    <a:pt x="2060" y="324"/>
                    <a:pt x="2060" y="324"/>
                  </a:cubicBezTo>
                  <a:cubicBezTo>
                    <a:pt x="2059" y="324"/>
                    <a:pt x="2059" y="324"/>
                    <a:pt x="2058" y="324"/>
                  </a:cubicBezTo>
                  <a:close/>
                  <a:moveTo>
                    <a:pt x="640" y="317"/>
                  </a:moveTo>
                  <a:cubicBezTo>
                    <a:pt x="639" y="317"/>
                    <a:pt x="638" y="317"/>
                    <a:pt x="636" y="316"/>
                  </a:cubicBezTo>
                  <a:cubicBezTo>
                    <a:pt x="614" y="305"/>
                    <a:pt x="592" y="295"/>
                    <a:pt x="570" y="287"/>
                  </a:cubicBezTo>
                  <a:cubicBezTo>
                    <a:pt x="558" y="282"/>
                    <a:pt x="545" y="278"/>
                    <a:pt x="533" y="274"/>
                  </a:cubicBezTo>
                  <a:cubicBezTo>
                    <a:pt x="502" y="264"/>
                    <a:pt x="471" y="257"/>
                    <a:pt x="441" y="253"/>
                  </a:cubicBezTo>
                  <a:cubicBezTo>
                    <a:pt x="438" y="253"/>
                    <a:pt x="436" y="252"/>
                    <a:pt x="435" y="250"/>
                  </a:cubicBezTo>
                  <a:cubicBezTo>
                    <a:pt x="434" y="248"/>
                    <a:pt x="433" y="246"/>
                    <a:pt x="433" y="243"/>
                  </a:cubicBezTo>
                  <a:cubicBezTo>
                    <a:pt x="434" y="239"/>
                    <a:pt x="438" y="236"/>
                    <a:pt x="443" y="236"/>
                  </a:cubicBezTo>
                  <a:cubicBezTo>
                    <a:pt x="474" y="241"/>
                    <a:pt x="506" y="248"/>
                    <a:pt x="538" y="258"/>
                  </a:cubicBezTo>
                  <a:cubicBezTo>
                    <a:pt x="551" y="262"/>
                    <a:pt x="564" y="266"/>
                    <a:pt x="576" y="271"/>
                  </a:cubicBezTo>
                  <a:cubicBezTo>
                    <a:pt x="599" y="279"/>
                    <a:pt x="621" y="290"/>
                    <a:pt x="644" y="301"/>
                  </a:cubicBezTo>
                  <a:cubicBezTo>
                    <a:pt x="644" y="301"/>
                    <a:pt x="644" y="301"/>
                    <a:pt x="644" y="301"/>
                  </a:cubicBezTo>
                  <a:cubicBezTo>
                    <a:pt x="648" y="303"/>
                    <a:pt x="650" y="308"/>
                    <a:pt x="648" y="312"/>
                  </a:cubicBezTo>
                  <a:cubicBezTo>
                    <a:pt x="646" y="315"/>
                    <a:pt x="643" y="317"/>
                    <a:pt x="640" y="317"/>
                  </a:cubicBezTo>
                  <a:close/>
                  <a:moveTo>
                    <a:pt x="2084" y="315"/>
                  </a:moveTo>
                  <a:cubicBezTo>
                    <a:pt x="2081" y="315"/>
                    <a:pt x="2077" y="313"/>
                    <a:pt x="2076" y="309"/>
                  </a:cubicBezTo>
                  <a:cubicBezTo>
                    <a:pt x="2076" y="307"/>
                    <a:pt x="2076" y="305"/>
                    <a:pt x="2077" y="303"/>
                  </a:cubicBezTo>
                  <a:cubicBezTo>
                    <a:pt x="2078" y="301"/>
                    <a:pt x="2080" y="299"/>
                    <a:pt x="2082" y="299"/>
                  </a:cubicBezTo>
                  <a:cubicBezTo>
                    <a:pt x="2115" y="288"/>
                    <a:pt x="2146" y="279"/>
                    <a:pt x="2175" y="272"/>
                  </a:cubicBezTo>
                  <a:cubicBezTo>
                    <a:pt x="2186" y="269"/>
                    <a:pt x="2198" y="266"/>
                    <a:pt x="2209" y="264"/>
                  </a:cubicBezTo>
                  <a:cubicBezTo>
                    <a:pt x="2231" y="259"/>
                    <a:pt x="2255" y="255"/>
                    <a:pt x="2285" y="251"/>
                  </a:cubicBezTo>
                  <a:cubicBezTo>
                    <a:pt x="2285" y="251"/>
                    <a:pt x="2285" y="251"/>
                    <a:pt x="2285" y="251"/>
                  </a:cubicBezTo>
                  <a:cubicBezTo>
                    <a:pt x="2286" y="251"/>
                    <a:pt x="2286" y="251"/>
                    <a:pt x="2287" y="251"/>
                  </a:cubicBezTo>
                  <a:cubicBezTo>
                    <a:pt x="2287" y="251"/>
                    <a:pt x="2287" y="251"/>
                    <a:pt x="2287" y="251"/>
                  </a:cubicBezTo>
                  <a:cubicBezTo>
                    <a:pt x="2292" y="250"/>
                    <a:pt x="2296" y="254"/>
                    <a:pt x="2296" y="258"/>
                  </a:cubicBezTo>
                  <a:cubicBezTo>
                    <a:pt x="2297" y="263"/>
                    <a:pt x="2294" y="267"/>
                    <a:pt x="2289" y="268"/>
                  </a:cubicBezTo>
                  <a:cubicBezTo>
                    <a:pt x="2289" y="268"/>
                    <a:pt x="2288" y="268"/>
                    <a:pt x="2288" y="268"/>
                  </a:cubicBezTo>
                  <a:cubicBezTo>
                    <a:pt x="2287" y="268"/>
                    <a:pt x="2287" y="268"/>
                    <a:pt x="2287" y="268"/>
                  </a:cubicBezTo>
                  <a:cubicBezTo>
                    <a:pt x="2287" y="268"/>
                    <a:pt x="2287" y="268"/>
                    <a:pt x="2287" y="268"/>
                  </a:cubicBezTo>
                  <a:cubicBezTo>
                    <a:pt x="2258" y="272"/>
                    <a:pt x="2234" y="276"/>
                    <a:pt x="2213" y="281"/>
                  </a:cubicBezTo>
                  <a:cubicBezTo>
                    <a:pt x="2202" y="283"/>
                    <a:pt x="2190" y="286"/>
                    <a:pt x="2179" y="288"/>
                  </a:cubicBezTo>
                  <a:cubicBezTo>
                    <a:pt x="2150" y="295"/>
                    <a:pt x="2120" y="304"/>
                    <a:pt x="2087" y="315"/>
                  </a:cubicBezTo>
                  <a:cubicBezTo>
                    <a:pt x="2086" y="315"/>
                    <a:pt x="2085" y="315"/>
                    <a:pt x="2084" y="315"/>
                  </a:cubicBezTo>
                  <a:close/>
                  <a:moveTo>
                    <a:pt x="2578" y="296"/>
                  </a:moveTo>
                  <a:cubicBezTo>
                    <a:pt x="2577" y="296"/>
                    <a:pt x="2576" y="296"/>
                    <a:pt x="2575" y="295"/>
                  </a:cubicBezTo>
                  <a:cubicBezTo>
                    <a:pt x="2573" y="294"/>
                    <a:pt x="2571" y="293"/>
                    <a:pt x="2570" y="291"/>
                  </a:cubicBezTo>
                  <a:cubicBezTo>
                    <a:pt x="2569" y="289"/>
                    <a:pt x="2569" y="286"/>
                    <a:pt x="2570" y="284"/>
                  </a:cubicBezTo>
                  <a:cubicBezTo>
                    <a:pt x="2571" y="280"/>
                    <a:pt x="2577" y="278"/>
                    <a:pt x="2581" y="279"/>
                  </a:cubicBezTo>
                  <a:cubicBezTo>
                    <a:pt x="2585" y="281"/>
                    <a:pt x="2587" y="286"/>
                    <a:pt x="2586" y="290"/>
                  </a:cubicBezTo>
                  <a:cubicBezTo>
                    <a:pt x="2584" y="294"/>
                    <a:pt x="2581" y="296"/>
                    <a:pt x="2578" y="296"/>
                  </a:cubicBezTo>
                  <a:close/>
                  <a:moveTo>
                    <a:pt x="6902" y="287"/>
                  </a:moveTo>
                  <a:cubicBezTo>
                    <a:pt x="6898" y="287"/>
                    <a:pt x="6894" y="283"/>
                    <a:pt x="6894" y="279"/>
                  </a:cubicBezTo>
                  <a:cubicBezTo>
                    <a:pt x="6893" y="277"/>
                    <a:pt x="6894" y="275"/>
                    <a:pt x="6895" y="273"/>
                  </a:cubicBezTo>
                  <a:cubicBezTo>
                    <a:pt x="6897" y="271"/>
                    <a:pt x="6899" y="270"/>
                    <a:pt x="6901" y="270"/>
                  </a:cubicBezTo>
                  <a:cubicBezTo>
                    <a:pt x="6901" y="270"/>
                    <a:pt x="6901" y="270"/>
                    <a:pt x="6901" y="270"/>
                  </a:cubicBezTo>
                  <a:cubicBezTo>
                    <a:pt x="6901" y="270"/>
                    <a:pt x="6901" y="270"/>
                    <a:pt x="6901" y="270"/>
                  </a:cubicBezTo>
                  <a:cubicBezTo>
                    <a:pt x="6906" y="269"/>
                    <a:pt x="6910" y="273"/>
                    <a:pt x="6910" y="277"/>
                  </a:cubicBezTo>
                  <a:cubicBezTo>
                    <a:pt x="6911" y="279"/>
                    <a:pt x="6910" y="282"/>
                    <a:pt x="6909" y="283"/>
                  </a:cubicBezTo>
                  <a:cubicBezTo>
                    <a:pt x="6907" y="285"/>
                    <a:pt x="6905" y="286"/>
                    <a:pt x="6903" y="287"/>
                  </a:cubicBezTo>
                  <a:cubicBezTo>
                    <a:pt x="6903" y="287"/>
                    <a:pt x="6903" y="287"/>
                    <a:pt x="6903" y="287"/>
                  </a:cubicBezTo>
                  <a:cubicBezTo>
                    <a:pt x="6903" y="287"/>
                    <a:pt x="6903" y="287"/>
                    <a:pt x="6903" y="287"/>
                  </a:cubicBezTo>
                  <a:cubicBezTo>
                    <a:pt x="6902" y="287"/>
                    <a:pt x="6902" y="287"/>
                    <a:pt x="6902" y="287"/>
                  </a:cubicBezTo>
                  <a:close/>
                  <a:moveTo>
                    <a:pt x="2551" y="286"/>
                  </a:moveTo>
                  <a:cubicBezTo>
                    <a:pt x="2550" y="286"/>
                    <a:pt x="2549" y="286"/>
                    <a:pt x="2549" y="286"/>
                  </a:cubicBezTo>
                  <a:cubicBezTo>
                    <a:pt x="2544" y="285"/>
                    <a:pt x="2539" y="283"/>
                    <a:pt x="2534" y="282"/>
                  </a:cubicBezTo>
                  <a:cubicBezTo>
                    <a:pt x="2508" y="274"/>
                    <a:pt x="2480" y="269"/>
                    <a:pt x="2449" y="265"/>
                  </a:cubicBezTo>
                  <a:cubicBezTo>
                    <a:pt x="2446" y="265"/>
                    <a:pt x="2443" y="265"/>
                    <a:pt x="2440" y="264"/>
                  </a:cubicBezTo>
                  <a:cubicBezTo>
                    <a:pt x="2421" y="262"/>
                    <a:pt x="2402" y="262"/>
                    <a:pt x="2380" y="262"/>
                  </a:cubicBezTo>
                  <a:cubicBezTo>
                    <a:pt x="2375" y="262"/>
                    <a:pt x="2370" y="262"/>
                    <a:pt x="2366" y="262"/>
                  </a:cubicBezTo>
                  <a:cubicBezTo>
                    <a:pt x="2359" y="262"/>
                    <a:pt x="2352" y="262"/>
                    <a:pt x="2345" y="263"/>
                  </a:cubicBezTo>
                  <a:cubicBezTo>
                    <a:pt x="2340" y="263"/>
                    <a:pt x="2336" y="259"/>
                    <a:pt x="2336" y="255"/>
                  </a:cubicBezTo>
                  <a:cubicBezTo>
                    <a:pt x="2336" y="250"/>
                    <a:pt x="2339" y="246"/>
                    <a:pt x="2344" y="246"/>
                  </a:cubicBezTo>
                  <a:cubicBezTo>
                    <a:pt x="2351" y="245"/>
                    <a:pt x="2359" y="245"/>
                    <a:pt x="2366" y="245"/>
                  </a:cubicBezTo>
                  <a:cubicBezTo>
                    <a:pt x="2370" y="245"/>
                    <a:pt x="2375" y="245"/>
                    <a:pt x="2380" y="245"/>
                  </a:cubicBezTo>
                  <a:cubicBezTo>
                    <a:pt x="2403" y="245"/>
                    <a:pt x="2422" y="246"/>
                    <a:pt x="2441" y="247"/>
                  </a:cubicBezTo>
                  <a:cubicBezTo>
                    <a:pt x="2444" y="248"/>
                    <a:pt x="2447" y="248"/>
                    <a:pt x="2450" y="248"/>
                  </a:cubicBezTo>
                  <a:cubicBezTo>
                    <a:pt x="2483" y="252"/>
                    <a:pt x="2511" y="258"/>
                    <a:pt x="2538" y="265"/>
                  </a:cubicBezTo>
                  <a:cubicBezTo>
                    <a:pt x="2544" y="267"/>
                    <a:pt x="2549" y="268"/>
                    <a:pt x="2554" y="270"/>
                  </a:cubicBezTo>
                  <a:cubicBezTo>
                    <a:pt x="2558" y="271"/>
                    <a:pt x="2561" y="276"/>
                    <a:pt x="2559" y="281"/>
                  </a:cubicBezTo>
                  <a:cubicBezTo>
                    <a:pt x="2558" y="284"/>
                    <a:pt x="2555" y="286"/>
                    <a:pt x="2551" y="286"/>
                  </a:cubicBezTo>
                  <a:close/>
                  <a:moveTo>
                    <a:pt x="6930" y="284"/>
                  </a:moveTo>
                  <a:cubicBezTo>
                    <a:pt x="6926" y="284"/>
                    <a:pt x="6922" y="280"/>
                    <a:pt x="6922" y="276"/>
                  </a:cubicBezTo>
                  <a:cubicBezTo>
                    <a:pt x="6921" y="271"/>
                    <a:pt x="6925" y="267"/>
                    <a:pt x="6929" y="267"/>
                  </a:cubicBezTo>
                  <a:cubicBezTo>
                    <a:pt x="6939" y="266"/>
                    <a:pt x="6950" y="265"/>
                    <a:pt x="6961" y="264"/>
                  </a:cubicBezTo>
                  <a:cubicBezTo>
                    <a:pt x="6981" y="262"/>
                    <a:pt x="7002" y="260"/>
                    <a:pt x="7025" y="258"/>
                  </a:cubicBezTo>
                  <a:cubicBezTo>
                    <a:pt x="7060" y="255"/>
                    <a:pt x="7096" y="253"/>
                    <a:pt x="7135" y="251"/>
                  </a:cubicBezTo>
                  <a:cubicBezTo>
                    <a:pt x="7136" y="251"/>
                    <a:pt x="7137" y="250"/>
                    <a:pt x="7138" y="250"/>
                  </a:cubicBezTo>
                  <a:cubicBezTo>
                    <a:pt x="7138" y="250"/>
                    <a:pt x="7138" y="250"/>
                    <a:pt x="7138" y="250"/>
                  </a:cubicBezTo>
                  <a:cubicBezTo>
                    <a:pt x="7143" y="250"/>
                    <a:pt x="7147" y="254"/>
                    <a:pt x="7147" y="258"/>
                  </a:cubicBezTo>
                  <a:cubicBezTo>
                    <a:pt x="7147" y="263"/>
                    <a:pt x="7144" y="267"/>
                    <a:pt x="7139" y="267"/>
                  </a:cubicBezTo>
                  <a:cubicBezTo>
                    <a:pt x="7138" y="267"/>
                    <a:pt x="7137" y="267"/>
                    <a:pt x="7136" y="268"/>
                  </a:cubicBezTo>
                  <a:cubicBezTo>
                    <a:pt x="7097" y="270"/>
                    <a:pt x="7061" y="272"/>
                    <a:pt x="7027" y="275"/>
                  </a:cubicBezTo>
                  <a:cubicBezTo>
                    <a:pt x="7005" y="277"/>
                    <a:pt x="6983" y="279"/>
                    <a:pt x="6963" y="280"/>
                  </a:cubicBezTo>
                  <a:cubicBezTo>
                    <a:pt x="6952" y="282"/>
                    <a:pt x="6941" y="283"/>
                    <a:pt x="6931" y="284"/>
                  </a:cubicBezTo>
                  <a:cubicBezTo>
                    <a:pt x="6931" y="284"/>
                    <a:pt x="6930" y="284"/>
                    <a:pt x="6930" y="284"/>
                  </a:cubicBezTo>
                  <a:close/>
                  <a:moveTo>
                    <a:pt x="7167" y="266"/>
                  </a:moveTo>
                  <a:cubicBezTo>
                    <a:pt x="7162" y="266"/>
                    <a:pt x="7159" y="262"/>
                    <a:pt x="7159" y="258"/>
                  </a:cubicBezTo>
                  <a:cubicBezTo>
                    <a:pt x="7158" y="255"/>
                    <a:pt x="7159" y="253"/>
                    <a:pt x="7161" y="252"/>
                  </a:cubicBezTo>
                  <a:cubicBezTo>
                    <a:pt x="7162" y="250"/>
                    <a:pt x="7164" y="249"/>
                    <a:pt x="7167" y="249"/>
                  </a:cubicBezTo>
                  <a:cubicBezTo>
                    <a:pt x="7171" y="249"/>
                    <a:pt x="7175" y="252"/>
                    <a:pt x="7175" y="257"/>
                  </a:cubicBezTo>
                  <a:cubicBezTo>
                    <a:pt x="7176" y="261"/>
                    <a:pt x="7172" y="265"/>
                    <a:pt x="7167" y="266"/>
                  </a:cubicBezTo>
                  <a:cubicBezTo>
                    <a:pt x="7167" y="266"/>
                    <a:pt x="7167" y="266"/>
                    <a:pt x="7167" y="266"/>
                  </a:cubicBezTo>
                  <a:close/>
                  <a:moveTo>
                    <a:pt x="2316" y="265"/>
                  </a:moveTo>
                  <a:cubicBezTo>
                    <a:pt x="2312" y="265"/>
                    <a:pt x="2308" y="261"/>
                    <a:pt x="2308" y="257"/>
                  </a:cubicBezTo>
                  <a:cubicBezTo>
                    <a:pt x="2307" y="252"/>
                    <a:pt x="2311" y="248"/>
                    <a:pt x="2315" y="248"/>
                  </a:cubicBezTo>
                  <a:cubicBezTo>
                    <a:pt x="2320" y="247"/>
                    <a:pt x="2324" y="251"/>
                    <a:pt x="2325" y="255"/>
                  </a:cubicBezTo>
                  <a:cubicBezTo>
                    <a:pt x="2325" y="260"/>
                    <a:pt x="2322" y="264"/>
                    <a:pt x="2317" y="265"/>
                  </a:cubicBezTo>
                  <a:cubicBezTo>
                    <a:pt x="2317" y="265"/>
                    <a:pt x="2316" y="265"/>
                    <a:pt x="2316" y="265"/>
                  </a:cubicBezTo>
                  <a:close/>
                  <a:moveTo>
                    <a:pt x="7195" y="264"/>
                  </a:moveTo>
                  <a:cubicBezTo>
                    <a:pt x="7191" y="264"/>
                    <a:pt x="7187" y="261"/>
                    <a:pt x="7187" y="256"/>
                  </a:cubicBezTo>
                  <a:cubicBezTo>
                    <a:pt x="7187" y="254"/>
                    <a:pt x="7187" y="252"/>
                    <a:pt x="7189" y="250"/>
                  </a:cubicBezTo>
                  <a:cubicBezTo>
                    <a:pt x="7190" y="248"/>
                    <a:pt x="7193" y="247"/>
                    <a:pt x="7195" y="247"/>
                  </a:cubicBezTo>
                  <a:cubicBezTo>
                    <a:pt x="7226" y="246"/>
                    <a:pt x="7258" y="244"/>
                    <a:pt x="7291" y="243"/>
                  </a:cubicBezTo>
                  <a:cubicBezTo>
                    <a:pt x="7328" y="241"/>
                    <a:pt x="7366" y="240"/>
                    <a:pt x="7404" y="239"/>
                  </a:cubicBezTo>
                  <a:cubicBezTo>
                    <a:pt x="7409" y="238"/>
                    <a:pt x="7413" y="242"/>
                    <a:pt x="7413" y="247"/>
                  </a:cubicBezTo>
                  <a:cubicBezTo>
                    <a:pt x="7413" y="249"/>
                    <a:pt x="7412" y="251"/>
                    <a:pt x="7411" y="253"/>
                  </a:cubicBezTo>
                  <a:cubicBezTo>
                    <a:pt x="7409" y="254"/>
                    <a:pt x="7407" y="255"/>
                    <a:pt x="7405" y="255"/>
                  </a:cubicBezTo>
                  <a:cubicBezTo>
                    <a:pt x="7365" y="257"/>
                    <a:pt x="7328" y="258"/>
                    <a:pt x="7292" y="260"/>
                  </a:cubicBezTo>
                  <a:cubicBezTo>
                    <a:pt x="7258" y="261"/>
                    <a:pt x="7226" y="263"/>
                    <a:pt x="7196" y="264"/>
                  </a:cubicBezTo>
                  <a:cubicBezTo>
                    <a:pt x="7196" y="264"/>
                    <a:pt x="7195" y="264"/>
                    <a:pt x="7195" y="264"/>
                  </a:cubicBezTo>
                  <a:close/>
                  <a:moveTo>
                    <a:pt x="7433" y="255"/>
                  </a:moveTo>
                  <a:cubicBezTo>
                    <a:pt x="7428" y="255"/>
                    <a:pt x="7424" y="251"/>
                    <a:pt x="7424" y="246"/>
                  </a:cubicBezTo>
                  <a:cubicBezTo>
                    <a:pt x="7424" y="244"/>
                    <a:pt x="7425" y="242"/>
                    <a:pt x="7426" y="240"/>
                  </a:cubicBezTo>
                  <a:cubicBezTo>
                    <a:pt x="7428" y="239"/>
                    <a:pt x="7430" y="238"/>
                    <a:pt x="7432" y="238"/>
                  </a:cubicBezTo>
                  <a:cubicBezTo>
                    <a:pt x="7437" y="237"/>
                    <a:pt x="7441" y="241"/>
                    <a:pt x="7441" y="246"/>
                  </a:cubicBezTo>
                  <a:cubicBezTo>
                    <a:pt x="7441" y="251"/>
                    <a:pt x="7438" y="254"/>
                    <a:pt x="7433" y="255"/>
                  </a:cubicBezTo>
                  <a:close/>
                  <a:moveTo>
                    <a:pt x="7461" y="254"/>
                  </a:moveTo>
                  <a:cubicBezTo>
                    <a:pt x="7456" y="254"/>
                    <a:pt x="7453" y="250"/>
                    <a:pt x="7452" y="246"/>
                  </a:cubicBezTo>
                  <a:cubicBezTo>
                    <a:pt x="7452" y="243"/>
                    <a:pt x="7453" y="241"/>
                    <a:pt x="7455" y="239"/>
                  </a:cubicBezTo>
                  <a:cubicBezTo>
                    <a:pt x="7456" y="238"/>
                    <a:pt x="7458" y="237"/>
                    <a:pt x="7461" y="237"/>
                  </a:cubicBezTo>
                  <a:cubicBezTo>
                    <a:pt x="7465" y="237"/>
                    <a:pt x="7465" y="237"/>
                    <a:pt x="7465" y="237"/>
                  </a:cubicBezTo>
                  <a:cubicBezTo>
                    <a:pt x="7470" y="237"/>
                    <a:pt x="7475" y="236"/>
                    <a:pt x="7480" y="236"/>
                  </a:cubicBezTo>
                  <a:cubicBezTo>
                    <a:pt x="7507" y="236"/>
                    <a:pt x="7533" y="235"/>
                    <a:pt x="7557" y="234"/>
                  </a:cubicBezTo>
                  <a:cubicBezTo>
                    <a:pt x="7595" y="234"/>
                    <a:pt x="7633" y="233"/>
                    <a:pt x="7670" y="233"/>
                  </a:cubicBezTo>
                  <a:cubicBezTo>
                    <a:pt x="7670" y="232"/>
                    <a:pt x="7670" y="232"/>
                    <a:pt x="7670" y="232"/>
                  </a:cubicBezTo>
                  <a:cubicBezTo>
                    <a:pt x="7675" y="232"/>
                    <a:pt x="7679" y="236"/>
                    <a:pt x="7679" y="241"/>
                  </a:cubicBezTo>
                  <a:cubicBezTo>
                    <a:pt x="7679" y="246"/>
                    <a:pt x="7675" y="249"/>
                    <a:pt x="7670" y="249"/>
                  </a:cubicBezTo>
                  <a:cubicBezTo>
                    <a:pt x="7632" y="250"/>
                    <a:pt x="7594" y="251"/>
                    <a:pt x="7557" y="251"/>
                  </a:cubicBezTo>
                  <a:cubicBezTo>
                    <a:pt x="7557" y="251"/>
                    <a:pt x="7557" y="251"/>
                    <a:pt x="7557" y="251"/>
                  </a:cubicBezTo>
                  <a:cubicBezTo>
                    <a:pt x="7530" y="252"/>
                    <a:pt x="7505" y="253"/>
                    <a:pt x="7480" y="253"/>
                  </a:cubicBezTo>
                  <a:cubicBezTo>
                    <a:pt x="7473" y="253"/>
                    <a:pt x="7473" y="253"/>
                    <a:pt x="7473" y="253"/>
                  </a:cubicBezTo>
                  <a:cubicBezTo>
                    <a:pt x="7469" y="254"/>
                    <a:pt x="7465" y="254"/>
                    <a:pt x="7461" y="254"/>
                  </a:cubicBezTo>
                  <a:close/>
                  <a:moveTo>
                    <a:pt x="414" y="250"/>
                  </a:moveTo>
                  <a:cubicBezTo>
                    <a:pt x="413" y="250"/>
                    <a:pt x="413" y="250"/>
                    <a:pt x="413" y="250"/>
                  </a:cubicBezTo>
                  <a:cubicBezTo>
                    <a:pt x="413" y="250"/>
                    <a:pt x="413" y="250"/>
                    <a:pt x="413" y="250"/>
                  </a:cubicBezTo>
                  <a:cubicBezTo>
                    <a:pt x="411" y="250"/>
                    <a:pt x="409" y="249"/>
                    <a:pt x="407" y="247"/>
                  </a:cubicBezTo>
                  <a:cubicBezTo>
                    <a:pt x="406" y="245"/>
                    <a:pt x="405" y="243"/>
                    <a:pt x="405" y="241"/>
                  </a:cubicBezTo>
                  <a:cubicBezTo>
                    <a:pt x="406" y="236"/>
                    <a:pt x="410" y="233"/>
                    <a:pt x="414" y="233"/>
                  </a:cubicBezTo>
                  <a:cubicBezTo>
                    <a:pt x="419" y="233"/>
                    <a:pt x="423" y="238"/>
                    <a:pt x="422" y="242"/>
                  </a:cubicBezTo>
                  <a:cubicBezTo>
                    <a:pt x="422" y="247"/>
                    <a:pt x="418" y="250"/>
                    <a:pt x="414" y="250"/>
                  </a:cubicBezTo>
                  <a:close/>
                  <a:moveTo>
                    <a:pt x="7699" y="249"/>
                  </a:moveTo>
                  <a:cubicBezTo>
                    <a:pt x="7698" y="249"/>
                    <a:pt x="7698" y="249"/>
                    <a:pt x="7698" y="249"/>
                  </a:cubicBezTo>
                  <a:cubicBezTo>
                    <a:pt x="7694" y="249"/>
                    <a:pt x="7690" y="245"/>
                    <a:pt x="7690" y="241"/>
                  </a:cubicBezTo>
                  <a:cubicBezTo>
                    <a:pt x="7690" y="238"/>
                    <a:pt x="7691" y="236"/>
                    <a:pt x="7692" y="235"/>
                  </a:cubicBezTo>
                  <a:cubicBezTo>
                    <a:pt x="7694" y="233"/>
                    <a:pt x="7696" y="232"/>
                    <a:pt x="7698" y="232"/>
                  </a:cubicBezTo>
                  <a:cubicBezTo>
                    <a:pt x="7698" y="232"/>
                    <a:pt x="7698" y="232"/>
                    <a:pt x="7698" y="232"/>
                  </a:cubicBezTo>
                  <a:cubicBezTo>
                    <a:pt x="7703" y="232"/>
                    <a:pt x="7707" y="236"/>
                    <a:pt x="7707" y="241"/>
                  </a:cubicBezTo>
                  <a:cubicBezTo>
                    <a:pt x="7707" y="245"/>
                    <a:pt x="7703" y="249"/>
                    <a:pt x="7699" y="249"/>
                  </a:cubicBezTo>
                  <a:close/>
                  <a:moveTo>
                    <a:pt x="7727" y="249"/>
                  </a:moveTo>
                  <a:cubicBezTo>
                    <a:pt x="7727" y="249"/>
                    <a:pt x="7727" y="249"/>
                    <a:pt x="7727" y="249"/>
                  </a:cubicBezTo>
                  <a:cubicBezTo>
                    <a:pt x="7722" y="249"/>
                    <a:pt x="7718" y="245"/>
                    <a:pt x="7718" y="240"/>
                  </a:cubicBezTo>
                  <a:cubicBezTo>
                    <a:pt x="7718" y="238"/>
                    <a:pt x="7719" y="236"/>
                    <a:pt x="7721" y="234"/>
                  </a:cubicBezTo>
                  <a:cubicBezTo>
                    <a:pt x="7722" y="233"/>
                    <a:pt x="7724" y="232"/>
                    <a:pt x="7727" y="232"/>
                  </a:cubicBezTo>
                  <a:cubicBezTo>
                    <a:pt x="7759" y="231"/>
                    <a:pt x="7792" y="231"/>
                    <a:pt x="7823" y="231"/>
                  </a:cubicBezTo>
                  <a:cubicBezTo>
                    <a:pt x="7828" y="231"/>
                    <a:pt x="7831" y="235"/>
                    <a:pt x="7831" y="240"/>
                  </a:cubicBezTo>
                  <a:cubicBezTo>
                    <a:pt x="7831" y="242"/>
                    <a:pt x="7830" y="244"/>
                    <a:pt x="7829" y="246"/>
                  </a:cubicBezTo>
                  <a:cubicBezTo>
                    <a:pt x="7827" y="247"/>
                    <a:pt x="7825" y="248"/>
                    <a:pt x="7823" y="248"/>
                  </a:cubicBezTo>
                  <a:cubicBezTo>
                    <a:pt x="7791" y="248"/>
                    <a:pt x="7758" y="248"/>
                    <a:pt x="7727" y="249"/>
                  </a:cubicBezTo>
                  <a:close/>
                  <a:moveTo>
                    <a:pt x="385" y="248"/>
                  </a:moveTo>
                  <a:cubicBezTo>
                    <a:pt x="385" y="248"/>
                    <a:pt x="385" y="248"/>
                    <a:pt x="385" y="248"/>
                  </a:cubicBezTo>
                  <a:cubicBezTo>
                    <a:pt x="385" y="248"/>
                    <a:pt x="385" y="248"/>
                    <a:pt x="384" y="248"/>
                  </a:cubicBezTo>
                  <a:cubicBezTo>
                    <a:pt x="364" y="248"/>
                    <a:pt x="364" y="248"/>
                    <a:pt x="364" y="248"/>
                  </a:cubicBezTo>
                  <a:cubicBezTo>
                    <a:pt x="272" y="248"/>
                    <a:pt x="272" y="248"/>
                    <a:pt x="272" y="248"/>
                  </a:cubicBezTo>
                  <a:cubicBezTo>
                    <a:pt x="272" y="248"/>
                    <a:pt x="272" y="248"/>
                    <a:pt x="272" y="248"/>
                  </a:cubicBezTo>
                  <a:cubicBezTo>
                    <a:pt x="176" y="248"/>
                    <a:pt x="176" y="248"/>
                    <a:pt x="176" y="248"/>
                  </a:cubicBezTo>
                  <a:cubicBezTo>
                    <a:pt x="171" y="248"/>
                    <a:pt x="168" y="244"/>
                    <a:pt x="168" y="240"/>
                  </a:cubicBezTo>
                  <a:cubicBezTo>
                    <a:pt x="168" y="235"/>
                    <a:pt x="171" y="231"/>
                    <a:pt x="176" y="231"/>
                  </a:cubicBezTo>
                  <a:cubicBezTo>
                    <a:pt x="373" y="231"/>
                    <a:pt x="373" y="231"/>
                    <a:pt x="373" y="231"/>
                  </a:cubicBezTo>
                  <a:cubicBezTo>
                    <a:pt x="384" y="231"/>
                    <a:pt x="384" y="231"/>
                    <a:pt x="384" y="231"/>
                  </a:cubicBezTo>
                  <a:cubicBezTo>
                    <a:pt x="385" y="231"/>
                    <a:pt x="385" y="231"/>
                    <a:pt x="386" y="231"/>
                  </a:cubicBezTo>
                  <a:cubicBezTo>
                    <a:pt x="388" y="231"/>
                    <a:pt x="390" y="232"/>
                    <a:pt x="392" y="234"/>
                  </a:cubicBezTo>
                  <a:cubicBezTo>
                    <a:pt x="393" y="236"/>
                    <a:pt x="394" y="238"/>
                    <a:pt x="394" y="240"/>
                  </a:cubicBezTo>
                  <a:cubicBezTo>
                    <a:pt x="394" y="245"/>
                    <a:pt x="390" y="248"/>
                    <a:pt x="385" y="248"/>
                  </a:cubicBezTo>
                  <a:close/>
                  <a:moveTo>
                    <a:pt x="148" y="248"/>
                  </a:moveTo>
                  <a:cubicBezTo>
                    <a:pt x="143" y="248"/>
                    <a:pt x="139" y="244"/>
                    <a:pt x="139" y="240"/>
                  </a:cubicBezTo>
                  <a:cubicBezTo>
                    <a:pt x="139" y="235"/>
                    <a:pt x="143" y="231"/>
                    <a:pt x="148" y="231"/>
                  </a:cubicBezTo>
                  <a:cubicBezTo>
                    <a:pt x="153" y="231"/>
                    <a:pt x="156" y="235"/>
                    <a:pt x="156" y="240"/>
                  </a:cubicBezTo>
                  <a:cubicBezTo>
                    <a:pt x="156" y="244"/>
                    <a:pt x="153" y="248"/>
                    <a:pt x="148" y="248"/>
                  </a:cubicBezTo>
                  <a:close/>
                  <a:moveTo>
                    <a:pt x="120" y="248"/>
                  </a:moveTo>
                  <a:cubicBezTo>
                    <a:pt x="9" y="248"/>
                    <a:pt x="9" y="248"/>
                    <a:pt x="9" y="248"/>
                  </a:cubicBezTo>
                  <a:cubicBezTo>
                    <a:pt x="4" y="248"/>
                    <a:pt x="0" y="244"/>
                    <a:pt x="0" y="240"/>
                  </a:cubicBezTo>
                  <a:cubicBezTo>
                    <a:pt x="0" y="235"/>
                    <a:pt x="4" y="231"/>
                    <a:pt x="9" y="231"/>
                  </a:cubicBezTo>
                  <a:cubicBezTo>
                    <a:pt x="120" y="231"/>
                    <a:pt x="120" y="231"/>
                    <a:pt x="120" y="231"/>
                  </a:cubicBezTo>
                  <a:cubicBezTo>
                    <a:pt x="124" y="231"/>
                    <a:pt x="128" y="235"/>
                    <a:pt x="128" y="240"/>
                  </a:cubicBezTo>
                  <a:cubicBezTo>
                    <a:pt x="128" y="244"/>
                    <a:pt x="124" y="248"/>
                    <a:pt x="120" y="248"/>
                  </a:cubicBezTo>
                  <a:close/>
                  <a:moveTo>
                    <a:pt x="4343" y="189"/>
                  </a:moveTo>
                  <a:cubicBezTo>
                    <a:pt x="4341" y="189"/>
                    <a:pt x="4339" y="189"/>
                    <a:pt x="4338" y="187"/>
                  </a:cubicBezTo>
                  <a:cubicBezTo>
                    <a:pt x="4336" y="186"/>
                    <a:pt x="4335" y="184"/>
                    <a:pt x="4335" y="181"/>
                  </a:cubicBezTo>
                  <a:cubicBezTo>
                    <a:pt x="4335" y="179"/>
                    <a:pt x="4335" y="177"/>
                    <a:pt x="4337" y="175"/>
                  </a:cubicBezTo>
                  <a:cubicBezTo>
                    <a:pt x="4340" y="172"/>
                    <a:pt x="4346" y="172"/>
                    <a:pt x="4349" y="174"/>
                  </a:cubicBezTo>
                  <a:cubicBezTo>
                    <a:pt x="4352" y="177"/>
                    <a:pt x="4353" y="183"/>
                    <a:pt x="4350" y="186"/>
                  </a:cubicBezTo>
                  <a:cubicBezTo>
                    <a:pt x="4348" y="188"/>
                    <a:pt x="4346" y="189"/>
                    <a:pt x="4343" y="189"/>
                  </a:cubicBezTo>
                  <a:close/>
                  <a:moveTo>
                    <a:pt x="5046" y="176"/>
                  </a:moveTo>
                  <a:cubicBezTo>
                    <a:pt x="5044" y="176"/>
                    <a:pt x="5042" y="175"/>
                    <a:pt x="5040" y="174"/>
                  </a:cubicBezTo>
                  <a:cubicBezTo>
                    <a:pt x="5039" y="172"/>
                    <a:pt x="5037" y="170"/>
                    <a:pt x="5037" y="168"/>
                  </a:cubicBezTo>
                  <a:cubicBezTo>
                    <a:pt x="5037" y="166"/>
                    <a:pt x="5038" y="164"/>
                    <a:pt x="5039" y="162"/>
                  </a:cubicBezTo>
                  <a:cubicBezTo>
                    <a:pt x="5042" y="158"/>
                    <a:pt x="5047" y="158"/>
                    <a:pt x="5051" y="161"/>
                  </a:cubicBezTo>
                  <a:cubicBezTo>
                    <a:pt x="5053" y="162"/>
                    <a:pt x="5054" y="164"/>
                    <a:pt x="5054" y="166"/>
                  </a:cubicBezTo>
                  <a:cubicBezTo>
                    <a:pt x="5054" y="169"/>
                    <a:pt x="5054" y="171"/>
                    <a:pt x="5052" y="172"/>
                  </a:cubicBezTo>
                  <a:cubicBezTo>
                    <a:pt x="5051" y="175"/>
                    <a:pt x="5048" y="176"/>
                    <a:pt x="5046" y="176"/>
                  </a:cubicBezTo>
                  <a:close/>
                  <a:moveTo>
                    <a:pt x="4362" y="168"/>
                  </a:moveTo>
                  <a:cubicBezTo>
                    <a:pt x="4360" y="168"/>
                    <a:pt x="4358" y="167"/>
                    <a:pt x="4356" y="166"/>
                  </a:cubicBezTo>
                  <a:cubicBezTo>
                    <a:pt x="4353" y="163"/>
                    <a:pt x="4353" y="157"/>
                    <a:pt x="4356" y="154"/>
                  </a:cubicBezTo>
                  <a:cubicBezTo>
                    <a:pt x="4375" y="133"/>
                    <a:pt x="4394" y="115"/>
                    <a:pt x="4415" y="99"/>
                  </a:cubicBezTo>
                  <a:cubicBezTo>
                    <a:pt x="4419" y="95"/>
                    <a:pt x="4423" y="92"/>
                    <a:pt x="4428" y="88"/>
                  </a:cubicBezTo>
                  <a:cubicBezTo>
                    <a:pt x="4458" y="64"/>
                    <a:pt x="4490" y="45"/>
                    <a:pt x="4523" y="31"/>
                  </a:cubicBezTo>
                  <a:cubicBezTo>
                    <a:pt x="4524" y="31"/>
                    <a:pt x="4525" y="30"/>
                    <a:pt x="4526" y="30"/>
                  </a:cubicBezTo>
                  <a:cubicBezTo>
                    <a:pt x="4526" y="30"/>
                    <a:pt x="4526" y="30"/>
                    <a:pt x="4526" y="30"/>
                  </a:cubicBezTo>
                  <a:cubicBezTo>
                    <a:pt x="4527" y="30"/>
                    <a:pt x="4527" y="30"/>
                    <a:pt x="4527" y="30"/>
                  </a:cubicBezTo>
                  <a:cubicBezTo>
                    <a:pt x="4531" y="28"/>
                    <a:pt x="4536" y="30"/>
                    <a:pt x="4538" y="34"/>
                  </a:cubicBezTo>
                  <a:cubicBezTo>
                    <a:pt x="4540" y="38"/>
                    <a:pt x="4538" y="43"/>
                    <a:pt x="4533" y="45"/>
                  </a:cubicBezTo>
                  <a:cubicBezTo>
                    <a:pt x="4532" y="46"/>
                    <a:pt x="4531" y="46"/>
                    <a:pt x="4530" y="47"/>
                  </a:cubicBezTo>
                  <a:cubicBezTo>
                    <a:pt x="4498" y="60"/>
                    <a:pt x="4468" y="79"/>
                    <a:pt x="4438" y="101"/>
                  </a:cubicBezTo>
                  <a:cubicBezTo>
                    <a:pt x="4434" y="105"/>
                    <a:pt x="4430" y="108"/>
                    <a:pt x="4425" y="112"/>
                  </a:cubicBezTo>
                  <a:cubicBezTo>
                    <a:pt x="4406" y="128"/>
                    <a:pt x="4387" y="146"/>
                    <a:pt x="4368" y="166"/>
                  </a:cubicBezTo>
                  <a:cubicBezTo>
                    <a:pt x="4367" y="167"/>
                    <a:pt x="4365" y="168"/>
                    <a:pt x="4362" y="168"/>
                  </a:cubicBezTo>
                  <a:close/>
                  <a:moveTo>
                    <a:pt x="5023" y="158"/>
                  </a:moveTo>
                  <a:cubicBezTo>
                    <a:pt x="5022" y="158"/>
                    <a:pt x="5020" y="158"/>
                    <a:pt x="5018" y="156"/>
                  </a:cubicBezTo>
                  <a:cubicBezTo>
                    <a:pt x="4987" y="132"/>
                    <a:pt x="4956" y="112"/>
                    <a:pt x="4926" y="94"/>
                  </a:cubicBezTo>
                  <a:cubicBezTo>
                    <a:pt x="4926" y="94"/>
                    <a:pt x="4926" y="94"/>
                    <a:pt x="4926" y="93"/>
                  </a:cubicBezTo>
                  <a:cubicBezTo>
                    <a:pt x="4914" y="87"/>
                    <a:pt x="4902" y="80"/>
                    <a:pt x="4890" y="74"/>
                  </a:cubicBezTo>
                  <a:cubicBezTo>
                    <a:pt x="4872" y="65"/>
                    <a:pt x="4872" y="65"/>
                    <a:pt x="4872" y="65"/>
                  </a:cubicBezTo>
                  <a:cubicBezTo>
                    <a:pt x="4866" y="62"/>
                    <a:pt x="4866" y="62"/>
                    <a:pt x="4866" y="62"/>
                  </a:cubicBezTo>
                  <a:cubicBezTo>
                    <a:pt x="4841" y="51"/>
                    <a:pt x="4841" y="51"/>
                    <a:pt x="4841" y="51"/>
                  </a:cubicBezTo>
                  <a:cubicBezTo>
                    <a:pt x="4839" y="50"/>
                    <a:pt x="4837" y="48"/>
                    <a:pt x="4836" y="46"/>
                  </a:cubicBezTo>
                  <a:cubicBezTo>
                    <a:pt x="4835" y="44"/>
                    <a:pt x="4835" y="42"/>
                    <a:pt x="4836" y="40"/>
                  </a:cubicBezTo>
                  <a:cubicBezTo>
                    <a:pt x="4838" y="36"/>
                    <a:pt x="4843" y="34"/>
                    <a:pt x="4847" y="35"/>
                  </a:cubicBezTo>
                  <a:cubicBezTo>
                    <a:pt x="4880" y="49"/>
                    <a:pt x="4880" y="49"/>
                    <a:pt x="4880" y="49"/>
                  </a:cubicBezTo>
                  <a:cubicBezTo>
                    <a:pt x="4898" y="59"/>
                    <a:pt x="4898" y="59"/>
                    <a:pt x="4898" y="59"/>
                  </a:cubicBezTo>
                  <a:cubicBezTo>
                    <a:pt x="4910" y="65"/>
                    <a:pt x="4922" y="72"/>
                    <a:pt x="4934" y="79"/>
                  </a:cubicBezTo>
                  <a:cubicBezTo>
                    <a:pt x="4934" y="79"/>
                    <a:pt x="4934" y="79"/>
                    <a:pt x="4934" y="79"/>
                  </a:cubicBezTo>
                  <a:cubicBezTo>
                    <a:pt x="4935" y="79"/>
                    <a:pt x="4935" y="79"/>
                    <a:pt x="4935" y="79"/>
                  </a:cubicBezTo>
                  <a:cubicBezTo>
                    <a:pt x="4966" y="97"/>
                    <a:pt x="4997" y="118"/>
                    <a:pt x="5029" y="143"/>
                  </a:cubicBezTo>
                  <a:cubicBezTo>
                    <a:pt x="5029" y="143"/>
                    <a:pt x="5029" y="143"/>
                    <a:pt x="5029" y="143"/>
                  </a:cubicBezTo>
                  <a:cubicBezTo>
                    <a:pt x="5029" y="143"/>
                    <a:pt x="5029" y="143"/>
                    <a:pt x="5029" y="143"/>
                  </a:cubicBezTo>
                  <a:cubicBezTo>
                    <a:pt x="5032" y="146"/>
                    <a:pt x="5033" y="151"/>
                    <a:pt x="5030" y="155"/>
                  </a:cubicBezTo>
                  <a:cubicBezTo>
                    <a:pt x="5029" y="157"/>
                    <a:pt x="5026" y="158"/>
                    <a:pt x="5023" y="158"/>
                  </a:cubicBezTo>
                  <a:close/>
                  <a:moveTo>
                    <a:pt x="4817" y="42"/>
                  </a:moveTo>
                  <a:cubicBezTo>
                    <a:pt x="4817" y="42"/>
                    <a:pt x="4816" y="42"/>
                    <a:pt x="4815" y="41"/>
                  </a:cubicBezTo>
                  <a:cubicBezTo>
                    <a:pt x="4812" y="41"/>
                    <a:pt x="4811" y="39"/>
                    <a:pt x="4810" y="37"/>
                  </a:cubicBezTo>
                  <a:cubicBezTo>
                    <a:pt x="4809" y="35"/>
                    <a:pt x="4809" y="33"/>
                    <a:pt x="4809" y="30"/>
                  </a:cubicBezTo>
                  <a:cubicBezTo>
                    <a:pt x="4811" y="26"/>
                    <a:pt x="4816" y="24"/>
                    <a:pt x="4820" y="25"/>
                  </a:cubicBezTo>
                  <a:cubicBezTo>
                    <a:pt x="4825" y="27"/>
                    <a:pt x="4827" y="32"/>
                    <a:pt x="4825" y="36"/>
                  </a:cubicBezTo>
                  <a:cubicBezTo>
                    <a:pt x="4824" y="40"/>
                    <a:pt x="4821" y="42"/>
                    <a:pt x="4817" y="42"/>
                  </a:cubicBezTo>
                  <a:close/>
                  <a:moveTo>
                    <a:pt x="4557" y="36"/>
                  </a:moveTo>
                  <a:cubicBezTo>
                    <a:pt x="4553" y="36"/>
                    <a:pt x="4550" y="34"/>
                    <a:pt x="4549" y="30"/>
                  </a:cubicBezTo>
                  <a:cubicBezTo>
                    <a:pt x="4547" y="26"/>
                    <a:pt x="4549" y="21"/>
                    <a:pt x="4554" y="19"/>
                  </a:cubicBezTo>
                  <a:cubicBezTo>
                    <a:pt x="4558" y="18"/>
                    <a:pt x="4563" y="20"/>
                    <a:pt x="4565" y="25"/>
                  </a:cubicBezTo>
                  <a:cubicBezTo>
                    <a:pt x="4565" y="27"/>
                    <a:pt x="4565" y="29"/>
                    <a:pt x="4564" y="31"/>
                  </a:cubicBezTo>
                  <a:cubicBezTo>
                    <a:pt x="4563" y="33"/>
                    <a:pt x="4562" y="34"/>
                    <a:pt x="4560" y="35"/>
                  </a:cubicBezTo>
                  <a:cubicBezTo>
                    <a:pt x="4560" y="35"/>
                    <a:pt x="4560" y="35"/>
                    <a:pt x="4560" y="35"/>
                  </a:cubicBezTo>
                  <a:cubicBezTo>
                    <a:pt x="4559" y="35"/>
                    <a:pt x="4559" y="35"/>
                    <a:pt x="4559" y="35"/>
                  </a:cubicBezTo>
                  <a:cubicBezTo>
                    <a:pt x="4558" y="36"/>
                    <a:pt x="4557" y="36"/>
                    <a:pt x="4557" y="36"/>
                  </a:cubicBezTo>
                  <a:close/>
                  <a:moveTo>
                    <a:pt x="4791" y="33"/>
                  </a:moveTo>
                  <a:cubicBezTo>
                    <a:pt x="4790" y="33"/>
                    <a:pt x="4789" y="33"/>
                    <a:pt x="4788" y="33"/>
                  </a:cubicBezTo>
                  <a:cubicBezTo>
                    <a:pt x="4785" y="32"/>
                    <a:pt x="4785" y="32"/>
                    <a:pt x="4785" y="32"/>
                  </a:cubicBezTo>
                  <a:cubicBezTo>
                    <a:pt x="4769" y="27"/>
                    <a:pt x="4750" y="23"/>
                    <a:pt x="4725" y="20"/>
                  </a:cubicBezTo>
                  <a:cubicBezTo>
                    <a:pt x="4715" y="19"/>
                    <a:pt x="4704" y="18"/>
                    <a:pt x="4693" y="17"/>
                  </a:cubicBezTo>
                  <a:cubicBezTo>
                    <a:pt x="4689" y="17"/>
                    <a:pt x="4684" y="17"/>
                    <a:pt x="4679" y="17"/>
                  </a:cubicBezTo>
                  <a:cubicBezTo>
                    <a:pt x="4678" y="17"/>
                    <a:pt x="4678" y="17"/>
                    <a:pt x="4678" y="17"/>
                  </a:cubicBezTo>
                  <a:cubicBezTo>
                    <a:pt x="4672" y="17"/>
                    <a:pt x="4666" y="17"/>
                    <a:pt x="4660" y="17"/>
                  </a:cubicBezTo>
                  <a:cubicBezTo>
                    <a:pt x="4660" y="17"/>
                    <a:pt x="4660" y="17"/>
                    <a:pt x="4660" y="17"/>
                  </a:cubicBezTo>
                  <a:cubicBezTo>
                    <a:pt x="4635" y="18"/>
                    <a:pt x="4610" y="22"/>
                    <a:pt x="4586" y="28"/>
                  </a:cubicBezTo>
                  <a:cubicBezTo>
                    <a:pt x="4581" y="29"/>
                    <a:pt x="4577" y="26"/>
                    <a:pt x="4576" y="22"/>
                  </a:cubicBezTo>
                  <a:cubicBezTo>
                    <a:pt x="4575" y="19"/>
                    <a:pt x="4575" y="17"/>
                    <a:pt x="4576" y="15"/>
                  </a:cubicBezTo>
                  <a:cubicBezTo>
                    <a:pt x="4578" y="13"/>
                    <a:pt x="4579" y="12"/>
                    <a:pt x="4582" y="11"/>
                  </a:cubicBezTo>
                  <a:cubicBezTo>
                    <a:pt x="4608" y="5"/>
                    <a:pt x="4634" y="1"/>
                    <a:pt x="4659" y="0"/>
                  </a:cubicBezTo>
                  <a:cubicBezTo>
                    <a:pt x="4659" y="0"/>
                    <a:pt x="4659" y="0"/>
                    <a:pt x="4659" y="0"/>
                  </a:cubicBezTo>
                  <a:cubicBezTo>
                    <a:pt x="4666" y="0"/>
                    <a:pt x="4672" y="0"/>
                    <a:pt x="4678" y="0"/>
                  </a:cubicBezTo>
                  <a:cubicBezTo>
                    <a:pt x="4679" y="0"/>
                    <a:pt x="4679" y="0"/>
                    <a:pt x="4679" y="0"/>
                  </a:cubicBezTo>
                  <a:cubicBezTo>
                    <a:pt x="4684" y="0"/>
                    <a:pt x="4689" y="0"/>
                    <a:pt x="4694" y="0"/>
                  </a:cubicBezTo>
                  <a:cubicBezTo>
                    <a:pt x="4694" y="0"/>
                    <a:pt x="4694" y="0"/>
                    <a:pt x="4694" y="0"/>
                  </a:cubicBezTo>
                  <a:cubicBezTo>
                    <a:pt x="4705" y="1"/>
                    <a:pt x="4716" y="2"/>
                    <a:pt x="4727" y="3"/>
                  </a:cubicBezTo>
                  <a:cubicBezTo>
                    <a:pt x="4728" y="3"/>
                    <a:pt x="4728" y="3"/>
                    <a:pt x="4728" y="3"/>
                  </a:cubicBezTo>
                  <a:cubicBezTo>
                    <a:pt x="4753" y="7"/>
                    <a:pt x="4773" y="11"/>
                    <a:pt x="4790" y="16"/>
                  </a:cubicBezTo>
                  <a:cubicBezTo>
                    <a:pt x="4793" y="17"/>
                    <a:pt x="4793" y="17"/>
                    <a:pt x="4793" y="17"/>
                  </a:cubicBezTo>
                  <a:cubicBezTo>
                    <a:pt x="4797" y="18"/>
                    <a:pt x="4800" y="23"/>
                    <a:pt x="4799" y="27"/>
                  </a:cubicBezTo>
                  <a:cubicBezTo>
                    <a:pt x="4798" y="31"/>
                    <a:pt x="4794" y="33"/>
                    <a:pt x="479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D8501650-714F-4A5E-978D-0DCD445F68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4645025"/>
              <a:ext cx="24006175" cy="3752850"/>
            </a:xfrm>
            <a:custGeom>
              <a:avLst/>
              <a:gdLst>
                <a:gd name="T0" fmla="*/ 3477 w 7832"/>
                <a:gd name="T1" fmla="*/ 1183 h 1222"/>
                <a:gd name="T2" fmla="*/ 3689 w 7832"/>
                <a:gd name="T3" fmla="*/ 1018 h 1222"/>
                <a:gd name="T4" fmla="*/ 3486 w 7832"/>
                <a:gd name="T5" fmla="*/ 1197 h 1222"/>
                <a:gd name="T6" fmla="*/ 3391 w 7832"/>
                <a:gd name="T7" fmla="*/ 1207 h 1222"/>
                <a:gd name="T8" fmla="*/ 3396 w 7832"/>
                <a:gd name="T9" fmla="*/ 1209 h 1222"/>
                <a:gd name="T10" fmla="*/ 3189 w 7832"/>
                <a:gd name="T11" fmla="*/ 968 h 1222"/>
                <a:gd name="T12" fmla="*/ 3714 w 7832"/>
                <a:gd name="T13" fmla="*/ 983 h 1222"/>
                <a:gd name="T14" fmla="*/ 3956 w 7832"/>
                <a:gd name="T15" fmla="*/ 722 h 1222"/>
                <a:gd name="T16" fmla="*/ 5817 w 7832"/>
                <a:gd name="T17" fmla="*/ 916 h 1222"/>
                <a:gd name="T18" fmla="*/ 6077 w 7832"/>
                <a:gd name="T19" fmla="*/ 798 h 1222"/>
                <a:gd name="T20" fmla="*/ 5826 w 7832"/>
                <a:gd name="T21" fmla="*/ 932 h 1222"/>
                <a:gd name="T22" fmla="*/ 5755 w 7832"/>
                <a:gd name="T23" fmla="*/ 927 h 1222"/>
                <a:gd name="T24" fmla="*/ 5618 w 7832"/>
                <a:gd name="T25" fmla="*/ 829 h 1222"/>
                <a:gd name="T26" fmla="*/ 5478 w 7832"/>
                <a:gd name="T27" fmla="*/ 665 h 1222"/>
                <a:gd name="T28" fmla="*/ 5619 w 7832"/>
                <a:gd name="T29" fmla="*/ 806 h 1222"/>
                <a:gd name="T30" fmla="*/ 3022 w 7832"/>
                <a:gd name="T31" fmla="*/ 770 h 1222"/>
                <a:gd name="T32" fmla="*/ 6105 w 7832"/>
                <a:gd name="T33" fmla="*/ 796 h 1222"/>
                <a:gd name="T34" fmla="*/ 6145 w 7832"/>
                <a:gd name="T35" fmla="*/ 765 h 1222"/>
                <a:gd name="T36" fmla="*/ 6313 w 7832"/>
                <a:gd name="T37" fmla="*/ 622 h 1222"/>
                <a:gd name="T38" fmla="*/ 3987 w 7832"/>
                <a:gd name="T39" fmla="*/ 712 h 1222"/>
                <a:gd name="T40" fmla="*/ 1153 w 7832"/>
                <a:gd name="T41" fmla="*/ 674 h 1222"/>
                <a:gd name="T42" fmla="*/ 1406 w 7832"/>
                <a:gd name="T43" fmla="*/ 625 h 1222"/>
                <a:gd name="T44" fmla="*/ 4007 w 7832"/>
                <a:gd name="T45" fmla="*/ 662 h 1222"/>
                <a:gd name="T46" fmla="*/ 4013 w 7832"/>
                <a:gd name="T47" fmla="*/ 676 h 1222"/>
                <a:gd name="T48" fmla="*/ 1046 w 7832"/>
                <a:gd name="T49" fmla="*/ 627 h 1222"/>
                <a:gd name="T50" fmla="*/ 1448 w 7832"/>
                <a:gd name="T51" fmla="*/ 615 h 1222"/>
                <a:gd name="T52" fmla="*/ 778 w 7832"/>
                <a:gd name="T53" fmla="*/ 391 h 1222"/>
                <a:gd name="T54" fmla="*/ 5395 w 7832"/>
                <a:gd name="T55" fmla="*/ 562 h 1222"/>
                <a:gd name="T56" fmla="*/ 5440 w 7832"/>
                <a:gd name="T57" fmla="*/ 604 h 1222"/>
                <a:gd name="T58" fmla="*/ 1766 w 7832"/>
                <a:gd name="T59" fmla="*/ 454 h 1222"/>
                <a:gd name="T60" fmla="*/ 2863 w 7832"/>
                <a:gd name="T61" fmla="*/ 547 h 1222"/>
                <a:gd name="T62" fmla="*/ 2731 w 7832"/>
                <a:gd name="T63" fmla="*/ 409 h 1222"/>
                <a:gd name="T64" fmla="*/ 2700 w 7832"/>
                <a:gd name="T65" fmla="*/ 357 h 1222"/>
                <a:gd name="T66" fmla="*/ 2850 w 7832"/>
                <a:gd name="T67" fmla="*/ 540 h 1222"/>
                <a:gd name="T68" fmla="*/ 6442 w 7832"/>
                <a:gd name="T69" fmla="*/ 478 h 1222"/>
                <a:gd name="T70" fmla="*/ 6607 w 7832"/>
                <a:gd name="T71" fmla="*/ 338 h 1222"/>
                <a:gd name="T72" fmla="*/ 6698 w 7832"/>
                <a:gd name="T73" fmla="*/ 322 h 1222"/>
                <a:gd name="T74" fmla="*/ 6593 w 7832"/>
                <a:gd name="T75" fmla="*/ 367 h 1222"/>
                <a:gd name="T76" fmla="*/ 1781 w 7832"/>
                <a:gd name="T77" fmla="*/ 438 h 1222"/>
                <a:gd name="T78" fmla="*/ 2029 w 7832"/>
                <a:gd name="T79" fmla="*/ 320 h 1222"/>
                <a:gd name="T80" fmla="*/ 745 w 7832"/>
                <a:gd name="T81" fmla="*/ 388 h 1222"/>
                <a:gd name="T82" fmla="*/ 4230 w 7832"/>
                <a:gd name="T83" fmla="*/ 358 h 1222"/>
                <a:gd name="T84" fmla="*/ 403 w 7832"/>
                <a:gd name="T85" fmla="*/ 250 h 1222"/>
                <a:gd name="T86" fmla="*/ 708 w 7832"/>
                <a:gd name="T87" fmla="*/ 362 h 1222"/>
                <a:gd name="T88" fmla="*/ 4466 w 7832"/>
                <a:gd name="T89" fmla="*/ 80 h 1222"/>
                <a:gd name="T90" fmla="*/ 5195 w 7832"/>
                <a:gd name="T91" fmla="*/ 334 h 1222"/>
                <a:gd name="T92" fmla="*/ 6776 w 7832"/>
                <a:gd name="T93" fmla="*/ 297 h 1222"/>
                <a:gd name="T94" fmla="*/ 2588 w 7832"/>
                <a:gd name="T95" fmla="*/ 304 h 1222"/>
                <a:gd name="T96" fmla="*/ 7010 w 7832"/>
                <a:gd name="T97" fmla="*/ 278 h 1222"/>
                <a:gd name="T98" fmla="*/ 4909 w 7832"/>
                <a:gd name="T99" fmla="*/ 91 h 1222"/>
                <a:gd name="T100" fmla="*/ 2166 w 7832"/>
                <a:gd name="T101" fmla="*/ 293 h 1222"/>
                <a:gd name="T102" fmla="*/ 2445 w 7832"/>
                <a:gd name="T103" fmla="*/ 266 h 1222"/>
                <a:gd name="T104" fmla="*/ 2290 w 7832"/>
                <a:gd name="T105" fmla="*/ 252 h 1222"/>
                <a:gd name="T106" fmla="*/ 7142 w 7832"/>
                <a:gd name="T107" fmla="*/ 260 h 1222"/>
                <a:gd name="T108" fmla="*/ 7416 w 7832"/>
                <a:gd name="T109" fmla="*/ 239 h 1222"/>
                <a:gd name="T110" fmla="*/ 7549 w 7832"/>
                <a:gd name="T111" fmla="*/ 244 h 1222"/>
                <a:gd name="T112" fmla="*/ 7823 w 7832"/>
                <a:gd name="T113" fmla="*/ 232 h 1222"/>
                <a:gd name="T114" fmla="*/ 375 w 7832"/>
                <a:gd name="T115" fmla="*/ 232 h 1222"/>
                <a:gd name="T116" fmla="*/ 4885 w 7832"/>
                <a:gd name="T117" fmla="*/ 77 h 1222"/>
                <a:gd name="T118" fmla="*/ 4477 w 7832"/>
                <a:gd name="T119" fmla="*/ 62 h 1222"/>
                <a:gd name="T120" fmla="*/ 4776 w 7832"/>
                <a:gd name="T121" fmla="*/ 32 h 1222"/>
                <a:gd name="T122" fmla="*/ 4737 w 7832"/>
                <a:gd name="T123" fmla="*/ 6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832" h="1222">
                  <a:moveTo>
                    <a:pt x="3432" y="1222"/>
                  </a:moveTo>
                  <a:cubicBezTo>
                    <a:pt x="3427" y="1222"/>
                    <a:pt x="3423" y="1222"/>
                    <a:pt x="3419" y="1220"/>
                  </a:cubicBezTo>
                  <a:cubicBezTo>
                    <a:pt x="3414" y="1219"/>
                    <a:pt x="3412" y="1215"/>
                    <a:pt x="3413" y="1210"/>
                  </a:cubicBezTo>
                  <a:cubicBezTo>
                    <a:pt x="3414" y="1206"/>
                    <a:pt x="3419" y="1203"/>
                    <a:pt x="3423" y="1204"/>
                  </a:cubicBezTo>
                  <a:cubicBezTo>
                    <a:pt x="3431" y="1206"/>
                    <a:pt x="3439" y="1205"/>
                    <a:pt x="3445" y="1202"/>
                  </a:cubicBezTo>
                  <a:cubicBezTo>
                    <a:pt x="3445" y="1202"/>
                    <a:pt x="3446" y="1201"/>
                    <a:pt x="3446" y="1201"/>
                  </a:cubicBezTo>
                  <a:cubicBezTo>
                    <a:pt x="3448" y="1200"/>
                    <a:pt x="3448" y="1200"/>
                    <a:pt x="3448" y="1200"/>
                  </a:cubicBezTo>
                  <a:cubicBezTo>
                    <a:pt x="3449" y="1199"/>
                    <a:pt x="3450" y="1199"/>
                    <a:pt x="3451" y="1198"/>
                  </a:cubicBezTo>
                  <a:cubicBezTo>
                    <a:pt x="3452" y="1198"/>
                    <a:pt x="3454" y="1197"/>
                    <a:pt x="3455" y="1196"/>
                  </a:cubicBezTo>
                  <a:cubicBezTo>
                    <a:pt x="3470" y="1187"/>
                    <a:pt x="3470" y="1187"/>
                    <a:pt x="3470" y="1187"/>
                  </a:cubicBezTo>
                  <a:cubicBezTo>
                    <a:pt x="3472" y="1186"/>
                    <a:pt x="3475" y="1184"/>
                    <a:pt x="3477" y="1183"/>
                  </a:cubicBezTo>
                  <a:cubicBezTo>
                    <a:pt x="3492" y="1173"/>
                    <a:pt x="3492" y="1173"/>
                    <a:pt x="3492" y="1173"/>
                  </a:cubicBezTo>
                  <a:cubicBezTo>
                    <a:pt x="3494" y="1172"/>
                    <a:pt x="3495" y="1171"/>
                    <a:pt x="3497" y="1169"/>
                  </a:cubicBezTo>
                  <a:cubicBezTo>
                    <a:pt x="3498" y="1169"/>
                    <a:pt x="3499" y="1168"/>
                    <a:pt x="3500" y="1167"/>
                  </a:cubicBezTo>
                  <a:cubicBezTo>
                    <a:pt x="3515" y="1156"/>
                    <a:pt x="3515" y="1156"/>
                    <a:pt x="3515" y="1156"/>
                  </a:cubicBezTo>
                  <a:cubicBezTo>
                    <a:pt x="3530" y="1145"/>
                    <a:pt x="3530" y="1145"/>
                    <a:pt x="3530" y="1145"/>
                  </a:cubicBezTo>
                  <a:cubicBezTo>
                    <a:pt x="3537" y="1140"/>
                    <a:pt x="3544" y="1134"/>
                    <a:pt x="3551" y="1129"/>
                  </a:cubicBezTo>
                  <a:cubicBezTo>
                    <a:pt x="3554" y="1126"/>
                    <a:pt x="3558" y="1123"/>
                    <a:pt x="3561" y="1121"/>
                  </a:cubicBezTo>
                  <a:cubicBezTo>
                    <a:pt x="3571" y="1112"/>
                    <a:pt x="3582" y="1103"/>
                    <a:pt x="3593" y="1094"/>
                  </a:cubicBezTo>
                  <a:cubicBezTo>
                    <a:pt x="3593" y="1094"/>
                    <a:pt x="3594" y="1094"/>
                    <a:pt x="3594" y="1093"/>
                  </a:cubicBezTo>
                  <a:cubicBezTo>
                    <a:pt x="3620" y="1071"/>
                    <a:pt x="3647" y="1047"/>
                    <a:pt x="3677" y="1018"/>
                  </a:cubicBezTo>
                  <a:cubicBezTo>
                    <a:pt x="3681" y="1015"/>
                    <a:pt x="3686" y="1015"/>
                    <a:pt x="3689" y="1018"/>
                  </a:cubicBezTo>
                  <a:cubicBezTo>
                    <a:pt x="3692" y="1022"/>
                    <a:pt x="3692" y="1027"/>
                    <a:pt x="3689" y="1030"/>
                  </a:cubicBezTo>
                  <a:cubicBezTo>
                    <a:pt x="3658" y="1059"/>
                    <a:pt x="3631" y="1084"/>
                    <a:pt x="3605" y="1106"/>
                  </a:cubicBezTo>
                  <a:cubicBezTo>
                    <a:pt x="3605" y="1106"/>
                    <a:pt x="3605" y="1106"/>
                    <a:pt x="3605" y="1106"/>
                  </a:cubicBezTo>
                  <a:cubicBezTo>
                    <a:pt x="3593" y="1116"/>
                    <a:pt x="3582" y="1125"/>
                    <a:pt x="3572" y="1134"/>
                  </a:cubicBezTo>
                  <a:cubicBezTo>
                    <a:pt x="3568" y="1137"/>
                    <a:pt x="3565" y="1139"/>
                    <a:pt x="3561" y="1142"/>
                  </a:cubicBezTo>
                  <a:cubicBezTo>
                    <a:pt x="3555" y="1148"/>
                    <a:pt x="3548" y="1153"/>
                    <a:pt x="3540" y="1159"/>
                  </a:cubicBezTo>
                  <a:cubicBezTo>
                    <a:pt x="3525" y="1170"/>
                    <a:pt x="3525" y="1170"/>
                    <a:pt x="3525" y="1170"/>
                  </a:cubicBezTo>
                  <a:cubicBezTo>
                    <a:pt x="3510" y="1181"/>
                    <a:pt x="3510" y="1181"/>
                    <a:pt x="3510" y="1181"/>
                  </a:cubicBezTo>
                  <a:cubicBezTo>
                    <a:pt x="3509" y="1182"/>
                    <a:pt x="3508" y="1183"/>
                    <a:pt x="3507" y="1183"/>
                  </a:cubicBezTo>
                  <a:cubicBezTo>
                    <a:pt x="3505" y="1184"/>
                    <a:pt x="3503" y="1186"/>
                    <a:pt x="3502" y="1187"/>
                  </a:cubicBezTo>
                  <a:cubicBezTo>
                    <a:pt x="3486" y="1197"/>
                    <a:pt x="3486" y="1197"/>
                    <a:pt x="3486" y="1197"/>
                  </a:cubicBezTo>
                  <a:cubicBezTo>
                    <a:pt x="3484" y="1199"/>
                    <a:pt x="3481" y="1200"/>
                    <a:pt x="3478" y="1202"/>
                  </a:cubicBezTo>
                  <a:cubicBezTo>
                    <a:pt x="3464" y="1211"/>
                    <a:pt x="3464" y="1211"/>
                    <a:pt x="3464" y="1211"/>
                  </a:cubicBezTo>
                  <a:cubicBezTo>
                    <a:pt x="3462" y="1212"/>
                    <a:pt x="3460" y="1213"/>
                    <a:pt x="3459" y="1214"/>
                  </a:cubicBezTo>
                  <a:cubicBezTo>
                    <a:pt x="3458" y="1214"/>
                    <a:pt x="3457" y="1214"/>
                    <a:pt x="3456" y="1215"/>
                  </a:cubicBezTo>
                  <a:cubicBezTo>
                    <a:pt x="3454" y="1216"/>
                    <a:pt x="3454" y="1216"/>
                    <a:pt x="3454" y="1216"/>
                  </a:cubicBezTo>
                  <a:cubicBezTo>
                    <a:pt x="3454" y="1216"/>
                    <a:pt x="3454" y="1216"/>
                    <a:pt x="3454" y="1216"/>
                  </a:cubicBezTo>
                  <a:cubicBezTo>
                    <a:pt x="3454" y="1216"/>
                    <a:pt x="3454" y="1216"/>
                    <a:pt x="3454" y="1216"/>
                  </a:cubicBezTo>
                  <a:cubicBezTo>
                    <a:pt x="3454" y="1216"/>
                    <a:pt x="3454" y="1216"/>
                    <a:pt x="3454" y="1216"/>
                  </a:cubicBezTo>
                  <a:cubicBezTo>
                    <a:pt x="3447" y="1220"/>
                    <a:pt x="3439" y="1222"/>
                    <a:pt x="3432" y="1222"/>
                  </a:cubicBezTo>
                  <a:close/>
                  <a:moveTo>
                    <a:pt x="3396" y="1209"/>
                  </a:moveTo>
                  <a:cubicBezTo>
                    <a:pt x="3394" y="1209"/>
                    <a:pt x="3393" y="1208"/>
                    <a:pt x="3391" y="1207"/>
                  </a:cubicBezTo>
                  <a:cubicBezTo>
                    <a:pt x="3388" y="1205"/>
                    <a:pt x="3388" y="1205"/>
                    <a:pt x="3388" y="1205"/>
                  </a:cubicBezTo>
                  <a:cubicBezTo>
                    <a:pt x="3383" y="1202"/>
                    <a:pt x="3383" y="1202"/>
                    <a:pt x="3383" y="1202"/>
                  </a:cubicBezTo>
                  <a:cubicBezTo>
                    <a:pt x="3380" y="1200"/>
                    <a:pt x="3376" y="1198"/>
                    <a:pt x="3373" y="1195"/>
                  </a:cubicBezTo>
                  <a:cubicBezTo>
                    <a:pt x="3372" y="1194"/>
                    <a:pt x="3372" y="1194"/>
                    <a:pt x="3372" y="1194"/>
                  </a:cubicBezTo>
                  <a:cubicBezTo>
                    <a:pt x="3368" y="1191"/>
                    <a:pt x="3367" y="1186"/>
                    <a:pt x="3370" y="1182"/>
                  </a:cubicBezTo>
                  <a:cubicBezTo>
                    <a:pt x="3373" y="1179"/>
                    <a:pt x="3378" y="1178"/>
                    <a:pt x="3382" y="1181"/>
                  </a:cubicBezTo>
                  <a:cubicBezTo>
                    <a:pt x="3383" y="1182"/>
                    <a:pt x="3383" y="1182"/>
                    <a:pt x="3383" y="1182"/>
                  </a:cubicBezTo>
                  <a:cubicBezTo>
                    <a:pt x="3386" y="1184"/>
                    <a:pt x="3389" y="1186"/>
                    <a:pt x="3392" y="1188"/>
                  </a:cubicBezTo>
                  <a:cubicBezTo>
                    <a:pt x="3400" y="1193"/>
                    <a:pt x="3400" y="1193"/>
                    <a:pt x="3400" y="1193"/>
                  </a:cubicBezTo>
                  <a:cubicBezTo>
                    <a:pt x="3404" y="1195"/>
                    <a:pt x="3405" y="1200"/>
                    <a:pt x="3403" y="1204"/>
                  </a:cubicBezTo>
                  <a:cubicBezTo>
                    <a:pt x="3401" y="1207"/>
                    <a:pt x="3398" y="1209"/>
                    <a:pt x="3396" y="1209"/>
                  </a:cubicBezTo>
                  <a:close/>
                  <a:moveTo>
                    <a:pt x="3355" y="1178"/>
                  </a:moveTo>
                  <a:cubicBezTo>
                    <a:pt x="3353" y="1178"/>
                    <a:pt x="3351" y="1178"/>
                    <a:pt x="3349" y="1176"/>
                  </a:cubicBezTo>
                  <a:cubicBezTo>
                    <a:pt x="3344" y="1172"/>
                    <a:pt x="3338" y="1167"/>
                    <a:pt x="3333" y="1162"/>
                  </a:cubicBezTo>
                  <a:cubicBezTo>
                    <a:pt x="3313" y="1143"/>
                    <a:pt x="3292" y="1121"/>
                    <a:pt x="3269" y="1095"/>
                  </a:cubicBezTo>
                  <a:cubicBezTo>
                    <a:pt x="3269" y="1095"/>
                    <a:pt x="3269" y="1095"/>
                    <a:pt x="3269" y="1095"/>
                  </a:cubicBezTo>
                  <a:cubicBezTo>
                    <a:pt x="3264" y="1088"/>
                    <a:pt x="3258" y="1082"/>
                    <a:pt x="3253" y="1076"/>
                  </a:cubicBezTo>
                  <a:cubicBezTo>
                    <a:pt x="3230" y="1048"/>
                    <a:pt x="3205" y="1017"/>
                    <a:pt x="3175" y="979"/>
                  </a:cubicBezTo>
                  <a:cubicBezTo>
                    <a:pt x="3163" y="962"/>
                    <a:pt x="3150" y="945"/>
                    <a:pt x="3136" y="925"/>
                  </a:cubicBezTo>
                  <a:cubicBezTo>
                    <a:pt x="3133" y="922"/>
                    <a:pt x="3134" y="916"/>
                    <a:pt x="3137" y="914"/>
                  </a:cubicBezTo>
                  <a:cubicBezTo>
                    <a:pt x="3141" y="911"/>
                    <a:pt x="3147" y="912"/>
                    <a:pt x="3149" y="915"/>
                  </a:cubicBezTo>
                  <a:cubicBezTo>
                    <a:pt x="3163" y="934"/>
                    <a:pt x="3176" y="952"/>
                    <a:pt x="3189" y="968"/>
                  </a:cubicBezTo>
                  <a:cubicBezTo>
                    <a:pt x="3218" y="1007"/>
                    <a:pt x="3243" y="1037"/>
                    <a:pt x="3266" y="1065"/>
                  </a:cubicBezTo>
                  <a:cubicBezTo>
                    <a:pt x="3271" y="1071"/>
                    <a:pt x="3276" y="1077"/>
                    <a:pt x="3282" y="1084"/>
                  </a:cubicBezTo>
                  <a:cubicBezTo>
                    <a:pt x="3282" y="1084"/>
                    <a:pt x="3282" y="1084"/>
                    <a:pt x="3282" y="1084"/>
                  </a:cubicBezTo>
                  <a:cubicBezTo>
                    <a:pt x="3304" y="1109"/>
                    <a:pt x="3325" y="1131"/>
                    <a:pt x="3344" y="1149"/>
                  </a:cubicBezTo>
                  <a:cubicBezTo>
                    <a:pt x="3350" y="1154"/>
                    <a:pt x="3355" y="1159"/>
                    <a:pt x="3360" y="1163"/>
                  </a:cubicBezTo>
                  <a:cubicBezTo>
                    <a:pt x="3364" y="1166"/>
                    <a:pt x="3364" y="1172"/>
                    <a:pt x="3361" y="1175"/>
                  </a:cubicBezTo>
                  <a:cubicBezTo>
                    <a:pt x="3359" y="1177"/>
                    <a:pt x="3357" y="1178"/>
                    <a:pt x="3355" y="1178"/>
                  </a:cubicBezTo>
                  <a:close/>
                  <a:moveTo>
                    <a:pt x="3703" y="1013"/>
                  </a:moveTo>
                  <a:cubicBezTo>
                    <a:pt x="3701" y="1013"/>
                    <a:pt x="3699" y="1012"/>
                    <a:pt x="3697" y="1010"/>
                  </a:cubicBezTo>
                  <a:cubicBezTo>
                    <a:pt x="3694" y="1007"/>
                    <a:pt x="3694" y="1002"/>
                    <a:pt x="3698" y="998"/>
                  </a:cubicBezTo>
                  <a:cubicBezTo>
                    <a:pt x="3703" y="993"/>
                    <a:pt x="3708" y="988"/>
                    <a:pt x="3714" y="983"/>
                  </a:cubicBezTo>
                  <a:cubicBezTo>
                    <a:pt x="3717" y="979"/>
                    <a:pt x="3722" y="979"/>
                    <a:pt x="3726" y="983"/>
                  </a:cubicBezTo>
                  <a:cubicBezTo>
                    <a:pt x="3729" y="986"/>
                    <a:pt x="3729" y="991"/>
                    <a:pt x="3726" y="995"/>
                  </a:cubicBezTo>
                  <a:cubicBezTo>
                    <a:pt x="3720" y="1000"/>
                    <a:pt x="3715" y="1005"/>
                    <a:pt x="3709" y="1011"/>
                  </a:cubicBezTo>
                  <a:cubicBezTo>
                    <a:pt x="3708" y="1012"/>
                    <a:pt x="3706" y="1013"/>
                    <a:pt x="3703" y="1013"/>
                  </a:cubicBezTo>
                  <a:close/>
                  <a:moveTo>
                    <a:pt x="3740" y="977"/>
                  </a:moveTo>
                  <a:cubicBezTo>
                    <a:pt x="3738" y="977"/>
                    <a:pt x="3735" y="976"/>
                    <a:pt x="3734" y="975"/>
                  </a:cubicBezTo>
                  <a:cubicBezTo>
                    <a:pt x="3731" y="971"/>
                    <a:pt x="3731" y="966"/>
                    <a:pt x="3734" y="963"/>
                  </a:cubicBezTo>
                  <a:cubicBezTo>
                    <a:pt x="3782" y="915"/>
                    <a:pt x="3831" y="863"/>
                    <a:pt x="3881" y="807"/>
                  </a:cubicBezTo>
                  <a:cubicBezTo>
                    <a:pt x="3881" y="807"/>
                    <a:pt x="3881" y="807"/>
                    <a:pt x="3881" y="807"/>
                  </a:cubicBezTo>
                  <a:cubicBezTo>
                    <a:pt x="3891" y="797"/>
                    <a:pt x="3900" y="787"/>
                    <a:pt x="3909" y="776"/>
                  </a:cubicBezTo>
                  <a:cubicBezTo>
                    <a:pt x="3925" y="758"/>
                    <a:pt x="3941" y="740"/>
                    <a:pt x="3956" y="722"/>
                  </a:cubicBezTo>
                  <a:cubicBezTo>
                    <a:pt x="3959" y="719"/>
                    <a:pt x="3964" y="718"/>
                    <a:pt x="3968" y="721"/>
                  </a:cubicBezTo>
                  <a:cubicBezTo>
                    <a:pt x="3971" y="724"/>
                    <a:pt x="3972" y="730"/>
                    <a:pt x="3969" y="733"/>
                  </a:cubicBezTo>
                  <a:cubicBezTo>
                    <a:pt x="3953" y="751"/>
                    <a:pt x="3938" y="769"/>
                    <a:pt x="3922" y="788"/>
                  </a:cubicBezTo>
                  <a:cubicBezTo>
                    <a:pt x="3912" y="798"/>
                    <a:pt x="3903" y="808"/>
                    <a:pt x="3894" y="818"/>
                  </a:cubicBezTo>
                  <a:cubicBezTo>
                    <a:pt x="3844" y="874"/>
                    <a:pt x="3794" y="927"/>
                    <a:pt x="3746" y="975"/>
                  </a:cubicBezTo>
                  <a:cubicBezTo>
                    <a:pt x="3744" y="976"/>
                    <a:pt x="3742" y="977"/>
                    <a:pt x="3740" y="977"/>
                  </a:cubicBezTo>
                  <a:close/>
                  <a:moveTo>
                    <a:pt x="5801" y="934"/>
                  </a:moveTo>
                  <a:cubicBezTo>
                    <a:pt x="5794" y="934"/>
                    <a:pt x="5788" y="933"/>
                    <a:pt x="5782" y="933"/>
                  </a:cubicBezTo>
                  <a:cubicBezTo>
                    <a:pt x="5777" y="932"/>
                    <a:pt x="5774" y="928"/>
                    <a:pt x="5774" y="923"/>
                  </a:cubicBezTo>
                  <a:cubicBezTo>
                    <a:pt x="5775" y="919"/>
                    <a:pt x="5779" y="915"/>
                    <a:pt x="5784" y="916"/>
                  </a:cubicBezTo>
                  <a:cubicBezTo>
                    <a:pt x="5794" y="917"/>
                    <a:pt x="5805" y="917"/>
                    <a:pt x="5817" y="916"/>
                  </a:cubicBezTo>
                  <a:cubicBezTo>
                    <a:pt x="5818" y="916"/>
                    <a:pt x="5819" y="916"/>
                    <a:pt x="5820" y="916"/>
                  </a:cubicBezTo>
                  <a:cubicBezTo>
                    <a:pt x="5821" y="916"/>
                    <a:pt x="5822" y="916"/>
                    <a:pt x="5823" y="916"/>
                  </a:cubicBezTo>
                  <a:cubicBezTo>
                    <a:pt x="5830" y="914"/>
                    <a:pt x="5830" y="914"/>
                    <a:pt x="5830" y="914"/>
                  </a:cubicBezTo>
                  <a:cubicBezTo>
                    <a:pt x="5831" y="914"/>
                    <a:pt x="5833" y="914"/>
                    <a:pt x="5835" y="914"/>
                  </a:cubicBezTo>
                  <a:cubicBezTo>
                    <a:pt x="5838" y="913"/>
                    <a:pt x="5841" y="913"/>
                    <a:pt x="5844" y="912"/>
                  </a:cubicBezTo>
                  <a:cubicBezTo>
                    <a:pt x="5860" y="908"/>
                    <a:pt x="5860" y="908"/>
                    <a:pt x="5860" y="908"/>
                  </a:cubicBezTo>
                  <a:cubicBezTo>
                    <a:pt x="5876" y="904"/>
                    <a:pt x="5876" y="904"/>
                    <a:pt x="5876" y="904"/>
                  </a:cubicBezTo>
                  <a:cubicBezTo>
                    <a:pt x="5899" y="896"/>
                    <a:pt x="5920" y="888"/>
                    <a:pt x="5941" y="879"/>
                  </a:cubicBezTo>
                  <a:cubicBezTo>
                    <a:pt x="5954" y="873"/>
                    <a:pt x="5968" y="866"/>
                    <a:pt x="5982" y="858"/>
                  </a:cubicBezTo>
                  <a:cubicBezTo>
                    <a:pt x="6010" y="843"/>
                    <a:pt x="6039" y="824"/>
                    <a:pt x="6069" y="804"/>
                  </a:cubicBezTo>
                  <a:cubicBezTo>
                    <a:pt x="6072" y="802"/>
                    <a:pt x="6074" y="800"/>
                    <a:pt x="6077" y="798"/>
                  </a:cubicBezTo>
                  <a:cubicBezTo>
                    <a:pt x="6081" y="795"/>
                    <a:pt x="6086" y="796"/>
                    <a:pt x="6089" y="800"/>
                  </a:cubicBezTo>
                  <a:cubicBezTo>
                    <a:pt x="6092" y="804"/>
                    <a:pt x="6091" y="809"/>
                    <a:pt x="6087" y="812"/>
                  </a:cubicBezTo>
                  <a:cubicBezTo>
                    <a:pt x="6084" y="814"/>
                    <a:pt x="6081" y="816"/>
                    <a:pt x="6078" y="818"/>
                  </a:cubicBezTo>
                  <a:cubicBezTo>
                    <a:pt x="6049" y="839"/>
                    <a:pt x="6019" y="857"/>
                    <a:pt x="5991" y="873"/>
                  </a:cubicBezTo>
                  <a:cubicBezTo>
                    <a:pt x="5976" y="881"/>
                    <a:pt x="5962" y="888"/>
                    <a:pt x="5948" y="894"/>
                  </a:cubicBezTo>
                  <a:cubicBezTo>
                    <a:pt x="5927" y="904"/>
                    <a:pt x="5905" y="912"/>
                    <a:pt x="5881" y="920"/>
                  </a:cubicBezTo>
                  <a:cubicBezTo>
                    <a:pt x="5864" y="925"/>
                    <a:pt x="5864" y="925"/>
                    <a:pt x="5864" y="925"/>
                  </a:cubicBezTo>
                  <a:cubicBezTo>
                    <a:pt x="5848" y="928"/>
                    <a:pt x="5848" y="928"/>
                    <a:pt x="5848" y="928"/>
                  </a:cubicBezTo>
                  <a:cubicBezTo>
                    <a:pt x="5844" y="930"/>
                    <a:pt x="5840" y="930"/>
                    <a:pt x="5837" y="931"/>
                  </a:cubicBezTo>
                  <a:cubicBezTo>
                    <a:pt x="5836" y="931"/>
                    <a:pt x="5834" y="931"/>
                    <a:pt x="5833" y="931"/>
                  </a:cubicBezTo>
                  <a:cubicBezTo>
                    <a:pt x="5826" y="932"/>
                    <a:pt x="5826" y="932"/>
                    <a:pt x="5826" y="932"/>
                  </a:cubicBezTo>
                  <a:cubicBezTo>
                    <a:pt x="5824" y="933"/>
                    <a:pt x="5822" y="933"/>
                    <a:pt x="5821" y="933"/>
                  </a:cubicBezTo>
                  <a:cubicBezTo>
                    <a:pt x="5820" y="933"/>
                    <a:pt x="5819" y="933"/>
                    <a:pt x="5818" y="933"/>
                  </a:cubicBezTo>
                  <a:cubicBezTo>
                    <a:pt x="5812" y="934"/>
                    <a:pt x="5806" y="934"/>
                    <a:pt x="5801" y="934"/>
                  </a:cubicBezTo>
                  <a:close/>
                  <a:moveTo>
                    <a:pt x="5755" y="927"/>
                  </a:moveTo>
                  <a:cubicBezTo>
                    <a:pt x="5754" y="927"/>
                    <a:pt x="5754" y="926"/>
                    <a:pt x="5753" y="926"/>
                  </a:cubicBezTo>
                  <a:cubicBezTo>
                    <a:pt x="5746" y="924"/>
                    <a:pt x="5738" y="921"/>
                    <a:pt x="5731" y="917"/>
                  </a:cubicBezTo>
                  <a:cubicBezTo>
                    <a:pt x="5727" y="915"/>
                    <a:pt x="5725" y="910"/>
                    <a:pt x="5727" y="906"/>
                  </a:cubicBezTo>
                  <a:cubicBezTo>
                    <a:pt x="5729" y="902"/>
                    <a:pt x="5734" y="900"/>
                    <a:pt x="5738" y="902"/>
                  </a:cubicBezTo>
                  <a:cubicBezTo>
                    <a:pt x="5745" y="905"/>
                    <a:pt x="5751" y="908"/>
                    <a:pt x="5758" y="910"/>
                  </a:cubicBezTo>
                  <a:cubicBezTo>
                    <a:pt x="5762" y="911"/>
                    <a:pt x="5765" y="916"/>
                    <a:pt x="5763" y="921"/>
                  </a:cubicBezTo>
                  <a:cubicBezTo>
                    <a:pt x="5762" y="924"/>
                    <a:pt x="5759" y="927"/>
                    <a:pt x="5755" y="927"/>
                  </a:cubicBezTo>
                  <a:close/>
                  <a:moveTo>
                    <a:pt x="3126" y="906"/>
                  </a:moveTo>
                  <a:cubicBezTo>
                    <a:pt x="3123" y="906"/>
                    <a:pt x="3121" y="905"/>
                    <a:pt x="3119" y="903"/>
                  </a:cubicBezTo>
                  <a:cubicBezTo>
                    <a:pt x="3114" y="897"/>
                    <a:pt x="3110" y="890"/>
                    <a:pt x="3105" y="884"/>
                  </a:cubicBezTo>
                  <a:cubicBezTo>
                    <a:pt x="3103" y="881"/>
                    <a:pt x="3104" y="875"/>
                    <a:pt x="3107" y="872"/>
                  </a:cubicBezTo>
                  <a:cubicBezTo>
                    <a:pt x="3111" y="870"/>
                    <a:pt x="3116" y="871"/>
                    <a:pt x="3119" y="874"/>
                  </a:cubicBezTo>
                  <a:cubicBezTo>
                    <a:pt x="3124" y="880"/>
                    <a:pt x="3128" y="886"/>
                    <a:pt x="3133" y="893"/>
                  </a:cubicBezTo>
                  <a:cubicBezTo>
                    <a:pt x="3135" y="896"/>
                    <a:pt x="3135" y="902"/>
                    <a:pt x="3131" y="904"/>
                  </a:cubicBezTo>
                  <a:cubicBezTo>
                    <a:pt x="3129" y="906"/>
                    <a:pt x="3127" y="906"/>
                    <a:pt x="3126" y="906"/>
                  </a:cubicBezTo>
                  <a:close/>
                  <a:moveTo>
                    <a:pt x="5710" y="904"/>
                  </a:moveTo>
                  <a:cubicBezTo>
                    <a:pt x="5708" y="904"/>
                    <a:pt x="5707" y="904"/>
                    <a:pt x="5705" y="903"/>
                  </a:cubicBezTo>
                  <a:cubicBezTo>
                    <a:pt x="5679" y="887"/>
                    <a:pt x="5650" y="862"/>
                    <a:pt x="5618" y="829"/>
                  </a:cubicBezTo>
                  <a:cubicBezTo>
                    <a:pt x="5618" y="829"/>
                    <a:pt x="5618" y="829"/>
                    <a:pt x="5617" y="828"/>
                  </a:cubicBezTo>
                  <a:cubicBezTo>
                    <a:pt x="5614" y="825"/>
                    <a:pt x="5611" y="821"/>
                    <a:pt x="5607" y="818"/>
                  </a:cubicBezTo>
                  <a:cubicBezTo>
                    <a:pt x="5604" y="814"/>
                    <a:pt x="5601" y="811"/>
                    <a:pt x="5598" y="807"/>
                  </a:cubicBezTo>
                  <a:cubicBezTo>
                    <a:pt x="5594" y="803"/>
                    <a:pt x="5594" y="803"/>
                    <a:pt x="5594" y="803"/>
                  </a:cubicBezTo>
                  <a:cubicBezTo>
                    <a:pt x="5592" y="801"/>
                    <a:pt x="5591" y="800"/>
                    <a:pt x="5589" y="798"/>
                  </a:cubicBezTo>
                  <a:cubicBezTo>
                    <a:pt x="5586" y="795"/>
                    <a:pt x="5583" y="792"/>
                    <a:pt x="5581" y="788"/>
                  </a:cubicBezTo>
                  <a:cubicBezTo>
                    <a:pt x="5574" y="781"/>
                    <a:pt x="5574" y="781"/>
                    <a:pt x="5574" y="781"/>
                  </a:cubicBezTo>
                  <a:cubicBezTo>
                    <a:pt x="5567" y="773"/>
                    <a:pt x="5561" y="766"/>
                    <a:pt x="5554" y="758"/>
                  </a:cubicBezTo>
                  <a:cubicBezTo>
                    <a:pt x="5537" y="738"/>
                    <a:pt x="5520" y="716"/>
                    <a:pt x="5503" y="696"/>
                  </a:cubicBezTo>
                  <a:cubicBezTo>
                    <a:pt x="5502" y="694"/>
                    <a:pt x="5502" y="694"/>
                    <a:pt x="5502" y="694"/>
                  </a:cubicBezTo>
                  <a:cubicBezTo>
                    <a:pt x="5494" y="684"/>
                    <a:pt x="5486" y="675"/>
                    <a:pt x="5478" y="665"/>
                  </a:cubicBezTo>
                  <a:cubicBezTo>
                    <a:pt x="5475" y="661"/>
                    <a:pt x="5475" y="656"/>
                    <a:pt x="5479" y="653"/>
                  </a:cubicBezTo>
                  <a:cubicBezTo>
                    <a:pt x="5483" y="650"/>
                    <a:pt x="5488" y="650"/>
                    <a:pt x="5491" y="654"/>
                  </a:cubicBezTo>
                  <a:cubicBezTo>
                    <a:pt x="5499" y="664"/>
                    <a:pt x="5507" y="674"/>
                    <a:pt x="5515" y="684"/>
                  </a:cubicBezTo>
                  <a:cubicBezTo>
                    <a:pt x="5516" y="685"/>
                    <a:pt x="5516" y="685"/>
                    <a:pt x="5516" y="685"/>
                  </a:cubicBezTo>
                  <a:cubicBezTo>
                    <a:pt x="5533" y="706"/>
                    <a:pt x="5550" y="727"/>
                    <a:pt x="5567" y="747"/>
                  </a:cubicBezTo>
                  <a:cubicBezTo>
                    <a:pt x="5574" y="755"/>
                    <a:pt x="5580" y="762"/>
                    <a:pt x="5587" y="770"/>
                  </a:cubicBezTo>
                  <a:cubicBezTo>
                    <a:pt x="5593" y="777"/>
                    <a:pt x="5593" y="777"/>
                    <a:pt x="5593" y="777"/>
                  </a:cubicBezTo>
                  <a:cubicBezTo>
                    <a:pt x="5596" y="781"/>
                    <a:pt x="5599" y="784"/>
                    <a:pt x="5602" y="787"/>
                  </a:cubicBezTo>
                  <a:cubicBezTo>
                    <a:pt x="5603" y="788"/>
                    <a:pt x="5605" y="790"/>
                    <a:pt x="5606" y="792"/>
                  </a:cubicBezTo>
                  <a:cubicBezTo>
                    <a:pt x="5610" y="796"/>
                    <a:pt x="5610" y="796"/>
                    <a:pt x="5610" y="796"/>
                  </a:cubicBezTo>
                  <a:cubicBezTo>
                    <a:pt x="5613" y="799"/>
                    <a:pt x="5616" y="803"/>
                    <a:pt x="5619" y="806"/>
                  </a:cubicBezTo>
                  <a:cubicBezTo>
                    <a:pt x="5623" y="810"/>
                    <a:pt x="5626" y="813"/>
                    <a:pt x="5630" y="817"/>
                  </a:cubicBezTo>
                  <a:cubicBezTo>
                    <a:pt x="5630" y="817"/>
                    <a:pt x="5630" y="817"/>
                    <a:pt x="5630" y="817"/>
                  </a:cubicBezTo>
                  <a:cubicBezTo>
                    <a:pt x="5662" y="850"/>
                    <a:pt x="5689" y="873"/>
                    <a:pt x="5714" y="889"/>
                  </a:cubicBezTo>
                  <a:cubicBezTo>
                    <a:pt x="5718" y="891"/>
                    <a:pt x="5719" y="896"/>
                    <a:pt x="5717" y="900"/>
                  </a:cubicBezTo>
                  <a:cubicBezTo>
                    <a:pt x="5715" y="903"/>
                    <a:pt x="5712" y="904"/>
                    <a:pt x="5710" y="904"/>
                  </a:cubicBezTo>
                  <a:close/>
                  <a:moveTo>
                    <a:pt x="3096" y="865"/>
                  </a:moveTo>
                  <a:cubicBezTo>
                    <a:pt x="3093" y="865"/>
                    <a:pt x="3090" y="864"/>
                    <a:pt x="3089" y="861"/>
                  </a:cubicBezTo>
                  <a:cubicBezTo>
                    <a:pt x="3080" y="850"/>
                    <a:pt x="3072" y="838"/>
                    <a:pt x="3064" y="827"/>
                  </a:cubicBezTo>
                  <a:cubicBezTo>
                    <a:pt x="3050" y="809"/>
                    <a:pt x="3037" y="790"/>
                    <a:pt x="3024" y="772"/>
                  </a:cubicBezTo>
                  <a:cubicBezTo>
                    <a:pt x="3022" y="770"/>
                    <a:pt x="3022" y="770"/>
                    <a:pt x="3022" y="770"/>
                  </a:cubicBezTo>
                  <a:cubicBezTo>
                    <a:pt x="3022" y="770"/>
                    <a:pt x="3022" y="770"/>
                    <a:pt x="3022" y="770"/>
                  </a:cubicBezTo>
                  <a:cubicBezTo>
                    <a:pt x="2982" y="715"/>
                    <a:pt x="2939" y="656"/>
                    <a:pt x="2893" y="598"/>
                  </a:cubicBezTo>
                  <a:cubicBezTo>
                    <a:pt x="2890" y="595"/>
                    <a:pt x="2891" y="589"/>
                    <a:pt x="2895" y="587"/>
                  </a:cubicBezTo>
                  <a:cubicBezTo>
                    <a:pt x="2898" y="584"/>
                    <a:pt x="2904" y="584"/>
                    <a:pt x="2907" y="588"/>
                  </a:cubicBezTo>
                  <a:cubicBezTo>
                    <a:pt x="2952" y="646"/>
                    <a:pt x="2996" y="705"/>
                    <a:pt x="3036" y="760"/>
                  </a:cubicBezTo>
                  <a:cubicBezTo>
                    <a:pt x="3036" y="760"/>
                    <a:pt x="3036" y="760"/>
                    <a:pt x="3036" y="760"/>
                  </a:cubicBezTo>
                  <a:cubicBezTo>
                    <a:pt x="3037" y="762"/>
                    <a:pt x="3037" y="762"/>
                    <a:pt x="3037" y="762"/>
                  </a:cubicBezTo>
                  <a:cubicBezTo>
                    <a:pt x="3051" y="780"/>
                    <a:pt x="3064" y="799"/>
                    <a:pt x="3077" y="817"/>
                  </a:cubicBezTo>
                  <a:cubicBezTo>
                    <a:pt x="3086" y="829"/>
                    <a:pt x="3094" y="840"/>
                    <a:pt x="3103" y="851"/>
                  </a:cubicBezTo>
                  <a:cubicBezTo>
                    <a:pt x="3105" y="855"/>
                    <a:pt x="3104" y="861"/>
                    <a:pt x="3101" y="863"/>
                  </a:cubicBezTo>
                  <a:cubicBezTo>
                    <a:pt x="3099" y="864"/>
                    <a:pt x="3097" y="865"/>
                    <a:pt x="3096" y="865"/>
                  </a:cubicBezTo>
                  <a:close/>
                  <a:moveTo>
                    <a:pt x="6105" y="796"/>
                  </a:moveTo>
                  <a:cubicBezTo>
                    <a:pt x="6102" y="796"/>
                    <a:pt x="6100" y="795"/>
                    <a:pt x="6098" y="793"/>
                  </a:cubicBezTo>
                  <a:cubicBezTo>
                    <a:pt x="6096" y="789"/>
                    <a:pt x="6096" y="784"/>
                    <a:pt x="6100" y="781"/>
                  </a:cubicBezTo>
                  <a:cubicBezTo>
                    <a:pt x="6100" y="781"/>
                    <a:pt x="6100" y="781"/>
                    <a:pt x="6100" y="781"/>
                  </a:cubicBezTo>
                  <a:cubicBezTo>
                    <a:pt x="6104" y="778"/>
                    <a:pt x="6107" y="775"/>
                    <a:pt x="6111" y="773"/>
                  </a:cubicBezTo>
                  <a:cubicBezTo>
                    <a:pt x="6118" y="768"/>
                    <a:pt x="6118" y="768"/>
                    <a:pt x="6118" y="768"/>
                  </a:cubicBezTo>
                  <a:cubicBezTo>
                    <a:pt x="6121" y="765"/>
                    <a:pt x="6127" y="765"/>
                    <a:pt x="6130" y="769"/>
                  </a:cubicBezTo>
                  <a:cubicBezTo>
                    <a:pt x="6132" y="773"/>
                    <a:pt x="6132" y="778"/>
                    <a:pt x="6128" y="781"/>
                  </a:cubicBezTo>
                  <a:cubicBezTo>
                    <a:pt x="6121" y="786"/>
                    <a:pt x="6121" y="786"/>
                    <a:pt x="6121" y="786"/>
                  </a:cubicBezTo>
                  <a:cubicBezTo>
                    <a:pt x="6118" y="789"/>
                    <a:pt x="6114" y="792"/>
                    <a:pt x="6110" y="794"/>
                  </a:cubicBezTo>
                  <a:cubicBezTo>
                    <a:pt x="6109" y="796"/>
                    <a:pt x="6107" y="796"/>
                    <a:pt x="6105" y="796"/>
                  </a:cubicBezTo>
                  <a:close/>
                  <a:moveTo>
                    <a:pt x="6145" y="765"/>
                  </a:moveTo>
                  <a:cubicBezTo>
                    <a:pt x="6143" y="765"/>
                    <a:pt x="6140" y="764"/>
                    <a:pt x="6138" y="762"/>
                  </a:cubicBezTo>
                  <a:cubicBezTo>
                    <a:pt x="6136" y="758"/>
                    <a:pt x="6136" y="753"/>
                    <a:pt x="6140" y="750"/>
                  </a:cubicBezTo>
                  <a:cubicBezTo>
                    <a:pt x="6158" y="736"/>
                    <a:pt x="6175" y="721"/>
                    <a:pt x="6193" y="706"/>
                  </a:cubicBezTo>
                  <a:cubicBezTo>
                    <a:pt x="6225" y="679"/>
                    <a:pt x="6259" y="648"/>
                    <a:pt x="6301" y="610"/>
                  </a:cubicBezTo>
                  <a:cubicBezTo>
                    <a:pt x="6301" y="609"/>
                    <a:pt x="6301" y="609"/>
                    <a:pt x="6301" y="609"/>
                  </a:cubicBezTo>
                  <a:cubicBezTo>
                    <a:pt x="6325" y="587"/>
                    <a:pt x="6349" y="565"/>
                    <a:pt x="6373" y="543"/>
                  </a:cubicBezTo>
                  <a:cubicBezTo>
                    <a:pt x="6384" y="532"/>
                    <a:pt x="6384" y="532"/>
                    <a:pt x="6384" y="532"/>
                  </a:cubicBezTo>
                  <a:cubicBezTo>
                    <a:pt x="6387" y="529"/>
                    <a:pt x="6393" y="529"/>
                    <a:pt x="6396" y="533"/>
                  </a:cubicBezTo>
                  <a:cubicBezTo>
                    <a:pt x="6399" y="536"/>
                    <a:pt x="6399" y="541"/>
                    <a:pt x="6396" y="545"/>
                  </a:cubicBezTo>
                  <a:cubicBezTo>
                    <a:pt x="6384" y="555"/>
                    <a:pt x="6384" y="555"/>
                    <a:pt x="6384" y="555"/>
                  </a:cubicBezTo>
                  <a:cubicBezTo>
                    <a:pt x="6361" y="577"/>
                    <a:pt x="6337" y="600"/>
                    <a:pt x="6313" y="622"/>
                  </a:cubicBezTo>
                  <a:cubicBezTo>
                    <a:pt x="6313" y="622"/>
                    <a:pt x="6313" y="622"/>
                    <a:pt x="6313" y="622"/>
                  </a:cubicBezTo>
                  <a:cubicBezTo>
                    <a:pt x="6271" y="661"/>
                    <a:pt x="6236" y="691"/>
                    <a:pt x="6204" y="719"/>
                  </a:cubicBezTo>
                  <a:cubicBezTo>
                    <a:pt x="6186" y="734"/>
                    <a:pt x="6169" y="749"/>
                    <a:pt x="6150" y="763"/>
                  </a:cubicBezTo>
                  <a:cubicBezTo>
                    <a:pt x="6149" y="765"/>
                    <a:pt x="6147" y="765"/>
                    <a:pt x="6145" y="765"/>
                  </a:cubicBezTo>
                  <a:close/>
                  <a:moveTo>
                    <a:pt x="3981" y="715"/>
                  </a:moveTo>
                  <a:cubicBezTo>
                    <a:pt x="3979" y="715"/>
                    <a:pt x="3977" y="714"/>
                    <a:pt x="3975" y="713"/>
                  </a:cubicBezTo>
                  <a:cubicBezTo>
                    <a:pt x="3972" y="710"/>
                    <a:pt x="3971" y="704"/>
                    <a:pt x="3974" y="701"/>
                  </a:cubicBezTo>
                  <a:cubicBezTo>
                    <a:pt x="3979" y="695"/>
                    <a:pt x="3984" y="689"/>
                    <a:pt x="3989" y="683"/>
                  </a:cubicBezTo>
                  <a:cubicBezTo>
                    <a:pt x="3992" y="680"/>
                    <a:pt x="3997" y="679"/>
                    <a:pt x="4001" y="682"/>
                  </a:cubicBezTo>
                  <a:cubicBezTo>
                    <a:pt x="4004" y="685"/>
                    <a:pt x="4005" y="691"/>
                    <a:pt x="4002" y="694"/>
                  </a:cubicBezTo>
                  <a:cubicBezTo>
                    <a:pt x="3997" y="700"/>
                    <a:pt x="3992" y="706"/>
                    <a:pt x="3987" y="712"/>
                  </a:cubicBezTo>
                  <a:cubicBezTo>
                    <a:pt x="3985" y="714"/>
                    <a:pt x="3983" y="715"/>
                    <a:pt x="3981" y="715"/>
                  </a:cubicBezTo>
                  <a:close/>
                  <a:moveTo>
                    <a:pt x="1202" y="704"/>
                  </a:moveTo>
                  <a:cubicBezTo>
                    <a:pt x="1199" y="704"/>
                    <a:pt x="1199" y="704"/>
                    <a:pt x="1199" y="704"/>
                  </a:cubicBezTo>
                  <a:cubicBezTo>
                    <a:pt x="1195" y="704"/>
                    <a:pt x="1190" y="703"/>
                    <a:pt x="1185" y="702"/>
                  </a:cubicBezTo>
                  <a:cubicBezTo>
                    <a:pt x="1174" y="700"/>
                    <a:pt x="1161" y="696"/>
                    <a:pt x="1146" y="689"/>
                  </a:cubicBezTo>
                  <a:cubicBezTo>
                    <a:pt x="1132" y="683"/>
                    <a:pt x="1117" y="675"/>
                    <a:pt x="1101" y="665"/>
                  </a:cubicBezTo>
                  <a:cubicBezTo>
                    <a:pt x="1096" y="662"/>
                    <a:pt x="1092" y="660"/>
                    <a:pt x="1088" y="657"/>
                  </a:cubicBezTo>
                  <a:cubicBezTo>
                    <a:pt x="1084" y="654"/>
                    <a:pt x="1083" y="649"/>
                    <a:pt x="1086" y="645"/>
                  </a:cubicBezTo>
                  <a:cubicBezTo>
                    <a:pt x="1088" y="641"/>
                    <a:pt x="1094" y="640"/>
                    <a:pt x="1097" y="643"/>
                  </a:cubicBezTo>
                  <a:cubicBezTo>
                    <a:pt x="1101" y="645"/>
                    <a:pt x="1105" y="648"/>
                    <a:pt x="1109" y="650"/>
                  </a:cubicBezTo>
                  <a:cubicBezTo>
                    <a:pt x="1125" y="660"/>
                    <a:pt x="1139" y="668"/>
                    <a:pt x="1153" y="674"/>
                  </a:cubicBezTo>
                  <a:cubicBezTo>
                    <a:pt x="1166" y="680"/>
                    <a:pt x="1179" y="684"/>
                    <a:pt x="1188" y="686"/>
                  </a:cubicBezTo>
                  <a:cubicBezTo>
                    <a:pt x="1193" y="687"/>
                    <a:pt x="1196" y="687"/>
                    <a:pt x="1200" y="687"/>
                  </a:cubicBezTo>
                  <a:cubicBezTo>
                    <a:pt x="1202" y="687"/>
                    <a:pt x="1202" y="687"/>
                    <a:pt x="1202" y="687"/>
                  </a:cubicBezTo>
                  <a:cubicBezTo>
                    <a:pt x="1206" y="687"/>
                    <a:pt x="1209" y="687"/>
                    <a:pt x="1212" y="687"/>
                  </a:cubicBezTo>
                  <a:cubicBezTo>
                    <a:pt x="1223" y="684"/>
                    <a:pt x="1223" y="684"/>
                    <a:pt x="1223" y="684"/>
                  </a:cubicBezTo>
                  <a:cubicBezTo>
                    <a:pt x="1235" y="682"/>
                    <a:pt x="1235" y="682"/>
                    <a:pt x="1235" y="682"/>
                  </a:cubicBezTo>
                  <a:cubicBezTo>
                    <a:pt x="1242" y="680"/>
                    <a:pt x="1250" y="678"/>
                    <a:pt x="1259" y="675"/>
                  </a:cubicBezTo>
                  <a:cubicBezTo>
                    <a:pt x="1269" y="672"/>
                    <a:pt x="1280" y="668"/>
                    <a:pt x="1291" y="664"/>
                  </a:cubicBezTo>
                  <a:cubicBezTo>
                    <a:pt x="1314" y="656"/>
                    <a:pt x="1338" y="646"/>
                    <a:pt x="1367" y="634"/>
                  </a:cubicBezTo>
                  <a:cubicBezTo>
                    <a:pt x="1376" y="630"/>
                    <a:pt x="1386" y="625"/>
                    <a:pt x="1395" y="621"/>
                  </a:cubicBezTo>
                  <a:cubicBezTo>
                    <a:pt x="1399" y="619"/>
                    <a:pt x="1404" y="621"/>
                    <a:pt x="1406" y="625"/>
                  </a:cubicBezTo>
                  <a:cubicBezTo>
                    <a:pt x="1408" y="630"/>
                    <a:pt x="1406" y="635"/>
                    <a:pt x="1402" y="637"/>
                  </a:cubicBezTo>
                  <a:cubicBezTo>
                    <a:pt x="1393" y="641"/>
                    <a:pt x="1383" y="645"/>
                    <a:pt x="1374" y="649"/>
                  </a:cubicBezTo>
                  <a:cubicBezTo>
                    <a:pt x="1345" y="662"/>
                    <a:pt x="1320" y="672"/>
                    <a:pt x="1297" y="680"/>
                  </a:cubicBezTo>
                  <a:cubicBezTo>
                    <a:pt x="1286" y="684"/>
                    <a:pt x="1275" y="688"/>
                    <a:pt x="1264" y="691"/>
                  </a:cubicBezTo>
                  <a:cubicBezTo>
                    <a:pt x="1255" y="694"/>
                    <a:pt x="1246" y="697"/>
                    <a:pt x="1239" y="698"/>
                  </a:cubicBezTo>
                  <a:cubicBezTo>
                    <a:pt x="1226" y="701"/>
                    <a:pt x="1226" y="701"/>
                    <a:pt x="1226" y="701"/>
                  </a:cubicBezTo>
                  <a:cubicBezTo>
                    <a:pt x="1215" y="703"/>
                    <a:pt x="1215" y="703"/>
                    <a:pt x="1215" y="703"/>
                  </a:cubicBezTo>
                  <a:cubicBezTo>
                    <a:pt x="1210" y="704"/>
                    <a:pt x="1206" y="704"/>
                    <a:pt x="1202" y="704"/>
                  </a:cubicBezTo>
                  <a:close/>
                  <a:moveTo>
                    <a:pt x="4013" y="676"/>
                  </a:moveTo>
                  <a:cubicBezTo>
                    <a:pt x="4011" y="676"/>
                    <a:pt x="4009" y="675"/>
                    <a:pt x="4008" y="674"/>
                  </a:cubicBezTo>
                  <a:cubicBezTo>
                    <a:pt x="4004" y="671"/>
                    <a:pt x="4004" y="665"/>
                    <a:pt x="4007" y="662"/>
                  </a:cubicBezTo>
                  <a:cubicBezTo>
                    <a:pt x="4046" y="614"/>
                    <a:pt x="4083" y="567"/>
                    <a:pt x="4118" y="521"/>
                  </a:cubicBezTo>
                  <a:cubicBezTo>
                    <a:pt x="4125" y="511"/>
                    <a:pt x="4132" y="502"/>
                    <a:pt x="4139" y="493"/>
                  </a:cubicBezTo>
                  <a:cubicBezTo>
                    <a:pt x="4139" y="493"/>
                    <a:pt x="4139" y="493"/>
                    <a:pt x="4139" y="493"/>
                  </a:cubicBezTo>
                  <a:cubicBezTo>
                    <a:pt x="4163" y="460"/>
                    <a:pt x="4184" y="429"/>
                    <a:pt x="4203" y="400"/>
                  </a:cubicBezTo>
                  <a:cubicBezTo>
                    <a:pt x="4206" y="396"/>
                    <a:pt x="4211" y="395"/>
                    <a:pt x="4215" y="398"/>
                  </a:cubicBezTo>
                  <a:cubicBezTo>
                    <a:pt x="4219" y="400"/>
                    <a:pt x="4220" y="406"/>
                    <a:pt x="4217" y="410"/>
                  </a:cubicBezTo>
                  <a:cubicBezTo>
                    <a:pt x="4198" y="439"/>
                    <a:pt x="4177" y="470"/>
                    <a:pt x="4152" y="503"/>
                  </a:cubicBezTo>
                  <a:cubicBezTo>
                    <a:pt x="4152" y="503"/>
                    <a:pt x="4152" y="503"/>
                    <a:pt x="4152" y="503"/>
                  </a:cubicBezTo>
                  <a:cubicBezTo>
                    <a:pt x="4145" y="512"/>
                    <a:pt x="4138" y="522"/>
                    <a:pt x="4131" y="531"/>
                  </a:cubicBezTo>
                  <a:cubicBezTo>
                    <a:pt x="4097" y="577"/>
                    <a:pt x="4059" y="625"/>
                    <a:pt x="4020" y="673"/>
                  </a:cubicBezTo>
                  <a:cubicBezTo>
                    <a:pt x="4018" y="675"/>
                    <a:pt x="4016" y="676"/>
                    <a:pt x="4013" y="676"/>
                  </a:cubicBezTo>
                  <a:close/>
                  <a:moveTo>
                    <a:pt x="5467" y="646"/>
                  </a:moveTo>
                  <a:cubicBezTo>
                    <a:pt x="5464" y="646"/>
                    <a:pt x="5462" y="645"/>
                    <a:pt x="5460" y="643"/>
                  </a:cubicBezTo>
                  <a:cubicBezTo>
                    <a:pt x="5446" y="625"/>
                    <a:pt x="5446" y="625"/>
                    <a:pt x="5446" y="625"/>
                  </a:cubicBezTo>
                  <a:cubicBezTo>
                    <a:pt x="5443" y="621"/>
                    <a:pt x="5443" y="616"/>
                    <a:pt x="5447" y="613"/>
                  </a:cubicBezTo>
                  <a:cubicBezTo>
                    <a:pt x="5451" y="610"/>
                    <a:pt x="5456" y="611"/>
                    <a:pt x="5459" y="614"/>
                  </a:cubicBezTo>
                  <a:cubicBezTo>
                    <a:pt x="5473" y="632"/>
                    <a:pt x="5473" y="632"/>
                    <a:pt x="5473" y="632"/>
                  </a:cubicBezTo>
                  <a:cubicBezTo>
                    <a:pt x="5476" y="636"/>
                    <a:pt x="5475" y="641"/>
                    <a:pt x="5472" y="644"/>
                  </a:cubicBezTo>
                  <a:cubicBezTo>
                    <a:pt x="5470" y="645"/>
                    <a:pt x="5468" y="646"/>
                    <a:pt x="5467" y="646"/>
                  </a:cubicBezTo>
                  <a:close/>
                  <a:moveTo>
                    <a:pt x="1069" y="642"/>
                  </a:moveTo>
                  <a:cubicBezTo>
                    <a:pt x="1068" y="642"/>
                    <a:pt x="1066" y="642"/>
                    <a:pt x="1065" y="641"/>
                  </a:cubicBezTo>
                  <a:cubicBezTo>
                    <a:pt x="1058" y="636"/>
                    <a:pt x="1052" y="632"/>
                    <a:pt x="1046" y="627"/>
                  </a:cubicBezTo>
                  <a:cubicBezTo>
                    <a:pt x="1042" y="625"/>
                    <a:pt x="1042" y="619"/>
                    <a:pt x="1044" y="616"/>
                  </a:cubicBezTo>
                  <a:cubicBezTo>
                    <a:pt x="1047" y="612"/>
                    <a:pt x="1052" y="611"/>
                    <a:pt x="1056" y="614"/>
                  </a:cubicBezTo>
                  <a:cubicBezTo>
                    <a:pt x="1062" y="618"/>
                    <a:pt x="1068" y="623"/>
                    <a:pt x="1074" y="627"/>
                  </a:cubicBezTo>
                  <a:cubicBezTo>
                    <a:pt x="1078" y="630"/>
                    <a:pt x="1079" y="635"/>
                    <a:pt x="1076" y="639"/>
                  </a:cubicBezTo>
                  <a:cubicBezTo>
                    <a:pt x="1075" y="641"/>
                    <a:pt x="1072" y="642"/>
                    <a:pt x="1069" y="642"/>
                  </a:cubicBezTo>
                  <a:close/>
                  <a:moveTo>
                    <a:pt x="1424" y="625"/>
                  </a:moveTo>
                  <a:cubicBezTo>
                    <a:pt x="1421" y="625"/>
                    <a:pt x="1418" y="624"/>
                    <a:pt x="1416" y="621"/>
                  </a:cubicBezTo>
                  <a:cubicBezTo>
                    <a:pt x="1414" y="616"/>
                    <a:pt x="1416" y="611"/>
                    <a:pt x="1420" y="609"/>
                  </a:cubicBezTo>
                  <a:cubicBezTo>
                    <a:pt x="1427" y="606"/>
                    <a:pt x="1434" y="603"/>
                    <a:pt x="1441" y="600"/>
                  </a:cubicBezTo>
                  <a:cubicBezTo>
                    <a:pt x="1445" y="598"/>
                    <a:pt x="1450" y="599"/>
                    <a:pt x="1452" y="604"/>
                  </a:cubicBezTo>
                  <a:cubicBezTo>
                    <a:pt x="1454" y="608"/>
                    <a:pt x="1452" y="613"/>
                    <a:pt x="1448" y="615"/>
                  </a:cubicBezTo>
                  <a:cubicBezTo>
                    <a:pt x="1441" y="618"/>
                    <a:pt x="1435" y="621"/>
                    <a:pt x="1428" y="625"/>
                  </a:cubicBezTo>
                  <a:cubicBezTo>
                    <a:pt x="1427" y="625"/>
                    <a:pt x="1425" y="625"/>
                    <a:pt x="1424" y="625"/>
                  </a:cubicBezTo>
                  <a:close/>
                  <a:moveTo>
                    <a:pt x="1029" y="612"/>
                  </a:moveTo>
                  <a:cubicBezTo>
                    <a:pt x="1027" y="612"/>
                    <a:pt x="1025" y="611"/>
                    <a:pt x="1023" y="610"/>
                  </a:cubicBezTo>
                  <a:cubicBezTo>
                    <a:pt x="1017" y="606"/>
                    <a:pt x="1011" y="601"/>
                    <a:pt x="1005" y="596"/>
                  </a:cubicBezTo>
                  <a:cubicBezTo>
                    <a:pt x="982" y="577"/>
                    <a:pt x="958" y="557"/>
                    <a:pt x="935" y="539"/>
                  </a:cubicBezTo>
                  <a:cubicBezTo>
                    <a:pt x="925" y="530"/>
                    <a:pt x="925" y="530"/>
                    <a:pt x="925" y="530"/>
                  </a:cubicBezTo>
                  <a:cubicBezTo>
                    <a:pt x="886" y="498"/>
                    <a:pt x="846" y="464"/>
                    <a:pt x="804" y="431"/>
                  </a:cubicBezTo>
                  <a:cubicBezTo>
                    <a:pt x="791" y="422"/>
                    <a:pt x="780" y="413"/>
                    <a:pt x="768" y="405"/>
                  </a:cubicBezTo>
                  <a:cubicBezTo>
                    <a:pt x="764" y="402"/>
                    <a:pt x="763" y="397"/>
                    <a:pt x="766" y="393"/>
                  </a:cubicBezTo>
                  <a:cubicBezTo>
                    <a:pt x="769" y="389"/>
                    <a:pt x="774" y="388"/>
                    <a:pt x="778" y="391"/>
                  </a:cubicBezTo>
                  <a:cubicBezTo>
                    <a:pt x="790" y="399"/>
                    <a:pt x="801" y="408"/>
                    <a:pt x="814" y="418"/>
                  </a:cubicBezTo>
                  <a:cubicBezTo>
                    <a:pt x="857" y="451"/>
                    <a:pt x="897" y="484"/>
                    <a:pt x="936" y="517"/>
                  </a:cubicBezTo>
                  <a:cubicBezTo>
                    <a:pt x="946" y="526"/>
                    <a:pt x="946" y="526"/>
                    <a:pt x="946" y="526"/>
                  </a:cubicBezTo>
                  <a:cubicBezTo>
                    <a:pt x="946" y="526"/>
                    <a:pt x="946" y="526"/>
                    <a:pt x="946" y="526"/>
                  </a:cubicBezTo>
                  <a:cubicBezTo>
                    <a:pt x="969" y="544"/>
                    <a:pt x="993" y="564"/>
                    <a:pt x="1016" y="583"/>
                  </a:cubicBezTo>
                  <a:cubicBezTo>
                    <a:pt x="1022" y="587"/>
                    <a:pt x="1028" y="592"/>
                    <a:pt x="1034" y="597"/>
                  </a:cubicBezTo>
                  <a:cubicBezTo>
                    <a:pt x="1038" y="600"/>
                    <a:pt x="1038" y="605"/>
                    <a:pt x="1035" y="609"/>
                  </a:cubicBezTo>
                  <a:cubicBezTo>
                    <a:pt x="1034" y="611"/>
                    <a:pt x="1031" y="612"/>
                    <a:pt x="1029" y="612"/>
                  </a:cubicBezTo>
                  <a:close/>
                  <a:moveTo>
                    <a:pt x="5435" y="606"/>
                  </a:moveTo>
                  <a:cubicBezTo>
                    <a:pt x="5432" y="606"/>
                    <a:pt x="5430" y="605"/>
                    <a:pt x="5428" y="603"/>
                  </a:cubicBezTo>
                  <a:cubicBezTo>
                    <a:pt x="5417" y="589"/>
                    <a:pt x="5406" y="575"/>
                    <a:pt x="5395" y="562"/>
                  </a:cubicBezTo>
                  <a:cubicBezTo>
                    <a:pt x="5381" y="545"/>
                    <a:pt x="5369" y="530"/>
                    <a:pt x="5356" y="516"/>
                  </a:cubicBezTo>
                  <a:cubicBezTo>
                    <a:pt x="5330" y="485"/>
                    <a:pt x="5306" y="456"/>
                    <a:pt x="5282" y="429"/>
                  </a:cubicBezTo>
                  <a:cubicBezTo>
                    <a:pt x="5260" y="404"/>
                    <a:pt x="5237" y="379"/>
                    <a:pt x="5215" y="355"/>
                  </a:cubicBezTo>
                  <a:cubicBezTo>
                    <a:pt x="5211" y="351"/>
                    <a:pt x="5211" y="346"/>
                    <a:pt x="5215" y="343"/>
                  </a:cubicBezTo>
                  <a:cubicBezTo>
                    <a:pt x="5218" y="339"/>
                    <a:pt x="5224" y="340"/>
                    <a:pt x="5227" y="343"/>
                  </a:cubicBezTo>
                  <a:cubicBezTo>
                    <a:pt x="5250" y="367"/>
                    <a:pt x="5273" y="393"/>
                    <a:pt x="5295" y="418"/>
                  </a:cubicBezTo>
                  <a:cubicBezTo>
                    <a:pt x="5319" y="445"/>
                    <a:pt x="5343" y="473"/>
                    <a:pt x="5369" y="505"/>
                  </a:cubicBezTo>
                  <a:cubicBezTo>
                    <a:pt x="5369" y="505"/>
                    <a:pt x="5369" y="505"/>
                    <a:pt x="5369" y="505"/>
                  </a:cubicBezTo>
                  <a:cubicBezTo>
                    <a:pt x="5382" y="519"/>
                    <a:pt x="5394" y="535"/>
                    <a:pt x="5408" y="551"/>
                  </a:cubicBezTo>
                  <a:cubicBezTo>
                    <a:pt x="5419" y="565"/>
                    <a:pt x="5430" y="579"/>
                    <a:pt x="5441" y="592"/>
                  </a:cubicBezTo>
                  <a:cubicBezTo>
                    <a:pt x="5444" y="596"/>
                    <a:pt x="5444" y="601"/>
                    <a:pt x="5440" y="604"/>
                  </a:cubicBezTo>
                  <a:cubicBezTo>
                    <a:pt x="5438" y="605"/>
                    <a:pt x="5436" y="606"/>
                    <a:pt x="5435" y="606"/>
                  </a:cubicBezTo>
                  <a:close/>
                  <a:moveTo>
                    <a:pt x="1470" y="603"/>
                  </a:moveTo>
                  <a:cubicBezTo>
                    <a:pt x="1467" y="603"/>
                    <a:pt x="1464" y="602"/>
                    <a:pt x="1462" y="599"/>
                  </a:cubicBezTo>
                  <a:cubicBezTo>
                    <a:pt x="1460" y="594"/>
                    <a:pt x="1462" y="589"/>
                    <a:pt x="1466" y="587"/>
                  </a:cubicBezTo>
                  <a:cubicBezTo>
                    <a:pt x="1506" y="568"/>
                    <a:pt x="1546" y="547"/>
                    <a:pt x="1585" y="527"/>
                  </a:cubicBezTo>
                  <a:cubicBezTo>
                    <a:pt x="1602" y="518"/>
                    <a:pt x="1602" y="518"/>
                    <a:pt x="1602" y="518"/>
                  </a:cubicBezTo>
                  <a:cubicBezTo>
                    <a:pt x="1621" y="509"/>
                    <a:pt x="1639" y="500"/>
                    <a:pt x="1657" y="490"/>
                  </a:cubicBezTo>
                  <a:cubicBezTo>
                    <a:pt x="1658" y="490"/>
                    <a:pt x="1658" y="490"/>
                    <a:pt x="1658" y="490"/>
                  </a:cubicBezTo>
                  <a:cubicBezTo>
                    <a:pt x="1698" y="469"/>
                    <a:pt x="1729" y="454"/>
                    <a:pt x="1759" y="439"/>
                  </a:cubicBezTo>
                  <a:cubicBezTo>
                    <a:pt x="1763" y="437"/>
                    <a:pt x="1768" y="439"/>
                    <a:pt x="1770" y="443"/>
                  </a:cubicBezTo>
                  <a:cubicBezTo>
                    <a:pt x="1772" y="447"/>
                    <a:pt x="1771" y="452"/>
                    <a:pt x="1766" y="454"/>
                  </a:cubicBezTo>
                  <a:cubicBezTo>
                    <a:pt x="1737" y="469"/>
                    <a:pt x="1706" y="485"/>
                    <a:pt x="1666" y="505"/>
                  </a:cubicBezTo>
                  <a:cubicBezTo>
                    <a:pt x="1666" y="505"/>
                    <a:pt x="1666" y="505"/>
                    <a:pt x="1666" y="505"/>
                  </a:cubicBezTo>
                  <a:cubicBezTo>
                    <a:pt x="1647" y="515"/>
                    <a:pt x="1629" y="524"/>
                    <a:pt x="1610" y="533"/>
                  </a:cubicBezTo>
                  <a:cubicBezTo>
                    <a:pt x="1593" y="542"/>
                    <a:pt x="1593" y="542"/>
                    <a:pt x="1593" y="542"/>
                  </a:cubicBezTo>
                  <a:cubicBezTo>
                    <a:pt x="1554" y="562"/>
                    <a:pt x="1513" y="583"/>
                    <a:pt x="1474" y="602"/>
                  </a:cubicBezTo>
                  <a:cubicBezTo>
                    <a:pt x="1472" y="603"/>
                    <a:pt x="1471" y="603"/>
                    <a:pt x="1470" y="603"/>
                  </a:cubicBezTo>
                  <a:close/>
                  <a:moveTo>
                    <a:pt x="2882" y="579"/>
                  </a:moveTo>
                  <a:cubicBezTo>
                    <a:pt x="2880" y="579"/>
                    <a:pt x="2877" y="578"/>
                    <a:pt x="2876" y="576"/>
                  </a:cubicBezTo>
                  <a:cubicBezTo>
                    <a:pt x="2872" y="572"/>
                    <a:pt x="2868" y="567"/>
                    <a:pt x="2864" y="562"/>
                  </a:cubicBezTo>
                  <a:cubicBezTo>
                    <a:pt x="2862" y="559"/>
                    <a:pt x="2862" y="559"/>
                    <a:pt x="2862" y="559"/>
                  </a:cubicBezTo>
                  <a:cubicBezTo>
                    <a:pt x="2859" y="555"/>
                    <a:pt x="2859" y="550"/>
                    <a:pt x="2863" y="547"/>
                  </a:cubicBezTo>
                  <a:cubicBezTo>
                    <a:pt x="2867" y="544"/>
                    <a:pt x="2872" y="544"/>
                    <a:pt x="2875" y="548"/>
                  </a:cubicBezTo>
                  <a:cubicBezTo>
                    <a:pt x="2877" y="551"/>
                    <a:pt x="2877" y="551"/>
                    <a:pt x="2877" y="551"/>
                  </a:cubicBezTo>
                  <a:cubicBezTo>
                    <a:pt x="2881" y="556"/>
                    <a:pt x="2885" y="561"/>
                    <a:pt x="2889" y="566"/>
                  </a:cubicBezTo>
                  <a:cubicBezTo>
                    <a:pt x="2892" y="569"/>
                    <a:pt x="2891" y="575"/>
                    <a:pt x="2888" y="578"/>
                  </a:cubicBezTo>
                  <a:cubicBezTo>
                    <a:pt x="2886" y="579"/>
                    <a:pt x="2884" y="579"/>
                    <a:pt x="2882" y="579"/>
                  </a:cubicBezTo>
                  <a:close/>
                  <a:moveTo>
                    <a:pt x="2850" y="540"/>
                  </a:moveTo>
                  <a:cubicBezTo>
                    <a:pt x="2848" y="540"/>
                    <a:pt x="2845" y="539"/>
                    <a:pt x="2844" y="537"/>
                  </a:cubicBezTo>
                  <a:cubicBezTo>
                    <a:pt x="2821" y="509"/>
                    <a:pt x="2799" y="484"/>
                    <a:pt x="2777" y="459"/>
                  </a:cubicBezTo>
                  <a:cubicBezTo>
                    <a:pt x="2775" y="457"/>
                    <a:pt x="2772" y="454"/>
                    <a:pt x="2770" y="452"/>
                  </a:cubicBezTo>
                  <a:cubicBezTo>
                    <a:pt x="2770" y="452"/>
                    <a:pt x="2770" y="452"/>
                    <a:pt x="2770" y="452"/>
                  </a:cubicBezTo>
                  <a:cubicBezTo>
                    <a:pt x="2758" y="438"/>
                    <a:pt x="2745" y="425"/>
                    <a:pt x="2731" y="409"/>
                  </a:cubicBezTo>
                  <a:cubicBezTo>
                    <a:pt x="2715" y="394"/>
                    <a:pt x="2715" y="394"/>
                    <a:pt x="2715" y="394"/>
                  </a:cubicBezTo>
                  <a:cubicBezTo>
                    <a:pt x="2714" y="393"/>
                    <a:pt x="2713" y="392"/>
                    <a:pt x="2712" y="391"/>
                  </a:cubicBezTo>
                  <a:cubicBezTo>
                    <a:pt x="2705" y="384"/>
                    <a:pt x="2705" y="384"/>
                    <a:pt x="2705" y="384"/>
                  </a:cubicBezTo>
                  <a:cubicBezTo>
                    <a:pt x="2703" y="382"/>
                    <a:pt x="2701" y="381"/>
                    <a:pt x="2700" y="379"/>
                  </a:cubicBezTo>
                  <a:cubicBezTo>
                    <a:pt x="2696" y="376"/>
                    <a:pt x="2693" y="373"/>
                    <a:pt x="2689" y="370"/>
                  </a:cubicBezTo>
                  <a:cubicBezTo>
                    <a:pt x="2673" y="356"/>
                    <a:pt x="2673" y="356"/>
                    <a:pt x="2673" y="356"/>
                  </a:cubicBezTo>
                  <a:cubicBezTo>
                    <a:pt x="2653" y="341"/>
                    <a:pt x="2631" y="327"/>
                    <a:pt x="2609" y="315"/>
                  </a:cubicBezTo>
                  <a:cubicBezTo>
                    <a:pt x="2605" y="313"/>
                    <a:pt x="2604" y="308"/>
                    <a:pt x="2606" y="304"/>
                  </a:cubicBezTo>
                  <a:cubicBezTo>
                    <a:pt x="2608" y="300"/>
                    <a:pt x="2613" y="298"/>
                    <a:pt x="2617" y="300"/>
                  </a:cubicBezTo>
                  <a:cubicBezTo>
                    <a:pt x="2640" y="312"/>
                    <a:pt x="2662" y="327"/>
                    <a:pt x="2683" y="343"/>
                  </a:cubicBezTo>
                  <a:cubicBezTo>
                    <a:pt x="2700" y="357"/>
                    <a:pt x="2700" y="357"/>
                    <a:pt x="2700" y="357"/>
                  </a:cubicBezTo>
                  <a:cubicBezTo>
                    <a:pt x="2704" y="360"/>
                    <a:pt x="2708" y="363"/>
                    <a:pt x="2711" y="367"/>
                  </a:cubicBezTo>
                  <a:cubicBezTo>
                    <a:pt x="2713" y="368"/>
                    <a:pt x="2714" y="370"/>
                    <a:pt x="2716" y="371"/>
                  </a:cubicBezTo>
                  <a:cubicBezTo>
                    <a:pt x="2724" y="379"/>
                    <a:pt x="2724" y="379"/>
                    <a:pt x="2724" y="379"/>
                  </a:cubicBezTo>
                  <a:cubicBezTo>
                    <a:pt x="2725" y="380"/>
                    <a:pt x="2726" y="381"/>
                    <a:pt x="2727" y="382"/>
                  </a:cubicBezTo>
                  <a:cubicBezTo>
                    <a:pt x="2743" y="398"/>
                    <a:pt x="2743" y="398"/>
                    <a:pt x="2743" y="398"/>
                  </a:cubicBezTo>
                  <a:cubicBezTo>
                    <a:pt x="2757" y="413"/>
                    <a:pt x="2770" y="427"/>
                    <a:pt x="2783" y="440"/>
                  </a:cubicBezTo>
                  <a:cubicBezTo>
                    <a:pt x="2783" y="440"/>
                    <a:pt x="2783" y="440"/>
                    <a:pt x="2783" y="440"/>
                  </a:cubicBezTo>
                  <a:cubicBezTo>
                    <a:pt x="2785" y="443"/>
                    <a:pt x="2787" y="445"/>
                    <a:pt x="2790" y="448"/>
                  </a:cubicBezTo>
                  <a:cubicBezTo>
                    <a:pt x="2812" y="473"/>
                    <a:pt x="2834" y="498"/>
                    <a:pt x="2857" y="526"/>
                  </a:cubicBezTo>
                  <a:cubicBezTo>
                    <a:pt x="2860" y="530"/>
                    <a:pt x="2859" y="535"/>
                    <a:pt x="2856" y="538"/>
                  </a:cubicBezTo>
                  <a:cubicBezTo>
                    <a:pt x="2854" y="539"/>
                    <a:pt x="2852" y="540"/>
                    <a:pt x="2850" y="540"/>
                  </a:cubicBezTo>
                  <a:close/>
                  <a:moveTo>
                    <a:pt x="6410" y="528"/>
                  </a:moveTo>
                  <a:cubicBezTo>
                    <a:pt x="6408" y="528"/>
                    <a:pt x="6406" y="527"/>
                    <a:pt x="6404" y="525"/>
                  </a:cubicBezTo>
                  <a:cubicBezTo>
                    <a:pt x="6401" y="521"/>
                    <a:pt x="6401" y="516"/>
                    <a:pt x="6405" y="513"/>
                  </a:cubicBezTo>
                  <a:cubicBezTo>
                    <a:pt x="6410" y="508"/>
                    <a:pt x="6416" y="503"/>
                    <a:pt x="6421" y="497"/>
                  </a:cubicBezTo>
                  <a:cubicBezTo>
                    <a:pt x="6425" y="494"/>
                    <a:pt x="6430" y="494"/>
                    <a:pt x="6433" y="498"/>
                  </a:cubicBezTo>
                  <a:cubicBezTo>
                    <a:pt x="6436" y="501"/>
                    <a:pt x="6436" y="507"/>
                    <a:pt x="6433" y="510"/>
                  </a:cubicBezTo>
                  <a:cubicBezTo>
                    <a:pt x="6427" y="515"/>
                    <a:pt x="6422" y="520"/>
                    <a:pt x="6416" y="525"/>
                  </a:cubicBezTo>
                  <a:cubicBezTo>
                    <a:pt x="6415" y="527"/>
                    <a:pt x="6413" y="528"/>
                    <a:pt x="6410" y="528"/>
                  </a:cubicBezTo>
                  <a:close/>
                  <a:moveTo>
                    <a:pt x="6448" y="493"/>
                  </a:moveTo>
                  <a:cubicBezTo>
                    <a:pt x="6445" y="493"/>
                    <a:pt x="6443" y="492"/>
                    <a:pt x="6442" y="490"/>
                  </a:cubicBezTo>
                  <a:cubicBezTo>
                    <a:pt x="6438" y="487"/>
                    <a:pt x="6439" y="481"/>
                    <a:pt x="6442" y="478"/>
                  </a:cubicBezTo>
                  <a:cubicBezTo>
                    <a:pt x="6461" y="461"/>
                    <a:pt x="6482" y="442"/>
                    <a:pt x="6505" y="421"/>
                  </a:cubicBezTo>
                  <a:cubicBezTo>
                    <a:pt x="6508" y="418"/>
                    <a:pt x="6512" y="415"/>
                    <a:pt x="6515" y="412"/>
                  </a:cubicBezTo>
                  <a:cubicBezTo>
                    <a:pt x="6523" y="405"/>
                    <a:pt x="6530" y="398"/>
                    <a:pt x="6538" y="392"/>
                  </a:cubicBezTo>
                  <a:cubicBezTo>
                    <a:pt x="6555" y="377"/>
                    <a:pt x="6555" y="377"/>
                    <a:pt x="6555" y="377"/>
                  </a:cubicBezTo>
                  <a:cubicBezTo>
                    <a:pt x="6576" y="359"/>
                    <a:pt x="6576" y="359"/>
                    <a:pt x="6576" y="359"/>
                  </a:cubicBezTo>
                  <a:cubicBezTo>
                    <a:pt x="6578" y="358"/>
                    <a:pt x="6580" y="356"/>
                    <a:pt x="6582" y="355"/>
                  </a:cubicBezTo>
                  <a:cubicBezTo>
                    <a:pt x="6582" y="354"/>
                    <a:pt x="6582" y="354"/>
                    <a:pt x="6583" y="354"/>
                  </a:cubicBezTo>
                  <a:cubicBezTo>
                    <a:pt x="6584" y="353"/>
                    <a:pt x="6585" y="352"/>
                    <a:pt x="6586" y="352"/>
                  </a:cubicBezTo>
                  <a:cubicBezTo>
                    <a:pt x="6597" y="344"/>
                    <a:pt x="6597" y="344"/>
                    <a:pt x="6597" y="344"/>
                  </a:cubicBezTo>
                  <a:cubicBezTo>
                    <a:pt x="6607" y="338"/>
                    <a:pt x="6607" y="338"/>
                    <a:pt x="6607" y="338"/>
                  </a:cubicBezTo>
                  <a:cubicBezTo>
                    <a:pt x="6607" y="338"/>
                    <a:pt x="6607" y="338"/>
                    <a:pt x="6607" y="338"/>
                  </a:cubicBezTo>
                  <a:cubicBezTo>
                    <a:pt x="6617" y="333"/>
                    <a:pt x="6627" y="328"/>
                    <a:pt x="6639" y="323"/>
                  </a:cubicBezTo>
                  <a:cubicBezTo>
                    <a:pt x="6644" y="321"/>
                    <a:pt x="6648" y="320"/>
                    <a:pt x="6652" y="318"/>
                  </a:cubicBezTo>
                  <a:cubicBezTo>
                    <a:pt x="6657" y="317"/>
                    <a:pt x="6657" y="317"/>
                    <a:pt x="6657" y="317"/>
                  </a:cubicBezTo>
                  <a:cubicBezTo>
                    <a:pt x="6658" y="316"/>
                    <a:pt x="6660" y="315"/>
                    <a:pt x="6662" y="315"/>
                  </a:cubicBezTo>
                  <a:cubicBezTo>
                    <a:pt x="6668" y="313"/>
                    <a:pt x="6668" y="313"/>
                    <a:pt x="6668" y="313"/>
                  </a:cubicBezTo>
                  <a:cubicBezTo>
                    <a:pt x="6676" y="310"/>
                    <a:pt x="6683" y="308"/>
                    <a:pt x="6689" y="307"/>
                  </a:cubicBezTo>
                  <a:cubicBezTo>
                    <a:pt x="6694" y="305"/>
                    <a:pt x="6694" y="305"/>
                    <a:pt x="6694" y="305"/>
                  </a:cubicBezTo>
                  <a:cubicBezTo>
                    <a:pt x="6701" y="304"/>
                    <a:pt x="6709" y="302"/>
                    <a:pt x="6716" y="300"/>
                  </a:cubicBezTo>
                  <a:cubicBezTo>
                    <a:pt x="6720" y="299"/>
                    <a:pt x="6725" y="302"/>
                    <a:pt x="6726" y="306"/>
                  </a:cubicBezTo>
                  <a:cubicBezTo>
                    <a:pt x="6727" y="311"/>
                    <a:pt x="6724" y="315"/>
                    <a:pt x="6720" y="317"/>
                  </a:cubicBezTo>
                  <a:cubicBezTo>
                    <a:pt x="6712" y="318"/>
                    <a:pt x="6705" y="320"/>
                    <a:pt x="6698" y="322"/>
                  </a:cubicBezTo>
                  <a:cubicBezTo>
                    <a:pt x="6694" y="323"/>
                    <a:pt x="6694" y="323"/>
                    <a:pt x="6694" y="323"/>
                  </a:cubicBezTo>
                  <a:cubicBezTo>
                    <a:pt x="6687" y="325"/>
                    <a:pt x="6680" y="327"/>
                    <a:pt x="6673" y="329"/>
                  </a:cubicBezTo>
                  <a:cubicBezTo>
                    <a:pt x="6667" y="331"/>
                    <a:pt x="6667" y="331"/>
                    <a:pt x="6667" y="331"/>
                  </a:cubicBezTo>
                  <a:cubicBezTo>
                    <a:pt x="6665" y="331"/>
                    <a:pt x="6664" y="332"/>
                    <a:pt x="6662" y="333"/>
                  </a:cubicBezTo>
                  <a:cubicBezTo>
                    <a:pt x="6658" y="334"/>
                    <a:pt x="6658" y="334"/>
                    <a:pt x="6658" y="334"/>
                  </a:cubicBezTo>
                  <a:cubicBezTo>
                    <a:pt x="6654" y="336"/>
                    <a:pt x="6650" y="337"/>
                    <a:pt x="6645" y="339"/>
                  </a:cubicBezTo>
                  <a:cubicBezTo>
                    <a:pt x="6634" y="343"/>
                    <a:pt x="6624" y="348"/>
                    <a:pt x="6616" y="353"/>
                  </a:cubicBezTo>
                  <a:cubicBezTo>
                    <a:pt x="6616" y="353"/>
                    <a:pt x="6616" y="353"/>
                    <a:pt x="6616" y="353"/>
                  </a:cubicBezTo>
                  <a:cubicBezTo>
                    <a:pt x="6606" y="358"/>
                    <a:pt x="6606" y="358"/>
                    <a:pt x="6606" y="358"/>
                  </a:cubicBezTo>
                  <a:cubicBezTo>
                    <a:pt x="6594" y="367"/>
                    <a:pt x="6594" y="367"/>
                    <a:pt x="6594" y="367"/>
                  </a:cubicBezTo>
                  <a:cubicBezTo>
                    <a:pt x="6594" y="367"/>
                    <a:pt x="6594" y="367"/>
                    <a:pt x="6593" y="367"/>
                  </a:cubicBezTo>
                  <a:cubicBezTo>
                    <a:pt x="6593" y="368"/>
                    <a:pt x="6592" y="368"/>
                    <a:pt x="6592" y="369"/>
                  </a:cubicBezTo>
                  <a:cubicBezTo>
                    <a:pt x="6590" y="370"/>
                    <a:pt x="6588" y="371"/>
                    <a:pt x="6587" y="372"/>
                  </a:cubicBezTo>
                  <a:cubicBezTo>
                    <a:pt x="6585" y="374"/>
                    <a:pt x="6585" y="374"/>
                    <a:pt x="6585" y="374"/>
                  </a:cubicBezTo>
                  <a:cubicBezTo>
                    <a:pt x="6566" y="390"/>
                    <a:pt x="6566" y="390"/>
                    <a:pt x="6566" y="390"/>
                  </a:cubicBezTo>
                  <a:cubicBezTo>
                    <a:pt x="6549" y="405"/>
                    <a:pt x="6549" y="405"/>
                    <a:pt x="6549" y="405"/>
                  </a:cubicBezTo>
                  <a:cubicBezTo>
                    <a:pt x="6541" y="411"/>
                    <a:pt x="6534" y="418"/>
                    <a:pt x="6526" y="424"/>
                  </a:cubicBezTo>
                  <a:cubicBezTo>
                    <a:pt x="6523" y="428"/>
                    <a:pt x="6520" y="431"/>
                    <a:pt x="6516" y="434"/>
                  </a:cubicBezTo>
                  <a:cubicBezTo>
                    <a:pt x="6493" y="454"/>
                    <a:pt x="6472" y="473"/>
                    <a:pt x="6454" y="491"/>
                  </a:cubicBezTo>
                  <a:cubicBezTo>
                    <a:pt x="6452" y="492"/>
                    <a:pt x="6450" y="493"/>
                    <a:pt x="6448" y="493"/>
                  </a:cubicBezTo>
                  <a:close/>
                  <a:moveTo>
                    <a:pt x="1788" y="443"/>
                  </a:moveTo>
                  <a:cubicBezTo>
                    <a:pt x="1785" y="443"/>
                    <a:pt x="1782" y="441"/>
                    <a:pt x="1781" y="438"/>
                  </a:cubicBezTo>
                  <a:cubicBezTo>
                    <a:pt x="1778" y="434"/>
                    <a:pt x="1780" y="429"/>
                    <a:pt x="1784" y="427"/>
                  </a:cubicBezTo>
                  <a:cubicBezTo>
                    <a:pt x="1791" y="423"/>
                    <a:pt x="1798" y="420"/>
                    <a:pt x="1805" y="417"/>
                  </a:cubicBezTo>
                  <a:cubicBezTo>
                    <a:pt x="1809" y="415"/>
                    <a:pt x="1814" y="417"/>
                    <a:pt x="1816" y="421"/>
                  </a:cubicBezTo>
                  <a:cubicBezTo>
                    <a:pt x="1818" y="425"/>
                    <a:pt x="1816" y="430"/>
                    <a:pt x="1812" y="432"/>
                  </a:cubicBezTo>
                  <a:cubicBezTo>
                    <a:pt x="1805" y="435"/>
                    <a:pt x="1799" y="439"/>
                    <a:pt x="1792" y="442"/>
                  </a:cubicBezTo>
                  <a:cubicBezTo>
                    <a:pt x="1791" y="443"/>
                    <a:pt x="1789" y="443"/>
                    <a:pt x="1788" y="443"/>
                  </a:cubicBezTo>
                  <a:close/>
                  <a:moveTo>
                    <a:pt x="1834" y="421"/>
                  </a:moveTo>
                  <a:cubicBezTo>
                    <a:pt x="1831" y="421"/>
                    <a:pt x="1828" y="419"/>
                    <a:pt x="1826" y="416"/>
                  </a:cubicBezTo>
                  <a:cubicBezTo>
                    <a:pt x="1824" y="412"/>
                    <a:pt x="1826" y="407"/>
                    <a:pt x="1830" y="405"/>
                  </a:cubicBezTo>
                  <a:cubicBezTo>
                    <a:pt x="1905" y="370"/>
                    <a:pt x="1968" y="343"/>
                    <a:pt x="2029" y="320"/>
                  </a:cubicBezTo>
                  <a:cubicBezTo>
                    <a:pt x="2029" y="320"/>
                    <a:pt x="2029" y="320"/>
                    <a:pt x="2029" y="320"/>
                  </a:cubicBezTo>
                  <a:cubicBezTo>
                    <a:pt x="2046" y="314"/>
                    <a:pt x="2063" y="308"/>
                    <a:pt x="2080" y="302"/>
                  </a:cubicBezTo>
                  <a:cubicBezTo>
                    <a:pt x="2100" y="295"/>
                    <a:pt x="2119" y="290"/>
                    <a:pt x="2137" y="284"/>
                  </a:cubicBezTo>
                  <a:cubicBezTo>
                    <a:pt x="2141" y="283"/>
                    <a:pt x="2146" y="286"/>
                    <a:pt x="2147" y="290"/>
                  </a:cubicBezTo>
                  <a:cubicBezTo>
                    <a:pt x="2149" y="295"/>
                    <a:pt x="2146" y="299"/>
                    <a:pt x="2142" y="301"/>
                  </a:cubicBezTo>
                  <a:cubicBezTo>
                    <a:pt x="2124" y="306"/>
                    <a:pt x="2105" y="312"/>
                    <a:pt x="2085" y="318"/>
                  </a:cubicBezTo>
                  <a:cubicBezTo>
                    <a:pt x="2068" y="324"/>
                    <a:pt x="2052" y="330"/>
                    <a:pt x="2035" y="336"/>
                  </a:cubicBezTo>
                  <a:cubicBezTo>
                    <a:pt x="2035" y="336"/>
                    <a:pt x="2035" y="336"/>
                    <a:pt x="2035" y="336"/>
                  </a:cubicBezTo>
                  <a:cubicBezTo>
                    <a:pt x="1974" y="358"/>
                    <a:pt x="1912" y="385"/>
                    <a:pt x="1838" y="420"/>
                  </a:cubicBezTo>
                  <a:cubicBezTo>
                    <a:pt x="1837" y="421"/>
                    <a:pt x="1835" y="421"/>
                    <a:pt x="1834" y="421"/>
                  </a:cubicBezTo>
                  <a:close/>
                  <a:moveTo>
                    <a:pt x="750" y="390"/>
                  </a:moveTo>
                  <a:cubicBezTo>
                    <a:pt x="748" y="390"/>
                    <a:pt x="747" y="389"/>
                    <a:pt x="745" y="388"/>
                  </a:cubicBezTo>
                  <a:cubicBezTo>
                    <a:pt x="739" y="384"/>
                    <a:pt x="733" y="380"/>
                    <a:pt x="727" y="376"/>
                  </a:cubicBezTo>
                  <a:cubicBezTo>
                    <a:pt x="723" y="373"/>
                    <a:pt x="722" y="368"/>
                    <a:pt x="724" y="364"/>
                  </a:cubicBezTo>
                  <a:cubicBezTo>
                    <a:pt x="727" y="360"/>
                    <a:pt x="732" y="359"/>
                    <a:pt x="736" y="362"/>
                  </a:cubicBezTo>
                  <a:cubicBezTo>
                    <a:pt x="742" y="366"/>
                    <a:pt x="749" y="370"/>
                    <a:pt x="755" y="375"/>
                  </a:cubicBezTo>
                  <a:cubicBezTo>
                    <a:pt x="759" y="377"/>
                    <a:pt x="760" y="382"/>
                    <a:pt x="757" y="386"/>
                  </a:cubicBezTo>
                  <a:cubicBezTo>
                    <a:pt x="755" y="389"/>
                    <a:pt x="753" y="390"/>
                    <a:pt x="750" y="390"/>
                  </a:cubicBezTo>
                  <a:close/>
                  <a:moveTo>
                    <a:pt x="4226" y="390"/>
                  </a:moveTo>
                  <a:cubicBezTo>
                    <a:pt x="4224" y="390"/>
                    <a:pt x="4222" y="389"/>
                    <a:pt x="4221" y="388"/>
                  </a:cubicBezTo>
                  <a:cubicBezTo>
                    <a:pt x="4217" y="386"/>
                    <a:pt x="4216" y="381"/>
                    <a:pt x="4219" y="377"/>
                  </a:cubicBezTo>
                  <a:cubicBezTo>
                    <a:pt x="4222" y="372"/>
                    <a:pt x="4222" y="372"/>
                    <a:pt x="4222" y="372"/>
                  </a:cubicBezTo>
                  <a:cubicBezTo>
                    <a:pt x="4230" y="358"/>
                    <a:pt x="4230" y="358"/>
                    <a:pt x="4230" y="358"/>
                  </a:cubicBezTo>
                  <a:cubicBezTo>
                    <a:pt x="4233" y="354"/>
                    <a:pt x="4238" y="352"/>
                    <a:pt x="4242" y="355"/>
                  </a:cubicBezTo>
                  <a:cubicBezTo>
                    <a:pt x="4246" y="357"/>
                    <a:pt x="4247" y="362"/>
                    <a:pt x="4245" y="366"/>
                  </a:cubicBezTo>
                  <a:cubicBezTo>
                    <a:pt x="4233" y="386"/>
                    <a:pt x="4233" y="386"/>
                    <a:pt x="4233" y="386"/>
                  </a:cubicBezTo>
                  <a:cubicBezTo>
                    <a:pt x="4231" y="388"/>
                    <a:pt x="4228" y="390"/>
                    <a:pt x="4226" y="390"/>
                  </a:cubicBezTo>
                  <a:close/>
                  <a:moveTo>
                    <a:pt x="708" y="362"/>
                  </a:moveTo>
                  <a:cubicBezTo>
                    <a:pt x="706" y="362"/>
                    <a:pt x="705" y="361"/>
                    <a:pt x="703" y="360"/>
                  </a:cubicBezTo>
                  <a:cubicBezTo>
                    <a:pt x="699" y="357"/>
                    <a:pt x="694" y="355"/>
                    <a:pt x="689" y="352"/>
                  </a:cubicBezTo>
                  <a:cubicBezTo>
                    <a:pt x="660" y="334"/>
                    <a:pt x="633" y="319"/>
                    <a:pt x="605" y="306"/>
                  </a:cubicBezTo>
                  <a:cubicBezTo>
                    <a:pt x="605" y="306"/>
                    <a:pt x="605" y="306"/>
                    <a:pt x="605" y="306"/>
                  </a:cubicBezTo>
                  <a:cubicBezTo>
                    <a:pt x="589" y="298"/>
                    <a:pt x="573" y="291"/>
                    <a:pt x="557" y="285"/>
                  </a:cubicBezTo>
                  <a:cubicBezTo>
                    <a:pt x="505" y="266"/>
                    <a:pt x="454" y="254"/>
                    <a:pt x="403" y="250"/>
                  </a:cubicBezTo>
                  <a:cubicBezTo>
                    <a:pt x="402" y="250"/>
                    <a:pt x="402" y="250"/>
                    <a:pt x="402" y="250"/>
                  </a:cubicBezTo>
                  <a:cubicBezTo>
                    <a:pt x="397" y="250"/>
                    <a:pt x="394" y="246"/>
                    <a:pt x="394" y="241"/>
                  </a:cubicBezTo>
                  <a:cubicBezTo>
                    <a:pt x="395" y="236"/>
                    <a:pt x="399" y="233"/>
                    <a:pt x="403" y="233"/>
                  </a:cubicBezTo>
                  <a:cubicBezTo>
                    <a:pt x="404" y="233"/>
                    <a:pt x="404" y="233"/>
                    <a:pt x="404" y="233"/>
                  </a:cubicBezTo>
                  <a:cubicBezTo>
                    <a:pt x="457" y="237"/>
                    <a:pt x="510" y="249"/>
                    <a:pt x="563" y="270"/>
                  </a:cubicBezTo>
                  <a:cubicBezTo>
                    <a:pt x="580" y="276"/>
                    <a:pt x="596" y="283"/>
                    <a:pt x="612" y="291"/>
                  </a:cubicBezTo>
                  <a:cubicBezTo>
                    <a:pt x="612" y="291"/>
                    <a:pt x="612" y="291"/>
                    <a:pt x="613" y="291"/>
                  </a:cubicBezTo>
                  <a:cubicBezTo>
                    <a:pt x="640" y="304"/>
                    <a:pt x="668" y="319"/>
                    <a:pt x="698" y="337"/>
                  </a:cubicBezTo>
                  <a:cubicBezTo>
                    <a:pt x="703" y="340"/>
                    <a:pt x="708" y="343"/>
                    <a:pt x="712" y="346"/>
                  </a:cubicBezTo>
                  <a:cubicBezTo>
                    <a:pt x="716" y="349"/>
                    <a:pt x="717" y="354"/>
                    <a:pt x="715" y="358"/>
                  </a:cubicBezTo>
                  <a:cubicBezTo>
                    <a:pt x="713" y="360"/>
                    <a:pt x="710" y="362"/>
                    <a:pt x="708" y="362"/>
                  </a:cubicBezTo>
                  <a:close/>
                  <a:moveTo>
                    <a:pt x="4252" y="346"/>
                  </a:moveTo>
                  <a:cubicBezTo>
                    <a:pt x="4251" y="346"/>
                    <a:pt x="4249" y="346"/>
                    <a:pt x="4248" y="345"/>
                  </a:cubicBezTo>
                  <a:cubicBezTo>
                    <a:pt x="4244" y="343"/>
                    <a:pt x="4243" y="337"/>
                    <a:pt x="4245" y="333"/>
                  </a:cubicBezTo>
                  <a:cubicBezTo>
                    <a:pt x="4254" y="318"/>
                    <a:pt x="4254" y="318"/>
                    <a:pt x="4254" y="318"/>
                  </a:cubicBezTo>
                  <a:cubicBezTo>
                    <a:pt x="4273" y="288"/>
                    <a:pt x="4289" y="264"/>
                    <a:pt x="4304" y="242"/>
                  </a:cubicBezTo>
                  <a:cubicBezTo>
                    <a:pt x="4325" y="213"/>
                    <a:pt x="4344" y="188"/>
                    <a:pt x="4363" y="165"/>
                  </a:cubicBezTo>
                  <a:cubicBezTo>
                    <a:pt x="4365" y="163"/>
                    <a:pt x="4368" y="160"/>
                    <a:pt x="4370" y="157"/>
                  </a:cubicBezTo>
                  <a:cubicBezTo>
                    <a:pt x="4370" y="157"/>
                    <a:pt x="4370" y="157"/>
                    <a:pt x="4370" y="157"/>
                  </a:cubicBezTo>
                  <a:cubicBezTo>
                    <a:pt x="4392" y="132"/>
                    <a:pt x="4414" y="111"/>
                    <a:pt x="4438" y="91"/>
                  </a:cubicBezTo>
                  <a:cubicBezTo>
                    <a:pt x="4443" y="87"/>
                    <a:pt x="4448" y="83"/>
                    <a:pt x="4454" y="79"/>
                  </a:cubicBezTo>
                  <a:cubicBezTo>
                    <a:pt x="4457" y="76"/>
                    <a:pt x="4463" y="76"/>
                    <a:pt x="4466" y="80"/>
                  </a:cubicBezTo>
                  <a:cubicBezTo>
                    <a:pt x="4468" y="84"/>
                    <a:pt x="4468" y="89"/>
                    <a:pt x="4464" y="92"/>
                  </a:cubicBezTo>
                  <a:cubicBezTo>
                    <a:pt x="4459" y="96"/>
                    <a:pt x="4454" y="100"/>
                    <a:pt x="4448" y="104"/>
                  </a:cubicBezTo>
                  <a:cubicBezTo>
                    <a:pt x="4426" y="123"/>
                    <a:pt x="4404" y="144"/>
                    <a:pt x="4383" y="168"/>
                  </a:cubicBezTo>
                  <a:cubicBezTo>
                    <a:pt x="4383" y="168"/>
                    <a:pt x="4383" y="168"/>
                    <a:pt x="4383" y="168"/>
                  </a:cubicBezTo>
                  <a:cubicBezTo>
                    <a:pt x="4380" y="171"/>
                    <a:pt x="4378" y="174"/>
                    <a:pt x="4376" y="176"/>
                  </a:cubicBezTo>
                  <a:cubicBezTo>
                    <a:pt x="4357" y="198"/>
                    <a:pt x="4338" y="223"/>
                    <a:pt x="4318" y="251"/>
                  </a:cubicBezTo>
                  <a:cubicBezTo>
                    <a:pt x="4303" y="273"/>
                    <a:pt x="4287" y="297"/>
                    <a:pt x="4269" y="327"/>
                  </a:cubicBezTo>
                  <a:cubicBezTo>
                    <a:pt x="4260" y="342"/>
                    <a:pt x="4260" y="342"/>
                    <a:pt x="4260" y="342"/>
                  </a:cubicBezTo>
                  <a:cubicBezTo>
                    <a:pt x="4258" y="345"/>
                    <a:pt x="4255" y="346"/>
                    <a:pt x="4252" y="346"/>
                  </a:cubicBezTo>
                  <a:close/>
                  <a:moveTo>
                    <a:pt x="5201" y="337"/>
                  </a:moveTo>
                  <a:cubicBezTo>
                    <a:pt x="5199" y="337"/>
                    <a:pt x="5197" y="336"/>
                    <a:pt x="5195" y="334"/>
                  </a:cubicBezTo>
                  <a:cubicBezTo>
                    <a:pt x="5190" y="329"/>
                    <a:pt x="5185" y="323"/>
                    <a:pt x="5180" y="318"/>
                  </a:cubicBezTo>
                  <a:cubicBezTo>
                    <a:pt x="5176" y="314"/>
                    <a:pt x="5176" y="309"/>
                    <a:pt x="5180" y="306"/>
                  </a:cubicBezTo>
                  <a:cubicBezTo>
                    <a:pt x="5183" y="303"/>
                    <a:pt x="5188" y="303"/>
                    <a:pt x="5192" y="306"/>
                  </a:cubicBezTo>
                  <a:cubicBezTo>
                    <a:pt x="5197" y="311"/>
                    <a:pt x="5202" y="317"/>
                    <a:pt x="5207" y="322"/>
                  </a:cubicBezTo>
                  <a:cubicBezTo>
                    <a:pt x="5211" y="326"/>
                    <a:pt x="5211" y="331"/>
                    <a:pt x="5207" y="334"/>
                  </a:cubicBezTo>
                  <a:cubicBezTo>
                    <a:pt x="5206" y="336"/>
                    <a:pt x="5203" y="337"/>
                    <a:pt x="5201" y="337"/>
                  </a:cubicBezTo>
                  <a:close/>
                  <a:moveTo>
                    <a:pt x="6745" y="311"/>
                  </a:moveTo>
                  <a:cubicBezTo>
                    <a:pt x="6742" y="311"/>
                    <a:pt x="6738" y="308"/>
                    <a:pt x="6737" y="304"/>
                  </a:cubicBezTo>
                  <a:cubicBezTo>
                    <a:pt x="6736" y="299"/>
                    <a:pt x="6739" y="295"/>
                    <a:pt x="6744" y="294"/>
                  </a:cubicBezTo>
                  <a:cubicBezTo>
                    <a:pt x="6751" y="293"/>
                    <a:pt x="6759" y="291"/>
                    <a:pt x="6766" y="290"/>
                  </a:cubicBezTo>
                  <a:cubicBezTo>
                    <a:pt x="6771" y="289"/>
                    <a:pt x="6775" y="292"/>
                    <a:pt x="6776" y="297"/>
                  </a:cubicBezTo>
                  <a:cubicBezTo>
                    <a:pt x="6777" y="301"/>
                    <a:pt x="6774" y="306"/>
                    <a:pt x="6769" y="306"/>
                  </a:cubicBezTo>
                  <a:cubicBezTo>
                    <a:pt x="6762" y="308"/>
                    <a:pt x="6755" y="309"/>
                    <a:pt x="6747" y="311"/>
                  </a:cubicBezTo>
                  <a:cubicBezTo>
                    <a:pt x="6747" y="311"/>
                    <a:pt x="6746" y="311"/>
                    <a:pt x="6745" y="311"/>
                  </a:cubicBezTo>
                  <a:close/>
                  <a:moveTo>
                    <a:pt x="2588" y="304"/>
                  </a:moveTo>
                  <a:cubicBezTo>
                    <a:pt x="2587" y="304"/>
                    <a:pt x="2586" y="304"/>
                    <a:pt x="2584" y="303"/>
                  </a:cubicBezTo>
                  <a:cubicBezTo>
                    <a:pt x="2578" y="300"/>
                    <a:pt x="2571" y="297"/>
                    <a:pt x="2564" y="295"/>
                  </a:cubicBezTo>
                  <a:cubicBezTo>
                    <a:pt x="2560" y="293"/>
                    <a:pt x="2557" y="288"/>
                    <a:pt x="2559" y="284"/>
                  </a:cubicBezTo>
                  <a:cubicBezTo>
                    <a:pt x="2561" y="279"/>
                    <a:pt x="2566" y="277"/>
                    <a:pt x="2570" y="279"/>
                  </a:cubicBezTo>
                  <a:cubicBezTo>
                    <a:pt x="2577" y="282"/>
                    <a:pt x="2584" y="285"/>
                    <a:pt x="2591" y="288"/>
                  </a:cubicBezTo>
                  <a:cubicBezTo>
                    <a:pt x="2596" y="289"/>
                    <a:pt x="2598" y="295"/>
                    <a:pt x="2596" y="299"/>
                  </a:cubicBezTo>
                  <a:cubicBezTo>
                    <a:pt x="2594" y="302"/>
                    <a:pt x="2591" y="304"/>
                    <a:pt x="2588" y="304"/>
                  </a:cubicBezTo>
                  <a:close/>
                  <a:moveTo>
                    <a:pt x="6796" y="302"/>
                  </a:moveTo>
                  <a:cubicBezTo>
                    <a:pt x="6791" y="302"/>
                    <a:pt x="6788" y="299"/>
                    <a:pt x="6787" y="295"/>
                  </a:cubicBezTo>
                  <a:cubicBezTo>
                    <a:pt x="6786" y="290"/>
                    <a:pt x="6790" y="286"/>
                    <a:pt x="6794" y="285"/>
                  </a:cubicBezTo>
                  <a:cubicBezTo>
                    <a:pt x="6858" y="275"/>
                    <a:pt x="6919" y="269"/>
                    <a:pt x="6964" y="264"/>
                  </a:cubicBezTo>
                  <a:cubicBezTo>
                    <a:pt x="6979" y="263"/>
                    <a:pt x="6994" y="262"/>
                    <a:pt x="7008" y="261"/>
                  </a:cubicBezTo>
                  <a:cubicBezTo>
                    <a:pt x="7008" y="261"/>
                    <a:pt x="7008" y="261"/>
                    <a:pt x="7008" y="261"/>
                  </a:cubicBezTo>
                  <a:cubicBezTo>
                    <a:pt x="7044" y="258"/>
                    <a:pt x="7081" y="255"/>
                    <a:pt x="7121" y="252"/>
                  </a:cubicBezTo>
                  <a:cubicBezTo>
                    <a:pt x="7126" y="252"/>
                    <a:pt x="7130" y="256"/>
                    <a:pt x="7130" y="260"/>
                  </a:cubicBezTo>
                  <a:cubicBezTo>
                    <a:pt x="7131" y="265"/>
                    <a:pt x="7127" y="269"/>
                    <a:pt x="7123" y="269"/>
                  </a:cubicBezTo>
                  <a:cubicBezTo>
                    <a:pt x="7082" y="272"/>
                    <a:pt x="7046" y="275"/>
                    <a:pt x="7010" y="278"/>
                  </a:cubicBezTo>
                  <a:cubicBezTo>
                    <a:pt x="7010" y="278"/>
                    <a:pt x="7010" y="278"/>
                    <a:pt x="7010" y="278"/>
                  </a:cubicBezTo>
                  <a:cubicBezTo>
                    <a:pt x="6995" y="279"/>
                    <a:pt x="6981" y="280"/>
                    <a:pt x="6966" y="281"/>
                  </a:cubicBezTo>
                  <a:cubicBezTo>
                    <a:pt x="6920" y="286"/>
                    <a:pt x="6860" y="292"/>
                    <a:pt x="6797" y="302"/>
                  </a:cubicBezTo>
                  <a:cubicBezTo>
                    <a:pt x="6796" y="302"/>
                    <a:pt x="6796" y="302"/>
                    <a:pt x="6796" y="302"/>
                  </a:cubicBezTo>
                  <a:close/>
                  <a:moveTo>
                    <a:pt x="5166" y="300"/>
                  </a:moveTo>
                  <a:cubicBezTo>
                    <a:pt x="5164" y="300"/>
                    <a:pt x="5161" y="299"/>
                    <a:pt x="5160" y="298"/>
                  </a:cubicBezTo>
                  <a:cubicBezTo>
                    <a:pt x="5140" y="277"/>
                    <a:pt x="5119" y="257"/>
                    <a:pt x="5100" y="239"/>
                  </a:cubicBezTo>
                  <a:cubicBezTo>
                    <a:pt x="5079" y="219"/>
                    <a:pt x="5079" y="219"/>
                    <a:pt x="5079" y="219"/>
                  </a:cubicBezTo>
                  <a:cubicBezTo>
                    <a:pt x="5079" y="219"/>
                    <a:pt x="5079" y="219"/>
                    <a:pt x="5079" y="219"/>
                  </a:cubicBezTo>
                  <a:cubicBezTo>
                    <a:pt x="5066" y="208"/>
                    <a:pt x="5066" y="208"/>
                    <a:pt x="5066" y="208"/>
                  </a:cubicBezTo>
                  <a:cubicBezTo>
                    <a:pt x="5032" y="178"/>
                    <a:pt x="5032" y="178"/>
                    <a:pt x="5032" y="178"/>
                  </a:cubicBezTo>
                  <a:cubicBezTo>
                    <a:pt x="4988" y="142"/>
                    <a:pt x="4949" y="114"/>
                    <a:pt x="4909" y="91"/>
                  </a:cubicBezTo>
                  <a:cubicBezTo>
                    <a:pt x="4905" y="88"/>
                    <a:pt x="4904" y="83"/>
                    <a:pt x="4906" y="79"/>
                  </a:cubicBezTo>
                  <a:cubicBezTo>
                    <a:pt x="4909" y="75"/>
                    <a:pt x="4914" y="74"/>
                    <a:pt x="4918" y="76"/>
                  </a:cubicBezTo>
                  <a:cubicBezTo>
                    <a:pt x="4958" y="100"/>
                    <a:pt x="4998" y="128"/>
                    <a:pt x="5043" y="165"/>
                  </a:cubicBezTo>
                  <a:cubicBezTo>
                    <a:pt x="5078" y="195"/>
                    <a:pt x="5078" y="195"/>
                    <a:pt x="5078" y="195"/>
                  </a:cubicBezTo>
                  <a:cubicBezTo>
                    <a:pt x="5090" y="207"/>
                    <a:pt x="5090" y="207"/>
                    <a:pt x="5090" y="207"/>
                  </a:cubicBezTo>
                  <a:cubicBezTo>
                    <a:pt x="5090" y="207"/>
                    <a:pt x="5090" y="207"/>
                    <a:pt x="5090" y="207"/>
                  </a:cubicBezTo>
                  <a:cubicBezTo>
                    <a:pt x="5111" y="226"/>
                    <a:pt x="5111" y="226"/>
                    <a:pt x="5111" y="226"/>
                  </a:cubicBezTo>
                  <a:cubicBezTo>
                    <a:pt x="5131" y="245"/>
                    <a:pt x="5152" y="265"/>
                    <a:pt x="5172" y="286"/>
                  </a:cubicBezTo>
                  <a:cubicBezTo>
                    <a:pt x="5175" y="289"/>
                    <a:pt x="5175" y="294"/>
                    <a:pt x="5172" y="298"/>
                  </a:cubicBezTo>
                  <a:cubicBezTo>
                    <a:pt x="5170" y="299"/>
                    <a:pt x="5168" y="300"/>
                    <a:pt x="5166" y="300"/>
                  </a:cubicBezTo>
                  <a:close/>
                  <a:moveTo>
                    <a:pt x="2166" y="293"/>
                  </a:moveTo>
                  <a:cubicBezTo>
                    <a:pt x="2163" y="293"/>
                    <a:pt x="2159" y="291"/>
                    <a:pt x="2158" y="287"/>
                  </a:cubicBezTo>
                  <a:cubicBezTo>
                    <a:pt x="2157" y="283"/>
                    <a:pt x="2160" y="278"/>
                    <a:pt x="2164" y="277"/>
                  </a:cubicBezTo>
                  <a:cubicBezTo>
                    <a:pt x="2172" y="275"/>
                    <a:pt x="2179" y="273"/>
                    <a:pt x="2186" y="271"/>
                  </a:cubicBezTo>
                  <a:cubicBezTo>
                    <a:pt x="2191" y="270"/>
                    <a:pt x="2195" y="273"/>
                    <a:pt x="2197" y="277"/>
                  </a:cubicBezTo>
                  <a:cubicBezTo>
                    <a:pt x="2198" y="282"/>
                    <a:pt x="2195" y="287"/>
                    <a:pt x="2190" y="288"/>
                  </a:cubicBezTo>
                  <a:cubicBezTo>
                    <a:pt x="2183" y="289"/>
                    <a:pt x="2176" y="291"/>
                    <a:pt x="2169" y="293"/>
                  </a:cubicBezTo>
                  <a:cubicBezTo>
                    <a:pt x="2168" y="293"/>
                    <a:pt x="2167" y="293"/>
                    <a:pt x="2166" y="293"/>
                  </a:cubicBezTo>
                  <a:close/>
                  <a:moveTo>
                    <a:pt x="2540" y="286"/>
                  </a:moveTo>
                  <a:cubicBezTo>
                    <a:pt x="2539" y="286"/>
                    <a:pt x="2539" y="286"/>
                    <a:pt x="2538" y="285"/>
                  </a:cubicBezTo>
                  <a:cubicBezTo>
                    <a:pt x="2533" y="284"/>
                    <a:pt x="2529" y="283"/>
                    <a:pt x="2524" y="281"/>
                  </a:cubicBezTo>
                  <a:cubicBezTo>
                    <a:pt x="2500" y="274"/>
                    <a:pt x="2474" y="269"/>
                    <a:pt x="2445" y="266"/>
                  </a:cubicBezTo>
                  <a:cubicBezTo>
                    <a:pt x="2439" y="265"/>
                    <a:pt x="2434" y="265"/>
                    <a:pt x="2429" y="264"/>
                  </a:cubicBezTo>
                  <a:cubicBezTo>
                    <a:pt x="2429" y="264"/>
                    <a:pt x="2429" y="264"/>
                    <a:pt x="2429" y="264"/>
                  </a:cubicBezTo>
                  <a:cubicBezTo>
                    <a:pt x="2414" y="263"/>
                    <a:pt x="2398" y="263"/>
                    <a:pt x="2380" y="263"/>
                  </a:cubicBezTo>
                  <a:cubicBezTo>
                    <a:pt x="2376" y="263"/>
                    <a:pt x="2371" y="263"/>
                    <a:pt x="2367" y="263"/>
                  </a:cubicBezTo>
                  <a:cubicBezTo>
                    <a:pt x="2344" y="263"/>
                    <a:pt x="2320" y="265"/>
                    <a:pt x="2292" y="268"/>
                  </a:cubicBezTo>
                  <a:cubicBezTo>
                    <a:pt x="2264" y="272"/>
                    <a:pt x="2241" y="276"/>
                    <a:pt x="2220" y="281"/>
                  </a:cubicBezTo>
                  <a:cubicBezTo>
                    <a:pt x="2218" y="281"/>
                    <a:pt x="2218" y="281"/>
                    <a:pt x="2218" y="281"/>
                  </a:cubicBezTo>
                  <a:cubicBezTo>
                    <a:pt x="2213" y="282"/>
                    <a:pt x="2209" y="279"/>
                    <a:pt x="2208" y="275"/>
                  </a:cubicBezTo>
                  <a:cubicBezTo>
                    <a:pt x="2207" y="270"/>
                    <a:pt x="2210" y="266"/>
                    <a:pt x="2214" y="265"/>
                  </a:cubicBezTo>
                  <a:cubicBezTo>
                    <a:pt x="2217" y="264"/>
                    <a:pt x="2217" y="264"/>
                    <a:pt x="2217" y="264"/>
                  </a:cubicBezTo>
                  <a:cubicBezTo>
                    <a:pt x="2238" y="260"/>
                    <a:pt x="2261" y="256"/>
                    <a:pt x="2290" y="252"/>
                  </a:cubicBezTo>
                  <a:cubicBezTo>
                    <a:pt x="2319" y="248"/>
                    <a:pt x="2343" y="246"/>
                    <a:pt x="2366" y="246"/>
                  </a:cubicBezTo>
                  <a:cubicBezTo>
                    <a:pt x="2371" y="246"/>
                    <a:pt x="2376" y="246"/>
                    <a:pt x="2380" y="246"/>
                  </a:cubicBezTo>
                  <a:cubicBezTo>
                    <a:pt x="2398" y="246"/>
                    <a:pt x="2415" y="246"/>
                    <a:pt x="2430" y="247"/>
                  </a:cubicBezTo>
                  <a:cubicBezTo>
                    <a:pt x="2430" y="247"/>
                    <a:pt x="2430" y="247"/>
                    <a:pt x="2430" y="247"/>
                  </a:cubicBezTo>
                  <a:cubicBezTo>
                    <a:pt x="2436" y="248"/>
                    <a:pt x="2441" y="248"/>
                    <a:pt x="2447" y="249"/>
                  </a:cubicBezTo>
                  <a:cubicBezTo>
                    <a:pt x="2477" y="253"/>
                    <a:pt x="2503" y="258"/>
                    <a:pt x="2529" y="265"/>
                  </a:cubicBezTo>
                  <a:cubicBezTo>
                    <a:pt x="2533" y="266"/>
                    <a:pt x="2538" y="268"/>
                    <a:pt x="2543" y="269"/>
                  </a:cubicBezTo>
                  <a:cubicBezTo>
                    <a:pt x="2547" y="271"/>
                    <a:pt x="2550" y="275"/>
                    <a:pt x="2548" y="280"/>
                  </a:cubicBezTo>
                  <a:cubicBezTo>
                    <a:pt x="2547" y="283"/>
                    <a:pt x="2544" y="286"/>
                    <a:pt x="2540" y="286"/>
                  </a:cubicBezTo>
                  <a:close/>
                  <a:moveTo>
                    <a:pt x="7150" y="268"/>
                  </a:moveTo>
                  <a:cubicBezTo>
                    <a:pt x="7146" y="268"/>
                    <a:pt x="7142" y="264"/>
                    <a:pt x="7142" y="260"/>
                  </a:cubicBezTo>
                  <a:cubicBezTo>
                    <a:pt x="7141" y="255"/>
                    <a:pt x="7145" y="251"/>
                    <a:pt x="7150" y="251"/>
                  </a:cubicBezTo>
                  <a:cubicBezTo>
                    <a:pt x="7157" y="250"/>
                    <a:pt x="7165" y="250"/>
                    <a:pt x="7172" y="249"/>
                  </a:cubicBezTo>
                  <a:cubicBezTo>
                    <a:pt x="7177" y="249"/>
                    <a:pt x="7181" y="253"/>
                    <a:pt x="7181" y="257"/>
                  </a:cubicBezTo>
                  <a:cubicBezTo>
                    <a:pt x="7182" y="262"/>
                    <a:pt x="7178" y="266"/>
                    <a:pt x="7173" y="266"/>
                  </a:cubicBezTo>
                  <a:cubicBezTo>
                    <a:pt x="7166" y="267"/>
                    <a:pt x="7158" y="267"/>
                    <a:pt x="7151" y="268"/>
                  </a:cubicBezTo>
                  <a:cubicBezTo>
                    <a:pt x="7151" y="268"/>
                    <a:pt x="7150" y="268"/>
                    <a:pt x="7150" y="268"/>
                  </a:cubicBezTo>
                  <a:close/>
                  <a:moveTo>
                    <a:pt x="7201" y="265"/>
                  </a:moveTo>
                  <a:cubicBezTo>
                    <a:pt x="7197" y="265"/>
                    <a:pt x="7193" y="261"/>
                    <a:pt x="7193" y="257"/>
                  </a:cubicBezTo>
                  <a:cubicBezTo>
                    <a:pt x="7192" y="252"/>
                    <a:pt x="7196" y="248"/>
                    <a:pt x="7201" y="248"/>
                  </a:cubicBezTo>
                  <a:cubicBezTo>
                    <a:pt x="7268" y="244"/>
                    <a:pt x="7338" y="242"/>
                    <a:pt x="7416" y="239"/>
                  </a:cubicBezTo>
                  <a:cubicBezTo>
                    <a:pt x="7416" y="239"/>
                    <a:pt x="7416" y="239"/>
                    <a:pt x="7416" y="239"/>
                  </a:cubicBezTo>
                  <a:cubicBezTo>
                    <a:pt x="7437" y="238"/>
                    <a:pt x="7459" y="238"/>
                    <a:pt x="7481" y="237"/>
                  </a:cubicBezTo>
                  <a:cubicBezTo>
                    <a:pt x="7497" y="237"/>
                    <a:pt x="7513" y="236"/>
                    <a:pt x="7529" y="236"/>
                  </a:cubicBezTo>
                  <a:cubicBezTo>
                    <a:pt x="7533" y="236"/>
                    <a:pt x="7537" y="240"/>
                    <a:pt x="7537" y="244"/>
                  </a:cubicBezTo>
                  <a:cubicBezTo>
                    <a:pt x="7537" y="249"/>
                    <a:pt x="7534" y="253"/>
                    <a:pt x="7529" y="253"/>
                  </a:cubicBezTo>
                  <a:cubicBezTo>
                    <a:pt x="7513" y="253"/>
                    <a:pt x="7497" y="254"/>
                    <a:pt x="7481" y="254"/>
                  </a:cubicBezTo>
                  <a:cubicBezTo>
                    <a:pt x="7460" y="255"/>
                    <a:pt x="7438" y="255"/>
                    <a:pt x="7416" y="256"/>
                  </a:cubicBezTo>
                  <a:cubicBezTo>
                    <a:pt x="7416" y="256"/>
                    <a:pt x="7416" y="256"/>
                    <a:pt x="7416" y="256"/>
                  </a:cubicBezTo>
                  <a:cubicBezTo>
                    <a:pt x="7339" y="259"/>
                    <a:pt x="7268" y="261"/>
                    <a:pt x="7201" y="265"/>
                  </a:cubicBezTo>
                  <a:cubicBezTo>
                    <a:pt x="7201" y="265"/>
                    <a:pt x="7201" y="265"/>
                    <a:pt x="7201" y="265"/>
                  </a:cubicBezTo>
                  <a:close/>
                  <a:moveTo>
                    <a:pt x="7557" y="252"/>
                  </a:moveTo>
                  <a:cubicBezTo>
                    <a:pt x="7553" y="252"/>
                    <a:pt x="7549" y="249"/>
                    <a:pt x="7549" y="244"/>
                  </a:cubicBezTo>
                  <a:cubicBezTo>
                    <a:pt x="7549" y="239"/>
                    <a:pt x="7552" y="236"/>
                    <a:pt x="7557" y="235"/>
                  </a:cubicBezTo>
                  <a:cubicBezTo>
                    <a:pt x="7580" y="235"/>
                    <a:pt x="7580" y="235"/>
                    <a:pt x="7580" y="235"/>
                  </a:cubicBezTo>
                  <a:cubicBezTo>
                    <a:pt x="7584" y="235"/>
                    <a:pt x="7588" y="239"/>
                    <a:pt x="7588" y="243"/>
                  </a:cubicBezTo>
                  <a:cubicBezTo>
                    <a:pt x="7588" y="248"/>
                    <a:pt x="7585" y="252"/>
                    <a:pt x="7580" y="252"/>
                  </a:cubicBezTo>
                  <a:cubicBezTo>
                    <a:pt x="7557" y="252"/>
                    <a:pt x="7557" y="252"/>
                    <a:pt x="7557" y="252"/>
                  </a:cubicBezTo>
                  <a:cubicBezTo>
                    <a:pt x="7557" y="252"/>
                    <a:pt x="7557" y="252"/>
                    <a:pt x="7557" y="252"/>
                  </a:cubicBezTo>
                  <a:close/>
                  <a:moveTo>
                    <a:pt x="7608" y="251"/>
                  </a:moveTo>
                  <a:cubicBezTo>
                    <a:pt x="7603" y="251"/>
                    <a:pt x="7600" y="248"/>
                    <a:pt x="7600" y="243"/>
                  </a:cubicBezTo>
                  <a:cubicBezTo>
                    <a:pt x="7600" y="238"/>
                    <a:pt x="7603" y="235"/>
                    <a:pt x="7608" y="234"/>
                  </a:cubicBezTo>
                  <a:cubicBezTo>
                    <a:pt x="7678" y="233"/>
                    <a:pt x="7750" y="232"/>
                    <a:pt x="7823" y="232"/>
                  </a:cubicBezTo>
                  <a:cubicBezTo>
                    <a:pt x="7823" y="232"/>
                    <a:pt x="7823" y="232"/>
                    <a:pt x="7823" y="232"/>
                  </a:cubicBezTo>
                  <a:cubicBezTo>
                    <a:pt x="7828" y="232"/>
                    <a:pt x="7831" y="236"/>
                    <a:pt x="7832" y="241"/>
                  </a:cubicBezTo>
                  <a:cubicBezTo>
                    <a:pt x="7832" y="245"/>
                    <a:pt x="7828" y="249"/>
                    <a:pt x="7823" y="249"/>
                  </a:cubicBezTo>
                  <a:cubicBezTo>
                    <a:pt x="7751" y="249"/>
                    <a:pt x="7678" y="250"/>
                    <a:pt x="7608" y="251"/>
                  </a:cubicBezTo>
                  <a:cubicBezTo>
                    <a:pt x="7608" y="251"/>
                    <a:pt x="7608" y="251"/>
                    <a:pt x="7608" y="251"/>
                  </a:cubicBezTo>
                  <a:close/>
                  <a:moveTo>
                    <a:pt x="375" y="249"/>
                  </a:moveTo>
                  <a:cubicBezTo>
                    <a:pt x="374" y="249"/>
                    <a:pt x="374" y="249"/>
                    <a:pt x="374" y="249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52" y="249"/>
                    <a:pt x="352" y="249"/>
                    <a:pt x="352" y="249"/>
                  </a:cubicBezTo>
                  <a:cubicBezTo>
                    <a:pt x="347" y="249"/>
                    <a:pt x="343" y="245"/>
                    <a:pt x="343" y="241"/>
                  </a:cubicBezTo>
                  <a:cubicBezTo>
                    <a:pt x="343" y="236"/>
                    <a:pt x="347" y="232"/>
                    <a:pt x="352" y="232"/>
                  </a:cubicBezTo>
                  <a:cubicBezTo>
                    <a:pt x="375" y="232"/>
                    <a:pt x="375" y="232"/>
                    <a:pt x="375" y="232"/>
                  </a:cubicBezTo>
                  <a:cubicBezTo>
                    <a:pt x="379" y="232"/>
                    <a:pt x="383" y="236"/>
                    <a:pt x="383" y="241"/>
                  </a:cubicBezTo>
                  <a:cubicBezTo>
                    <a:pt x="383" y="245"/>
                    <a:pt x="379" y="249"/>
                    <a:pt x="375" y="249"/>
                  </a:cubicBezTo>
                  <a:close/>
                  <a:moveTo>
                    <a:pt x="324" y="249"/>
                  </a:moveTo>
                  <a:cubicBezTo>
                    <a:pt x="9" y="249"/>
                    <a:pt x="9" y="249"/>
                    <a:pt x="9" y="249"/>
                  </a:cubicBezTo>
                  <a:cubicBezTo>
                    <a:pt x="4" y="249"/>
                    <a:pt x="0" y="245"/>
                    <a:pt x="0" y="241"/>
                  </a:cubicBezTo>
                  <a:cubicBezTo>
                    <a:pt x="0" y="236"/>
                    <a:pt x="4" y="232"/>
                    <a:pt x="9" y="232"/>
                  </a:cubicBezTo>
                  <a:cubicBezTo>
                    <a:pt x="324" y="232"/>
                    <a:pt x="324" y="232"/>
                    <a:pt x="324" y="232"/>
                  </a:cubicBezTo>
                  <a:cubicBezTo>
                    <a:pt x="328" y="232"/>
                    <a:pt x="332" y="236"/>
                    <a:pt x="332" y="241"/>
                  </a:cubicBezTo>
                  <a:cubicBezTo>
                    <a:pt x="332" y="245"/>
                    <a:pt x="328" y="249"/>
                    <a:pt x="324" y="249"/>
                  </a:cubicBezTo>
                  <a:close/>
                  <a:moveTo>
                    <a:pt x="4889" y="78"/>
                  </a:moveTo>
                  <a:cubicBezTo>
                    <a:pt x="4888" y="78"/>
                    <a:pt x="4886" y="78"/>
                    <a:pt x="4885" y="77"/>
                  </a:cubicBezTo>
                  <a:cubicBezTo>
                    <a:pt x="4881" y="75"/>
                    <a:pt x="4877" y="73"/>
                    <a:pt x="4874" y="71"/>
                  </a:cubicBezTo>
                  <a:cubicBezTo>
                    <a:pt x="4865" y="67"/>
                    <a:pt x="4865" y="67"/>
                    <a:pt x="4865" y="67"/>
                  </a:cubicBezTo>
                  <a:cubicBezTo>
                    <a:pt x="4861" y="64"/>
                    <a:pt x="4859" y="59"/>
                    <a:pt x="4861" y="55"/>
                  </a:cubicBezTo>
                  <a:cubicBezTo>
                    <a:pt x="4864" y="51"/>
                    <a:pt x="4869" y="49"/>
                    <a:pt x="4873" y="51"/>
                  </a:cubicBezTo>
                  <a:cubicBezTo>
                    <a:pt x="4881" y="56"/>
                    <a:pt x="4881" y="56"/>
                    <a:pt x="4881" y="56"/>
                  </a:cubicBezTo>
                  <a:cubicBezTo>
                    <a:pt x="4885" y="58"/>
                    <a:pt x="4889" y="60"/>
                    <a:pt x="4893" y="62"/>
                  </a:cubicBezTo>
                  <a:cubicBezTo>
                    <a:pt x="4897" y="64"/>
                    <a:pt x="4899" y="69"/>
                    <a:pt x="4897" y="73"/>
                  </a:cubicBezTo>
                  <a:cubicBezTo>
                    <a:pt x="4895" y="76"/>
                    <a:pt x="4892" y="78"/>
                    <a:pt x="4889" y="78"/>
                  </a:cubicBezTo>
                  <a:close/>
                  <a:moveTo>
                    <a:pt x="4482" y="77"/>
                  </a:moveTo>
                  <a:cubicBezTo>
                    <a:pt x="4479" y="77"/>
                    <a:pt x="4476" y="76"/>
                    <a:pt x="4475" y="74"/>
                  </a:cubicBezTo>
                  <a:cubicBezTo>
                    <a:pt x="4472" y="70"/>
                    <a:pt x="4473" y="64"/>
                    <a:pt x="4477" y="62"/>
                  </a:cubicBezTo>
                  <a:cubicBezTo>
                    <a:pt x="4484" y="58"/>
                    <a:pt x="4490" y="54"/>
                    <a:pt x="4497" y="50"/>
                  </a:cubicBezTo>
                  <a:cubicBezTo>
                    <a:pt x="4501" y="47"/>
                    <a:pt x="4506" y="49"/>
                    <a:pt x="4508" y="53"/>
                  </a:cubicBezTo>
                  <a:cubicBezTo>
                    <a:pt x="4511" y="57"/>
                    <a:pt x="4509" y="62"/>
                    <a:pt x="4505" y="64"/>
                  </a:cubicBezTo>
                  <a:cubicBezTo>
                    <a:pt x="4499" y="68"/>
                    <a:pt x="4493" y="72"/>
                    <a:pt x="4487" y="76"/>
                  </a:cubicBezTo>
                  <a:cubicBezTo>
                    <a:pt x="4485" y="77"/>
                    <a:pt x="4483" y="77"/>
                    <a:pt x="4482" y="77"/>
                  </a:cubicBezTo>
                  <a:close/>
                  <a:moveTo>
                    <a:pt x="4843" y="56"/>
                  </a:moveTo>
                  <a:cubicBezTo>
                    <a:pt x="4842" y="56"/>
                    <a:pt x="4841" y="55"/>
                    <a:pt x="4840" y="55"/>
                  </a:cubicBezTo>
                  <a:cubicBezTo>
                    <a:pt x="4827" y="49"/>
                    <a:pt x="4827" y="49"/>
                    <a:pt x="4827" y="49"/>
                  </a:cubicBezTo>
                  <a:cubicBezTo>
                    <a:pt x="4824" y="48"/>
                    <a:pt x="4821" y="47"/>
                    <a:pt x="4818" y="46"/>
                  </a:cubicBezTo>
                  <a:cubicBezTo>
                    <a:pt x="4789" y="36"/>
                    <a:pt x="4789" y="36"/>
                    <a:pt x="4789" y="36"/>
                  </a:cubicBezTo>
                  <a:cubicBezTo>
                    <a:pt x="4776" y="32"/>
                    <a:pt x="4776" y="32"/>
                    <a:pt x="4776" y="32"/>
                  </a:cubicBezTo>
                  <a:cubicBezTo>
                    <a:pt x="4762" y="28"/>
                    <a:pt x="4748" y="25"/>
                    <a:pt x="4734" y="22"/>
                  </a:cubicBezTo>
                  <a:cubicBezTo>
                    <a:pt x="4734" y="22"/>
                    <a:pt x="4734" y="22"/>
                    <a:pt x="4734" y="22"/>
                  </a:cubicBezTo>
                  <a:cubicBezTo>
                    <a:pt x="4709" y="18"/>
                    <a:pt x="4685" y="17"/>
                    <a:pt x="4661" y="18"/>
                  </a:cubicBezTo>
                  <a:cubicBezTo>
                    <a:pt x="4622" y="19"/>
                    <a:pt x="4581" y="29"/>
                    <a:pt x="4544" y="45"/>
                  </a:cubicBezTo>
                  <a:cubicBezTo>
                    <a:pt x="4539" y="47"/>
                    <a:pt x="4534" y="49"/>
                    <a:pt x="4530" y="51"/>
                  </a:cubicBezTo>
                  <a:cubicBezTo>
                    <a:pt x="4526" y="53"/>
                    <a:pt x="4520" y="52"/>
                    <a:pt x="4518" y="47"/>
                  </a:cubicBezTo>
                  <a:cubicBezTo>
                    <a:pt x="4516" y="43"/>
                    <a:pt x="4518" y="38"/>
                    <a:pt x="4522" y="36"/>
                  </a:cubicBezTo>
                  <a:cubicBezTo>
                    <a:pt x="4527" y="34"/>
                    <a:pt x="4532" y="31"/>
                    <a:pt x="4537" y="29"/>
                  </a:cubicBezTo>
                  <a:cubicBezTo>
                    <a:pt x="4576" y="12"/>
                    <a:pt x="4619" y="3"/>
                    <a:pt x="4661" y="1"/>
                  </a:cubicBezTo>
                  <a:cubicBezTo>
                    <a:pt x="4685" y="0"/>
                    <a:pt x="4711" y="1"/>
                    <a:pt x="4737" y="6"/>
                  </a:cubicBezTo>
                  <a:cubicBezTo>
                    <a:pt x="4737" y="6"/>
                    <a:pt x="4737" y="6"/>
                    <a:pt x="4737" y="6"/>
                  </a:cubicBezTo>
                  <a:cubicBezTo>
                    <a:pt x="4751" y="8"/>
                    <a:pt x="4766" y="11"/>
                    <a:pt x="4781" y="16"/>
                  </a:cubicBezTo>
                  <a:cubicBezTo>
                    <a:pt x="4795" y="19"/>
                    <a:pt x="4795" y="19"/>
                    <a:pt x="4795" y="19"/>
                  </a:cubicBezTo>
                  <a:cubicBezTo>
                    <a:pt x="4823" y="30"/>
                    <a:pt x="4823" y="30"/>
                    <a:pt x="4823" y="30"/>
                  </a:cubicBezTo>
                  <a:cubicBezTo>
                    <a:pt x="4827" y="31"/>
                    <a:pt x="4830" y="32"/>
                    <a:pt x="4834" y="34"/>
                  </a:cubicBezTo>
                  <a:cubicBezTo>
                    <a:pt x="4847" y="39"/>
                    <a:pt x="4847" y="39"/>
                    <a:pt x="4847" y="39"/>
                  </a:cubicBezTo>
                  <a:cubicBezTo>
                    <a:pt x="4851" y="41"/>
                    <a:pt x="4853" y="46"/>
                    <a:pt x="4851" y="50"/>
                  </a:cubicBezTo>
                  <a:cubicBezTo>
                    <a:pt x="4850" y="54"/>
                    <a:pt x="4847" y="56"/>
                    <a:pt x="4843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6" name="Freeform 32">
              <a:extLst>
                <a:ext uri="{FF2B5EF4-FFF2-40B4-BE49-F238E27FC236}">
                  <a16:creationId xmlns:a16="http://schemas.microsoft.com/office/drawing/2014/main" id="{3F2C22A5-94F7-4207-A26E-6EDC3ACA1D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4754563"/>
              <a:ext cx="24006175" cy="3757613"/>
            </a:xfrm>
            <a:custGeom>
              <a:avLst/>
              <a:gdLst>
                <a:gd name="T0" fmla="*/ 3401 w 7832"/>
                <a:gd name="T1" fmla="*/ 1198 h 1223"/>
                <a:gd name="T2" fmla="*/ 3505 w 7832"/>
                <a:gd name="T3" fmla="*/ 1172 h 1223"/>
                <a:gd name="T4" fmla="*/ 3546 w 7832"/>
                <a:gd name="T5" fmla="*/ 1163 h 1223"/>
                <a:gd name="T6" fmla="*/ 3433 w 7832"/>
                <a:gd name="T7" fmla="*/ 1223 h 1223"/>
                <a:gd name="T8" fmla="*/ 3320 w 7832"/>
                <a:gd name="T9" fmla="*/ 1162 h 1223"/>
                <a:gd name="T10" fmla="*/ 3331 w 7832"/>
                <a:gd name="T11" fmla="*/ 1149 h 1223"/>
                <a:gd name="T12" fmla="*/ 3665 w 7832"/>
                <a:gd name="T13" fmla="*/ 1054 h 1223"/>
                <a:gd name="T14" fmla="*/ 3671 w 7832"/>
                <a:gd name="T15" fmla="*/ 1057 h 1223"/>
                <a:gd name="T16" fmla="*/ 5665 w 7832"/>
                <a:gd name="T17" fmla="*/ 883 h 1223"/>
                <a:gd name="T18" fmla="*/ 5814 w 7832"/>
                <a:gd name="T19" fmla="*/ 925 h 1223"/>
                <a:gd name="T20" fmla="*/ 5856 w 7832"/>
                <a:gd name="T21" fmla="*/ 928 h 1223"/>
                <a:gd name="T22" fmla="*/ 6089 w 7832"/>
                <a:gd name="T23" fmla="*/ 797 h 1223"/>
                <a:gd name="T24" fmla="*/ 3100 w 7832"/>
                <a:gd name="T25" fmla="*/ 902 h 1223"/>
                <a:gd name="T26" fmla="*/ 3112 w 7832"/>
                <a:gd name="T27" fmla="*/ 904 h 1223"/>
                <a:gd name="T28" fmla="*/ 3903 w 7832"/>
                <a:gd name="T29" fmla="*/ 801 h 1223"/>
                <a:gd name="T30" fmla="*/ 5568 w 7832"/>
                <a:gd name="T31" fmla="*/ 788 h 1223"/>
                <a:gd name="T32" fmla="*/ 6148 w 7832"/>
                <a:gd name="T33" fmla="*/ 754 h 1223"/>
                <a:gd name="T34" fmla="*/ 6364 w 7832"/>
                <a:gd name="T35" fmla="*/ 564 h 1223"/>
                <a:gd name="T36" fmla="*/ 5434 w 7832"/>
                <a:gd name="T37" fmla="*/ 632 h 1223"/>
                <a:gd name="T38" fmla="*/ 5540 w 7832"/>
                <a:gd name="T39" fmla="*/ 747 h 1223"/>
                <a:gd name="T40" fmla="*/ 1292 w 7832"/>
                <a:gd name="T41" fmla="*/ 666 h 1223"/>
                <a:gd name="T42" fmla="*/ 1155 w 7832"/>
                <a:gd name="T43" fmla="*/ 695 h 1223"/>
                <a:gd name="T44" fmla="*/ 983 w 7832"/>
                <a:gd name="T45" fmla="*/ 588 h 1223"/>
                <a:gd name="T46" fmla="*/ 1111 w 7832"/>
                <a:gd name="T47" fmla="*/ 675 h 1223"/>
                <a:gd name="T48" fmla="*/ 2808 w 7832"/>
                <a:gd name="T49" fmla="*/ 514 h 1223"/>
                <a:gd name="T50" fmla="*/ 2906 w 7832"/>
                <a:gd name="T51" fmla="*/ 632 h 1223"/>
                <a:gd name="T52" fmla="*/ 4103 w 7832"/>
                <a:gd name="T53" fmla="*/ 563 h 1223"/>
                <a:gd name="T54" fmla="*/ 1741 w 7832"/>
                <a:gd name="T55" fmla="*/ 462 h 1223"/>
                <a:gd name="T56" fmla="*/ 6413 w 7832"/>
                <a:gd name="T57" fmla="*/ 542 h 1223"/>
                <a:gd name="T58" fmla="*/ 4280 w 7832"/>
                <a:gd name="T59" fmla="*/ 325 h 1223"/>
                <a:gd name="T60" fmla="*/ 5332 w 7832"/>
                <a:gd name="T61" fmla="*/ 493 h 1223"/>
                <a:gd name="T62" fmla="*/ 6539 w 7832"/>
                <a:gd name="T63" fmla="*/ 403 h 1223"/>
                <a:gd name="T64" fmla="*/ 6589 w 7832"/>
                <a:gd name="T65" fmla="*/ 382 h 1223"/>
                <a:gd name="T66" fmla="*/ 857 w 7832"/>
                <a:gd name="T67" fmla="*/ 473 h 1223"/>
                <a:gd name="T68" fmla="*/ 5151 w 7832"/>
                <a:gd name="T69" fmla="*/ 279 h 1223"/>
                <a:gd name="T70" fmla="*/ 670 w 7832"/>
                <a:gd name="T71" fmla="*/ 346 h 1223"/>
                <a:gd name="T72" fmla="*/ 1752 w 7832"/>
                <a:gd name="T73" fmla="*/ 456 h 1223"/>
                <a:gd name="T74" fmla="*/ 1904 w 7832"/>
                <a:gd name="T75" fmla="*/ 374 h 1223"/>
                <a:gd name="T76" fmla="*/ 2698 w 7832"/>
                <a:gd name="T77" fmla="*/ 392 h 1223"/>
                <a:gd name="T78" fmla="*/ 2586 w 7832"/>
                <a:gd name="T79" fmla="*/ 307 h 1223"/>
                <a:gd name="T80" fmla="*/ 2690 w 7832"/>
                <a:gd name="T81" fmla="*/ 360 h 1223"/>
                <a:gd name="T82" fmla="*/ 6659 w 7832"/>
                <a:gd name="T83" fmla="*/ 336 h 1223"/>
                <a:gd name="T84" fmla="*/ 6688 w 7832"/>
                <a:gd name="T85" fmla="*/ 317 h 1223"/>
                <a:gd name="T86" fmla="*/ 6707 w 7832"/>
                <a:gd name="T87" fmla="*/ 321 h 1223"/>
                <a:gd name="T88" fmla="*/ 4291 w 7832"/>
                <a:gd name="T89" fmla="*/ 317 h 1223"/>
                <a:gd name="T90" fmla="*/ 2373 w 7832"/>
                <a:gd name="T91" fmla="*/ 263 h 1223"/>
                <a:gd name="T92" fmla="*/ 586 w 7832"/>
                <a:gd name="T93" fmla="*/ 282 h 1223"/>
                <a:gd name="T94" fmla="*/ 364 w 7832"/>
                <a:gd name="T95" fmla="*/ 249 h 1223"/>
                <a:gd name="T96" fmla="*/ 564 w 7832"/>
                <a:gd name="T97" fmla="*/ 282 h 1223"/>
                <a:gd name="T98" fmla="*/ 7031 w 7832"/>
                <a:gd name="T99" fmla="*/ 259 h 1223"/>
                <a:gd name="T100" fmla="*/ 4318 w 7832"/>
                <a:gd name="T101" fmla="*/ 274 h 1223"/>
                <a:gd name="T102" fmla="*/ 4403 w 7832"/>
                <a:gd name="T103" fmla="*/ 164 h 1223"/>
                <a:gd name="T104" fmla="*/ 5125 w 7832"/>
                <a:gd name="T105" fmla="*/ 274 h 1223"/>
                <a:gd name="T106" fmla="*/ 7342 w 7832"/>
                <a:gd name="T107" fmla="*/ 242 h 1223"/>
                <a:gd name="T108" fmla="*/ 7631 w 7832"/>
                <a:gd name="T109" fmla="*/ 251 h 1223"/>
                <a:gd name="T110" fmla="*/ 7682 w 7832"/>
                <a:gd name="T111" fmla="*/ 250 h 1223"/>
                <a:gd name="T112" fmla="*/ 273 w 7832"/>
                <a:gd name="T113" fmla="*/ 249 h 1223"/>
                <a:gd name="T114" fmla="*/ 231 w 7832"/>
                <a:gd name="T115" fmla="*/ 241 h 1223"/>
                <a:gd name="T116" fmla="*/ 4982 w 7832"/>
                <a:gd name="T117" fmla="*/ 127 h 1223"/>
                <a:gd name="T118" fmla="*/ 4841 w 7832"/>
                <a:gd name="T119" fmla="*/ 40 h 1223"/>
                <a:gd name="T120" fmla="*/ 4513 w 7832"/>
                <a:gd name="T121" fmla="*/ 65 h 1223"/>
                <a:gd name="T122" fmla="*/ 4555 w 7832"/>
                <a:gd name="T123" fmla="*/ 25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832" h="1223">
                  <a:moveTo>
                    <a:pt x="3433" y="1223"/>
                  </a:moveTo>
                  <a:cubicBezTo>
                    <a:pt x="3432" y="1223"/>
                    <a:pt x="3432" y="1223"/>
                    <a:pt x="3432" y="1223"/>
                  </a:cubicBezTo>
                  <a:cubicBezTo>
                    <a:pt x="3420" y="1223"/>
                    <a:pt x="3408" y="1220"/>
                    <a:pt x="3396" y="1214"/>
                  </a:cubicBezTo>
                  <a:cubicBezTo>
                    <a:pt x="3395" y="1214"/>
                    <a:pt x="3394" y="1214"/>
                    <a:pt x="3393" y="1213"/>
                  </a:cubicBezTo>
                  <a:cubicBezTo>
                    <a:pt x="3390" y="1212"/>
                    <a:pt x="3390" y="1212"/>
                    <a:pt x="3390" y="1212"/>
                  </a:cubicBezTo>
                  <a:cubicBezTo>
                    <a:pt x="3390" y="1211"/>
                    <a:pt x="3389" y="1211"/>
                    <a:pt x="3388" y="1211"/>
                  </a:cubicBezTo>
                  <a:cubicBezTo>
                    <a:pt x="3387" y="1211"/>
                    <a:pt x="3386" y="1210"/>
                    <a:pt x="3385" y="1209"/>
                  </a:cubicBezTo>
                  <a:cubicBezTo>
                    <a:pt x="3381" y="1207"/>
                    <a:pt x="3380" y="1202"/>
                    <a:pt x="3382" y="1198"/>
                  </a:cubicBezTo>
                  <a:cubicBezTo>
                    <a:pt x="3384" y="1194"/>
                    <a:pt x="3389" y="1192"/>
                    <a:pt x="3393" y="1195"/>
                  </a:cubicBezTo>
                  <a:cubicBezTo>
                    <a:pt x="3394" y="1195"/>
                    <a:pt x="3395" y="1195"/>
                    <a:pt x="3396" y="1196"/>
                  </a:cubicBezTo>
                  <a:cubicBezTo>
                    <a:pt x="3396" y="1196"/>
                    <a:pt x="3397" y="1196"/>
                    <a:pt x="3398" y="1197"/>
                  </a:cubicBezTo>
                  <a:cubicBezTo>
                    <a:pt x="3401" y="1198"/>
                    <a:pt x="3401" y="1198"/>
                    <a:pt x="3401" y="1198"/>
                  </a:cubicBezTo>
                  <a:cubicBezTo>
                    <a:pt x="3401" y="1198"/>
                    <a:pt x="3401" y="1198"/>
                    <a:pt x="3401" y="1198"/>
                  </a:cubicBezTo>
                  <a:cubicBezTo>
                    <a:pt x="3402" y="1199"/>
                    <a:pt x="3402" y="1199"/>
                    <a:pt x="3402" y="1199"/>
                  </a:cubicBezTo>
                  <a:cubicBezTo>
                    <a:pt x="3413" y="1203"/>
                    <a:pt x="3423" y="1206"/>
                    <a:pt x="3432" y="1206"/>
                  </a:cubicBezTo>
                  <a:cubicBezTo>
                    <a:pt x="3433" y="1206"/>
                    <a:pt x="3433" y="1206"/>
                    <a:pt x="3433" y="1206"/>
                  </a:cubicBezTo>
                  <a:cubicBezTo>
                    <a:pt x="3442" y="1206"/>
                    <a:pt x="3452" y="1203"/>
                    <a:pt x="3460" y="1198"/>
                  </a:cubicBezTo>
                  <a:cubicBezTo>
                    <a:pt x="3466" y="1196"/>
                    <a:pt x="3466" y="1196"/>
                    <a:pt x="3466" y="1196"/>
                  </a:cubicBezTo>
                  <a:cubicBezTo>
                    <a:pt x="3466" y="1195"/>
                    <a:pt x="3467" y="1195"/>
                    <a:pt x="3468" y="1194"/>
                  </a:cubicBezTo>
                  <a:cubicBezTo>
                    <a:pt x="3470" y="1193"/>
                    <a:pt x="3471" y="1192"/>
                    <a:pt x="3473" y="1191"/>
                  </a:cubicBezTo>
                  <a:cubicBezTo>
                    <a:pt x="3490" y="1181"/>
                    <a:pt x="3490" y="1181"/>
                    <a:pt x="3490" y="1181"/>
                  </a:cubicBezTo>
                  <a:cubicBezTo>
                    <a:pt x="3490" y="1181"/>
                    <a:pt x="3490" y="1181"/>
                    <a:pt x="3490" y="1181"/>
                  </a:cubicBezTo>
                  <a:cubicBezTo>
                    <a:pt x="3493" y="1180"/>
                    <a:pt x="3496" y="1178"/>
                    <a:pt x="3499" y="1176"/>
                  </a:cubicBezTo>
                  <a:cubicBezTo>
                    <a:pt x="3501" y="1174"/>
                    <a:pt x="3503" y="1173"/>
                    <a:pt x="3505" y="1172"/>
                  </a:cubicBezTo>
                  <a:cubicBezTo>
                    <a:pt x="3510" y="1168"/>
                    <a:pt x="3515" y="1165"/>
                    <a:pt x="3520" y="1161"/>
                  </a:cubicBezTo>
                  <a:cubicBezTo>
                    <a:pt x="3536" y="1149"/>
                    <a:pt x="3536" y="1149"/>
                    <a:pt x="3536" y="1149"/>
                  </a:cubicBezTo>
                  <a:cubicBezTo>
                    <a:pt x="3552" y="1138"/>
                    <a:pt x="3552" y="1138"/>
                    <a:pt x="3552" y="1138"/>
                  </a:cubicBezTo>
                  <a:cubicBezTo>
                    <a:pt x="3559" y="1132"/>
                    <a:pt x="3566" y="1127"/>
                    <a:pt x="3573" y="1121"/>
                  </a:cubicBezTo>
                  <a:cubicBezTo>
                    <a:pt x="3577" y="1118"/>
                    <a:pt x="3580" y="1115"/>
                    <a:pt x="3584" y="1113"/>
                  </a:cubicBezTo>
                  <a:cubicBezTo>
                    <a:pt x="3591" y="1107"/>
                    <a:pt x="3599" y="1100"/>
                    <a:pt x="3606" y="1094"/>
                  </a:cubicBezTo>
                  <a:cubicBezTo>
                    <a:pt x="3610" y="1091"/>
                    <a:pt x="3615" y="1091"/>
                    <a:pt x="3618" y="1095"/>
                  </a:cubicBezTo>
                  <a:cubicBezTo>
                    <a:pt x="3621" y="1098"/>
                    <a:pt x="3621" y="1104"/>
                    <a:pt x="3617" y="1107"/>
                  </a:cubicBezTo>
                  <a:cubicBezTo>
                    <a:pt x="3610" y="1113"/>
                    <a:pt x="3602" y="1120"/>
                    <a:pt x="3594" y="1126"/>
                  </a:cubicBezTo>
                  <a:cubicBezTo>
                    <a:pt x="3591" y="1129"/>
                    <a:pt x="3587" y="1132"/>
                    <a:pt x="3584" y="1134"/>
                  </a:cubicBezTo>
                  <a:cubicBezTo>
                    <a:pt x="3577" y="1140"/>
                    <a:pt x="3570" y="1146"/>
                    <a:pt x="3562" y="1151"/>
                  </a:cubicBezTo>
                  <a:cubicBezTo>
                    <a:pt x="3546" y="1163"/>
                    <a:pt x="3546" y="1163"/>
                    <a:pt x="3546" y="1163"/>
                  </a:cubicBezTo>
                  <a:cubicBezTo>
                    <a:pt x="3530" y="1175"/>
                    <a:pt x="3530" y="1175"/>
                    <a:pt x="3530" y="1175"/>
                  </a:cubicBezTo>
                  <a:cubicBezTo>
                    <a:pt x="3525" y="1179"/>
                    <a:pt x="3519" y="1182"/>
                    <a:pt x="3514" y="1186"/>
                  </a:cubicBezTo>
                  <a:cubicBezTo>
                    <a:pt x="3512" y="1187"/>
                    <a:pt x="3510" y="1188"/>
                    <a:pt x="3508" y="1190"/>
                  </a:cubicBezTo>
                  <a:cubicBezTo>
                    <a:pt x="3505" y="1192"/>
                    <a:pt x="3502" y="1194"/>
                    <a:pt x="3499" y="1196"/>
                  </a:cubicBezTo>
                  <a:cubicBezTo>
                    <a:pt x="3499" y="1196"/>
                    <a:pt x="3499" y="1196"/>
                    <a:pt x="3499" y="1196"/>
                  </a:cubicBezTo>
                  <a:cubicBezTo>
                    <a:pt x="3499" y="1196"/>
                    <a:pt x="3499" y="1196"/>
                    <a:pt x="3499" y="1196"/>
                  </a:cubicBezTo>
                  <a:cubicBezTo>
                    <a:pt x="3499" y="1196"/>
                    <a:pt x="3499" y="1196"/>
                    <a:pt x="3499" y="1196"/>
                  </a:cubicBezTo>
                  <a:cubicBezTo>
                    <a:pt x="3482" y="1206"/>
                    <a:pt x="3482" y="1206"/>
                    <a:pt x="3482" y="1206"/>
                  </a:cubicBezTo>
                  <a:cubicBezTo>
                    <a:pt x="3480" y="1207"/>
                    <a:pt x="3478" y="1208"/>
                    <a:pt x="3476" y="1209"/>
                  </a:cubicBezTo>
                  <a:cubicBezTo>
                    <a:pt x="3475" y="1210"/>
                    <a:pt x="3474" y="1210"/>
                    <a:pt x="3474" y="1211"/>
                  </a:cubicBezTo>
                  <a:cubicBezTo>
                    <a:pt x="3469" y="1213"/>
                    <a:pt x="3469" y="1213"/>
                    <a:pt x="3469" y="1213"/>
                  </a:cubicBezTo>
                  <a:cubicBezTo>
                    <a:pt x="3457" y="1219"/>
                    <a:pt x="3445" y="1223"/>
                    <a:pt x="3433" y="1223"/>
                  </a:cubicBezTo>
                  <a:close/>
                  <a:moveTo>
                    <a:pt x="3365" y="1196"/>
                  </a:moveTo>
                  <a:cubicBezTo>
                    <a:pt x="3364" y="1196"/>
                    <a:pt x="3362" y="1195"/>
                    <a:pt x="3360" y="1194"/>
                  </a:cubicBezTo>
                  <a:cubicBezTo>
                    <a:pt x="3358" y="1192"/>
                    <a:pt x="3355" y="1190"/>
                    <a:pt x="3352" y="1188"/>
                  </a:cubicBezTo>
                  <a:cubicBezTo>
                    <a:pt x="3349" y="1186"/>
                    <a:pt x="3345" y="1183"/>
                    <a:pt x="3342" y="1181"/>
                  </a:cubicBezTo>
                  <a:cubicBezTo>
                    <a:pt x="3338" y="1178"/>
                    <a:pt x="3337" y="1172"/>
                    <a:pt x="3340" y="1169"/>
                  </a:cubicBezTo>
                  <a:cubicBezTo>
                    <a:pt x="3343" y="1165"/>
                    <a:pt x="3349" y="1164"/>
                    <a:pt x="3352" y="1167"/>
                  </a:cubicBezTo>
                  <a:cubicBezTo>
                    <a:pt x="3355" y="1170"/>
                    <a:pt x="3359" y="1172"/>
                    <a:pt x="3362" y="1175"/>
                  </a:cubicBezTo>
                  <a:cubicBezTo>
                    <a:pt x="3365" y="1177"/>
                    <a:pt x="3367" y="1179"/>
                    <a:pt x="3370" y="1180"/>
                  </a:cubicBezTo>
                  <a:cubicBezTo>
                    <a:pt x="3374" y="1183"/>
                    <a:pt x="3375" y="1188"/>
                    <a:pt x="3372" y="1192"/>
                  </a:cubicBezTo>
                  <a:cubicBezTo>
                    <a:pt x="3371" y="1195"/>
                    <a:pt x="3368" y="1196"/>
                    <a:pt x="3365" y="1196"/>
                  </a:cubicBezTo>
                  <a:close/>
                  <a:moveTo>
                    <a:pt x="3325" y="1164"/>
                  </a:moveTo>
                  <a:cubicBezTo>
                    <a:pt x="3323" y="1164"/>
                    <a:pt x="3321" y="1164"/>
                    <a:pt x="3320" y="1162"/>
                  </a:cubicBezTo>
                  <a:cubicBezTo>
                    <a:pt x="3316" y="1159"/>
                    <a:pt x="3312" y="1155"/>
                    <a:pt x="3308" y="1152"/>
                  </a:cubicBezTo>
                  <a:cubicBezTo>
                    <a:pt x="3283" y="1128"/>
                    <a:pt x="3256" y="1099"/>
                    <a:pt x="3225" y="1063"/>
                  </a:cubicBezTo>
                  <a:cubicBezTo>
                    <a:pt x="3223" y="1060"/>
                    <a:pt x="3220" y="1057"/>
                    <a:pt x="3218" y="1054"/>
                  </a:cubicBezTo>
                  <a:cubicBezTo>
                    <a:pt x="3218" y="1054"/>
                    <a:pt x="3218" y="1054"/>
                    <a:pt x="3218" y="1054"/>
                  </a:cubicBezTo>
                  <a:cubicBezTo>
                    <a:pt x="3197" y="1029"/>
                    <a:pt x="3174" y="1000"/>
                    <a:pt x="3148" y="965"/>
                  </a:cubicBezTo>
                  <a:cubicBezTo>
                    <a:pt x="3145" y="962"/>
                    <a:pt x="3145" y="956"/>
                    <a:pt x="3149" y="953"/>
                  </a:cubicBezTo>
                  <a:cubicBezTo>
                    <a:pt x="3153" y="951"/>
                    <a:pt x="3158" y="951"/>
                    <a:pt x="3161" y="955"/>
                  </a:cubicBezTo>
                  <a:cubicBezTo>
                    <a:pt x="3188" y="990"/>
                    <a:pt x="3210" y="1018"/>
                    <a:pt x="3231" y="1043"/>
                  </a:cubicBezTo>
                  <a:cubicBezTo>
                    <a:pt x="3231" y="1043"/>
                    <a:pt x="3231" y="1043"/>
                    <a:pt x="3231" y="1043"/>
                  </a:cubicBezTo>
                  <a:cubicBezTo>
                    <a:pt x="3233" y="1046"/>
                    <a:pt x="3236" y="1049"/>
                    <a:pt x="3238" y="1052"/>
                  </a:cubicBezTo>
                  <a:cubicBezTo>
                    <a:pt x="3268" y="1087"/>
                    <a:pt x="3295" y="1116"/>
                    <a:pt x="3320" y="1139"/>
                  </a:cubicBezTo>
                  <a:cubicBezTo>
                    <a:pt x="3324" y="1143"/>
                    <a:pt x="3327" y="1146"/>
                    <a:pt x="3331" y="1149"/>
                  </a:cubicBezTo>
                  <a:cubicBezTo>
                    <a:pt x="3334" y="1153"/>
                    <a:pt x="3335" y="1158"/>
                    <a:pt x="3332" y="1161"/>
                  </a:cubicBezTo>
                  <a:cubicBezTo>
                    <a:pt x="3330" y="1163"/>
                    <a:pt x="3328" y="1164"/>
                    <a:pt x="3325" y="1164"/>
                  </a:cubicBezTo>
                  <a:close/>
                  <a:moveTo>
                    <a:pt x="3633" y="1090"/>
                  </a:moveTo>
                  <a:cubicBezTo>
                    <a:pt x="3631" y="1090"/>
                    <a:pt x="3629" y="1089"/>
                    <a:pt x="3627" y="1088"/>
                  </a:cubicBezTo>
                  <a:cubicBezTo>
                    <a:pt x="3624" y="1084"/>
                    <a:pt x="3624" y="1079"/>
                    <a:pt x="3628" y="1076"/>
                  </a:cubicBezTo>
                  <a:cubicBezTo>
                    <a:pt x="3633" y="1071"/>
                    <a:pt x="3639" y="1066"/>
                    <a:pt x="3645" y="1061"/>
                  </a:cubicBezTo>
                  <a:cubicBezTo>
                    <a:pt x="3648" y="1058"/>
                    <a:pt x="3654" y="1058"/>
                    <a:pt x="3657" y="1061"/>
                  </a:cubicBezTo>
                  <a:cubicBezTo>
                    <a:pt x="3660" y="1065"/>
                    <a:pt x="3659" y="1070"/>
                    <a:pt x="3656" y="1073"/>
                  </a:cubicBezTo>
                  <a:cubicBezTo>
                    <a:pt x="3650" y="1078"/>
                    <a:pt x="3645" y="1083"/>
                    <a:pt x="3639" y="1088"/>
                  </a:cubicBezTo>
                  <a:cubicBezTo>
                    <a:pt x="3637" y="1090"/>
                    <a:pt x="3635" y="1090"/>
                    <a:pt x="3633" y="1090"/>
                  </a:cubicBezTo>
                  <a:close/>
                  <a:moveTo>
                    <a:pt x="3671" y="1057"/>
                  </a:moveTo>
                  <a:cubicBezTo>
                    <a:pt x="3669" y="1057"/>
                    <a:pt x="3667" y="1056"/>
                    <a:pt x="3665" y="1054"/>
                  </a:cubicBezTo>
                  <a:cubicBezTo>
                    <a:pt x="3662" y="1050"/>
                    <a:pt x="3662" y="1045"/>
                    <a:pt x="3666" y="1042"/>
                  </a:cubicBezTo>
                  <a:cubicBezTo>
                    <a:pt x="3679" y="1030"/>
                    <a:pt x="3692" y="1018"/>
                    <a:pt x="3706" y="1004"/>
                  </a:cubicBezTo>
                  <a:cubicBezTo>
                    <a:pt x="3720" y="991"/>
                    <a:pt x="3734" y="978"/>
                    <a:pt x="3747" y="964"/>
                  </a:cubicBezTo>
                  <a:cubicBezTo>
                    <a:pt x="3747" y="964"/>
                    <a:pt x="3748" y="964"/>
                    <a:pt x="3748" y="964"/>
                  </a:cubicBezTo>
                  <a:cubicBezTo>
                    <a:pt x="3781" y="931"/>
                    <a:pt x="3815" y="896"/>
                    <a:pt x="3850" y="859"/>
                  </a:cubicBezTo>
                  <a:cubicBezTo>
                    <a:pt x="3853" y="855"/>
                    <a:pt x="3858" y="855"/>
                    <a:pt x="3862" y="858"/>
                  </a:cubicBezTo>
                  <a:cubicBezTo>
                    <a:pt x="3865" y="862"/>
                    <a:pt x="3865" y="867"/>
                    <a:pt x="3862" y="870"/>
                  </a:cubicBezTo>
                  <a:cubicBezTo>
                    <a:pt x="3828" y="907"/>
                    <a:pt x="3793" y="943"/>
                    <a:pt x="3759" y="976"/>
                  </a:cubicBezTo>
                  <a:cubicBezTo>
                    <a:pt x="3759" y="976"/>
                    <a:pt x="3759" y="976"/>
                    <a:pt x="3759" y="976"/>
                  </a:cubicBezTo>
                  <a:cubicBezTo>
                    <a:pt x="3745" y="990"/>
                    <a:pt x="3731" y="1004"/>
                    <a:pt x="3718" y="1017"/>
                  </a:cubicBezTo>
                  <a:cubicBezTo>
                    <a:pt x="3703" y="1030"/>
                    <a:pt x="3690" y="1042"/>
                    <a:pt x="3677" y="1054"/>
                  </a:cubicBezTo>
                  <a:cubicBezTo>
                    <a:pt x="3675" y="1056"/>
                    <a:pt x="3673" y="1057"/>
                    <a:pt x="3671" y="1057"/>
                  </a:cubicBezTo>
                  <a:close/>
                  <a:moveTo>
                    <a:pt x="3137" y="946"/>
                  </a:moveTo>
                  <a:cubicBezTo>
                    <a:pt x="3135" y="946"/>
                    <a:pt x="3132" y="945"/>
                    <a:pt x="3130" y="943"/>
                  </a:cubicBezTo>
                  <a:cubicBezTo>
                    <a:pt x="3126" y="937"/>
                    <a:pt x="3121" y="931"/>
                    <a:pt x="3117" y="925"/>
                  </a:cubicBezTo>
                  <a:cubicBezTo>
                    <a:pt x="3114" y="921"/>
                    <a:pt x="3115" y="915"/>
                    <a:pt x="3119" y="913"/>
                  </a:cubicBezTo>
                  <a:cubicBezTo>
                    <a:pt x="3122" y="910"/>
                    <a:pt x="3128" y="911"/>
                    <a:pt x="3131" y="914"/>
                  </a:cubicBezTo>
                  <a:cubicBezTo>
                    <a:pt x="3135" y="920"/>
                    <a:pt x="3140" y="926"/>
                    <a:pt x="3144" y="932"/>
                  </a:cubicBezTo>
                  <a:cubicBezTo>
                    <a:pt x="3147" y="936"/>
                    <a:pt x="3146" y="942"/>
                    <a:pt x="3142" y="944"/>
                  </a:cubicBezTo>
                  <a:cubicBezTo>
                    <a:pt x="3141" y="946"/>
                    <a:pt x="3139" y="946"/>
                    <a:pt x="3137" y="946"/>
                  </a:cubicBezTo>
                  <a:close/>
                  <a:moveTo>
                    <a:pt x="5801" y="934"/>
                  </a:moveTo>
                  <a:cubicBezTo>
                    <a:pt x="5785" y="934"/>
                    <a:pt x="5771" y="932"/>
                    <a:pt x="5757" y="929"/>
                  </a:cubicBezTo>
                  <a:cubicBezTo>
                    <a:pt x="5737" y="924"/>
                    <a:pt x="5716" y="915"/>
                    <a:pt x="5696" y="904"/>
                  </a:cubicBezTo>
                  <a:cubicBezTo>
                    <a:pt x="5686" y="898"/>
                    <a:pt x="5676" y="891"/>
                    <a:pt x="5665" y="883"/>
                  </a:cubicBezTo>
                  <a:cubicBezTo>
                    <a:pt x="5665" y="883"/>
                    <a:pt x="5665" y="883"/>
                    <a:pt x="5665" y="883"/>
                  </a:cubicBezTo>
                  <a:cubicBezTo>
                    <a:pt x="5639" y="864"/>
                    <a:pt x="5613" y="840"/>
                    <a:pt x="5581" y="806"/>
                  </a:cubicBezTo>
                  <a:cubicBezTo>
                    <a:pt x="5580" y="806"/>
                    <a:pt x="5580" y="806"/>
                    <a:pt x="5580" y="806"/>
                  </a:cubicBezTo>
                  <a:cubicBezTo>
                    <a:pt x="5577" y="802"/>
                    <a:pt x="5577" y="797"/>
                    <a:pt x="5581" y="794"/>
                  </a:cubicBezTo>
                  <a:cubicBezTo>
                    <a:pt x="5584" y="791"/>
                    <a:pt x="5590" y="791"/>
                    <a:pt x="5593" y="794"/>
                  </a:cubicBezTo>
                  <a:cubicBezTo>
                    <a:pt x="5593" y="795"/>
                    <a:pt x="5593" y="795"/>
                    <a:pt x="5593" y="795"/>
                  </a:cubicBezTo>
                  <a:cubicBezTo>
                    <a:pt x="5624" y="827"/>
                    <a:pt x="5650" y="851"/>
                    <a:pt x="5675" y="870"/>
                  </a:cubicBezTo>
                  <a:cubicBezTo>
                    <a:pt x="5675" y="870"/>
                    <a:pt x="5675" y="870"/>
                    <a:pt x="5675" y="870"/>
                  </a:cubicBezTo>
                  <a:cubicBezTo>
                    <a:pt x="5685" y="877"/>
                    <a:pt x="5695" y="883"/>
                    <a:pt x="5704" y="889"/>
                  </a:cubicBezTo>
                  <a:cubicBezTo>
                    <a:pt x="5724" y="900"/>
                    <a:pt x="5742" y="908"/>
                    <a:pt x="5761" y="912"/>
                  </a:cubicBezTo>
                  <a:cubicBezTo>
                    <a:pt x="5775" y="916"/>
                    <a:pt x="5789" y="917"/>
                    <a:pt x="5805" y="917"/>
                  </a:cubicBezTo>
                  <a:cubicBezTo>
                    <a:pt x="5810" y="917"/>
                    <a:pt x="5814" y="920"/>
                    <a:pt x="5814" y="925"/>
                  </a:cubicBezTo>
                  <a:cubicBezTo>
                    <a:pt x="5814" y="930"/>
                    <a:pt x="5811" y="934"/>
                    <a:pt x="5806" y="934"/>
                  </a:cubicBezTo>
                  <a:cubicBezTo>
                    <a:pt x="5804" y="934"/>
                    <a:pt x="5802" y="934"/>
                    <a:pt x="5801" y="934"/>
                  </a:cubicBezTo>
                  <a:close/>
                  <a:moveTo>
                    <a:pt x="5834" y="931"/>
                  </a:moveTo>
                  <a:cubicBezTo>
                    <a:pt x="5830" y="931"/>
                    <a:pt x="5826" y="928"/>
                    <a:pt x="5825" y="924"/>
                  </a:cubicBezTo>
                  <a:cubicBezTo>
                    <a:pt x="5825" y="920"/>
                    <a:pt x="5828" y="915"/>
                    <a:pt x="5832" y="915"/>
                  </a:cubicBezTo>
                  <a:cubicBezTo>
                    <a:pt x="5836" y="914"/>
                    <a:pt x="5836" y="914"/>
                    <a:pt x="5836" y="914"/>
                  </a:cubicBezTo>
                  <a:cubicBezTo>
                    <a:pt x="5837" y="914"/>
                    <a:pt x="5839" y="913"/>
                    <a:pt x="5840" y="913"/>
                  </a:cubicBezTo>
                  <a:cubicBezTo>
                    <a:pt x="5844" y="913"/>
                    <a:pt x="5848" y="912"/>
                    <a:pt x="5852" y="911"/>
                  </a:cubicBezTo>
                  <a:cubicBezTo>
                    <a:pt x="5854" y="911"/>
                    <a:pt x="5854" y="911"/>
                    <a:pt x="5854" y="911"/>
                  </a:cubicBezTo>
                  <a:cubicBezTo>
                    <a:pt x="5859" y="910"/>
                    <a:pt x="5863" y="912"/>
                    <a:pt x="5864" y="917"/>
                  </a:cubicBezTo>
                  <a:cubicBezTo>
                    <a:pt x="5865" y="921"/>
                    <a:pt x="5863" y="926"/>
                    <a:pt x="5858" y="927"/>
                  </a:cubicBezTo>
                  <a:cubicBezTo>
                    <a:pt x="5856" y="928"/>
                    <a:pt x="5856" y="928"/>
                    <a:pt x="5856" y="928"/>
                  </a:cubicBezTo>
                  <a:cubicBezTo>
                    <a:pt x="5851" y="929"/>
                    <a:pt x="5847" y="929"/>
                    <a:pt x="5843" y="930"/>
                  </a:cubicBezTo>
                  <a:cubicBezTo>
                    <a:pt x="5841" y="930"/>
                    <a:pt x="5840" y="930"/>
                    <a:pt x="5838" y="931"/>
                  </a:cubicBezTo>
                  <a:cubicBezTo>
                    <a:pt x="5835" y="931"/>
                    <a:pt x="5835" y="931"/>
                    <a:pt x="5835" y="931"/>
                  </a:cubicBezTo>
                  <a:cubicBezTo>
                    <a:pt x="5835" y="931"/>
                    <a:pt x="5834" y="931"/>
                    <a:pt x="5834" y="931"/>
                  </a:cubicBezTo>
                  <a:close/>
                  <a:moveTo>
                    <a:pt x="5883" y="920"/>
                  </a:moveTo>
                  <a:cubicBezTo>
                    <a:pt x="5880" y="920"/>
                    <a:pt x="5876" y="918"/>
                    <a:pt x="5875" y="914"/>
                  </a:cubicBezTo>
                  <a:cubicBezTo>
                    <a:pt x="5874" y="910"/>
                    <a:pt x="5877" y="905"/>
                    <a:pt x="5881" y="904"/>
                  </a:cubicBezTo>
                  <a:cubicBezTo>
                    <a:pt x="5887" y="902"/>
                    <a:pt x="5887" y="902"/>
                    <a:pt x="5887" y="902"/>
                  </a:cubicBezTo>
                  <a:cubicBezTo>
                    <a:pt x="5911" y="895"/>
                    <a:pt x="5934" y="886"/>
                    <a:pt x="5956" y="876"/>
                  </a:cubicBezTo>
                  <a:cubicBezTo>
                    <a:pt x="5965" y="871"/>
                    <a:pt x="5975" y="867"/>
                    <a:pt x="5984" y="862"/>
                  </a:cubicBezTo>
                  <a:cubicBezTo>
                    <a:pt x="5984" y="862"/>
                    <a:pt x="5984" y="862"/>
                    <a:pt x="5984" y="862"/>
                  </a:cubicBezTo>
                  <a:cubicBezTo>
                    <a:pt x="6018" y="844"/>
                    <a:pt x="6053" y="822"/>
                    <a:pt x="6089" y="797"/>
                  </a:cubicBezTo>
                  <a:cubicBezTo>
                    <a:pt x="6096" y="793"/>
                    <a:pt x="6102" y="788"/>
                    <a:pt x="6107" y="784"/>
                  </a:cubicBezTo>
                  <a:cubicBezTo>
                    <a:pt x="6111" y="781"/>
                    <a:pt x="6117" y="782"/>
                    <a:pt x="6119" y="786"/>
                  </a:cubicBezTo>
                  <a:cubicBezTo>
                    <a:pt x="6122" y="790"/>
                    <a:pt x="6121" y="795"/>
                    <a:pt x="6117" y="798"/>
                  </a:cubicBezTo>
                  <a:cubicBezTo>
                    <a:pt x="6112" y="802"/>
                    <a:pt x="6106" y="807"/>
                    <a:pt x="6099" y="811"/>
                  </a:cubicBezTo>
                  <a:cubicBezTo>
                    <a:pt x="6062" y="837"/>
                    <a:pt x="6026" y="859"/>
                    <a:pt x="5992" y="877"/>
                  </a:cubicBezTo>
                  <a:cubicBezTo>
                    <a:pt x="5992" y="877"/>
                    <a:pt x="5992" y="877"/>
                    <a:pt x="5992" y="877"/>
                  </a:cubicBezTo>
                  <a:cubicBezTo>
                    <a:pt x="5982" y="882"/>
                    <a:pt x="5972" y="887"/>
                    <a:pt x="5963" y="891"/>
                  </a:cubicBezTo>
                  <a:cubicBezTo>
                    <a:pt x="5940" y="901"/>
                    <a:pt x="5917" y="911"/>
                    <a:pt x="5892" y="918"/>
                  </a:cubicBezTo>
                  <a:cubicBezTo>
                    <a:pt x="5886" y="920"/>
                    <a:pt x="5886" y="920"/>
                    <a:pt x="5886" y="920"/>
                  </a:cubicBezTo>
                  <a:cubicBezTo>
                    <a:pt x="5885" y="920"/>
                    <a:pt x="5884" y="920"/>
                    <a:pt x="5883" y="920"/>
                  </a:cubicBezTo>
                  <a:close/>
                  <a:moveTo>
                    <a:pt x="3107" y="905"/>
                  </a:moveTo>
                  <a:cubicBezTo>
                    <a:pt x="3104" y="905"/>
                    <a:pt x="3102" y="904"/>
                    <a:pt x="3100" y="902"/>
                  </a:cubicBezTo>
                  <a:cubicBezTo>
                    <a:pt x="3078" y="872"/>
                    <a:pt x="3056" y="841"/>
                    <a:pt x="3034" y="811"/>
                  </a:cubicBezTo>
                  <a:cubicBezTo>
                    <a:pt x="3013" y="783"/>
                    <a:pt x="3013" y="783"/>
                    <a:pt x="3013" y="783"/>
                  </a:cubicBezTo>
                  <a:cubicBezTo>
                    <a:pt x="3013" y="783"/>
                    <a:pt x="3013" y="783"/>
                    <a:pt x="3013" y="783"/>
                  </a:cubicBezTo>
                  <a:cubicBezTo>
                    <a:pt x="3007" y="774"/>
                    <a:pt x="3001" y="766"/>
                    <a:pt x="2994" y="757"/>
                  </a:cubicBezTo>
                  <a:cubicBezTo>
                    <a:pt x="2976" y="731"/>
                    <a:pt x="2961" y="711"/>
                    <a:pt x="2946" y="692"/>
                  </a:cubicBezTo>
                  <a:cubicBezTo>
                    <a:pt x="2944" y="688"/>
                    <a:pt x="2944" y="683"/>
                    <a:pt x="2948" y="680"/>
                  </a:cubicBezTo>
                  <a:cubicBezTo>
                    <a:pt x="2952" y="677"/>
                    <a:pt x="2957" y="678"/>
                    <a:pt x="2960" y="682"/>
                  </a:cubicBezTo>
                  <a:cubicBezTo>
                    <a:pt x="2974" y="701"/>
                    <a:pt x="2989" y="721"/>
                    <a:pt x="3008" y="747"/>
                  </a:cubicBezTo>
                  <a:cubicBezTo>
                    <a:pt x="3015" y="756"/>
                    <a:pt x="3021" y="764"/>
                    <a:pt x="3027" y="773"/>
                  </a:cubicBezTo>
                  <a:cubicBezTo>
                    <a:pt x="3048" y="801"/>
                    <a:pt x="3048" y="801"/>
                    <a:pt x="3048" y="801"/>
                  </a:cubicBezTo>
                  <a:cubicBezTo>
                    <a:pt x="3069" y="831"/>
                    <a:pt x="3092" y="862"/>
                    <a:pt x="3114" y="892"/>
                  </a:cubicBezTo>
                  <a:cubicBezTo>
                    <a:pt x="3116" y="895"/>
                    <a:pt x="3116" y="901"/>
                    <a:pt x="3112" y="904"/>
                  </a:cubicBezTo>
                  <a:cubicBezTo>
                    <a:pt x="3110" y="905"/>
                    <a:pt x="3109" y="905"/>
                    <a:pt x="3107" y="905"/>
                  </a:cubicBezTo>
                  <a:close/>
                  <a:moveTo>
                    <a:pt x="3875" y="852"/>
                  </a:moveTo>
                  <a:cubicBezTo>
                    <a:pt x="3873" y="852"/>
                    <a:pt x="3871" y="852"/>
                    <a:pt x="3869" y="850"/>
                  </a:cubicBezTo>
                  <a:cubicBezTo>
                    <a:pt x="3866" y="847"/>
                    <a:pt x="3866" y="842"/>
                    <a:pt x="3869" y="838"/>
                  </a:cubicBezTo>
                  <a:cubicBezTo>
                    <a:pt x="3874" y="833"/>
                    <a:pt x="3879" y="827"/>
                    <a:pt x="3884" y="822"/>
                  </a:cubicBezTo>
                  <a:cubicBezTo>
                    <a:pt x="3887" y="818"/>
                    <a:pt x="3893" y="818"/>
                    <a:pt x="3896" y="821"/>
                  </a:cubicBezTo>
                  <a:cubicBezTo>
                    <a:pt x="3900" y="824"/>
                    <a:pt x="3900" y="830"/>
                    <a:pt x="3897" y="833"/>
                  </a:cubicBezTo>
                  <a:cubicBezTo>
                    <a:pt x="3892" y="839"/>
                    <a:pt x="3887" y="844"/>
                    <a:pt x="3881" y="850"/>
                  </a:cubicBezTo>
                  <a:cubicBezTo>
                    <a:pt x="3880" y="852"/>
                    <a:pt x="3877" y="852"/>
                    <a:pt x="3875" y="852"/>
                  </a:cubicBezTo>
                  <a:close/>
                  <a:moveTo>
                    <a:pt x="3909" y="815"/>
                  </a:moveTo>
                  <a:cubicBezTo>
                    <a:pt x="3907" y="815"/>
                    <a:pt x="3905" y="814"/>
                    <a:pt x="3904" y="813"/>
                  </a:cubicBezTo>
                  <a:cubicBezTo>
                    <a:pt x="3900" y="810"/>
                    <a:pt x="3900" y="804"/>
                    <a:pt x="3903" y="801"/>
                  </a:cubicBezTo>
                  <a:cubicBezTo>
                    <a:pt x="3914" y="789"/>
                    <a:pt x="3925" y="776"/>
                    <a:pt x="3936" y="764"/>
                  </a:cubicBezTo>
                  <a:cubicBezTo>
                    <a:pt x="3950" y="748"/>
                    <a:pt x="3964" y="732"/>
                    <a:pt x="3978" y="716"/>
                  </a:cubicBezTo>
                  <a:cubicBezTo>
                    <a:pt x="3978" y="716"/>
                    <a:pt x="3978" y="716"/>
                    <a:pt x="3978" y="716"/>
                  </a:cubicBezTo>
                  <a:cubicBezTo>
                    <a:pt x="4010" y="678"/>
                    <a:pt x="4042" y="640"/>
                    <a:pt x="4072" y="603"/>
                  </a:cubicBezTo>
                  <a:cubicBezTo>
                    <a:pt x="4075" y="599"/>
                    <a:pt x="4080" y="599"/>
                    <a:pt x="4084" y="602"/>
                  </a:cubicBezTo>
                  <a:cubicBezTo>
                    <a:pt x="4087" y="605"/>
                    <a:pt x="4088" y="610"/>
                    <a:pt x="4085" y="614"/>
                  </a:cubicBezTo>
                  <a:cubicBezTo>
                    <a:pt x="4055" y="651"/>
                    <a:pt x="4023" y="689"/>
                    <a:pt x="3991" y="727"/>
                  </a:cubicBezTo>
                  <a:cubicBezTo>
                    <a:pt x="3991" y="727"/>
                    <a:pt x="3991" y="727"/>
                    <a:pt x="3991" y="727"/>
                  </a:cubicBezTo>
                  <a:cubicBezTo>
                    <a:pt x="3977" y="743"/>
                    <a:pt x="3963" y="759"/>
                    <a:pt x="3949" y="775"/>
                  </a:cubicBezTo>
                  <a:cubicBezTo>
                    <a:pt x="3938" y="788"/>
                    <a:pt x="3927" y="800"/>
                    <a:pt x="3916" y="812"/>
                  </a:cubicBezTo>
                  <a:cubicBezTo>
                    <a:pt x="3914" y="814"/>
                    <a:pt x="3912" y="815"/>
                    <a:pt x="3909" y="815"/>
                  </a:cubicBezTo>
                  <a:close/>
                  <a:moveTo>
                    <a:pt x="5568" y="788"/>
                  </a:moveTo>
                  <a:cubicBezTo>
                    <a:pt x="5565" y="788"/>
                    <a:pt x="5563" y="787"/>
                    <a:pt x="5561" y="785"/>
                  </a:cubicBezTo>
                  <a:cubicBezTo>
                    <a:pt x="5556" y="779"/>
                    <a:pt x="5551" y="774"/>
                    <a:pt x="5546" y="768"/>
                  </a:cubicBezTo>
                  <a:cubicBezTo>
                    <a:pt x="5543" y="764"/>
                    <a:pt x="5543" y="759"/>
                    <a:pt x="5547" y="756"/>
                  </a:cubicBezTo>
                  <a:cubicBezTo>
                    <a:pt x="5550" y="753"/>
                    <a:pt x="5556" y="753"/>
                    <a:pt x="5559" y="757"/>
                  </a:cubicBezTo>
                  <a:cubicBezTo>
                    <a:pt x="5564" y="762"/>
                    <a:pt x="5569" y="768"/>
                    <a:pt x="5574" y="773"/>
                  </a:cubicBezTo>
                  <a:cubicBezTo>
                    <a:pt x="5577" y="777"/>
                    <a:pt x="5577" y="782"/>
                    <a:pt x="5573" y="785"/>
                  </a:cubicBezTo>
                  <a:cubicBezTo>
                    <a:pt x="5572" y="787"/>
                    <a:pt x="5570" y="788"/>
                    <a:pt x="5568" y="788"/>
                  </a:cubicBezTo>
                  <a:close/>
                  <a:moveTo>
                    <a:pt x="6135" y="783"/>
                  </a:moveTo>
                  <a:cubicBezTo>
                    <a:pt x="6133" y="783"/>
                    <a:pt x="6130" y="781"/>
                    <a:pt x="6128" y="779"/>
                  </a:cubicBezTo>
                  <a:cubicBezTo>
                    <a:pt x="6126" y="776"/>
                    <a:pt x="6126" y="770"/>
                    <a:pt x="6130" y="767"/>
                  </a:cubicBezTo>
                  <a:cubicBezTo>
                    <a:pt x="6133" y="765"/>
                    <a:pt x="6133" y="765"/>
                    <a:pt x="6133" y="765"/>
                  </a:cubicBezTo>
                  <a:cubicBezTo>
                    <a:pt x="6138" y="761"/>
                    <a:pt x="6143" y="758"/>
                    <a:pt x="6148" y="754"/>
                  </a:cubicBezTo>
                  <a:cubicBezTo>
                    <a:pt x="6152" y="751"/>
                    <a:pt x="6157" y="751"/>
                    <a:pt x="6160" y="755"/>
                  </a:cubicBezTo>
                  <a:cubicBezTo>
                    <a:pt x="6163" y="759"/>
                    <a:pt x="6162" y="764"/>
                    <a:pt x="6158" y="767"/>
                  </a:cubicBezTo>
                  <a:cubicBezTo>
                    <a:pt x="6153" y="771"/>
                    <a:pt x="6148" y="775"/>
                    <a:pt x="6143" y="779"/>
                  </a:cubicBezTo>
                  <a:cubicBezTo>
                    <a:pt x="6140" y="781"/>
                    <a:pt x="6140" y="781"/>
                    <a:pt x="6140" y="781"/>
                  </a:cubicBezTo>
                  <a:cubicBezTo>
                    <a:pt x="6139" y="782"/>
                    <a:pt x="6137" y="783"/>
                    <a:pt x="6135" y="783"/>
                  </a:cubicBezTo>
                  <a:close/>
                  <a:moveTo>
                    <a:pt x="6175" y="751"/>
                  </a:moveTo>
                  <a:cubicBezTo>
                    <a:pt x="6173" y="751"/>
                    <a:pt x="6170" y="750"/>
                    <a:pt x="6169" y="748"/>
                  </a:cubicBezTo>
                  <a:cubicBezTo>
                    <a:pt x="6166" y="744"/>
                    <a:pt x="6166" y="739"/>
                    <a:pt x="6170" y="736"/>
                  </a:cubicBezTo>
                  <a:cubicBezTo>
                    <a:pt x="6186" y="723"/>
                    <a:pt x="6201" y="710"/>
                    <a:pt x="6217" y="697"/>
                  </a:cubicBezTo>
                  <a:cubicBezTo>
                    <a:pt x="6229" y="686"/>
                    <a:pt x="6243" y="675"/>
                    <a:pt x="6256" y="663"/>
                  </a:cubicBezTo>
                  <a:cubicBezTo>
                    <a:pt x="6256" y="663"/>
                    <a:pt x="6256" y="663"/>
                    <a:pt x="6256" y="663"/>
                  </a:cubicBezTo>
                  <a:cubicBezTo>
                    <a:pt x="6294" y="629"/>
                    <a:pt x="6332" y="594"/>
                    <a:pt x="6364" y="564"/>
                  </a:cubicBezTo>
                  <a:cubicBezTo>
                    <a:pt x="6368" y="561"/>
                    <a:pt x="6373" y="561"/>
                    <a:pt x="6376" y="564"/>
                  </a:cubicBezTo>
                  <a:cubicBezTo>
                    <a:pt x="6379" y="568"/>
                    <a:pt x="6379" y="573"/>
                    <a:pt x="6376" y="576"/>
                  </a:cubicBezTo>
                  <a:cubicBezTo>
                    <a:pt x="6344" y="607"/>
                    <a:pt x="6305" y="642"/>
                    <a:pt x="6267" y="676"/>
                  </a:cubicBezTo>
                  <a:cubicBezTo>
                    <a:pt x="6267" y="676"/>
                    <a:pt x="6267" y="676"/>
                    <a:pt x="6267" y="676"/>
                  </a:cubicBezTo>
                  <a:cubicBezTo>
                    <a:pt x="6254" y="688"/>
                    <a:pt x="6240" y="699"/>
                    <a:pt x="6228" y="710"/>
                  </a:cubicBezTo>
                  <a:cubicBezTo>
                    <a:pt x="6212" y="723"/>
                    <a:pt x="6197" y="737"/>
                    <a:pt x="6181" y="749"/>
                  </a:cubicBezTo>
                  <a:cubicBezTo>
                    <a:pt x="6179" y="751"/>
                    <a:pt x="6177" y="751"/>
                    <a:pt x="6175" y="751"/>
                  </a:cubicBezTo>
                  <a:close/>
                  <a:moveTo>
                    <a:pt x="5534" y="749"/>
                  </a:moveTo>
                  <a:cubicBezTo>
                    <a:pt x="5532" y="749"/>
                    <a:pt x="5529" y="748"/>
                    <a:pt x="5528" y="746"/>
                  </a:cubicBezTo>
                  <a:cubicBezTo>
                    <a:pt x="5509" y="724"/>
                    <a:pt x="5491" y="702"/>
                    <a:pt x="5474" y="681"/>
                  </a:cubicBezTo>
                  <a:cubicBezTo>
                    <a:pt x="5461" y="665"/>
                    <a:pt x="5447" y="649"/>
                    <a:pt x="5434" y="632"/>
                  </a:cubicBezTo>
                  <a:cubicBezTo>
                    <a:pt x="5434" y="632"/>
                    <a:pt x="5434" y="632"/>
                    <a:pt x="5434" y="632"/>
                  </a:cubicBezTo>
                  <a:cubicBezTo>
                    <a:pt x="5432" y="630"/>
                    <a:pt x="5432" y="630"/>
                    <a:pt x="5432" y="630"/>
                  </a:cubicBezTo>
                  <a:cubicBezTo>
                    <a:pt x="5411" y="603"/>
                    <a:pt x="5389" y="576"/>
                    <a:pt x="5367" y="549"/>
                  </a:cubicBezTo>
                  <a:cubicBezTo>
                    <a:pt x="5363" y="544"/>
                    <a:pt x="5363" y="544"/>
                    <a:pt x="5363" y="544"/>
                  </a:cubicBezTo>
                  <a:cubicBezTo>
                    <a:pt x="5360" y="541"/>
                    <a:pt x="5361" y="535"/>
                    <a:pt x="5364" y="532"/>
                  </a:cubicBezTo>
                  <a:cubicBezTo>
                    <a:pt x="5368" y="529"/>
                    <a:pt x="5373" y="530"/>
                    <a:pt x="5376" y="534"/>
                  </a:cubicBezTo>
                  <a:cubicBezTo>
                    <a:pt x="5380" y="538"/>
                    <a:pt x="5380" y="538"/>
                    <a:pt x="5380" y="538"/>
                  </a:cubicBezTo>
                  <a:cubicBezTo>
                    <a:pt x="5402" y="565"/>
                    <a:pt x="5424" y="592"/>
                    <a:pt x="5445" y="619"/>
                  </a:cubicBezTo>
                  <a:cubicBezTo>
                    <a:pt x="5448" y="622"/>
                    <a:pt x="5448" y="622"/>
                    <a:pt x="5448" y="622"/>
                  </a:cubicBezTo>
                  <a:cubicBezTo>
                    <a:pt x="5448" y="622"/>
                    <a:pt x="5448" y="622"/>
                    <a:pt x="5448" y="622"/>
                  </a:cubicBezTo>
                  <a:cubicBezTo>
                    <a:pt x="5461" y="638"/>
                    <a:pt x="5474" y="654"/>
                    <a:pt x="5487" y="670"/>
                  </a:cubicBezTo>
                  <a:cubicBezTo>
                    <a:pt x="5504" y="691"/>
                    <a:pt x="5522" y="713"/>
                    <a:pt x="5541" y="735"/>
                  </a:cubicBezTo>
                  <a:cubicBezTo>
                    <a:pt x="5544" y="739"/>
                    <a:pt x="5543" y="744"/>
                    <a:pt x="5540" y="747"/>
                  </a:cubicBezTo>
                  <a:cubicBezTo>
                    <a:pt x="5538" y="749"/>
                    <a:pt x="5536" y="749"/>
                    <a:pt x="5534" y="749"/>
                  </a:cubicBezTo>
                  <a:close/>
                  <a:moveTo>
                    <a:pt x="1202" y="704"/>
                  </a:moveTo>
                  <a:cubicBezTo>
                    <a:pt x="1200" y="704"/>
                    <a:pt x="1200" y="704"/>
                    <a:pt x="1200" y="704"/>
                  </a:cubicBezTo>
                  <a:cubicBezTo>
                    <a:pt x="1194" y="704"/>
                    <a:pt x="1189" y="703"/>
                    <a:pt x="1183" y="703"/>
                  </a:cubicBezTo>
                  <a:cubicBezTo>
                    <a:pt x="1179" y="702"/>
                    <a:pt x="1175" y="697"/>
                    <a:pt x="1176" y="693"/>
                  </a:cubicBezTo>
                  <a:cubicBezTo>
                    <a:pt x="1177" y="688"/>
                    <a:pt x="1181" y="685"/>
                    <a:pt x="1186" y="686"/>
                  </a:cubicBezTo>
                  <a:cubicBezTo>
                    <a:pt x="1191" y="687"/>
                    <a:pt x="1196" y="687"/>
                    <a:pt x="1201" y="687"/>
                  </a:cubicBezTo>
                  <a:cubicBezTo>
                    <a:pt x="1202" y="687"/>
                    <a:pt x="1202" y="687"/>
                    <a:pt x="1202" y="687"/>
                  </a:cubicBezTo>
                  <a:cubicBezTo>
                    <a:pt x="1208" y="687"/>
                    <a:pt x="1213" y="687"/>
                    <a:pt x="1218" y="686"/>
                  </a:cubicBezTo>
                  <a:cubicBezTo>
                    <a:pt x="1233" y="684"/>
                    <a:pt x="1251" y="679"/>
                    <a:pt x="1270" y="673"/>
                  </a:cubicBezTo>
                  <a:cubicBezTo>
                    <a:pt x="1277" y="671"/>
                    <a:pt x="1285" y="669"/>
                    <a:pt x="1292" y="666"/>
                  </a:cubicBezTo>
                  <a:cubicBezTo>
                    <a:pt x="1292" y="666"/>
                    <a:pt x="1292" y="666"/>
                    <a:pt x="1292" y="666"/>
                  </a:cubicBezTo>
                  <a:cubicBezTo>
                    <a:pt x="1318" y="657"/>
                    <a:pt x="1347" y="646"/>
                    <a:pt x="1382" y="631"/>
                  </a:cubicBezTo>
                  <a:cubicBezTo>
                    <a:pt x="1396" y="624"/>
                    <a:pt x="1411" y="617"/>
                    <a:pt x="1427" y="610"/>
                  </a:cubicBezTo>
                  <a:cubicBezTo>
                    <a:pt x="1431" y="608"/>
                    <a:pt x="1436" y="610"/>
                    <a:pt x="1438" y="614"/>
                  </a:cubicBezTo>
                  <a:cubicBezTo>
                    <a:pt x="1440" y="618"/>
                    <a:pt x="1438" y="623"/>
                    <a:pt x="1434" y="625"/>
                  </a:cubicBezTo>
                  <a:cubicBezTo>
                    <a:pt x="1418" y="633"/>
                    <a:pt x="1403" y="640"/>
                    <a:pt x="1389" y="646"/>
                  </a:cubicBezTo>
                  <a:cubicBezTo>
                    <a:pt x="1353" y="662"/>
                    <a:pt x="1324" y="673"/>
                    <a:pt x="1298" y="682"/>
                  </a:cubicBezTo>
                  <a:cubicBezTo>
                    <a:pt x="1298" y="682"/>
                    <a:pt x="1298" y="682"/>
                    <a:pt x="1298" y="682"/>
                  </a:cubicBezTo>
                  <a:cubicBezTo>
                    <a:pt x="1290" y="685"/>
                    <a:pt x="1282" y="687"/>
                    <a:pt x="1275" y="690"/>
                  </a:cubicBezTo>
                  <a:cubicBezTo>
                    <a:pt x="1255" y="696"/>
                    <a:pt x="1236" y="700"/>
                    <a:pt x="1221" y="703"/>
                  </a:cubicBezTo>
                  <a:cubicBezTo>
                    <a:pt x="1214" y="704"/>
                    <a:pt x="1208" y="704"/>
                    <a:pt x="1202" y="704"/>
                  </a:cubicBezTo>
                  <a:close/>
                  <a:moveTo>
                    <a:pt x="1157" y="696"/>
                  </a:moveTo>
                  <a:cubicBezTo>
                    <a:pt x="1156" y="696"/>
                    <a:pt x="1155" y="696"/>
                    <a:pt x="1155" y="695"/>
                  </a:cubicBezTo>
                  <a:cubicBezTo>
                    <a:pt x="1148" y="693"/>
                    <a:pt x="1140" y="690"/>
                    <a:pt x="1133" y="687"/>
                  </a:cubicBezTo>
                  <a:cubicBezTo>
                    <a:pt x="1128" y="685"/>
                    <a:pt x="1126" y="680"/>
                    <a:pt x="1128" y="676"/>
                  </a:cubicBezTo>
                  <a:cubicBezTo>
                    <a:pt x="1130" y="671"/>
                    <a:pt x="1135" y="669"/>
                    <a:pt x="1139" y="671"/>
                  </a:cubicBezTo>
                  <a:cubicBezTo>
                    <a:pt x="1147" y="674"/>
                    <a:pt x="1154" y="677"/>
                    <a:pt x="1160" y="679"/>
                  </a:cubicBezTo>
                  <a:cubicBezTo>
                    <a:pt x="1164" y="681"/>
                    <a:pt x="1167" y="685"/>
                    <a:pt x="1165" y="690"/>
                  </a:cubicBezTo>
                  <a:cubicBezTo>
                    <a:pt x="1164" y="693"/>
                    <a:pt x="1161" y="696"/>
                    <a:pt x="1157" y="696"/>
                  </a:cubicBezTo>
                  <a:close/>
                  <a:moveTo>
                    <a:pt x="1111" y="675"/>
                  </a:moveTo>
                  <a:cubicBezTo>
                    <a:pt x="1109" y="675"/>
                    <a:pt x="1108" y="675"/>
                    <a:pt x="1107" y="674"/>
                  </a:cubicBezTo>
                  <a:cubicBezTo>
                    <a:pt x="1099" y="670"/>
                    <a:pt x="1090" y="665"/>
                    <a:pt x="1082" y="659"/>
                  </a:cubicBezTo>
                  <a:cubicBezTo>
                    <a:pt x="1046" y="637"/>
                    <a:pt x="1011" y="611"/>
                    <a:pt x="985" y="590"/>
                  </a:cubicBezTo>
                  <a:cubicBezTo>
                    <a:pt x="985" y="590"/>
                    <a:pt x="985" y="590"/>
                    <a:pt x="985" y="590"/>
                  </a:cubicBezTo>
                  <a:cubicBezTo>
                    <a:pt x="983" y="588"/>
                    <a:pt x="983" y="588"/>
                    <a:pt x="983" y="588"/>
                  </a:cubicBezTo>
                  <a:cubicBezTo>
                    <a:pt x="956" y="567"/>
                    <a:pt x="930" y="545"/>
                    <a:pt x="902" y="521"/>
                  </a:cubicBezTo>
                  <a:cubicBezTo>
                    <a:pt x="897" y="518"/>
                    <a:pt x="897" y="518"/>
                    <a:pt x="897" y="518"/>
                  </a:cubicBezTo>
                  <a:cubicBezTo>
                    <a:pt x="894" y="515"/>
                    <a:pt x="893" y="509"/>
                    <a:pt x="896" y="506"/>
                  </a:cubicBezTo>
                  <a:cubicBezTo>
                    <a:pt x="899" y="502"/>
                    <a:pt x="904" y="501"/>
                    <a:pt x="908" y="504"/>
                  </a:cubicBezTo>
                  <a:cubicBezTo>
                    <a:pt x="913" y="508"/>
                    <a:pt x="913" y="508"/>
                    <a:pt x="913" y="508"/>
                  </a:cubicBezTo>
                  <a:cubicBezTo>
                    <a:pt x="941" y="532"/>
                    <a:pt x="967" y="554"/>
                    <a:pt x="994" y="575"/>
                  </a:cubicBezTo>
                  <a:cubicBezTo>
                    <a:pt x="995" y="576"/>
                    <a:pt x="995" y="576"/>
                    <a:pt x="995" y="576"/>
                  </a:cubicBezTo>
                  <a:cubicBezTo>
                    <a:pt x="995" y="576"/>
                    <a:pt x="995" y="576"/>
                    <a:pt x="995" y="576"/>
                  </a:cubicBezTo>
                  <a:cubicBezTo>
                    <a:pt x="1021" y="597"/>
                    <a:pt x="1056" y="623"/>
                    <a:pt x="1091" y="645"/>
                  </a:cubicBezTo>
                  <a:cubicBezTo>
                    <a:pt x="1099" y="650"/>
                    <a:pt x="1107" y="655"/>
                    <a:pt x="1115" y="659"/>
                  </a:cubicBezTo>
                  <a:cubicBezTo>
                    <a:pt x="1119" y="661"/>
                    <a:pt x="1120" y="666"/>
                    <a:pt x="1118" y="671"/>
                  </a:cubicBezTo>
                  <a:cubicBezTo>
                    <a:pt x="1117" y="673"/>
                    <a:pt x="1114" y="675"/>
                    <a:pt x="1111" y="675"/>
                  </a:cubicBezTo>
                  <a:close/>
                  <a:moveTo>
                    <a:pt x="2936" y="672"/>
                  </a:moveTo>
                  <a:cubicBezTo>
                    <a:pt x="2934" y="672"/>
                    <a:pt x="2931" y="671"/>
                    <a:pt x="2930" y="669"/>
                  </a:cubicBezTo>
                  <a:cubicBezTo>
                    <a:pt x="2925" y="663"/>
                    <a:pt x="2921" y="657"/>
                    <a:pt x="2916" y="651"/>
                  </a:cubicBezTo>
                  <a:cubicBezTo>
                    <a:pt x="2913" y="647"/>
                    <a:pt x="2914" y="642"/>
                    <a:pt x="2918" y="639"/>
                  </a:cubicBezTo>
                  <a:cubicBezTo>
                    <a:pt x="2921" y="636"/>
                    <a:pt x="2927" y="637"/>
                    <a:pt x="2930" y="641"/>
                  </a:cubicBezTo>
                  <a:cubicBezTo>
                    <a:pt x="2934" y="647"/>
                    <a:pt x="2939" y="653"/>
                    <a:pt x="2943" y="659"/>
                  </a:cubicBezTo>
                  <a:cubicBezTo>
                    <a:pt x="2946" y="663"/>
                    <a:pt x="2945" y="668"/>
                    <a:pt x="2941" y="671"/>
                  </a:cubicBezTo>
                  <a:cubicBezTo>
                    <a:pt x="2940" y="672"/>
                    <a:pt x="2938" y="672"/>
                    <a:pt x="2936" y="672"/>
                  </a:cubicBezTo>
                  <a:close/>
                  <a:moveTo>
                    <a:pt x="2906" y="632"/>
                  </a:moveTo>
                  <a:cubicBezTo>
                    <a:pt x="2903" y="632"/>
                    <a:pt x="2901" y="631"/>
                    <a:pt x="2899" y="629"/>
                  </a:cubicBezTo>
                  <a:cubicBezTo>
                    <a:pt x="2877" y="600"/>
                    <a:pt x="2856" y="574"/>
                    <a:pt x="2836" y="549"/>
                  </a:cubicBezTo>
                  <a:cubicBezTo>
                    <a:pt x="2827" y="537"/>
                    <a:pt x="2817" y="525"/>
                    <a:pt x="2808" y="514"/>
                  </a:cubicBezTo>
                  <a:cubicBezTo>
                    <a:pt x="2808" y="514"/>
                    <a:pt x="2808" y="514"/>
                    <a:pt x="2808" y="514"/>
                  </a:cubicBezTo>
                  <a:cubicBezTo>
                    <a:pt x="2788" y="491"/>
                    <a:pt x="2769" y="468"/>
                    <a:pt x="2750" y="448"/>
                  </a:cubicBezTo>
                  <a:cubicBezTo>
                    <a:pt x="2745" y="441"/>
                    <a:pt x="2739" y="435"/>
                    <a:pt x="2733" y="429"/>
                  </a:cubicBezTo>
                  <a:cubicBezTo>
                    <a:pt x="2730" y="425"/>
                    <a:pt x="2730" y="420"/>
                    <a:pt x="2734" y="417"/>
                  </a:cubicBezTo>
                  <a:cubicBezTo>
                    <a:pt x="2737" y="414"/>
                    <a:pt x="2743" y="414"/>
                    <a:pt x="2746" y="417"/>
                  </a:cubicBezTo>
                  <a:cubicBezTo>
                    <a:pt x="2752" y="424"/>
                    <a:pt x="2757" y="430"/>
                    <a:pt x="2763" y="436"/>
                  </a:cubicBezTo>
                  <a:cubicBezTo>
                    <a:pt x="2782" y="457"/>
                    <a:pt x="2801" y="480"/>
                    <a:pt x="2821" y="503"/>
                  </a:cubicBezTo>
                  <a:cubicBezTo>
                    <a:pt x="2821" y="503"/>
                    <a:pt x="2821" y="503"/>
                    <a:pt x="2821" y="503"/>
                  </a:cubicBezTo>
                  <a:cubicBezTo>
                    <a:pt x="2830" y="514"/>
                    <a:pt x="2840" y="526"/>
                    <a:pt x="2849" y="538"/>
                  </a:cubicBezTo>
                  <a:cubicBezTo>
                    <a:pt x="2870" y="563"/>
                    <a:pt x="2890" y="589"/>
                    <a:pt x="2912" y="618"/>
                  </a:cubicBezTo>
                  <a:cubicBezTo>
                    <a:pt x="2915" y="622"/>
                    <a:pt x="2915" y="627"/>
                    <a:pt x="2911" y="630"/>
                  </a:cubicBezTo>
                  <a:cubicBezTo>
                    <a:pt x="2909" y="631"/>
                    <a:pt x="2907" y="632"/>
                    <a:pt x="2906" y="632"/>
                  </a:cubicBezTo>
                  <a:close/>
                  <a:moveTo>
                    <a:pt x="1456" y="614"/>
                  </a:moveTo>
                  <a:cubicBezTo>
                    <a:pt x="1453" y="614"/>
                    <a:pt x="1450" y="612"/>
                    <a:pt x="1448" y="609"/>
                  </a:cubicBezTo>
                  <a:cubicBezTo>
                    <a:pt x="1446" y="605"/>
                    <a:pt x="1448" y="600"/>
                    <a:pt x="1452" y="598"/>
                  </a:cubicBezTo>
                  <a:cubicBezTo>
                    <a:pt x="1459" y="595"/>
                    <a:pt x="1466" y="591"/>
                    <a:pt x="1473" y="588"/>
                  </a:cubicBezTo>
                  <a:cubicBezTo>
                    <a:pt x="1477" y="586"/>
                    <a:pt x="1482" y="588"/>
                    <a:pt x="1484" y="592"/>
                  </a:cubicBezTo>
                  <a:cubicBezTo>
                    <a:pt x="1486" y="596"/>
                    <a:pt x="1484" y="601"/>
                    <a:pt x="1480" y="603"/>
                  </a:cubicBezTo>
                  <a:cubicBezTo>
                    <a:pt x="1473" y="607"/>
                    <a:pt x="1467" y="610"/>
                    <a:pt x="1460" y="613"/>
                  </a:cubicBezTo>
                  <a:cubicBezTo>
                    <a:pt x="1459" y="614"/>
                    <a:pt x="1457" y="614"/>
                    <a:pt x="1456" y="614"/>
                  </a:cubicBezTo>
                  <a:close/>
                  <a:moveTo>
                    <a:pt x="4096" y="595"/>
                  </a:moveTo>
                  <a:cubicBezTo>
                    <a:pt x="4094" y="595"/>
                    <a:pt x="4092" y="594"/>
                    <a:pt x="4091" y="593"/>
                  </a:cubicBezTo>
                  <a:cubicBezTo>
                    <a:pt x="4087" y="590"/>
                    <a:pt x="4086" y="585"/>
                    <a:pt x="4089" y="581"/>
                  </a:cubicBezTo>
                  <a:cubicBezTo>
                    <a:pt x="4094" y="575"/>
                    <a:pt x="4099" y="569"/>
                    <a:pt x="4103" y="563"/>
                  </a:cubicBezTo>
                  <a:cubicBezTo>
                    <a:pt x="4106" y="560"/>
                    <a:pt x="4111" y="559"/>
                    <a:pt x="4115" y="562"/>
                  </a:cubicBezTo>
                  <a:cubicBezTo>
                    <a:pt x="4119" y="565"/>
                    <a:pt x="4119" y="570"/>
                    <a:pt x="4117" y="574"/>
                  </a:cubicBezTo>
                  <a:cubicBezTo>
                    <a:pt x="4112" y="580"/>
                    <a:pt x="4107" y="586"/>
                    <a:pt x="4103" y="591"/>
                  </a:cubicBezTo>
                  <a:cubicBezTo>
                    <a:pt x="4101" y="594"/>
                    <a:pt x="4098" y="595"/>
                    <a:pt x="4096" y="595"/>
                  </a:cubicBezTo>
                  <a:close/>
                  <a:moveTo>
                    <a:pt x="1502" y="592"/>
                  </a:moveTo>
                  <a:cubicBezTo>
                    <a:pt x="1499" y="592"/>
                    <a:pt x="1496" y="590"/>
                    <a:pt x="1494" y="587"/>
                  </a:cubicBezTo>
                  <a:cubicBezTo>
                    <a:pt x="1492" y="583"/>
                    <a:pt x="1494" y="578"/>
                    <a:pt x="1498" y="576"/>
                  </a:cubicBezTo>
                  <a:cubicBezTo>
                    <a:pt x="1532" y="559"/>
                    <a:pt x="1566" y="541"/>
                    <a:pt x="1599" y="525"/>
                  </a:cubicBezTo>
                  <a:cubicBezTo>
                    <a:pt x="1599" y="525"/>
                    <a:pt x="1599" y="524"/>
                    <a:pt x="1599" y="524"/>
                  </a:cubicBezTo>
                  <a:cubicBezTo>
                    <a:pt x="1619" y="514"/>
                    <a:pt x="1619" y="514"/>
                    <a:pt x="1619" y="514"/>
                  </a:cubicBezTo>
                  <a:cubicBezTo>
                    <a:pt x="1655" y="496"/>
                    <a:pt x="1693" y="477"/>
                    <a:pt x="1730" y="458"/>
                  </a:cubicBezTo>
                  <a:cubicBezTo>
                    <a:pt x="1734" y="456"/>
                    <a:pt x="1739" y="457"/>
                    <a:pt x="1741" y="462"/>
                  </a:cubicBezTo>
                  <a:cubicBezTo>
                    <a:pt x="1744" y="466"/>
                    <a:pt x="1742" y="471"/>
                    <a:pt x="1738" y="473"/>
                  </a:cubicBezTo>
                  <a:cubicBezTo>
                    <a:pt x="1700" y="492"/>
                    <a:pt x="1663" y="511"/>
                    <a:pt x="1626" y="530"/>
                  </a:cubicBezTo>
                  <a:cubicBezTo>
                    <a:pt x="1607" y="540"/>
                    <a:pt x="1607" y="540"/>
                    <a:pt x="1607" y="540"/>
                  </a:cubicBezTo>
                  <a:cubicBezTo>
                    <a:pt x="1607" y="540"/>
                    <a:pt x="1607" y="540"/>
                    <a:pt x="1607" y="540"/>
                  </a:cubicBezTo>
                  <a:cubicBezTo>
                    <a:pt x="1574" y="557"/>
                    <a:pt x="1539" y="574"/>
                    <a:pt x="1506" y="591"/>
                  </a:cubicBezTo>
                  <a:cubicBezTo>
                    <a:pt x="1504" y="591"/>
                    <a:pt x="1503" y="592"/>
                    <a:pt x="1502" y="592"/>
                  </a:cubicBezTo>
                  <a:close/>
                  <a:moveTo>
                    <a:pt x="6391" y="559"/>
                  </a:moveTo>
                  <a:cubicBezTo>
                    <a:pt x="6388" y="559"/>
                    <a:pt x="6386" y="559"/>
                    <a:pt x="6384" y="557"/>
                  </a:cubicBezTo>
                  <a:cubicBezTo>
                    <a:pt x="6381" y="553"/>
                    <a:pt x="6381" y="548"/>
                    <a:pt x="6385" y="545"/>
                  </a:cubicBezTo>
                  <a:cubicBezTo>
                    <a:pt x="6401" y="529"/>
                    <a:pt x="6401" y="529"/>
                    <a:pt x="6401" y="529"/>
                  </a:cubicBezTo>
                  <a:cubicBezTo>
                    <a:pt x="6405" y="526"/>
                    <a:pt x="6410" y="526"/>
                    <a:pt x="6413" y="530"/>
                  </a:cubicBezTo>
                  <a:cubicBezTo>
                    <a:pt x="6417" y="533"/>
                    <a:pt x="6416" y="538"/>
                    <a:pt x="6413" y="542"/>
                  </a:cubicBezTo>
                  <a:cubicBezTo>
                    <a:pt x="6396" y="557"/>
                    <a:pt x="6396" y="557"/>
                    <a:pt x="6396" y="557"/>
                  </a:cubicBezTo>
                  <a:cubicBezTo>
                    <a:pt x="6395" y="559"/>
                    <a:pt x="6393" y="559"/>
                    <a:pt x="6391" y="559"/>
                  </a:cubicBezTo>
                  <a:close/>
                  <a:moveTo>
                    <a:pt x="4127" y="555"/>
                  </a:moveTo>
                  <a:cubicBezTo>
                    <a:pt x="4125" y="555"/>
                    <a:pt x="4124" y="554"/>
                    <a:pt x="4122" y="553"/>
                  </a:cubicBezTo>
                  <a:cubicBezTo>
                    <a:pt x="4118" y="550"/>
                    <a:pt x="4118" y="545"/>
                    <a:pt x="4120" y="541"/>
                  </a:cubicBezTo>
                  <a:cubicBezTo>
                    <a:pt x="4129" y="529"/>
                    <a:pt x="4138" y="518"/>
                    <a:pt x="4147" y="506"/>
                  </a:cubicBezTo>
                  <a:cubicBezTo>
                    <a:pt x="4161" y="487"/>
                    <a:pt x="4175" y="468"/>
                    <a:pt x="4188" y="450"/>
                  </a:cubicBezTo>
                  <a:cubicBezTo>
                    <a:pt x="4188" y="450"/>
                    <a:pt x="4188" y="450"/>
                    <a:pt x="4188" y="450"/>
                  </a:cubicBezTo>
                  <a:cubicBezTo>
                    <a:pt x="4207" y="423"/>
                    <a:pt x="4225" y="397"/>
                    <a:pt x="4241" y="372"/>
                  </a:cubicBezTo>
                  <a:cubicBezTo>
                    <a:pt x="4252" y="355"/>
                    <a:pt x="4252" y="355"/>
                    <a:pt x="4252" y="355"/>
                  </a:cubicBezTo>
                  <a:cubicBezTo>
                    <a:pt x="4269" y="328"/>
                    <a:pt x="4269" y="328"/>
                    <a:pt x="4269" y="328"/>
                  </a:cubicBezTo>
                  <a:cubicBezTo>
                    <a:pt x="4271" y="324"/>
                    <a:pt x="4276" y="323"/>
                    <a:pt x="4280" y="325"/>
                  </a:cubicBezTo>
                  <a:cubicBezTo>
                    <a:pt x="4284" y="328"/>
                    <a:pt x="4285" y="333"/>
                    <a:pt x="4283" y="337"/>
                  </a:cubicBezTo>
                  <a:cubicBezTo>
                    <a:pt x="4267" y="364"/>
                    <a:pt x="4267" y="364"/>
                    <a:pt x="4267" y="364"/>
                  </a:cubicBezTo>
                  <a:cubicBezTo>
                    <a:pt x="4255" y="381"/>
                    <a:pt x="4255" y="381"/>
                    <a:pt x="4255" y="381"/>
                  </a:cubicBezTo>
                  <a:cubicBezTo>
                    <a:pt x="4239" y="407"/>
                    <a:pt x="4221" y="432"/>
                    <a:pt x="4202" y="460"/>
                  </a:cubicBezTo>
                  <a:cubicBezTo>
                    <a:pt x="4202" y="460"/>
                    <a:pt x="4202" y="460"/>
                    <a:pt x="4202" y="460"/>
                  </a:cubicBezTo>
                  <a:cubicBezTo>
                    <a:pt x="4189" y="478"/>
                    <a:pt x="4175" y="497"/>
                    <a:pt x="4160" y="516"/>
                  </a:cubicBezTo>
                  <a:cubicBezTo>
                    <a:pt x="4152" y="528"/>
                    <a:pt x="4143" y="540"/>
                    <a:pt x="4134" y="551"/>
                  </a:cubicBezTo>
                  <a:cubicBezTo>
                    <a:pt x="4132" y="553"/>
                    <a:pt x="4130" y="555"/>
                    <a:pt x="4127" y="555"/>
                  </a:cubicBezTo>
                  <a:close/>
                  <a:moveTo>
                    <a:pt x="5352" y="526"/>
                  </a:moveTo>
                  <a:cubicBezTo>
                    <a:pt x="5349" y="526"/>
                    <a:pt x="5347" y="525"/>
                    <a:pt x="5345" y="523"/>
                  </a:cubicBezTo>
                  <a:cubicBezTo>
                    <a:pt x="5340" y="517"/>
                    <a:pt x="5336" y="511"/>
                    <a:pt x="5331" y="505"/>
                  </a:cubicBezTo>
                  <a:cubicBezTo>
                    <a:pt x="5328" y="502"/>
                    <a:pt x="5328" y="496"/>
                    <a:pt x="5332" y="493"/>
                  </a:cubicBezTo>
                  <a:cubicBezTo>
                    <a:pt x="5336" y="490"/>
                    <a:pt x="5341" y="491"/>
                    <a:pt x="5344" y="494"/>
                  </a:cubicBezTo>
                  <a:cubicBezTo>
                    <a:pt x="5349" y="500"/>
                    <a:pt x="5354" y="506"/>
                    <a:pt x="5358" y="512"/>
                  </a:cubicBezTo>
                  <a:cubicBezTo>
                    <a:pt x="5361" y="515"/>
                    <a:pt x="5361" y="521"/>
                    <a:pt x="5357" y="524"/>
                  </a:cubicBezTo>
                  <a:cubicBezTo>
                    <a:pt x="5356" y="525"/>
                    <a:pt x="5354" y="526"/>
                    <a:pt x="5352" y="526"/>
                  </a:cubicBezTo>
                  <a:close/>
                  <a:moveTo>
                    <a:pt x="6428" y="525"/>
                  </a:moveTo>
                  <a:cubicBezTo>
                    <a:pt x="6426" y="525"/>
                    <a:pt x="6423" y="524"/>
                    <a:pt x="6422" y="522"/>
                  </a:cubicBezTo>
                  <a:cubicBezTo>
                    <a:pt x="6418" y="519"/>
                    <a:pt x="6419" y="513"/>
                    <a:pt x="6422" y="510"/>
                  </a:cubicBezTo>
                  <a:cubicBezTo>
                    <a:pt x="6436" y="497"/>
                    <a:pt x="6451" y="483"/>
                    <a:pt x="6465" y="470"/>
                  </a:cubicBezTo>
                  <a:cubicBezTo>
                    <a:pt x="6478" y="458"/>
                    <a:pt x="6491" y="446"/>
                    <a:pt x="6505" y="433"/>
                  </a:cubicBezTo>
                  <a:cubicBezTo>
                    <a:pt x="6505" y="433"/>
                    <a:pt x="6505" y="433"/>
                    <a:pt x="6505" y="433"/>
                  </a:cubicBezTo>
                  <a:cubicBezTo>
                    <a:pt x="6513" y="426"/>
                    <a:pt x="6521" y="419"/>
                    <a:pt x="6529" y="412"/>
                  </a:cubicBezTo>
                  <a:cubicBezTo>
                    <a:pt x="6532" y="409"/>
                    <a:pt x="6536" y="406"/>
                    <a:pt x="6539" y="403"/>
                  </a:cubicBezTo>
                  <a:cubicBezTo>
                    <a:pt x="6546" y="396"/>
                    <a:pt x="6554" y="390"/>
                    <a:pt x="6562" y="383"/>
                  </a:cubicBezTo>
                  <a:cubicBezTo>
                    <a:pt x="6578" y="369"/>
                    <a:pt x="6578" y="369"/>
                    <a:pt x="6578" y="369"/>
                  </a:cubicBezTo>
                  <a:cubicBezTo>
                    <a:pt x="6596" y="353"/>
                    <a:pt x="6596" y="353"/>
                    <a:pt x="6596" y="353"/>
                  </a:cubicBezTo>
                  <a:cubicBezTo>
                    <a:pt x="6601" y="350"/>
                    <a:pt x="6605" y="346"/>
                    <a:pt x="6610" y="343"/>
                  </a:cubicBezTo>
                  <a:cubicBezTo>
                    <a:pt x="6616" y="338"/>
                    <a:pt x="6616" y="338"/>
                    <a:pt x="6616" y="338"/>
                  </a:cubicBezTo>
                  <a:cubicBezTo>
                    <a:pt x="6619" y="337"/>
                    <a:pt x="6619" y="337"/>
                    <a:pt x="6619" y="337"/>
                  </a:cubicBezTo>
                  <a:cubicBezTo>
                    <a:pt x="6623" y="335"/>
                    <a:pt x="6628" y="336"/>
                    <a:pt x="6630" y="340"/>
                  </a:cubicBezTo>
                  <a:cubicBezTo>
                    <a:pt x="6633" y="344"/>
                    <a:pt x="6631" y="349"/>
                    <a:pt x="6627" y="352"/>
                  </a:cubicBezTo>
                  <a:cubicBezTo>
                    <a:pt x="6625" y="353"/>
                    <a:pt x="6625" y="353"/>
                    <a:pt x="6625" y="353"/>
                  </a:cubicBezTo>
                  <a:cubicBezTo>
                    <a:pt x="6619" y="357"/>
                    <a:pt x="6619" y="357"/>
                    <a:pt x="6619" y="357"/>
                  </a:cubicBezTo>
                  <a:cubicBezTo>
                    <a:pt x="6615" y="360"/>
                    <a:pt x="6611" y="363"/>
                    <a:pt x="6608" y="366"/>
                  </a:cubicBezTo>
                  <a:cubicBezTo>
                    <a:pt x="6589" y="382"/>
                    <a:pt x="6589" y="382"/>
                    <a:pt x="6589" y="382"/>
                  </a:cubicBezTo>
                  <a:cubicBezTo>
                    <a:pt x="6573" y="396"/>
                    <a:pt x="6573" y="396"/>
                    <a:pt x="6573" y="396"/>
                  </a:cubicBezTo>
                  <a:cubicBezTo>
                    <a:pt x="6565" y="402"/>
                    <a:pt x="6558" y="409"/>
                    <a:pt x="6550" y="415"/>
                  </a:cubicBezTo>
                  <a:cubicBezTo>
                    <a:pt x="6547" y="418"/>
                    <a:pt x="6543" y="421"/>
                    <a:pt x="6540" y="424"/>
                  </a:cubicBezTo>
                  <a:cubicBezTo>
                    <a:pt x="6532" y="431"/>
                    <a:pt x="6524" y="439"/>
                    <a:pt x="6517" y="446"/>
                  </a:cubicBezTo>
                  <a:cubicBezTo>
                    <a:pt x="6517" y="446"/>
                    <a:pt x="6517" y="446"/>
                    <a:pt x="6517" y="446"/>
                  </a:cubicBezTo>
                  <a:cubicBezTo>
                    <a:pt x="6502" y="459"/>
                    <a:pt x="6489" y="471"/>
                    <a:pt x="6477" y="482"/>
                  </a:cubicBezTo>
                  <a:cubicBezTo>
                    <a:pt x="6462" y="496"/>
                    <a:pt x="6448" y="509"/>
                    <a:pt x="6434" y="522"/>
                  </a:cubicBezTo>
                  <a:cubicBezTo>
                    <a:pt x="6432" y="524"/>
                    <a:pt x="6430" y="525"/>
                    <a:pt x="6428" y="525"/>
                  </a:cubicBezTo>
                  <a:close/>
                  <a:moveTo>
                    <a:pt x="881" y="501"/>
                  </a:moveTo>
                  <a:cubicBezTo>
                    <a:pt x="879" y="501"/>
                    <a:pt x="877" y="501"/>
                    <a:pt x="875" y="499"/>
                  </a:cubicBezTo>
                  <a:cubicBezTo>
                    <a:pt x="870" y="495"/>
                    <a:pt x="864" y="490"/>
                    <a:pt x="858" y="485"/>
                  </a:cubicBezTo>
                  <a:cubicBezTo>
                    <a:pt x="854" y="482"/>
                    <a:pt x="854" y="477"/>
                    <a:pt x="857" y="473"/>
                  </a:cubicBezTo>
                  <a:cubicBezTo>
                    <a:pt x="860" y="469"/>
                    <a:pt x="865" y="469"/>
                    <a:pt x="869" y="472"/>
                  </a:cubicBezTo>
                  <a:cubicBezTo>
                    <a:pt x="875" y="477"/>
                    <a:pt x="881" y="482"/>
                    <a:pt x="886" y="486"/>
                  </a:cubicBezTo>
                  <a:cubicBezTo>
                    <a:pt x="890" y="489"/>
                    <a:pt x="890" y="495"/>
                    <a:pt x="887" y="498"/>
                  </a:cubicBezTo>
                  <a:cubicBezTo>
                    <a:pt x="886" y="500"/>
                    <a:pt x="883" y="501"/>
                    <a:pt x="881" y="501"/>
                  </a:cubicBezTo>
                  <a:close/>
                  <a:moveTo>
                    <a:pt x="5319" y="487"/>
                  </a:moveTo>
                  <a:cubicBezTo>
                    <a:pt x="5317" y="487"/>
                    <a:pt x="5314" y="486"/>
                    <a:pt x="5313" y="484"/>
                  </a:cubicBezTo>
                  <a:cubicBezTo>
                    <a:pt x="5293" y="460"/>
                    <a:pt x="5274" y="438"/>
                    <a:pt x="5255" y="417"/>
                  </a:cubicBezTo>
                  <a:cubicBezTo>
                    <a:pt x="5242" y="402"/>
                    <a:pt x="5229" y="387"/>
                    <a:pt x="5216" y="373"/>
                  </a:cubicBezTo>
                  <a:cubicBezTo>
                    <a:pt x="5216" y="373"/>
                    <a:pt x="5216" y="373"/>
                    <a:pt x="5216" y="373"/>
                  </a:cubicBezTo>
                  <a:cubicBezTo>
                    <a:pt x="5190" y="345"/>
                    <a:pt x="5164" y="318"/>
                    <a:pt x="5138" y="291"/>
                  </a:cubicBezTo>
                  <a:cubicBezTo>
                    <a:pt x="5135" y="288"/>
                    <a:pt x="5135" y="283"/>
                    <a:pt x="5139" y="279"/>
                  </a:cubicBezTo>
                  <a:cubicBezTo>
                    <a:pt x="5142" y="276"/>
                    <a:pt x="5147" y="276"/>
                    <a:pt x="5151" y="279"/>
                  </a:cubicBezTo>
                  <a:cubicBezTo>
                    <a:pt x="5177" y="306"/>
                    <a:pt x="5203" y="334"/>
                    <a:pt x="5228" y="362"/>
                  </a:cubicBezTo>
                  <a:cubicBezTo>
                    <a:pt x="5228" y="362"/>
                    <a:pt x="5228" y="362"/>
                    <a:pt x="5228" y="362"/>
                  </a:cubicBezTo>
                  <a:cubicBezTo>
                    <a:pt x="5242" y="376"/>
                    <a:pt x="5255" y="391"/>
                    <a:pt x="5268" y="406"/>
                  </a:cubicBezTo>
                  <a:cubicBezTo>
                    <a:pt x="5287" y="427"/>
                    <a:pt x="5306" y="449"/>
                    <a:pt x="5326" y="473"/>
                  </a:cubicBezTo>
                  <a:cubicBezTo>
                    <a:pt x="5329" y="476"/>
                    <a:pt x="5328" y="482"/>
                    <a:pt x="5325" y="485"/>
                  </a:cubicBezTo>
                  <a:cubicBezTo>
                    <a:pt x="5323" y="486"/>
                    <a:pt x="5321" y="487"/>
                    <a:pt x="5319" y="487"/>
                  </a:cubicBezTo>
                  <a:close/>
                  <a:moveTo>
                    <a:pt x="842" y="469"/>
                  </a:moveTo>
                  <a:cubicBezTo>
                    <a:pt x="840" y="469"/>
                    <a:pt x="838" y="468"/>
                    <a:pt x="836" y="467"/>
                  </a:cubicBezTo>
                  <a:cubicBezTo>
                    <a:pt x="817" y="451"/>
                    <a:pt x="799" y="437"/>
                    <a:pt x="782" y="424"/>
                  </a:cubicBezTo>
                  <a:cubicBezTo>
                    <a:pt x="760" y="407"/>
                    <a:pt x="739" y="392"/>
                    <a:pt x="720" y="379"/>
                  </a:cubicBezTo>
                  <a:cubicBezTo>
                    <a:pt x="720" y="379"/>
                    <a:pt x="720" y="379"/>
                    <a:pt x="720" y="379"/>
                  </a:cubicBezTo>
                  <a:cubicBezTo>
                    <a:pt x="703" y="367"/>
                    <a:pt x="686" y="356"/>
                    <a:pt x="670" y="346"/>
                  </a:cubicBezTo>
                  <a:cubicBezTo>
                    <a:pt x="655" y="337"/>
                    <a:pt x="639" y="328"/>
                    <a:pt x="624" y="320"/>
                  </a:cubicBezTo>
                  <a:cubicBezTo>
                    <a:pt x="620" y="318"/>
                    <a:pt x="619" y="312"/>
                    <a:pt x="621" y="308"/>
                  </a:cubicBezTo>
                  <a:cubicBezTo>
                    <a:pt x="623" y="304"/>
                    <a:pt x="628" y="303"/>
                    <a:pt x="632" y="305"/>
                  </a:cubicBezTo>
                  <a:cubicBezTo>
                    <a:pt x="648" y="313"/>
                    <a:pt x="663" y="322"/>
                    <a:pt x="679" y="332"/>
                  </a:cubicBezTo>
                  <a:cubicBezTo>
                    <a:pt x="696" y="342"/>
                    <a:pt x="712" y="353"/>
                    <a:pt x="729" y="365"/>
                  </a:cubicBezTo>
                  <a:cubicBezTo>
                    <a:pt x="729" y="365"/>
                    <a:pt x="729" y="365"/>
                    <a:pt x="729" y="365"/>
                  </a:cubicBezTo>
                  <a:cubicBezTo>
                    <a:pt x="749" y="378"/>
                    <a:pt x="770" y="393"/>
                    <a:pt x="792" y="411"/>
                  </a:cubicBezTo>
                  <a:cubicBezTo>
                    <a:pt x="809" y="424"/>
                    <a:pt x="827" y="438"/>
                    <a:pt x="847" y="454"/>
                  </a:cubicBezTo>
                  <a:cubicBezTo>
                    <a:pt x="851" y="457"/>
                    <a:pt x="851" y="462"/>
                    <a:pt x="848" y="466"/>
                  </a:cubicBezTo>
                  <a:cubicBezTo>
                    <a:pt x="847" y="468"/>
                    <a:pt x="844" y="469"/>
                    <a:pt x="842" y="469"/>
                  </a:cubicBezTo>
                  <a:close/>
                  <a:moveTo>
                    <a:pt x="1759" y="461"/>
                  </a:moveTo>
                  <a:cubicBezTo>
                    <a:pt x="1756" y="461"/>
                    <a:pt x="1753" y="459"/>
                    <a:pt x="1752" y="456"/>
                  </a:cubicBezTo>
                  <a:cubicBezTo>
                    <a:pt x="1749" y="452"/>
                    <a:pt x="1751" y="447"/>
                    <a:pt x="1755" y="445"/>
                  </a:cubicBezTo>
                  <a:cubicBezTo>
                    <a:pt x="1762" y="442"/>
                    <a:pt x="1769" y="438"/>
                    <a:pt x="1776" y="435"/>
                  </a:cubicBezTo>
                  <a:cubicBezTo>
                    <a:pt x="1780" y="433"/>
                    <a:pt x="1785" y="435"/>
                    <a:pt x="1787" y="439"/>
                  </a:cubicBezTo>
                  <a:cubicBezTo>
                    <a:pt x="1789" y="443"/>
                    <a:pt x="1787" y="448"/>
                    <a:pt x="1783" y="450"/>
                  </a:cubicBezTo>
                  <a:cubicBezTo>
                    <a:pt x="1776" y="454"/>
                    <a:pt x="1770" y="457"/>
                    <a:pt x="1763" y="460"/>
                  </a:cubicBezTo>
                  <a:cubicBezTo>
                    <a:pt x="1762" y="461"/>
                    <a:pt x="1760" y="461"/>
                    <a:pt x="1759" y="461"/>
                  </a:cubicBezTo>
                  <a:close/>
                  <a:moveTo>
                    <a:pt x="1805" y="439"/>
                  </a:moveTo>
                  <a:cubicBezTo>
                    <a:pt x="1802" y="439"/>
                    <a:pt x="1799" y="437"/>
                    <a:pt x="1797" y="434"/>
                  </a:cubicBezTo>
                  <a:cubicBezTo>
                    <a:pt x="1795" y="430"/>
                    <a:pt x="1797" y="425"/>
                    <a:pt x="1801" y="423"/>
                  </a:cubicBezTo>
                  <a:cubicBezTo>
                    <a:pt x="1815" y="416"/>
                    <a:pt x="1829" y="409"/>
                    <a:pt x="1843" y="402"/>
                  </a:cubicBezTo>
                  <a:cubicBezTo>
                    <a:pt x="1865" y="392"/>
                    <a:pt x="1885" y="383"/>
                    <a:pt x="1904" y="375"/>
                  </a:cubicBezTo>
                  <a:cubicBezTo>
                    <a:pt x="1904" y="375"/>
                    <a:pt x="1904" y="374"/>
                    <a:pt x="1904" y="374"/>
                  </a:cubicBezTo>
                  <a:cubicBezTo>
                    <a:pt x="1953" y="353"/>
                    <a:pt x="1997" y="334"/>
                    <a:pt x="2040" y="318"/>
                  </a:cubicBezTo>
                  <a:cubicBezTo>
                    <a:pt x="2045" y="317"/>
                    <a:pt x="2050" y="319"/>
                    <a:pt x="2051" y="323"/>
                  </a:cubicBezTo>
                  <a:cubicBezTo>
                    <a:pt x="2053" y="328"/>
                    <a:pt x="2051" y="333"/>
                    <a:pt x="2046" y="334"/>
                  </a:cubicBezTo>
                  <a:cubicBezTo>
                    <a:pt x="2004" y="350"/>
                    <a:pt x="1959" y="368"/>
                    <a:pt x="1911" y="390"/>
                  </a:cubicBezTo>
                  <a:cubicBezTo>
                    <a:pt x="1911" y="390"/>
                    <a:pt x="1911" y="390"/>
                    <a:pt x="1911" y="390"/>
                  </a:cubicBezTo>
                  <a:cubicBezTo>
                    <a:pt x="1891" y="399"/>
                    <a:pt x="1872" y="408"/>
                    <a:pt x="1851" y="418"/>
                  </a:cubicBezTo>
                  <a:cubicBezTo>
                    <a:pt x="1837" y="424"/>
                    <a:pt x="1823" y="431"/>
                    <a:pt x="1809" y="438"/>
                  </a:cubicBezTo>
                  <a:cubicBezTo>
                    <a:pt x="1807" y="438"/>
                    <a:pt x="1806" y="439"/>
                    <a:pt x="1805" y="439"/>
                  </a:cubicBezTo>
                  <a:close/>
                  <a:moveTo>
                    <a:pt x="2720" y="411"/>
                  </a:moveTo>
                  <a:cubicBezTo>
                    <a:pt x="2718" y="411"/>
                    <a:pt x="2716" y="410"/>
                    <a:pt x="2714" y="408"/>
                  </a:cubicBezTo>
                  <a:cubicBezTo>
                    <a:pt x="2711" y="405"/>
                    <a:pt x="2708" y="402"/>
                    <a:pt x="2705" y="399"/>
                  </a:cubicBezTo>
                  <a:cubicBezTo>
                    <a:pt x="2698" y="392"/>
                    <a:pt x="2698" y="392"/>
                    <a:pt x="2698" y="392"/>
                  </a:cubicBezTo>
                  <a:cubicBezTo>
                    <a:pt x="2695" y="389"/>
                    <a:pt x="2695" y="384"/>
                    <a:pt x="2699" y="380"/>
                  </a:cubicBezTo>
                  <a:cubicBezTo>
                    <a:pt x="2702" y="377"/>
                    <a:pt x="2707" y="377"/>
                    <a:pt x="2711" y="380"/>
                  </a:cubicBezTo>
                  <a:cubicBezTo>
                    <a:pt x="2717" y="387"/>
                    <a:pt x="2717" y="387"/>
                    <a:pt x="2717" y="387"/>
                  </a:cubicBezTo>
                  <a:cubicBezTo>
                    <a:pt x="2720" y="390"/>
                    <a:pt x="2723" y="393"/>
                    <a:pt x="2726" y="397"/>
                  </a:cubicBezTo>
                  <a:cubicBezTo>
                    <a:pt x="2730" y="400"/>
                    <a:pt x="2730" y="405"/>
                    <a:pt x="2726" y="409"/>
                  </a:cubicBezTo>
                  <a:cubicBezTo>
                    <a:pt x="2724" y="410"/>
                    <a:pt x="2722" y="411"/>
                    <a:pt x="2720" y="411"/>
                  </a:cubicBezTo>
                  <a:close/>
                  <a:moveTo>
                    <a:pt x="2684" y="375"/>
                  </a:moveTo>
                  <a:cubicBezTo>
                    <a:pt x="2682" y="375"/>
                    <a:pt x="2680" y="374"/>
                    <a:pt x="2679" y="373"/>
                  </a:cubicBezTo>
                  <a:cubicBezTo>
                    <a:pt x="2677" y="372"/>
                    <a:pt x="2676" y="371"/>
                    <a:pt x="2675" y="369"/>
                  </a:cubicBezTo>
                  <a:cubicBezTo>
                    <a:pt x="2672" y="367"/>
                    <a:pt x="2669" y="364"/>
                    <a:pt x="2666" y="361"/>
                  </a:cubicBezTo>
                  <a:cubicBezTo>
                    <a:pt x="2651" y="349"/>
                    <a:pt x="2651" y="349"/>
                    <a:pt x="2651" y="349"/>
                  </a:cubicBezTo>
                  <a:cubicBezTo>
                    <a:pt x="2630" y="333"/>
                    <a:pt x="2608" y="319"/>
                    <a:pt x="2586" y="307"/>
                  </a:cubicBezTo>
                  <a:cubicBezTo>
                    <a:pt x="2577" y="303"/>
                    <a:pt x="2568" y="299"/>
                    <a:pt x="2558" y="295"/>
                  </a:cubicBezTo>
                  <a:cubicBezTo>
                    <a:pt x="2544" y="289"/>
                    <a:pt x="2529" y="284"/>
                    <a:pt x="2514" y="280"/>
                  </a:cubicBezTo>
                  <a:cubicBezTo>
                    <a:pt x="2495" y="274"/>
                    <a:pt x="2474" y="270"/>
                    <a:pt x="2451" y="267"/>
                  </a:cubicBezTo>
                  <a:cubicBezTo>
                    <a:pt x="2447" y="266"/>
                    <a:pt x="2443" y="262"/>
                    <a:pt x="2444" y="258"/>
                  </a:cubicBezTo>
                  <a:cubicBezTo>
                    <a:pt x="2445" y="253"/>
                    <a:pt x="2449" y="250"/>
                    <a:pt x="2453" y="250"/>
                  </a:cubicBezTo>
                  <a:cubicBezTo>
                    <a:pt x="2477" y="253"/>
                    <a:pt x="2499" y="258"/>
                    <a:pt x="2519" y="264"/>
                  </a:cubicBezTo>
                  <a:cubicBezTo>
                    <a:pt x="2534" y="268"/>
                    <a:pt x="2550" y="273"/>
                    <a:pt x="2565" y="279"/>
                  </a:cubicBezTo>
                  <a:cubicBezTo>
                    <a:pt x="2574" y="283"/>
                    <a:pt x="2584" y="288"/>
                    <a:pt x="2593" y="292"/>
                  </a:cubicBezTo>
                  <a:cubicBezTo>
                    <a:pt x="2617" y="304"/>
                    <a:pt x="2640" y="319"/>
                    <a:pt x="2661" y="335"/>
                  </a:cubicBezTo>
                  <a:cubicBezTo>
                    <a:pt x="2677" y="348"/>
                    <a:pt x="2677" y="348"/>
                    <a:pt x="2677" y="348"/>
                  </a:cubicBezTo>
                  <a:cubicBezTo>
                    <a:pt x="2680" y="351"/>
                    <a:pt x="2684" y="354"/>
                    <a:pt x="2687" y="357"/>
                  </a:cubicBezTo>
                  <a:cubicBezTo>
                    <a:pt x="2688" y="358"/>
                    <a:pt x="2689" y="359"/>
                    <a:pt x="2690" y="360"/>
                  </a:cubicBezTo>
                  <a:cubicBezTo>
                    <a:pt x="2694" y="363"/>
                    <a:pt x="2694" y="369"/>
                    <a:pt x="2691" y="372"/>
                  </a:cubicBezTo>
                  <a:cubicBezTo>
                    <a:pt x="2689" y="374"/>
                    <a:pt x="2687" y="375"/>
                    <a:pt x="2684" y="375"/>
                  </a:cubicBezTo>
                  <a:close/>
                  <a:moveTo>
                    <a:pt x="6648" y="340"/>
                  </a:moveTo>
                  <a:cubicBezTo>
                    <a:pt x="6645" y="340"/>
                    <a:pt x="6642" y="338"/>
                    <a:pt x="6640" y="335"/>
                  </a:cubicBezTo>
                  <a:cubicBezTo>
                    <a:pt x="6639" y="331"/>
                    <a:pt x="6640" y="326"/>
                    <a:pt x="6645" y="324"/>
                  </a:cubicBezTo>
                  <a:cubicBezTo>
                    <a:pt x="6647" y="323"/>
                    <a:pt x="6650" y="322"/>
                    <a:pt x="6652" y="320"/>
                  </a:cubicBezTo>
                  <a:cubicBezTo>
                    <a:pt x="6656" y="319"/>
                    <a:pt x="6660" y="317"/>
                    <a:pt x="6664" y="316"/>
                  </a:cubicBezTo>
                  <a:cubicBezTo>
                    <a:pt x="6666" y="315"/>
                    <a:pt x="6666" y="315"/>
                    <a:pt x="6666" y="315"/>
                  </a:cubicBezTo>
                  <a:cubicBezTo>
                    <a:pt x="6671" y="314"/>
                    <a:pt x="6676" y="316"/>
                    <a:pt x="6677" y="320"/>
                  </a:cubicBezTo>
                  <a:cubicBezTo>
                    <a:pt x="6679" y="325"/>
                    <a:pt x="6677" y="330"/>
                    <a:pt x="6672" y="331"/>
                  </a:cubicBezTo>
                  <a:cubicBezTo>
                    <a:pt x="6669" y="332"/>
                    <a:pt x="6669" y="332"/>
                    <a:pt x="6669" y="332"/>
                  </a:cubicBezTo>
                  <a:cubicBezTo>
                    <a:pt x="6666" y="333"/>
                    <a:pt x="6663" y="335"/>
                    <a:pt x="6659" y="336"/>
                  </a:cubicBezTo>
                  <a:cubicBezTo>
                    <a:pt x="6656" y="337"/>
                    <a:pt x="6654" y="338"/>
                    <a:pt x="6652" y="339"/>
                  </a:cubicBezTo>
                  <a:cubicBezTo>
                    <a:pt x="6650" y="340"/>
                    <a:pt x="6649" y="340"/>
                    <a:pt x="6648" y="340"/>
                  </a:cubicBezTo>
                  <a:close/>
                  <a:moveTo>
                    <a:pt x="2070" y="325"/>
                  </a:moveTo>
                  <a:cubicBezTo>
                    <a:pt x="2066" y="325"/>
                    <a:pt x="2063" y="323"/>
                    <a:pt x="2062" y="319"/>
                  </a:cubicBezTo>
                  <a:cubicBezTo>
                    <a:pt x="2060" y="315"/>
                    <a:pt x="2063" y="310"/>
                    <a:pt x="2067" y="309"/>
                  </a:cubicBezTo>
                  <a:cubicBezTo>
                    <a:pt x="2074" y="306"/>
                    <a:pt x="2081" y="304"/>
                    <a:pt x="2089" y="301"/>
                  </a:cubicBezTo>
                  <a:cubicBezTo>
                    <a:pt x="2093" y="300"/>
                    <a:pt x="2098" y="302"/>
                    <a:pt x="2099" y="307"/>
                  </a:cubicBezTo>
                  <a:cubicBezTo>
                    <a:pt x="2101" y="311"/>
                    <a:pt x="2098" y="316"/>
                    <a:pt x="2094" y="317"/>
                  </a:cubicBezTo>
                  <a:cubicBezTo>
                    <a:pt x="2087" y="320"/>
                    <a:pt x="2080" y="322"/>
                    <a:pt x="2073" y="325"/>
                  </a:cubicBezTo>
                  <a:cubicBezTo>
                    <a:pt x="2072" y="325"/>
                    <a:pt x="2071" y="325"/>
                    <a:pt x="2070" y="325"/>
                  </a:cubicBezTo>
                  <a:close/>
                  <a:moveTo>
                    <a:pt x="6696" y="323"/>
                  </a:moveTo>
                  <a:cubicBezTo>
                    <a:pt x="6693" y="323"/>
                    <a:pt x="6689" y="321"/>
                    <a:pt x="6688" y="317"/>
                  </a:cubicBezTo>
                  <a:cubicBezTo>
                    <a:pt x="6687" y="313"/>
                    <a:pt x="6689" y="308"/>
                    <a:pt x="6694" y="307"/>
                  </a:cubicBezTo>
                  <a:cubicBezTo>
                    <a:pt x="6703" y="304"/>
                    <a:pt x="6703" y="304"/>
                    <a:pt x="6703" y="304"/>
                  </a:cubicBezTo>
                  <a:cubicBezTo>
                    <a:pt x="6731" y="297"/>
                    <a:pt x="6759" y="291"/>
                    <a:pt x="6794" y="286"/>
                  </a:cubicBezTo>
                  <a:cubicBezTo>
                    <a:pt x="6798" y="285"/>
                    <a:pt x="6802" y="284"/>
                    <a:pt x="6806" y="284"/>
                  </a:cubicBezTo>
                  <a:cubicBezTo>
                    <a:pt x="6806" y="284"/>
                    <a:pt x="6806" y="284"/>
                    <a:pt x="6806" y="284"/>
                  </a:cubicBezTo>
                  <a:cubicBezTo>
                    <a:pt x="6849" y="277"/>
                    <a:pt x="6895" y="271"/>
                    <a:pt x="6952" y="266"/>
                  </a:cubicBezTo>
                  <a:cubicBezTo>
                    <a:pt x="6957" y="265"/>
                    <a:pt x="6961" y="269"/>
                    <a:pt x="6961" y="273"/>
                  </a:cubicBezTo>
                  <a:cubicBezTo>
                    <a:pt x="6962" y="278"/>
                    <a:pt x="6958" y="282"/>
                    <a:pt x="6954" y="283"/>
                  </a:cubicBezTo>
                  <a:cubicBezTo>
                    <a:pt x="6897" y="288"/>
                    <a:pt x="6851" y="294"/>
                    <a:pt x="6808" y="300"/>
                  </a:cubicBezTo>
                  <a:cubicBezTo>
                    <a:pt x="6808" y="300"/>
                    <a:pt x="6808" y="300"/>
                    <a:pt x="6808" y="300"/>
                  </a:cubicBezTo>
                  <a:cubicBezTo>
                    <a:pt x="6804" y="301"/>
                    <a:pt x="6800" y="302"/>
                    <a:pt x="6796" y="302"/>
                  </a:cubicBezTo>
                  <a:cubicBezTo>
                    <a:pt x="6763" y="308"/>
                    <a:pt x="6734" y="314"/>
                    <a:pt x="6707" y="321"/>
                  </a:cubicBezTo>
                  <a:cubicBezTo>
                    <a:pt x="6699" y="323"/>
                    <a:pt x="6699" y="323"/>
                    <a:pt x="6699" y="323"/>
                  </a:cubicBezTo>
                  <a:cubicBezTo>
                    <a:pt x="6698" y="323"/>
                    <a:pt x="6697" y="323"/>
                    <a:pt x="6696" y="323"/>
                  </a:cubicBezTo>
                  <a:close/>
                  <a:moveTo>
                    <a:pt x="4291" y="317"/>
                  </a:moveTo>
                  <a:cubicBezTo>
                    <a:pt x="4289" y="317"/>
                    <a:pt x="4287" y="317"/>
                    <a:pt x="4286" y="316"/>
                  </a:cubicBezTo>
                  <a:cubicBezTo>
                    <a:pt x="4282" y="313"/>
                    <a:pt x="4281" y="308"/>
                    <a:pt x="4283" y="304"/>
                  </a:cubicBezTo>
                  <a:cubicBezTo>
                    <a:pt x="4285" y="301"/>
                    <a:pt x="4285" y="301"/>
                    <a:pt x="4285" y="301"/>
                  </a:cubicBezTo>
                  <a:cubicBezTo>
                    <a:pt x="4288" y="296"/>
                    <a:pt x="4292" y="290"/>
                    <a:pt x="4295" y="285"/>
                  </a:cubicBezTo>
                  <a:cubicBezTo>
                    <a:pt x="4298" y="281"/>
                    <a:pt x="4303" y="280"/>
                    <a:pt x="4307" y="282"/>
                  </a:cubicBezTo>
                  <a:cubicBezTo>
                    <a:pt x="4311" y="285"/>
                    <a:pt x="4312" y="290"/>
                    <a:pt x="4310" y="294"/>
                  </a:cubicBezTo>
                  <a:cubicBezTo>
                    <a:pt x="4306" y="299"/>
                    <a:pt x="4303" y="305"/>
                    <a:pt x="4299" y="310"/>
                  </a:cubicBezTo>
                  <a:cubicBezTo>
                    <a:pt x="4298" y="313"/>
                    <a:pt x="4298" y="313"/>
                    <a:pt x="4298" y="313"/>
                  </a:cubicBezTo>
                  <a:cubicBezTo>
                    <a:pt x="4296" y="316"/>
                    <a:pt x="4293" y="317"/>
                    <a:pt x="4291" y="317"/>
                  </a:cubicBezTo>
                  <a:close/>
                  <a:moveTo>
                    <a:pt x="2118" y="309"/>
                  </a:moveTo>
                  <a:cubicBezTo>
                    <a:pt x="2115" y="309"/>
                    <a:pt x="2111" y="307"/>
                    <a:pt x="2110" y="303"/>
                  </a:cubicBezTo>
                  <a:cubicBezTo>
                    <a:pt x="2109" y="299"/>
                    <a:pt x="2111" y="294"/>
                    <a:pt x="2116" y="292"/>
                  </a:cubicBezTo>
                  <a:cubicBezTo>
                    <a:pt x="2155" y="280"/>
                    <a:pt x="2191" y="270"/>
                    <a:pt x="2224" y="263"/>
                  </a:cubicBezTo>
                  <a:cubicBezTo>
                    <a:pt x="2226" y="263"/>
                    <a:pt x="2226" y="263"/>
                    <a:pt x="2226" y="263"/>
                  </a:cubicBezTo>
                  <a:cubicBezTo>
                    <a:pt x="2226" y="263"/>
                    <a:pt x="2226" y="263"/>
                    <a:pt x="2226" y="263"/>
                  </a:cubicBezTo>
                  <a:cubicBezTo>
                    <a:pt x="2245" y="259"/>
                    <a:pt x="2267" y="255"/>
                    <a:pt x="2294" y="251"/>
                  </a:cubicBezTo>
                  <a:cubicBezTo>
                    <a:pt x="2322" y="248"/>
                    <a:pt x="2345" y="246"/>
                    <a:pt x="2367" y="246"/>
                  </a:cubicBezTo>
                  <a:cubicBezTo>
                    <a:pt x="2369" y="246"/>
                    <a:pt x="2371" y="246"/>
                    <a:pt x="2373" y="246"/>
                  </a:cubicBezTo>
                  <a:cubicBezTo>
                    <a:pt x="2373" y="246"/>
                    <a:pt x="2373" y="246"/>
                    <a:pt x="2373" y="246"/>
                  </a:cubicBezTo>
                  <a:cubicBezTo>
                    <a:pt x="2378" y="246"/>
                    <a:pt x="2382" y="249"/>
                    <a:pt x="2382" y="254"/>
                  </a:cubicBezTo>
                  <a:cubicBezTo>
                    <a:pt x="2382" y="259"/>
                    <a:pt x="2378" y="263"/>
                    <a:pt x="2373" y="263"/>
                  </a:cubicBezTo>
                  <a:cubicBezTo>
                    <a:pt x="2371" y="263"/>
                    <a:pt x="2370" y="263"/>
                    <a:pt x="2368" y="263"/>
                  </a:cubicBezTo>
                  <a:cubicBezTo>
                    <a:pt x="2346" y="263"/>
                    <a:pt x="2324" y="265"/>
                    <a:pt x="2297" y="268"/>
                  </a:cubicBezTo>
                  <a:cubicBezTo>
                    <a:pt x="2270" y="272"/>
                    <a:pt x="2248" y="276"/>
                    <a:pt x="2229" y="280"/>
                  </a:cubicBezTo>
                  <a:cubicBezTo>
                    <a:pt x="2229" y="280"/>
                    <a:pt x="2229" y="280"/>
                    <a:pt x="2229" y="280"/>
                  </a:cubicBezTo>
                  <a:cubicBezTo>
                    <a:pt x="2228" y="280"/>
                    <a:pt x="2228" y="280"/>
                    <a:pt x="2228" y="280"/>
                  </a:cubicBezTo>
                  <a:cubicBezTo>
                    <a:pt x="2195" y="287"/>
                    <a:pt x="2160" y="296"/>
                    <a:pt x="2121" y="309"/>
                  </a:cubicBezTo>
                  <a:cubicBezTo>
                    <a:pt x="2120" y="309"/>
                    <a:pt x="2119" y="309"/>
                    <a:pt x="2118" y="309"/>
                  </a:cubicBezTo>
                  <a:close/>
                  <a:moveTo>
                    <a:pt x="603" y="308"/>
                  </a:moveTo>
                  <a:cubicBezTo>
                    <a:pt x="602" y="308"/>
                    <a:pt x="601" y="308"/>
                    <a:pt x="599" y="307"/>
                  </a:cubicBezTo>
                  <a:cubicBezTo>
                    <a:pt x="593" y="304"/>
                    <a:pt x="586" y="301"/>
                    <a:pt x="579" y="297"/>
                  </a:cubicBezTo>
                  <a:cubicBezTo>
                    <a:pt x="575" y="296"/>
                    <a:pt x="573" y="291"/>
                    <a:pt x="575" y="286"/>
                  </a:cubicBezTo>
                  <a:cubicBezTo>
                    <a:pt x="577" y="282"/>
                    <a:pt x="582" y="280"/>
                    <a:pt x="586" y="282"/>
                  </a:cubicBezTo>
                  <a:cubicBezTo>
                    <a:pt x="593" y="285"/>
                    <a:pt x="600" y="288"/>
                    <a:pt x="607" y="292"/>
                  </a:cubicBezTo>
                  <a:cubicBezTo>
                    <a:pt x="611" y="294"/>
                    <a:pt x="613" y="299"/>
                    <a:pt x="611" y="303"/>
                  </a:cubicBezTo>
                  <a:cubicBezTo>
                    <a:pt x="609" y="306"/>
                    <a:pt x="606" y="308"/>
                    <a:pt x="603" y="308"/>
                  </a:cubicBezTo>
                  <a:close/>
                  <a:moveTo>
                    <a:pt x="557" y="287"/>
                  </a:moveTo>
                  <a:cubicBezTo>
                    <a:pt x="556" y="287"/>
                    <a:pt x="554" y="287"/>
                    <a:pt x="553" y="287"/>
                  </a:cubicBezTo>
                  <a:cubicBezTo>
                    <a:pt x="550" y="285"/>
                    <a:pt x="547" y="284"/>
                    <a:pt x="544" y="283"/>
                  </a:cubicBezTo>
                  <a:cubicBezTo>
                    <a:pt x="500" y="266"/>
                    <a:pt x="456" y="256"/>
                    <a:pt x="414" y="251"/>
                  </a:cubicBezTo>
                  <a:cubicBezTo>
                    <a:pt x="414" y="251"/>
                    <a:pt x="414" y="251"/>
                    <a:pt x="414" y="251"/>
                  </a:cubicBezTo>
                  <a:cubicBezTo>
                    <a:pt x="409" y="251"/>
                    <a:pt x="405" y="251"/>
                    <a:pt x="401" y="250"/>
                  </a:cubicBezTo>
                  <a:cubicBezTo>
                    <a:pt x="399" y="250"/>
                    <a:pt x="399" y="250"/>
                    <a:pt x="399" y="250"/>
                  </a:cubicBezTo>
                  <a:cubicBezTo>
                    <a:pt x="393" y="250"/>
                    <a:pt x="388" y="249"/>
                    <a:pt x="382" y="249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01" y="249"/>
                    <a:pt x="301" y="249"/>
                    <a:pt x="301" y="249"/>
                  </a:cubicBezTo>
                  <a:cubicBezTo>
                    <a:pt x="297" y="249"/>
                    <a:pt x="293" y="245"/>
                    <a:pt x="293" y="241"/>
                  </a:cubicBezTo>
                  <a:cubicBezTo>
                    <a:pt x="293" y="236"/>
                    <a:pt x="297" y="232"/>
                    <a:pt x="301" y="232"/>
                  </a:cubicBezTo>
                  <a:cubicBezTo>
                    <a:pt x="373" y="232"/>
                    <a:pt x="373" y="232"/>
                    <a:pt x="373" y="232"/>
                  </a:cubicBezTo>
                  <a:cubicBezTo>
                    <a:pt x="382" y="232"/>
                    <a:pt x="382" y="232"/>
                    <a:pt x="382" y="232"/>
                  </a:cubicBezTo>
                  <a:cubicBezTo>
                    <a:pt x="388" y="232"/>
                    <a:pt x="394" y="233"/>
                    <a:pt x="400" y="233"/>
                  </a:cubicBezTo>
                  <a:cubicBezTo>
                    <a:pt x="402" y="233"/>
                    <a:pt x="402" y="233"/>
                    <a:pt x="402" y="233"/>
                  </a:cubicBezTo>
                  <a:cubicBezTo>
                    <a:pt x="406" y="234"/>
                    <a:pt x="411" y="234"/>
                    <a:pt x="415" y="234"/>
                  </a:cubicBezTo>
                  <a:cubicBezTo>
                    <a:pt x="415" y="234"/>
                    <a:pt x="415" y="234"/>
                    <a:pt x="415" y="234"/>
                  </a:cubicBezTo>
                  <a:cubicBezTo>
                    <a:pt x="460" y="239"/>
                    <a:pt x="505" y="250"/>
                    <a:pt x="550" y="267"/>
                  </a:cubicBezTo>
                  <a:cubicBezTo>
                    <a:pt x="554" y="268"/>
                    <a:pt x="557" y="270"/>
                    <a:pt x="560" y="271"/>
                  </a:cubicBezTo>
                  <a:cubicBezTo>
                    <a:pt x="564" y="273"/>
                    <a:pt x="566" y="277"/>
                    <a:pt x="564" y="282"/>
                  </a:cubicBezTo>
                  <a:cubicBezTo>
                    <a:pt x="563" y="285"/>
                    <a:pt x="560" y="287"/>
                    <a:pt x="557" y="287"/>
                  </a:cubicBezTo>
                  <a:close/>
                  <a:moveTo>
                    <a:pt x="6981" y="280"/>
                  </a:moveTo>
                  <a:cubicBezTo>
                    <a:pt x="6977" y="280"/>
                    <a:pt x="6973" y="277"/>
                    <a:pt x="6973" y="272"/>
                  </a:cubicBezTo>
                  <a:cubicBezTo>
                    <a:pt x="6972" y="268"/>
                    <a:pt x="6976" y="264"/>
                    <a:pt x="6980" y="263"/>
                  </a:cubicBezTo>
                  <a:cubicBezTo>
                    <a:pt x="6988" y="262"/>
                    <a:pt x="6995" y="262"/>
                    <a:pt x="7003" y="261"/>
                  </a:cubicBezTo>
                  <a:cubicBezTo>
                    <a:pt x="7007" y="261"/>
                    <a:pt x="7012" y="264"/>
                    <a:pt x="7012" y="269"/>
                  </a:cubicBezTo>
                  <a:cubicBezTo>
                    <a:pt x="7013" y="274"/>
                    <a:pt x="7009" y="278"/>
                    <a:pt x="7004" y="278"/>
                  </a:cubicBezTo>
                  <a:cubicBezTo>
                    <a:pt x="6997" y="279"/>
                    <a:pt x="6989" y="279"/>
                    <a:pt x="6982" y="280"/>
                  </a:cubicBezTo>
                  <a:cubicBezTo>
                    <a:pt x="6982" y="280"/>
                    <a:pt x="6981" y="280"/>
                    <a:pt x="6981" y="280"/>
                  </a:cubicBezTo>
                  <a:close/>
                  <a:moveTo>
                    <a:pt x="7032" y="276"/>
                  </a:moveTo>
                  <a:cubicBezTo>
                    <a:pt x="7027" y="276"/>
                    <a:pt x="7024" y="272"/>
                    <a:pt x="7023" y="268"/>
                  </a:cubicBezTo>
                  <a:cubicBezTo>
                    <a:pt x="7023" y="263"/>
                    <a:pt x="7027" y="259"/>
                    <a:pt x="7031" y="259"/>
                  </a:cubicBezTo>
                  <a:cubicBezTo>
                    <a:pt x="7065" y="256"/>
                    <a:pt x="7101" y="254"/>
                    <a:pt x="7140" y="251"/>
                  </a:cubicBezTo>
                  <a:cubicBezTo>
                    <a:pt x="7144" y="251"/>
                    <a:pt x="7144" y="251"/>
                    <a:pt x="7144" y="251"/>
                  </a:cubicBezTo>
                  <a:cubicBezTo>
                    <a:pt x="7144" y="251"/>
                    <a:pt x="7144" y="251"/>
                    <a:pt x="7144" y="251"/>
                  </a:cubicBezTo>
                  <a:cubicBezTo>
                    <a:pt x="7191" y="248"/>
                    <a:pt x="7241" y="246"/>
                    <a:pt x="7291" y="244"/>
                  </a:cubicBezTo>
                  <a:cubicBezTo>
                    <a:pt x="7296" y="243"/>
                    <a:pt x="7300" y="247"/>
                    <a:pt x="7300" y="252"/>
                  </a:cubicBezTo>
                  <a:cubicBezTo>
                    <a:pt x="7300" y="257"/>
                    <a:pt x="7297" y="260"/>
                    <a:pt x="7292" y="261"/>
                  </a:cubicBezTo>
                  <a:cubicBezTo>
                    <a:pt x="7241" y="263"/>
                    <a:pt x="7192" y="265"/>
                    <a:pt x="7145" y="268"/>
                  </a:cubicBezTo>
                  <a:cubicBezTo>
                    <a:pt x="7145" y="268"/>
                    <a:pt x="7145" y="268"/>
                    <a:pt x="7145" y="268"/>
                  </a:cubicBezTo>
                  <a:cubicBezTo>
                    <a:pt x="7141" y="268"/>
                    <a:pt x="7141" y="268"/>
                    <a:pt x="7141" y="268"/>
                  </a:cubicBezTo>
                  <a:cubicBezTo>
                    <a:pt x="7102" y="271"/>
                    <a:pt x="7067" y="273"/>
                    <a:pt x="7033" y="276"/>
                  </a:cubicBezTo>
                  <a:cubicBezTo>
                    <a:pt x="7032" y="276"/>
                    <a:pt x="7032" y="276"/>
                    <a:pt x="7032" y="276"/>
                  </a:cubicBezTo>
                  <a:close/>
                  <a:moveTo>
                    <a:pt x="4318" y="274"/>
                  </a:moveTo>
                  <a:cubicBezTo>
                    <a:pt x="4316" y="274"/>
                    <a:pt x="4315" y="274"/>
                    <a:pt x="4313" y="273"/>
                  </a:cubicBezTo>
                  <a:cubicBezTo>
                    <a:pt x="4309" y="270"/>
                    <a:pt x="4308" y="265"/>
                    <a:pt x="4311" y="261"/>
                  </a:cubicBezTo>
                  <a:cubicBezTo>
                    <a:pt x="4319" y="249"/>
                    <a:pt x="4326" y="237"/>
                    <a:pt x="4334" y="226"/>
                  </a:cubicBezTo>
                  <a:cubicBezTo>
                    <a:pt x="4349" y="205"/>
                    <a:pt x="4363" y="186"/>
                    <a:pt x="4377" y="168"/>
                  </a:cubicBezTo>
                  <a:cubicBezTo>
                    <a:pt x="4377" y="168"/>
                    <a:pt x="4377" y="168"/>
                    <a:pt x="4377" y="168"/>
                  </a:cubicBezTo>
                  <a:cubicBezTo>
                    <a:pt x="4382" y="163"/>
                    <a:pt x="4386" y="158"/>
                    <a:pt x="4390" y="153"/>
                  </a:cubicBezTo>
                  <a:cubicBezTo>
                    <a:pt x="4414" y="126"/>
                    <a:pt x="4436" y="103"/>
                    <a:pt x="4460" y="83"/>
                  </a:cubicBezTo>
                  <a:cubicBezTo>
                    <a:pt x="4468" y="77"/>
                    <a:pt x="4476" y="70"/>
                    <a:pt x="4484" y="65"/>
                  </a:cubicBezTo>
                  <a:cubicBezTo>
                    <a:pt x="4488" y="62"/>
                    <a:pt x="4493" y="63"/>
                    <a:pt x="4496" y="67"/>
                  </a:cubicBezTo>
                  <a:cubicBezTo>
                    <a:pt x="4499" y="71"/>
                    <a:pt x="4498" y="76"/>
                    <a:pt x="4494" y="79"/>
                  </a:cubicBezTo>
                  <a:cubicBezTo>
                    <a:pt x="4486" y="84"/>
                    <a:pt x="4479" y="90"/>
                    <a:pt x="4471" y="96"/>
                  </a:cubicBezTo>
                  <a:cubicBezTo>
                    <a:pt x="4448" y="115"/>
                    <a:pt x="4426" y="137"/>
                    <a:pt x="4403" y="164"/>
                  </a:cubicBezTo>
                  <a:cubicBezTo>
                    <a:pt x="4399" y="169"/>
                    <a:pt x="4395" y="174"/>
                    <a:pt x="4391" y="179"/>
                  </a:cubicBezTo>
                  <a:cubicBezTo>
                    <a:pt x="4377" y="196"/>
                    <a:pt x="4363" y="215"/>
                    <a:pt x="4348" y="236"/>
                  </a:cubicBezTo>
                  <a:cubicBezTo>
                    <a:pt x="4340" y="247"/>
                    <a:pt x="4333" y="258"/>
                    <a:pt x="4325" y="270"/>
                  </a:cubicBezTo>
                  <a:cubicBezTo>
                    <a:pt x="4323" y="273"/>
                    <a:pt x="4321" y="274"/>
                    <a:pt x="4318" y="274"/>
                  </a:cubicBezTo>
                  <a:close/>
                  <a:moveTo>
                    <a:pt x="5125" y="274"/>
                  </a:moveTo>
                  <a:cubicBezTo>
                    <a:pt x="5122" y="274"/>
                    <a:pt x="5120" y="273"/>
                    <a:pt x="5119" y="271"/>
                  </a:cubicBezTo>
                  <a:cubicBezTo>
                    <a:pt x="5113" y="266"/>
                    <a:pt x="5108" y="261"/>
                    <a:pt x="5103" y="255"/>
                  </a:cubicBezTo>
                  <a:cubicBezTo>
                    <a:pt x="5099" y="252"/>
                    <a:pt x="5099" y="247"/>
                    <a:pt x="5102" y="243"/>
                  </a:cubicBezTo>
                  <a:cubicBezTo>
                    <a:pt x="5106" y="240"/>
                    <a:pt x="5111" y="240"/>
                    <a:pt x="5114" y="243"/>
                  </a:cubicBezTo>
                  <a:cubicBezTo>
                    <a:pt x="5120" y="249"/>
                    <a:pt x="5125" y="254"/>
                    <a:pt x="5131" y="259"/>
                  </a:cubicBezTo>
                  <a:cubicBezTo>
                    <a:pt x="5134" y="262"/>
                    <a:pt x="5134" y="268"/>
                    <a:pt x="5131" y="271"/>
                  </a:cubicBezTo>
                  <a:cubicBezTo>
                    <a:pt x="5129" y="273"/>
                    <a:pt x="5127" y="274"/>
                    <a:pt x="5125" y="274"/>
                  </a:cubicBezTo>
                  <a:close/>
                  <a:moveTo>
                    <a:pt x="2424" y="264"/>
                  </a:moveTo>
                  <a:cubicBezTo>
                    <a:pt x="2424" y="264"/>
                    <a:pt x="2424" y="264"/>
                    <a:pt x="2424" y="264"/>
                  </a:cubicBezTo>
                  <a:cubicBezTo>
                    <a:pt x="2416" y="264"/>
                    <a:pt x="2409" y="263"/>
                    <a:pt x="2401" y="263"/>
                  </a:cubicBezTo>
                  <a:cubicBezTo>
                    <a:pt x="2397" y="263"/>
                    <a:pt x="2393" y="259"/>
                    <a:pt x="2393" y="254"/>
                  </a:cubicBezTo>
                  <a:cubicBezTo>
                    <a:pt x="2393" y="249"/>
                    <a:pt x="2397" y="246"/>
                    <a:pt x="2402" y="246"/>
                  </a:cubicBezTo>
                  <a:cubicBezTo>
                    <a:pt x="2410" y="246"/>
                    <a:pt x="2417" y="247"/>
                    <a:pt x="2425" y="247"/>
                  </a:cubicBezTo>
                  <a:cubicBezTo>
                    <a:pt x="2430" y="248"/>
                    <a:pt x="2433" y="252"/>
                    <a:pt x="2433" y="256"/>
                  </a:cubicBezTo>
                  <a:cubicBezTo>
                    <a:pt x="2432" y="261"/>
                    <a:pt x="2429" y="264"/>
                    <a:pt x="2424" y="264"/>
                  </a:cubicBezTo>
                  <a:close/>
                  <a:moveTo>
                    <a:pt x="7320" y="260"/>
                  </a:moveTo>
                  <a:cubicBezTo>
                    <a:pt x="7315" y="260"/>
                    <a:pt x="7312" y="256"/>
                    <a:pt x="7311" y="251"/>
                  </a:cubicBezTo>
                  <a:cubicBezTo>
                    <a:pt x="7311" y="247"/>
                    <a:pt x="7315" y="243"/>
                    <a:pt x="7320" y="243"/>
                  </a:cubicBezTo>
                  <a:cubicBezTo>
                    <a:pt x="7327" y="242"/>
                    <a:pt x="7335" y="242"/>
                    <a:pt x="7342" y="242"/>
                  </a:cubicBezTo>
                  <a:cubicBezTo>
                    <a:pt x="7347" y="242"/>
                    <a:pt x="7351" y="245"/>
                    <a:pt x="7351" y="250"/>
                  </a:cubicBezTo>
                  <a:cubicBezTo>
                    <a:pt x="7351" y="255"/>
                    <a:pt x="7347" y="258"/>
                    <a:pt x="7343" y="259"/>
                  </a:cubicBezTo>
                  <a:cubicBezTo>
                    <a:pt x="7335" y="259"/>
                    <a:pt x="7328" y="259"/>
                    <a:pt x="7320" y="260"/>
                  </a:cubicBezTo>
                  <a:cubicBezTo>
                    <a:pt x="7320" y="260"/>
                    <a:pt x="7320" y="260"/>
                    <a:pt x="7320" y="260"/>
                  </a:cubicBezTo>
                  <a:close/>
                  <a:moveTo>
                    <a:pt x="7371" y="258"/>
                  </a:moveTo>
                  <a:cubicBezTo>
                    <a:pt x="7366" y="258"/>
                    <a:pt x="7362" y="254"/>
                    <a:pt x="7362" y="249"/>
                  </a:cubicBezTo>
                  <a:cubicBezTo>
                    <a:pt x="7362" y="245"/>
                    <a:pt x="7366" y="241"/>
                    <a:pt x="7370" y="241"/>
                  </a:cubicBezTo>
                  <a:cubicBezTo>
                    <a:pt x="7406" y="239"/>
                    <a:pt x="7443" y="238"/>
                    <a:pt x="7482" y="237"/>
                  </a:cubicBezTo>
                  <a:cubicBezTo>
                    <a:pt x="7484" y="237"/>
                    <a:pt x="7484" y="237"/>
                    <a:pt x="7484" y="237"/>
                  </a:cubicBezTo>
                  <a:cubicBezTo>
                    <a:pt x="7532" y="236"/>
                    <a:pt x="7581" y="235"/>
                    <a:pt x="7631" y="234"/>
                  </a:cubicBezTo>
                  <a:cubicBezTo>
                    <a:pt x="7635" y="234"/>
                    <a:pt x="7639" y="238"/>
                    <a:pt x="7639" y="242"/>
                  </a:cubicBezTo>
                  <a:cubicBezTo>
                    <a:pt x="7639" y="247"/>
                    <a:pt x="7636" y="251"/>
                    <a:pt x="7631" y="251"/>
                  </a:cubicBezTo>
                  <a:cubicBezTo>
                    <a:pt x="7582" y="252"/>
                    <a:pt x="7532" y="253"/>
                    <a:pt x="7484" y="254"/>
                  </a:cubicBezTo>
                  <a:cubicBezTo>
                    <a:pt x="7484" y="254"/>
                    <a:pt x="7484" y="254"/>
                    <a:pt x="7484" y="254"/>
                  </a:cubicBezTo>
                  <a:cubicBezTo>
                    <a:pt x="7482" y="254"/>
                    <a:pt x="7482" y="254"/>
                    <a:pt x="7482" y="254"/>
                  </a:cubicBezTo>
                  <a:cubicBezTo>
                    <a:pt x="7443" y="255"/>
                    <a:pt x="7407" y="256"/>
                    <a:pt x="7371" y="258"/>
                  </a:cubicBezTo>
                  <a:cubicBezTo>
                    <a:pt x="7371" y="258"/>
                    <a:pt x="7371" y="258"/>
                    <a:pt x="7371" y="258"/>
                  </a:cubicBezTo>
                  <a:close/>
                  <a:moveTo>
                    <a:pt x="7659" y="251"/>
                  </a:moveTo>
                  <a:cubicBezTo>
                    <a:pt x="7655" y="251"/>
                    <a:pt x="7651" y="247"/>
                    <a:pt x="7651" y="242"/>
                  </a:cubicBezTo>
                  <a:cubicBezTo>
                    <a:pt x="7651" y="238"/>
                    <a:pt x="7654" y="234"/>
                    <a:pt x="7659" y="234"/>
                  </a:cubicBezTo>
                  <a:cubicBezTo>
                    <a:pt x="7682" y="233"/>
                    <a:pt x="7682" y="233"/>
                    <a:pt x="7682" y="233"/>
                  </a:cubicBezTo>
                  <a:cubicBezTo>
                    <a:pt x="7682" y="233"/>
                    <a:pt x="7682" y="233"/>
                    <a:pt x="7682" y="233"/>
                  </a:cubicBezTo>
                  <a:cubicBezTo>
                    <a:pt x="7686" y="233"/>
                    <a:pt x="7690" y="237"/>
                    <a:pt x="7690" y="242"/>
                  </a:cubicBezTo>
                  <a:cubicBezTo>
                    <a:pt x="7690" y="246"/>
                    <a:pt x="7687" y="250"/>
                    <a:pt x="7682" y="250"/>
                  </a:cubicBezTo>
                  <a:cubicBezTo>
                    <a:pt x="7659" y="251"/>
                    <a:pt x="7659" y="251"/>
                    <a:pt x="7659" y="251"/>
                  </a:cubicBezTo>
                  <a:cubicBezTo>
                    <a:pt x="7659" y="251"/>
                    <a:pt x="7659" y="251"/>
                    <a:pt x="7659" y="251"/>
                  </a:cubicBezTo>
                  <a:close/>
                  <a:moveTo>
                    <a:pt x="7710" y="250"/>
                  </a:moveTo>
                  <a:cubicBezTo>
                    <a:pt x="7705" y="250"/>
                    <a:pt x="7702" y="246"/>
                    <a:pt x="7702" y="242"/>
                  </a:cubicBezTo>
                  <a:cubicBezTo>
                    <a:pt x="7702" y="237"/>
                    <a:pt x="7705" y="233"/>
                    <a:pt x="7710" y="233"/>
                  </a:cubicBezTo>
                  <a:cubicBezTo>
                    <a:pt x="7747" y="233"/>
                    <a:pt x="7785" y="232"/>
                    <a:pt x="7823" y="232"/>
                  </a:cubicBezTo>
                  <a:cubicBezTo>
                    <a:pt x="7823" y="232"/>
                    <a:pt x="7823" y="232"/>
                    <a:pt x="7823" y="232"/>
                  </a:cubicBezTo>
                  <a:cubicBezTo>
                    <a:pt x="7828" y="232"/>
                    <a:pt x="7832" y="236"/>
                    <a:pt x="7832" y="241"/>
                  </a:cubicBezTo>
                  <a:cubicBezTo>
                    <a:pt x="7832" y="245"/>
                    <a:pt x="7828" y="249"/>
                    <a:pt x="7823" y="249"/>
                  </a:cubicBezTo>
                  <a:cubicBezTo>
                    <a:pt x="7785" y="249"/>
                    <a:pt x="7747" y="250"/>
                    <a:pt x="7710" y="250"/>
                  </a:cubicBezTo>
                  <a:cubicBezTo>
                    <a:pt x="7710" y="250"/>
                    <a:pt x="7710" y="250"/>
                    <a:pt x="7710" y="250"/>
                  </a:cubicBezTo>
                  <a:close/>
                  <a:moveTo>
                    <a:pt x="273" y="249"/>
                  </a:moveTo>
                  <a:cubicBezTo>
                    <a:pt x="250" y="249"/>
                    <a:pt x="250" y="249"/>
                    <a:pt x="250" y="249"/>
                  </a:cubicBezTo>
                  <a:cubicBezTo>
                    <a:pt x="246" y="249"/>
                    <a:pt x="242" y="245"/>
                    <a:pt x="242" y="241"/>
                  </a:cubicBezTo>
                  <a:cubicBezTo>
                    <a:pt x="242" y="236"/>
                    <a:pt x="246" y="232"/>
                    <a:pt x="250" y="232"/>
                  </a:cubicBezTo>
                  <a:cubicBezTo>
                    <a:pt x="273" y="232"/>
                    <a:pt x="273" y="232"/>
                    <a:pt x="273" y="232"/>
                  </a:cubicBezTo>
                  <a:cubicBezTo>
                    <a:pt x="278" y="232"/>
                    <a:pt x="282" y="236"/>
                    <a:pt x="282" y="241"/>
                  </a:cubicBezTo>
                  <a:cubicBezTo>
                    <a:pt x="282" y="245"/>
                    <a:pt x="278" y="249"/>
                    <a:pt x="273" y="249"/>
                  </a:cubicBezTo>
                  <a:close/>
                  <a:moveTo>
                    <a:pt x="222" y="249"/>
                  </a:moveTo>
                  <a:cubicBezTo>
                    <a:pt x="9" y="249"/>
                    <a:pt x="9" y="249"/>
                    <a:pt x="9" y="249"/>
                  </a:cubicBezTo>
                  <a:cubicBezTo>
                    <a:pt x="4" y="249"/>
                    <a:pt x="0" y="245"/>
                    <a:pt x="0" y="241"/>
                  </a:cubicBezTo>
                  <a:cubicBezTo>
                    <a:pt x="0" y="236"/>
                    <a:pt x="4" y="232"/>
                    <a:pt x="9" y="232"/>
                  </a:cubicBezTo>
                  <a:cubicBezTo>
                    <a:pt x="222" y="232"/>
                    <a:pt x="222" y="232"/>
                    <a:pt x="222" y="232"/>
                  </a:cubicBezTo>
                  <a:cubicBezTo>
                    <a:pt x="227" y="232"/>
                    <a:pt x="231" y="236"/>
                    <a:pt x="231" y="241"/>
                  </a:cubicBezTo>
                  <a:cubicBezTo>
                    <a:pt x="231" y="245"/>
                    <a:pt x="227" y="249"/>
                    <a:pt x="222" y="249"/>
                  </a:cubicBezTo>
                  <a:close/>
                  <a:moveTo>
                    <a:pt x="5088" y="238"/>
                  </a:moveTo>
                  <a:cubicBezTo>
                    <a:pt x="5086" y="238"/>
                    <a:pt x="5084" y="237"/>
                    <a:pt x="5082" y="236"/>
                  </a:cubicBezTo>
                  <a:cubicBezTo>
                    <a:pt x="5075" y="229"/>
                    <a:pt x="5075" y="229"/>
                    <a:pt x="5075" y="229"/>
                  </a:cubicBezTo>
                  <a:cubicBezTo>
                    <a:pt x="5042" y="199"/>
                    <a:pt x="5042" y="199"/>
                    <a:pt x="5042" y="199"/>
                  </a:cubicBezTo>
                  <a:cubicBezTo>
                    <a:pt x="5009" y="170"/>
                    <a:pt x="5009" y="170"/>
                    <a:pt x="5009" y="170"/>
                  </a:cubicBezTo>
                  <a:cubicBezTo>
                    <a:pt x="4996" y="159"/>
                    <a:pt x="4984" y="150"/>
                    <a:pt x="4972" y="140"/>
                  </a:cubicBezTo>
                  <a:cubicBezTo>
                    <a:pt x="4940" y="116"/>
                    <a:pt x="4909" y="96"/>
                    <a:pt x="4879" y="78"/>
                  </a:cubicBezTo>
                  <a:cubicBezTo>
                    <a:pt x="4874" y="76"/>
                    <a:pt x="4873" y="71"/>
                    <a:pt x="4875" y="67"/>
                  </a:cubicBezTo>
                  <a:cubicBezTo>
                    <a:pt x="4878" y="63"/>
                    <a:pt x="4883" y="61"/>
                    <a:pt x="4887" y="64"/>
                  </a:cubicBezTo>
                  <a:cubicBezTo>
                    <a:pt x="4918" y="81"/>
                    <a:pt x="4949" y="102"/>
                    <a:pt x="4982" y="127"/>
                  </a:cubicBezTo>
                  <a:cubicBezTo>
                    <a:pt x="4982" y="127"/>
                    <a:pt x="4982" y="127"/>
                    <a:pt x="4982" y="127"/>
                  </a:cubicBezTo>
                  <a:cubicBezTo>
                    <a:pt x="4994" y="136"/>
                    <a:pt x="5007" y="146"/>
                    <a:pt x="5020" y="157"/>
                  </a:cubicBezTo>
                  <a:cubicBezTo>
                    <a:pt x="5054" y="186"/>
                    <a:pt x="5054" y="186"/>
                    <a:pt x="5054" y="186"/>
                  </a:cubicBezTo>
                  <a:cubicBezTo>
                    <a:pt x="5087" y="216"/>
                    <a:pt x="5087" y="216"/>
                    <a:pt x="5087" y="216"/>
                  </a:cubicBezTo>
                  <a:cubicBezTo>
                    <a:pt x="5094" y="223"/>
                    <a:pt x="5094" y="223"/>
                    <a:pt x="5094" y="223"/>
                  </a:cubicBezTo>
                  <a:cubicBezTo>
                    <a:pt x="5097" y="227"/>
                    <a:pt x="5098" y="232"/>
                    <a:pt x="5094" y="235"/>
                  </a:cubicBezTo>
                  <a:cubicBezTo>
                    <a:pt x="5093" y="237"/>
                    <a:pt x="5090" y="238"/>
                    <a:pt x="5088" y="238"/>
                  </a:cubicBezTo>
                  <a:close/>
                  <a:moveTo>
                    <a:pt x="4858" y="66"/>
                  </a:moveTo>
                  <a:cubicBezTo>
                    <a:pt x="4856" y="66"/>
                    <a:pt x="4855" y="66"/>
                    <a:pt x="4854" y="65"/>
                  </a:cubicBezTo>
                  <a:cubicBezTo>
                    <a:pt x="4841" y="59"/>
                    <a:pt x="4841" y="59"/>
                    <a:pt x="4841" y="59"/>
                  </a:cubicBezTo>
                  <a:cubicBezTo>
                    <a:pt x="4834" y="56"/>
                    <a:pt x="4834" y="56"/>
                    <a:pt x="4834" y="56"/>
                  </a:cubicBezTo>
                  <a:cubicBezTo>
                    <a:pt x="4830" y="54"/>
                    <a:pt x="4828" y="49"/>
                    <a:pt x="4830" y="44"/>
                  </a:cubicBezTo>
                  <a:cubicBezTo>
                    <a:pt x="4832" y="40"/>
                    <a:pt x="4837" y="38"/>
                    <a:pt x="4841" y="40"/>
                  </a:cubicBezTo>
                  <a:cubicBezTo>
                    <a:pt x="4849" y="44"/>
                    <a:pt x="4849" y="44"/>
                    <a:pt x="4849" y="44"/>
                  </a:cubicBezTo>
                  <a:cubicBezTo>
                    <a:pt x="4862" y="50"/>
                    <a:pt x="4862" y="50"/>
                    <a:pt x="4862" y="50"/>
                  </a:cubicBezTo>
                  <a:cubicBezTo>
                    <a:pt x="4866" y="52"/>
                    <a:pt x="4867" y="57"/>
                    <a:pt x="4865" y="62"/>
                  </a:cubicBezTo>
                  <a:cubicBezTo>
                    <a:pt x="4864" y="64"/>
                    <a:pt x="4861" y="66"/>
                    <a:pt x="4858" y="66"/>
                  </a:cubicBezTo>
                  <a:close/>
                  <a:moveTo>
                    <a:pt x="4513" y="65"/>
                  </a:moveTo>
                  <a:cubicBezTo>
                    <a:pt x="4510" y="65"/>
                    <a:pt x="4507" y="63"/>
                    <a:pt x="4505" y="60"/>
                  </a:cubicBezTo>
                  <a:cubicBezTo>
                    <a:pt x="4503" y="56"/>
                    <a:pt x="4504" y="51"/>
                    <a:pt x="4508" y="49"/>
                  </a:cubicBezTo>
                  <a:cubicBezTo>
                    <a:pt x="4515" y="45"/>
                    <a:pt x="4522" y="41"/>
                    <a:pt x="4528" y="37"/>
                  </a:cubicBezTo>
                  <a:cubicBezTo>
                    <a:pt x="4533" y="35"/>
                    <a:pt x="4538" y="37"/>
                    <a:pt x="4540" y="41"/>
                  </a:cubicBezTo>
                  <a:cubicBezTo>
                    <a:pt x="4542" y="45"/>
                    <a:pt x="4541" y="50"/>
                    <a:pt x="4536" y="52"/>
                  </a:cubicBezTo>
                  <a:cubicBezTo>
                    <a:pt x="4530" y="56"/>
                    <a:pt x="4523" y="59"/>
                    <a:pt x="4517" y="63"/>
                  </a:cubicBezTo>
                  <a:cubicBezTo>
                    <a:pt x="4516" y="64"/>
                    <a:pt x="4514" y="65"/>
                    <a:pt x="4513" y="65"/>
                  </a:cubicBezTo>
                  <a:close/>
                  <a:moveTo>
                    <a:pt x="4811" y="45"/>
                  </a:moveTo>
                  <a:cubicBezTo>
                    <a:pt x="4810" y="45"/>
                    <a:pt x="4809" y="45"/>
                    <a:pt x="4809" y="45"/>
                  </a:cubicBezTo>
                  <a:cubicBezTo>
                    <a:pt x="4807" y="44"/>
                    <a:pt x="4806" y="44"/>
                    <a:pt x="4805" y="43"/>
                  </a:cubicBezTo>
                  <a:cubicBezTo>
                    <a:pt x="4779" y="34"/>
                    <a:pt x="4779" y="34"/>
                    <a:pt x="4779" y="34"/>
                  </a:cubicBezTo>
                  <a:cubicBezTo>
                    <a:pt x="4766" y="31"/>
                    <a:pt x="4766" y="31"/>
                    <a:pt x="4766" y="31"/>
                  </a:cubicBezTo>
                  <a:cubicBezTo>
                    <a:pt x="4735" y="22"/>
                    <a:pt x="4705" y="17"/>
                    <a:pt x="4676" y="17"/>
                  </a:cubicBezTo>
                  <a:cubicBezTo>
                    <a:pt x="4674" y="17"/>
                    <a:pt x="4671" y="18"/>
                    <a:pt x="4668" y="18"/>
                  </a:cubicBezTo>
                  <a:cubicBezTo>
                    <a:pt x="4668" y="18"/>
                    <a:pt x="4668" y="18"/>
                    <a:pt x="4668" y="18"/>
                  </a:cubicBezTo>
                  <a:cubicBezTo>
                    <a:pt x="4666" y="18"/>
                    <a:pt x="4665" y="18"/>
                    <a:pt x="4663" y="18"/>
                  </a:cubicBezTo>
                  <a:cubicBezTo>
                    <a:pt x="4629" y="19"/>
                    <a:pt x="4593" y="27"/>
                    <a:pt x="4561" y="41"/>
                  </a:cubicBezTo>
                  <a:cubicBezTo>
                    <a:pt x="4557" y="42"/>
                    <a:pt x="4552" y="40"/>
                    <a:pt x="4550" y="36"/>
                  </a:cubicBezTo>
                  <a:cubicBezTo>
                    <a:pt x="4548" y="32"/>
                    <a:pt x="4550" y="27"/>
                    <a:pt x="4555" y="25"/>
                  </a:cubicBezTo>
                  <a:cubicBezTo>
                    <a:pt x="4589" y="11"/>
                    <a:pt x="4626" y="2"/>
                    <a:pt x="4662" y="1"/>
                  </a:cubicBezTo>
                  <a:cubicBezTo>
                    <a:pt x="4664" y="1"/>
                    <a:pt x="4666" y="1"/>
                    <a:pt x="4668" y="1"/>
                  </a:cubicBezTo>
                  <a:cubicBezTo>
                    <a:pt x="4668" y="1"/>
                    <a:pt x="4668" y="1"/>
                    <a:pt x="4668" y="1"/>
                  </a:cubicBezTo>
                  <a:cubicBezTo>
                    <a:pt x="4671" y="1"/>
                    <a:pt x="4673" y="0"/>
                    <a:pt x="4676" y="0"/>
                  </a:cubicBezTo>
                  <a:cubicBezTo>
                    <a:pt x="4706" y="0"/>
                    <a:pt x="4738" y="5"/>
                    <a:pt x="4771" y="14"/>
                  </a:cubicBezTo>
                  <a:cubicBezTo>
                    <a:pt x="4784" y="18"/>
                    <a:pt x="4784" y="18"/>
                    <a:pt x="4784" y="18"/>
                  </a:cubicBezTo>
                  <a:cubicBezTo>
                    <a:pt x="4811" y="27"/>
                    <a:pt x="4811" y="27"/>
                    <a:pt x="4811" y="27"/>
                  </a:cubicBezTo>
                  <a:cubicBezTo>
                    <a:pt x="4812" y="28"/>
                    <a:pt x="4813" y="28"/>
                    <a:pt x="4814" y="29"/>
                  </a:cubicBezTo>
                  <a:cubicBezTo>
                    <a:pt x="4819" y="30"/>
                    <a:pt x="4821" y="35"/>
                    <a:pt x="4819" y="40"/>
                  </a:cubicBezTo>
                  <a:cubicBezTo>
                    <a:pt x="4818" y="43"/>
                    <a:pt x="4815" y="45"/>
                    <a:pt x="4811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7" name="Freeform 33">
              <a:extLst>
                <a:ext uri="{FF2B5EF4-FFF2-40B4-BE49-F238E27FC236}">
                  <a16:creationId xmlns:a16="http://schemas.microsoft.com/office/drawing/2014/main" id="{F68DC595-7CF7-45A9-805C-5141AAA6D3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4865688"/>
              <a:ext cx="24006175" cy="3757613"/>
            </a:xfrm>
            <a:custGeom>
              <a:avLst/>
              <a:gdLst>
                <a:gd name="T0" fmla="*/ 3432 w 7832"/>
                <a:gd name="T1" fmla="*/ 1206 h 1223"/>
                <a:gd name="T2" fmla="*/ 3489 w 7832"/>
                <a:gd name="T3" fmla="*/ 1198 h 1223"/>
                <a:gd name="T4" fmla="*/ 3670 w 7832"/>
                <a:gd name="T5" fmla="*/ 1050 h 1223"/>
                <a:gd name="T6" fmla="*/ 3528 w 7832"/>
                <a:gd name="T7" fmla="*/ 1184 h 1223"/>
                <a:gd name="T8" fmla="*/ 3218 w 7832"/>
                <a:gd name="T9" fmla="*/ 1069 h 1223"/>
                <a:gd name="T10" fmla="*/ 3223 w 7832"/>
                <a:gd name="T11" fmla="*/ 1067 h 1223"/>
                <a:gd name="T12" fmla="*/ 3872 w 7832"/>
                <a:gd name="T13" fmla="*/ 852 h 1223"/>
                <a:gd name="T14" fmla="*/ 5721 w 7832"/>
                <a:gd name="T15" fmla="*/ 901 h 1223"/>
                <a:gd name="T16" fmla="*/ 5945 w 7832"/>
                <a:gd name="T17" fmla="*/ 899 h 1223"/>
                <a:gd name="T18" fmla="*/ 5688 w 7832"/>
                <a:gd name="T19" fmla="*/ 904 h 1223"/>
                <a:gd name="T20" fmla="*/ 5667 w 7832"/>
                <a:gd name="T21" fmla="*/ 891 h 1223"/>
                <a:gd name="T22" fmla="*/ 5986 w 7832"/>
                <a:gd name="T23" fmla="*/ 865 h 1223"/>
                <a:gd name="T24" fmla="*/ 6142 w 7832"/>
                <a:gd name="T25" fmla="*/ 788 h 1223"/>
                <a:gd name="T26" fmla="*/ 3061 w 7832"/>
                <a:gd name="T27" fmla="*/ 868 h 1223"/>
                <a:gd name="T28" fmla="*/ 2904 w 7832"/>
                <a:gd name="T29" fmla="*/ 659 h 1223"/>
                <a:gd name="T30" fmla="*/ 3910 w 7832"/>
                <a:gd name="T31" fmla="*/ 811 h 1223"/>
                <a:gd name="T32" fmla="*/ 6209 w 7832"/>
                <a:gd name="T33" fmla="*/ 733 h 1223"/>
                <a:gd name="T34" fmla="*/ 6223 w 7832"/>
                <a:gd name="T35" fmla="*/ 723 h 1223"/>
                <a:gd name="T36" fmla="*/ 1200 w 7832"/>
                <a:gd name="T37" fmla="*/ 687 h 1223"/>
                <a:gd name="T38" fmla="*/ 1285 w 7832"/>
                <a:gd name="T39" fmla="*/ 688 h 1223"/>
                <a:gd name="T40" fmla="*/ 5462 w 7832"/>
                <a:gd name="T41" fmla="*/ 688 h 1223"/>
                <a:gd name="T42" fmla="*/ 5474 w 7832"/>
                <a:gd name="T43" fmla="*/ 689 h 1223"/>
                <a:gd name="T44" fmla="*/ 971 w 7832"/>
                <a:gd name="T45" fmla="*/ 567 h 1223"/>
                <a:gd name="T46" fmla="*/ 2899 w 7832"/>
                <a:gd name="T47" fmla="*/ 638 h 1223"/>
                <a:gd name="T48" fmla="*/ 1430 w 7832"/>
                <a:gd name="T49" fmla="*/ 631 h 1223"/>
                <a:gd name="T50" fmla="*/ 1456 w 7832"/>
                <a:gd name="T51" fmla="*/ 619 h 1223"/>
                <a:gd name="T52" fmla="*/ 2877 w 7832"/>
                <a:gd name="T53" fmla="*/ 617 h 1223"/>
                <a:gd name="T54" fmla="*/ 6406 w 7832"/>
                <a:gd name="T55" fmla="*/ 550 h 1223"/>
                <a:gd name="T56" fmla="*/ 6427 w 7832"/>
                <a:gd name="T57" fmla="*/ 519 h 1223"/>
                <a:gd name="T58" fmla="*/ 6564 w 7832"/>
                <a:gd name="T59" fmla="*/ 415 h 1223"/>
                <a:gd name="T60" fmla="*/ 727 w 7832"/>
                <a:gd name="T61" fmla="*/ 371 h 1223"/>
                <a:gd name="T62" fmla="*/ 1680 w 7832"/>
                <a:gd name="T63" fmla="*/ 505 h 1223"/>
                <a:gd name="T64" fmla="*/ 1752 w 7832"/>
                <a:gd name="T65" fmla="*/ 451 h 1223"/>
                <a:gd name="T66" fmla="*/ 5130 w 7832"/>
                <a:gd name="T67" fmla="*/ 295 h 1223"/>
                <a:gd name="T68" fmla="*/ 2714 w 7832"/>
                <a:gd name="T69" fmla="*/ 421 h 1223"/>
                <a:gd name="T70" fmla="*/ 2655 w 7832"/>
                <a:gd name="T71" fmla="*/ 364 h 1223"/>
                <a:gd name="T72" fmla="*/ 2565 w 7832"/>
                <a:gd name="T73" fmla="*/ 282 h 1223"/>
                <a:gd name="T74" fmla="*/ 2701 w 7832"/>
                <a:gd name="T75" fmla="*/ 386 h 1223"/>
                <a:gd name="T76" fmla="*/ 4401 w 7832"/>
                <a:gd name="T77" fmla="*/ 184 h 1223"/>
                <a:gd name="T78" fmla="*/ 1942 w 7832"/>
                <a:gd name="T79" fmla="*/ 377 h 1223"/>
                <a:gd name="T80" fmla="*/ 1964 w 7832"/>
                <a:gd name="T81" fmla="*/ 370 h 1223"/>
                <a:gd name="T82" fmla="*/ 676 w 7832"/>
                <a:gd name="T83" fmla="*/ 355 h 1223"/>
                <a:gd name="T84" fmla="*/ 681 w 7832"/>
                <a:gd name="T85" fmla="*/ 339 h 1223"/>
                <a:gd name="T86" fmla="*/ 6712 w 7832"/>
                <a:gd name="T87" fmla="*/ 303 h 1223"/>
                <a:gd name="T88" fmla="*/ 6681 w 7832"/>
                <a:gd name="T89" fmla="*/ 330 h 1223"/>
                <a:gd name="T90" fmla="*/ 2193 w 7832"/>
                <a:gd name="T91" fmla="*/ 274 h 1223"/>
                <a:gd name="T92" fmla="*/ 7153 w 7832"/>
                <a:gd name="T93" fmla="*/ 259 h 1223"/>
                <a:gd name="T94" fmla="*/ 5125 w 7832"/>
                <a:gd name="T95" fmla="*/ 281 h 1223"/>
                <a:gd name="T96" fmla="*/ 2461 w 7832"/>
                <a:gd name="T97" fmla="*/ 260 h 1223"/>
                <a:gd name="T98" fmla="*/ 2479 w 7832"/>
                <a:gd name="T99" fmla="*/ 272 h 1223"/>
                <a:gd name="T100" fmla="*/ 7193 w 7832"/>
                <a:gd name="T101" fmla="*/ 257 h 1223"/>
                <a:gd name="T102" fmla="*/ 4968 w 7832"/>
                <a:gd name="T103" fmla="*/ 147 h 1223"/>
                <a:gd name="T104" fmla="*/ 435 w 7832"/>
                <a:gd name="T105" fmla="*/ 246 h 1223"/>
                <a:gd name="T106" fmla="*/ 7484 w 7832"/>
                <a:gd name="T107" fmla="*/ 237 h 1223"/>
                <a:gd name="T108" fmla="*/ 364 w 7832"/>
                <a:gd name="T109" fmla="*/ 249 h 1223"/>
                <a:gd name="T110" fmla="*/ 7738 w 7832"/>
                <a:gd name="T111" fmla="*/ 250 h 1223"/>
                <a:gd name="T112" fmla="*/ 7823 w 7832"/>
                <a:gd name="T113" fmla="*/ 249 h 1223"/>
                <a:gd name="T114" fmla="*/ 4404 w 7832"/>
                <a:gd name="T115" fmla="*/ 170 h 1223"/>
                <a:gd name="T116" fmla="*/ 4566 w 7832"/>
                <a:gd name="T117" fmla="*/ 23 h 1223"/>
                <a:gd name="T118" fmla="*/ 4912 w 7832"/>
                <a:gd name="T119" fmla="*/ 95 h 1223"/>
                <a:gd name="T120" fmla="*/ 4660 w 7832"/>
                <a:gd name="T121" fmla="*/ 9 h 1223"/>
                <a:gd name="T122" fmla="*/ 4639 w 7832"/>
                <a:gd name="T123" fmla="*/ 3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832" h="1223">
                  <a:moveTo>
                    <a:pt x="3433" y="1223"/>
                  </a:moveTo>
                  <a:cubicBezTo>
                    <a:pt x="3432" y="1223"/>
                    <a:pt x="3432" y="1223"/>
                    <a:pt x="3432" y="1223"/>
                  </a:cubicBezTo>
                  <a:cubicBezTo>
                    <a:pt x="3416" y="1223"/>
                    <a:pt x="3399" y="1219"/>
                    <a:pt x="3381" y="1211"/>
                  </a:cubicBezTo>
                  <a:cubicBezTo>
                    <a:pt x="3366" y="1204"/>
                    <a:pt x="3349" y="1194"/>
                    <a:pt x="3331" y="1181"/>
                  </a:cubicBezTo>
                  <a:cubicBezTo>
                    <a:pt x="3318" y="1172"/>
                    <a:pt x="3304" y="1161"/>
                    <a:pt x="3290" y="1148"/>
                  </a:cubicBezTo>
                  <a:cubicBezTo>
                    <a:pt x="3288" y="1146"/>
                    <a:pt x="3286" y="1144"/>
                    <a:pt x="3284" y="1142"/>
                  </a:cubicBezTo>
                  <a:cubicBezTo>
                    <a:pt x="3273" y="1132"/>
                    <a:pt x="3261" y="1120"/>
                    <a:pt x="3249" y="1108"/>
                  </a:cubicBezTo>
                  <a:cubicBezTo>
                    <a:pt x="3246" y="1105"/>
                    <a:pt x="3246" y="1099"/>
                    <a:pt x="3250" y="1096"/>
                  </a:cubicBezTo>
                  <a:cubicBezTo>
                    <a:pt x="3253" y="1093"/>
                    <a:pt x="3259" y="1093"/>
                    <a:pt x="3262" y="1096"/>
                  </a:cubicBezTo>
                  <a:cubicBezTo>
                    <a:pt x="3273" y="1108"/>
                    <a:pt x="3284" y="1119"/>
                    <a:pt x="3295" y="1130"/>
                  </a:cubicBezTo>
                  <a:cubicBezTo>
                    <a:pt x="3297" y="1131"/>
                    <a:pt x="3299" y="1133"/>
                    <a:pt x="3302" y="1136"/>
                  </a:cubicBezTo>
                  <a:cubicBezTo>
                    <a:pt x="3315" y="1148"/>
                    <a:pt x="3328" y="1159"/>
                    <a:pt x="3341" y="1168"/>
                  </a:cubicBezTo>
                  <a:cubicBezTo>
                    <a:pt x="3358" y="1180"/>
                    <a:pt x="3373" y="1189"/>
                    <a:pt x="3388" y="1196"/>
                  </a:cubicBezTo>
                  <a:cubicBezTo>
                    <a:pt x="3404" y="1203"/>
                    <a:pt x="3418" y="1206"/>
                    <a:pt x="3432" y="1206"/>
                  </a:cubicBezTo>
                  <a:cubicBezTo>
                    <a:pt x="3432" y="1206"/>
                    <a:pt x="3432" y="1206"/>
                    <a:pt x="3432" y="1206"/>
                  </a:cubicBezTo>
                  <a:cubicBezTo>
                    <a:pt x="3433" y="1206"/>
                    <a:pt x="3433" y="1206"/>
                    <a:pt x="3433" y="1206"/>
                  </a:cubicBezTo>
                  <a:cubicBezTo>
                    <a:pt x="3433" y="1206"/>
                    <a:pt x="3433" y="1206"/>
                    <a:pt x="3433" y="1206"/>
                  </a:cubicBezTo>
                  <a:cubicBezTo>
                    <a:pt x="3436" y="1206"/>
                    <a:pt x="3440" y="1206"/>
                    <a:pt x="3443" y="1206"/>
                  </a:cubicBezTo>
                  <a:cubicBezTo>
                    <a:pt x="3448" y="1205"/>
                    <a:pt x="3452" y="1208"/>
                    <a:pt x="3453" y="1213"/>
                  </a:cubicBezTo>
                  <a:cubicBezTo>
                    <a:pt x="3453" y="1215"/>
                    <a:pt x="3452" y="1218"/>
                    <a:pt x="3451" y="1219"/>
                  </a:cubicBezTo>
                  <a:cubicBezTo>
                    <a:pt x="3449" y="1221"/>
                    <a:pt x="3447" y="1222"/>
                    <a:pt x="3445" y="1222"/>
                  </a:cubicBezTo>
                  <a:cubicBezTo>
                    <a:pt x="3441" y="1223"/>
                    <a:pt x="3437" y="1223"/>
                    <a:pt x="3433" y="1223"/>
                  </a:cubicBezTo>
                  <a:close/>
                  <a:moveTo>
                    <a:pt x="3471" y="1215"/>
                  </a:moveTo>
                  <a:cubicBezTo>
                    <a:pt x="3468" y="1215"/>
                    <a:pt x="3465" y="1213"/>
                    <a:pt x="3464" y="1210"/>
                  </a:cubicBezTo>
                  <a:cubicBezTo>
                    <a:pt x="3462" y="1206"/>
                    <a:pt x="3464" y="1201"/>
                    <a:pt x="3468" y="1199"/>
                  </a:cubicBezTo>
                  <a:cubicBezTo>
                    <a:pt x="3472" y="1197"/>
                    <a:pt x="3477" y="1199"/>
                    <a:pt x="3479" y="1203"/>
                  </a:cubicBezTo>
                  <a:cubicBezTo>
                    <a:pt x="3481" y="1207"/>
                    <a:pt x="3479" y="1212"/>
                    <a:pt x="3475" y="1214"/>
                  </a:cubicBezTo>
                  <a:cubicBezTo>
                    <a:pt x="3474" y="1215"/>
                    <a:pt x="3472" y="1215"/>
                    <a:pt x="3471" y="1215"/>
                  </a:cubicBezTo>
                  <a:close/>
                  <a:moveTo>
                    <a:pt x="3496" y="1202"/>
                  </a:moveTo>
                  <a:cubicBezTo>
                    <a:pt x="3493" y="1202"/>
                    <a:pt x="3491" y="1200"/>
                    <a:pt x="3489" y="1198"/>
                  </a:cubicBezTo>
                  <a:cubicBezTo>
                    <a:pt x="3487" y="1194"/>
                    <a:pt x="3488" y="1189"/>
                    <a:pt x="3492" y="1186"/>
                  </a:cubicBezTo>
                  <a:cubicBezTo>
                    <a:pt x="3508" y="1176"/>
                    <a:pt x="3508" y="1176"/>
                    <a:pt x="3508" y="1176"/>
                  </a:cubicBezTo>
                  <a:cubicBezTo>
                    <a:pt x="3511" y="1174"/>
                    <a:pt x="3515" y="1172"/>
                    <a:pt x="3518" y="1170"/>
                  </a:cubicBezTo>
                  <a:cubicBezTo>
                    <a:pt x="3520" y="1168"/>
                    <a:pt x="3522" y="1167"/>
                    <a:pt x="3525" y="1166"/>
                  </a:cubicBezTo>
                  <a:cubicBezTo>
                    <a:pt x="3529" y="1163"/>
                    <a:pt x="3534" y="1160"/>
                    <a:pt x="3538" y="1156"/>
                  </a:cubicBezTo>
                  <a:cubicBezTo>
                    <a:pt x="3538" y="1156"/>
                    <a:pt x="3538" y="1156"/>
                    <a:pt x="3538" y="1156"/>
                  </a:cubicBezTo>
                  <a:cubicBezTo>
                    <a:pt x="3539" y="1156"/>
                    <a:pt x="3539" y="1156"/>
                    <a:pt x="3539" y="1156"/>
                  </a:cubicBezTo>
                  <a:cubicBezTo>
                    <a:pt x="3539" y="1156"/>
                    <a:pt x="3539" y="1156"/>
                    <a:pt x="3539" y="1156"/>
                  </a:cubicBezTo>
                  <a:cubicBezTo>
                    <a:pt x="3540" y="1155"/>
                    <a:pt x="3540" y="1155"/>
                    <a:pt x="3540" y="1155"/>
                  </a:cubicBezTo>
                  <a:cubicBezTo>
                    <a:pt x="3558" y="1142"/>
                    <a:pt x="3558" y="1142"/>
                    <a:pt x="3558" y="1142"/>
                  </a:cubicBezTo>
                  <a:cubicBezTo>
                    <a:pt x="3574" y="1130"/>
                    <a:pt x="3574" y="1130"/>
                    <a:pt x="3574" y="1130"/>
                  </a:cubicBezTo>
                  <a:cubicBezTo>
                    <a:pt x="3581" y="1125"/>
                    <a:pt x="3588" y="1119"/>
                    <a:pt x="3596" y="1113"/>
                  </a:cubicBezTo>
                  <a:cubicBezTo>
                    <a:pt x="3599" y="1110"/>
                    <a:pt x="3603" y="1107"/>
                    <a:pt x="3606" y="1105"/>
                  </a:cubicBezTo>
                  <a:cubicBezTo>
                    <a:pt x="3606" y="1105"/>
                    <a:pt x="3606" y="1105"/>
                    <a:pt x="3606" y="1105"/>
                  </a:cubicBezTo>
                  <a:cubicBezTo>
                    <a:pt x="3627" y="1088"/>
                    <a:pt x="3648" y="1070"/>
                    <a:pt x="3670" y="1050"/>
                  </a:cubicBezTo>
                  <a:cubicBezTo>
                    <a:pt x="3670" y="1050"/>
                    <a:pt x="3670" y="1050"/>
                    <a:pt x="3670" y="1050"/>
                  </a:cubicBezTo>
                  <a:cubicBezTo>
                    <a:pt x="3674" y="1047"/>
                    <a:pt x="3679" y="1047"/>
                    <a:pt x="3682" y="1051"/>
                  </a:cubicBezTo>
                  <a:cubicBezTo>
                    <a:pt x="3684" y="1052"/>
                    <a:pt x="3685" y="1055"/>
                    <a:pt x="3684" y="1057"/>
                  </a:cubicBezTo>
                  <a:cubicBezTo>
                    <a:pt x="3684" y="1059"/>
                    <a:pt x="3683" y="1061"/>
                    <a:pt x="3682" y="1063"/>
                  </a:cubicBezTo>
                  <a:cubicBezTo>
                    <a:pt x="3659" y="1083"/>
                    <a:pt x="3638" y="1101"/>
                    <a:pt x="3617" y="1118"/>
                  </a:cubicBezTo>
                  <a:cubicBezTo>
                    <a:pt x="3617" y="1118"/>
                    <a:pt x="3617" y="1118"/>
                    <a:pt x="3617" y="1118"/>
                  </a:cubicBezTo>
                  <a:cubicBezTo>
                    <a:pt x="3613" y="1121"/>
                    <a:pt x="3610" y="1123"/>
                    <a:pt x="3607" y="1126"/>
                  </a:cubicBezTo>
                  <a:cubicBezTo>
                    <a:pt x="3599" y="1132"/>
                    <a:pt x="3592" y="1138"/>
                    <a:pt x="3584" y="1144"/>
                  </a:cubicBezTo>
                  <a:cubicBezTo>
                    <a:pt x="3568" y="1156"/>
                    <a:pt x="3568" y="1156"/>
                    <a:pt x="3568" y="1156"/>
                  </a:cubicBezTo>
                  <a:cubicBezTo>
                    <a:pt x="3551" y="1168"/>
                    <a:pt x="3551" y="1168"/>
                    <a:pt x="3551" y="1168"/>
                  </a:cubicBezTo>
                  <a:cubicBezTo>
                    <a:pt x="3550" y="1169"/>
                    <a:pt x="3550" y="1169"/>
                    <a:pt x="3549" y="1169"/>
                  </a:cubicBezTo>
                  <a:cubicBezTo>
                    <a:pt x="3549" y="1170"/>
                    <a:pt x="3549" y="1170"/>
                    <a:pt x="3549" y="1170"/>
                  </a:cubicBezTo>
                  <a:cubicBezTo>
                    <a:pt x="3549" y="1170"/>
                    <a:pt x="3549" y="1170"/>
                    <a:pt x="3549" y="1170"/>
                  </a:cubicBezTo>
                  <a:cubicBezTo>
                    <a:pt x="3544" y="1173"/>
                    <a:pt x="3539" y="1176"/>
                    <a:pt x="3534" y="1180"/>
                  </a:cubicBezTo>
                  <a:cubicBezTo>
                    <a:pt x="3532" y="1181"/>
                    <a:pt x="3530" y="1182"/>
                    <a:pt x="3528" y="1184"/>
                  </a:cubicBezTo>
                  <a:cubicBezTo>
                    <a:pt x="3524" y="1186"/>
                    <a:pt x="3521" y="1189"/>
                    <a:pt x="3517" y="1191"/>
                  </a:cubicBezTo>
                  <a:cubicBezTo>
                    <a:pt x="3501" y="1201"/>
                    <a:pt x="3501" y="1201"/>
                    <a:pt x="3501" y="1201"/>
                  </a:cubicBezTo>
                  <a:cubicBezTo>
                    <a:pt x="3499" y="1201"/>
                    <a:pt x="3498" y="1202"/>
                    <a:pt x="3496" y="1202"/>
                  </a:cubicBezTo>
                  <a:close/>
                  <a:moveTo>
                    <a:pt x="3236" y="1090"/>
                  </a:moveTo>
                  <a:cubicBezTo>
                    <a:pt x="3234" y="1090"/>
                    <a:pt x="3232" y="1089"/>
                    <a:pt x="3230" y="1087"/>
                  </a:cubicBezTo>
                  <a:cubicBezTo>
                    <a:pt x="3230" y="1088"/>
                    <a:pt x="3230" y="1088"/>
                    <a:pt x="3230" y="1088"/>
                  </a:cubicBezTo>
                  <a:cubicBezTo>
                    <a:pt x="3230" y="1087"/>
                    <a:pt x="3230" y="1087"/>
                    <a:pt x="3230" y="1087"/>
                  </a:cubicBezTo>
                  <a:cubicBezTo>
                    <a:pt x="3228" y="1085"/>
                    <a:pt x="3228" y="1083"/>
                    <a:pt x="3228" y="1081"/>
                  </a:cubicBezTo>
                  <a:cubicBezTo>
                    <a:pt x="3228" y="1079"/>
                    <a:pt x="3229" y="1077"/>
                    <a:pt x="3231" y="1075"/>
                  </a:cubicBezTo>
                  <a:cubicBezTo>
                    <a:pt x="3234" y="1072"/>
                    <a:pt x="3240" y="1072"/>
                    <a:pt x="3243" y="1076"/>
                  </a:cubicBezTo>
                  <a:cubicBezTo>
                    <a:pt x="3243" y="1076"/>
                    <a:pt x="3243" y="1076"/>
                    <a:pt x="3243" y="1076"/>
                  </a:cubicBezTo>
                  <a:cubicBezTo>
                    <a:pt x="3244" y="1077"/>
                    <a:pt x="3245" y="1080"/>
                    <a:pt x="3245" y="1082"/>
                  </a:cubicBezTo>
                  <a:cubicBezTo>
                    <a:pt x="3245" y="1084"/>
                    <a:pt x="3244" y="1086"/>
                    <a:pt x="3242" y="1088"/>
                  </a:cubicBezTo>
                  <a:cubicBezTo>
                    <a:pt x="3240" y="1089"/>
                    <a:pt x="3238" y="1090"/>
                    <a:pt x="3236" y="1090"/>
                  </a:cubicBezTo>
                  <a:close/>
                  <a:moveTo>
                    <a:pt x="3218" y="1069"/>
                  </a:moveTo>
                  <a:cubicBezTo>
                    <a:pt x="3215" y="1069"/>
                    <a:pt x="3213" y="1068"/>
                    <a:pt x="3211" y="1066"/>
                  </a:cubicBezTo>
                  <a:cubicBezTo>
                    <a:pt x="3207" y="1061"/>
                    <a:pt x="3202" y="1055"/>
                    <a:pt x="3198" y="1050"/>
                  </a:cubicBezTo>
                  <a:cubicBezTo>
                    <a:pt x="3174" y="1022"/>
                    <a:pt x="3148" y="990"/>
                    <a:pt x="3118" y="950"/>
                  </a:cubicBezTo>
                  <a:cubicBezTo>
                    <a:pt x="3114" y="944"/>
                    <a:pt x="3109" y="938"/>
                    <a:pt x="3105" y="933"/>
                  </a:cubicBezTo>
                  <a:cubicBezTo>
                    <a:pt x="3105" y="933"/>
                    <a:pt x="3105" y="933"/>
                    <a:pt x="3105" y="932"/>
                  </a:cubicBezTo>
                  <a:cubicBezTo>
                    <a:pt x="3105" y="932"/>
                    <a:pt x="3105" y="932"/>
                    <a:pt x="3105" y="932"/>
                  </a:cubicBezTo>
                  <a:cubicBezTo>
                    <a:pt x="3094" y="917"/>
                    <a:pt x="3082" y="902"/>
                    <a:pt x="3071" y="887"/>
                  </a:cubicBezTo>
                  <a:cubicBezTo>
                    <a:pt x="3070" y="885"/>
                    <a:pt x="3069" y="883"/>
                    <a:pt x="3070" y="881"/>
                  </a:cubicBezTo>
                  <a:cubicBezTo>
                    <a:pt x="3070" y="879"/>
                    <a:pt x="3071" y="877"/>
                    <a:pt x="3073" y="875"/>
                  </a:cubicBezTo>
                  <a:cubicBezTo>
                    <a:pt x="3077" y="873"/>
                    <a:pt x="3082" y="874"/>
                    <a:pt x="3085" y="877"/>
                  </a:cubicBezTo>
                  <a:cubicBezTo>
                    <a:pt x="3098" y="895"/>
                    <a:pt x="3109" y="909"/>
                    <a:pt x="3119" y="923"/>
                  </a:cubicBezTo>
                  <a:cubicBezTo>
                    <a:pt x="3123" y="928"/>
                    <a:pt x="3127" y="934"/>
                    <a:pt x="3132" y="940"/>
                  </a:cubicBezTo>
                  <a:cubicBezTo>
                    <a:pt x="3162" y="979"/>
                    <a:pt x="3187" y="1011"/>
                    <a:pt x="3211" y="1039"/>
                  </a:cubicBezTo>
                  <a:cubicBezTo>
                    <a:pt x="3216" y="1045"/>
                    <a:pt x="3220" y="1050"/>
                    <a:pt x="3224" y="1055"/>
                  </a:cubicBezTo>
                  <a:cubicBezTo>
                    <a:pt x="3227" y="1058"/>
                    <a:pt x="3227" y="1064"/>
                    <a:pt x="3223" y="1067"/>
                  </a:cubicBezTo>
                  <a:cubicBezTo>
                    <a:pt x="3222" y="1068"/>
                    <a:pt x="3220" y="1069"/>
                    <a:pt x="3218" y="1069"/>
                  </a:cubicBezTo>
                  <a:close/>
                  <a:moveTo>
                    <a:pt x="3697" y="1046"/>
                  </a:moveTo>
                  <a:cubicBezTo>
                    <a:pt x="3695" y="1046"/>
                    <a:pt x="3692" y="1045"/>
                    <a:pt x="3691" y="1043"/>
                  </a:cubicBezTo>
                  <a:cubicBezTo>
                    <a:pt x="3689" y="1041"/>
                    <a:pt x="3688" y="1039"/>
                    <a:pt x="3688" y="1037"/>
                  </a:cubicBezTo>
                  <a:cubicBezTo>
                    <a:pt x="3689" y="1035"/>
                    <a:pt x="3690" y="1033"/>
                    <a:pt x="3691" y="1031"/>
                  </a:cubicBezTo>
                  <a:cubicBezTo>
                    <a:pt x="3695" y="1028"/>
                    <a:pt x="3700" y="1028"/>
                    <a:pt x="3703" y="1032"/>
                  </a:cubicBezTo>
                  <a:cubicBezTo>
                    <a:pt x="3706" y="1035"/>
                    <a:pt x="3706" y="1041"/>
                    <a:pt x="3703" y="1044"/>
                  </a:cubicBezTo>
                  <a:cubicBezTo>
                    <a:pt x="3701" y="1045"/>
                    <a:pt x="3699" y="1046"/>
                    <a:pt x="3697" y="1046"/>
                  </a:cubicBezTo>
                  <a:close/>
                  <a:moveTo>
                    <a:pt x="3718" y="1027"/>
                  </a:moveTo>
                  <a:cubicBezTo>
                    <a:pt x="3715" y="1027"/>
                    <a:pt x="3713" y="1026"/>
                    <a:pt x="3712" y="1024"/>
                  </a:cubicBezTo>
                  <a:cubicBezTo>
                    <a:pt x="3708" y="1021"/>
                    <a:pt x="3709" y="1015"/>
                    <a:pt x="3712" y="1012"/>
                  </a:cubicBezTo>
                  <a:cubicBezTo>
                    <a:pt x="3718" y="1006"/>
                    <a:pt x="3725" y="1000"/>
                    <a:pt x="3731" y="994"/>
                  </a:cubicBezTo>
                  <a:cubicBezTo>
                    <a:pt x="3738" y="987"/>
                    <a:pt x="3746" y="980"/>
                    <a:pt x="3753" y="973"/>
                  </a:cubicBezTo>
                  <a:cubicBezTo>
                    <a:pt x="3792" y="936"/>
                    <a:pt x="3831" y="895"/>
                    <a:pt x="3871" y="852"/>
                  </a:cubicBezTo>
                  <a:cubicBezTo>
                    <a:pt x="3872" y="852"/>
                    <a:pt x="3872" y="852"/>
                    <a:pt x="3872" y="852"/>
                  </a:cubicBezTo>
                  <a:cubicBezTo>
                    <a:pt x="3872" y="852"/>
                    <a:pt x="3872" y="852"/>
                    <a:pt x="3872" y="852"/>
                  </a:cubicBezTo>
                  <a:cubicBezTo>
                    <a:pt x="3875" y="849"/>
                    <a:pt x="3880" y="849"/>
                    <a:pt x="3883" y="852"/>
                  </a:cubicBezTo>
                  <a:cubicBezTo>
                    <a:pt x="3885" y="854"/>
                    <a:pt x="3886" y="856"/>
                    <a:pt x="3886" y="858"/>
                  </a:cubicBezTo>
                  <a:cubicBezTo>
                    <a:pt x="3886" y="860"/>
                    <a:pt x="3885" y="862"/>
                    <a:pt x="3884" y="864"/>
                  </a:cubicBezTo>
                  <a:cubicBezTo>
                    <a:pt x="3844" y="906"/>
                    <a:pt x="3804" y="947"/>
                    <a:pt x="3765" y="985"/>
                  </a:cubicBezTo>
                  <a:cubicBezTo>
                    <a:pt x="3757" y="992"/>
                    <a:pt x="3750" y="1000"/>
                    <a:pt x="3742" y="1007"/>
                  </a:cubicBezTo>
                  <a:cubicBezTo>
                    <a:pt x="3735" y="1013"/>
                    <a:pt x="3729" y="1019"/>
                    <a:pt x="3724" y="1024"/>
                  </a:cubicBezTo>
                  <a:cubicBezTo>
                    <a:pt x="3722" y="1026"/>
                    <a:pt x="3720" y="1027"/>
                    <a:pt x="3718" y="1027"/>
                  </a:cubicBezTo>
                  <a:close/>
                  <a:moveTo>
                    <a:pt x="5801" y="934"/>
                  </a:moveTo>
                  <a:cubicBezTo>
                    <a:pt x="5791" y="934"/>
                    <a:pt x="5780" y="933"/>
                    <a:pt x="5771" y="932"/>
                  </a:cubicBezTo>
                  <a:cubicBezTo>
                    <a:pt x="5763" y="931"/>
                    <a:pt x="5756" y="929"/>
                    <a:pt x="5749" y="928"/>
                  </a:cubicBezTo>
                  <a:cubicBezTo>
                    <a:pt x="5737" y="925"/>
                    <a:pt x="5726" y="921"/>
                    <a:pt x="5714" y="917"/>
                  </a:cubicBezTo>
                  <a:cubicBezTo>
                    <a:pt x="5712" y="916"/>
                    <a:pt x="5711" y="914"/>
                    <a:pt x="5710" y="912"/>
                  </a:cubicBezTo>
                  <a:cubicBezTo>
                    <a:pt x="5709" y="910"/>
                    <a:pt x="5709" y="908"/>
                    <a:pt x="5710" y="906"/>
                  </a:cubicBezTo>
                  <a:cubicBezTo>
                    <a:pt x="5711" y="901"/>
                    <a:pt x="5716" y="899"/>
                    <a:pt x="5721" y="901"/>
                  </a:cubicBezTo>
                  <a:cubicBezTo>
                    <a:pt x="5731" y="905"/>
                    <a:pt x="5742" y="909"/>
                    <a:pt x="5753" y="911"/>
                  </a:cubicBezTo>
                  <a:cubicBezTo>
                    <a:pt x="5759" y="913"/>
                    <a:pt x="5766" y="914"/>
                    <a:pt x="5773" y="915"/>
                  </a:cubicBezTo>
                  <a:cubicBezTo>
                    <a:pt x="5789" y="917"/>
                    <a:pt x="5805" y="917"/>
                    <a:pt x="5823" y="916"/>
                  </a:cubicBezTo>
                  <a:cubicBezTo>
                    <a:pt x="5824" y="916"/>
                    <a:pt x="5826" y="916"/>
                    <a:pt x="5827" y="916"/>
                  </a:cubicBezTo>
                  <a:cubicBezTo>
                    <a:pt x="5829" y="915"/>
                    <a:pt x="5830" y="915"/>
                    <a:pt x="5832" y="915"/>
                  </a:cubicBezTo>
                  <a:cubicBezTo>
                    <a:pt x="5841" y="914"/>
                    <a:pt x="5841" y="914"/>
                    <a:pt x="5841" y="914"/>
                  </a:cubicBezTo>
                  <a:cubicBezTo>
                    <a:pt x="5843" y="913"/>
                    <a:pt x="5845" y="913"/>
                    <a:pt x="5846" y="913"/>
                  </a:cubicBezTo>
                  <a:cubicBezTo>
                    <a:pt x="5851" y="912"/>
                    <a:pt x="5855" y="911"/>
                    <a:pt x="5859" y="910"/>
                  </a:cubicBezTo>
                  <a:cubicBezTo>
                    <a:pt x="5859" y="910"/>
                    <a:pt x="5859" y="910"/>
                    <a:pt x="5859" y="910"/>
                  </a:cubicBezTo>
                  <a:cubicBezTo>
                    <a:pt x="5862" y="910"/>
                    <a:pt x="5865" y="909"/>
                    <a:pt x="5867" y="908"/>
                  </a:cubicBezTo>
                  <a:cubicBezTo>
                    <a:pt x="5871" y="908"/>
                    <a:pt x="5875" y="907"/>
                    <a:pt x="5878" y="906"/>
                  </a:cubicBezTo>
                  <a:cubicBezTo>
                    <a:pt x="5897" y="900"/>
                    <a:pt x="5897" y="900"/>
                    <a:pt x="5897" y="900"/>
                  </a:cubicBezTo>
                  <a:cubicBezTo>
                    <a:pt x="5910" y="897"/>
                    <a:pt x="5922" y="892"/>
                    <a:pt x="5935" y="888"/>
                  </a:cubicBezTo>
                  <a:cubicBezTo>
                    <a:pt x="5939" y="886"/>
                    <a:pt x="5944" y="888"/>
                    <a:pt x="5945" y="893"/>
                  </a:cubicBezTo>
                  <a:cubicBezTo>
                    <a:pt x="5946" y="895"/>
                    <a:pt x="5946" y="897"/>
                    <a:pt x="5945" y="899"/>
                  </a:cubicBezTo>
                  <a:cubicBezTo>
                    <a:pt x="5944" y="901"/>
                    <a:pt x="5943" y="903"/>
                    <a:pt x="5941" y="903"/>
                  </a:cubicBezTo>
                  <a:cubicBezTo>
                    <a:pt x="5928" y="908"/>
                    <a:pt x="5915" y="913"/>
                    <a:pt x="5902" y="917"/>
                  </a:cubicBezTo>
                  <a:cubicBezTo>
                    <a:pt x="5883" y="922"/>
                    <a:pt x="5883" y="922"/>
                    <a:pt x="5883" y="922"/>
                  </a:cubicBezTo>
                  <a:cubicBezTo>
                    <a:pt x="5878" y="923"/>
                    <a:pt x="5874" y="924"/>
                    <a:pt x="5871" y="925"/>
                  </a:cubicBezTo>
                  <a:cubicBezTo>
                    <a:pt x="5868" y="926"/>
                    <a:pt x="5866" y="926"/>
                    <a:pt x="5864" y="927"/>
                  </a:cubicBezTo>
                  <a:cubicBezTo>
                    <a:pt x="5863" y="927"/>
                    <a:pt x="5863" y="927"/>
                    <a:pt x="5863" y="927"/>
                  </a:cubicBezTo>
                  <a:cubicBezTo>
                    <a:pt x="5858" y="928"/>
                    <a:pt x="5853" y="929"/>
                    <a:pt x="5849" y="930"/>
                  </a:cubicBezTo>
                  <a:cubicBezTo>
                    <a:pt x="5847" y="930"/>
                    <a:pt x="5845" y="930"/>
                    <a:pt x="5844" y="930"/>
                  </a:cubicBezTo>
                  <a:cubicBezTo>
                    <a:pt x="5834" y="932"/>
                    <a:pt x="5834" y="932"/>
                    <a:pt x="5834" y="932"/>
                  </a:cubicBezTo>
                  <a:cubicBezTo>
                    <a:pt x="5832" y="932"/>
                    <a:pt x="5830" y="932"/>
                    <a:pt x="5828" y="932"/>
                  </a:cubicBezTo>
                  <a:cubicBezTo>
                    <a:pt x="5827" y="933"/>
                    <a:pt x="5826" y="933"/>
                    <a:pt x="5825" y="933"/>
                  </a:cubicBezTo>
                  <a:cubicBezTo>
                    <a:pt x="5817" y="933"/>
                    <a:pt x="5809" y="934"/>
                    <a:pt x="5801" y="934"/>
                  </a:cubicBezTo>
                  <a:close/>
                  <a:moveTo>
                    <a:pt x="5692" y="905"/>
                  </a:moveTo>
                  <a:cubicBezTo>
                    <a:pt x="5690" y="905"/>
                    <a:pt x="5689" y="905"/>
                    <a:pt x="5688" y="904"/>
                  </a:cubicBezTo>
                  <a:cubicBezTo>
                    <a:pt x="5688" y="904"/>
                    <a:pt x="5688" y="904"/>
                    <a:pt x="5688" y="904"/>
                  </a:cubicBezTo>
                  <a:cubicBezTo>
                    <a:pt x="5684" y="902"/>
                    <a:pt x="5682" y="897"/>
                    <a:pt x="5684" y="893"/>
                  </a:cubicBezTo>
                  <a:cubicBezTo>
                    <a:pt x="5686" y="889"/>
                    <a:pt x="5692" y="887"/>
                    <a:pt x="5696" y="889"/>
                  </a:cubicBezTo>
                  <a:cubicBezTo>
                    <a:pt x="5697" y="890"/>
                    <a:pt x="5697" y="890"/>
                    <a:pt x="5697" y="890"/>
                  </a:cubicBezTo>
                  <a:cubicBezTo>
                    <a:pt x="5696" y="890"/>
                    <a:pt x="5696" y="890"/>
                    <a:pt x="5696" y="890"/>
                  </a:cubicBezTo>
                  <a:cubicBezTo>
                    <a:pt x="5698" y="891"/>
                    <a:pt x="5699" y="892"/>
                    <a:pt x="5700" y="894"/>
                  </a:cubicBezTo>
                  <a:cubicBezTo>
                    <a:pt x="5701" y="896"/>
                    <a:pt x="5700" y="899"/>
                    <a:pt x="5699" y="901"/>
                  </a:cubicBezTo>
                  <a:cubicBezTo>
                    <a:pt x="5698" y="904"/>
                    <a:pt x="5695" y="905"/>
                    <a:pt x="5692" y="905"/>
                  </a:cubicBezTo>
                  <a:close/>
                  <a:moveTo>
                    <a:pt x="5964" y="893"/>
                  </a:moveTo>
                  <a:cubicBezTo>
                    <a:pt x="5960" y="893"/>
                    <a:pt x="5957" y="891"/>
                    <a:pt x="5956" y="888"/>
                  </a:cubicBezTo>
                  <a:cubicBezTo>
                    <a:pt x="5954" y="884"/>
                    <a:pt x="5956" y="879"/>
                    <a:pt x="5960" y="877"/>
                  </a:cubicBezTo>
                  <a:cubicBezTo>
                    <a:pt x="5965" y="875"/>
                    <a:pt x="5970" y="877"/>
                    <a:pt x="5972" y="881"/>
                  </a:cubicBezTo>
                  <a:cubicBezTo>
                    <a:pt x="5972" y="883"/>
                    <a:pt x="5972" y="886"/>
                    <a:pt x="5972" y="888"/>
                  </a:cubicBezTo>
                  <a:cubicBezTo>
                    <a:pt x="5971" y="890"/>
                    <a:pt x="5969" y="892"/>
                    <a:pt x="5967" y="893"/>
                  </a:cubicBezTo>
                  <a:cubicBezTo>
                    <a:pt x="5966" y="893"/>
                    <a:pt x="5965" y="893"/>
                    <a:pt x="5964" y="893"/>
                  </a:cubicBezTo>
                  <a:close/>
                  <a:moveTo>
                    <a:pt x="5667" y="891"/>
                  </a:moveTo>
                  <a:cubicBezTo>
                    <a:pt x="5666" y="891"/>
                    <a:pt x="5664" y="890"/>
                    <a:pt x="5663" y="890"/>
                  </a:cubicBezTo>
                  <a:cubicBezTo>
                    <a:pt x="5620" y="862"/>
                    <a:pt x="5583" y="824"/>
                    <a:pt x="5555" y="795"/>
                  </a:cubicBezTo>
                  <a:cubicBezTo>
                    <a:pt x="5548" y="788"/>
                    <a:pt x="5542" y="781"/>
                    <a:pt x="5536" y="774"/>
                  </a:cubicBezTo>
                  <a:cubicBezTo>
                    <a:pt x="5524" y="762"/>
                    <a:pt x="5512" y="747"/>
                    <a:pt x="5498" y="732"/>
                  </a:cubicBezTo>
                  <a:cubicBezTo>
                    <a:pt x="5495" y="728"/>
                    <a:pt x="5496" y="723"/>
                    <a:pt x="5499" y="720"/>
                  </a:cubicBezTo>
                  <a:cubicBezTo>
                    <a:pt x="5503" y="717"/>
                    <a:pt x="5509" y="717"/>
                    <a:pt x="5511" y="721"/>
                  </a:cubicBezTo>
                  <a:cubicBezTo>
                    <a:pt x="5525" y="736"/>
                    <a:pt x="5537" y="750"/>
                    <a:pt x="5548" y="763"/>
                  </a:cubicBezTo>
                  <a:cubicBezTo>
                    <a:pt x="5555" y="770"/>
                    <a:pt x="5561" y="777"/>
                    <a:pt x="5567" y="783"/>
                  </a:cubicBezTo>
                  <a:cubicBezTo>
                    <a:pt x="5607" y="826"/>
                    <a:pt x="5640" y="854"/>
                    <a:pt x="5672" y="875"/>
                  </a:cubicBezTo>
                  <a:cubicBezTo>
                    <a:pt x="5676" y="878"/>
                    <a:pt x="5677" y="883"/>
                    <a:pt x="5675" y="887"/>
                  </a:cubicBezTo>
                  <a:cubicBezTo>
                    <a:pt x="5673" y="889"/>
                    <a:pt x="5670" y="891"/>
                    <a:pt x="5667" y="891"/>
                  </a:cubicBezTo>
                  <a:close/>
                  <a:moveTo>
                    <a:pt x="5989" y="881"/>
                  </a:moveTo>
                  <a:cubicBezTo>
                    <a:pt x="5986" y="881"/>
                    <a:pt x="5983" y="880"/>
                    <a:pt x="5982" y="877"/>
                  </a:cubicBezTo>
                  <a:cubicBezTo>
                    <a:pt x="5981" y="875"/>
                    <a:pt x="5981" y="872"/>
                    <a:pt x="5981" y="870"/>
                  </a:cubicBezTo>
                  <a:cubicBezTo>
                    <a:pt x="5982" y="868"/>
                    <a:pt x="5984" y="866"/>
                    <a:pt x="5986" y="865"/>
                  </a:cubicBezTo>
                  <a:cubicBezTo>
                    <a:pt x="6002" y="857"/>
                    <a:pt x="6019" y="848"/>
                    <a:pt x="6035" y="839"/>
                  </a:cubicBezTo>
                  <a:cubicBezTo>
                    <a:pt x="6059" y="825"/>
                    <a:pt x="6085" y="808"/>
                    <a:pt x="6110" y="791"/>
                  </a:cubicBezTo>
                  <a:cubicBezTo>
                    <a:pt x="6110" y="791"/>
                    <a:pt x="6110" y="791"/>
                    <a:pt x="6110" y="791"/>
                  </a:cubicBezTo>
                  <a:cubicBezTo>
                    <a:pt x="6117" y="785"/>
                    <a:pt x="6125" y="780"/>
                    <a:pt x="6132" y="775"/>
                  </a:cubicBezTo>
                  <a:cubicBezTo>
                    <a:pt x="6136" y="772"/>
                    <a:pt x="6140" y="769"/>
                    <a:pt x="6143" y="766"/>
                  </a:cubicBezTo>
                  <a:cubicBezTo>
                    <a:pt x="6147" y="764"/>
                    <a:pt x="6151" y="761"/>
                    <a:pt x="6154" y="758"/>
                  </a:cubicBezTo>
                  <a:cubicBezTo>
                    <a:pt x="6161" y="753"/>
                    <a:pt x="6167" y="748"/>
                    <a:pt x="6174" y="743"/>
                  </a:cubicBezTo>
                  <a:cubicBezTo>
                    <a:pt x="6174" y="743"/>
                    <a:pt x="6174" y="743"/>
                    <a:pt x="6174" y="743"/>
                  </a:cubicBezTo>
                  <a:cubicBezTo>
                    <a:pt x="6174" y="743"/>
                    <a:pt x="6174" y="743"/>
                    <a:pt x="6174" y="743"/>
                  </a:cubicBezTo>
                  <a:cubicBezTo>
                    <a:pt x="6177" y="740"/>
                    <a:pt x="6183" y="741"/>
                    <a:pt x="6185" y="745"/>
                  </a:cubicBezTo>
                  <a:cubicBezTo>
                    <a:pt x="6188" y="748"/>
                    <a:pt x="6188" y="754"/>
                    <a:pt x="6184" y="757"/>
                  </a:cubicBezTo>
                  <a:cubicBezTo>
                    <a:pt x="6178" y="762"/>
                    <a:pt x="6171" y="767"/>
                    <a:pt x="6165" y="772"/>
                  </a:cubicBezTo>
                  <a:cubicBezTo>
                    <a:pt x="6161" y="774"/>
                    <a:pt x="6157" y="777"/>
                    <a:pt x="6154" y="780"/>
                  </a:cubicBezTo>
                  <a:cubicBezTo>
                    <a:pt x="6153" y="780"/>
                    <a:pt x="6153" y="780"/>
                    <a:pt x="6153" y="780"/>
                  </a:cubicBezTo>
                  <a:cubicBezTo>
                    <a:pt x="6150" y="783"/>
                    <a:pt x="6146" y="786"/>
                    <a:pt x="6142" y="788"/>
                  </a:cubicBezTo>
                  <a:cubicBezTo>
                    <a:pt x="6135" y="794"/>
                    <a:pt x="6127" y="799"/>
                    <a:pt x="6120" y="805"/>
                  </a:cubicBezTo>
                  <a:cubicBezTo>
                    <a:pt x="6119" y="805"/>
                    <a:pt x="6119" y="805"/>
                    <a:pt x="6119" y="805"/>
                  </a:cubicBezTo>
                  <a:cubicBezTo>
                    <a:pt x="6094" y="823"/>
                    <a:pt x="6068" y="839"/>
                    <a:pt x="6043" y="853"/>
                  </a:cubicBezTo>
                  <a:cubicBezTo>
                    <a:pt x="6027" y="863"/>
                    <a:pt x="6010" y="872"/>
                    <a:pt x="5993" y="880"/>
                  </a:cubicBezTo>
                  <a:cubicBezTo>
                    <a:pt x="5992" y="881"/>
                    <a:pt x="5991" y="881"/>
                    <a:pt x="5989" y="881"/>
                  </a:cubicBezTo>
                  <a:close/>
                  <a:moveTo>
                    <a:pt x="3061" y="868"/>
                  </a:moveTo>
                  <a:cubicBezTo>
                    <a:pt x="3059" y="868"/>
                    <a:pt x="3056" y="867"/>
                    <a:pt x="3054" y="864"/>
                  </a:cubicBezTo>
                  <a:cubicBezTo>
                    <a:pt x="3054" y="864"/>
                    <a:pt x="3054" y="864"/>
                    <a:pt x="3054" y="864"/>
                  </a:cubicBezTo>
                  <a:cubicBezTo>
                    <a:pt x="3054" y="864"/>
                    <a:pt x="3054" y="864"/>
                    <a:pt x="3054" y="864"/>
                  </a:cubicBezTo>
                  <a:cubicBezTo>
                    <a:pt x="3053" y="862"/>
                    <a:pt x="3053" y="860"/>
                    <a:pt x="3053" y="858"/>
                  </a:cubicBezTo>
                  <a:cubicBezTo>
                    <a:pt x="3053" y="856"/>
                    <a:pt x="3054" y="854"/>
                    <a:pt x="3056" y="853"/>
                  </a:cubicBezTo>
                  <a:cubicBezTo>
                    <a:pt x="3060" y="850"/>
                    <a:pt x="3065" y="851"/>
                    <a:pt x="3068" y="854"/>
                  </a:cubicBezTo>
                  <a:cubicBezTo>
                    <a:pt x="3068" y="854"/>
                    <a:pt x="3068" y="854"/>
                    <a:pt x="3068" y="854"/>
                  </a:cubicBezTo>
                  <a:cubicBezTo>
                    <a:pt x="3071" y="858"/>
                    <a:pt x="3070" y="864"/>
                    <a:pt x="3066" y="866"/>
                  </a:cubicBezTo>
                  <a:cubicBezTo>
                    <a:pt x="3065" y="867"/>
                    <a:pt x="3063" y="868"/>
                    <a:pt x="3061" y="868"/>
                  </a:cubicBezTo>
                  <a:close/>
                  <a:moveTo>
                    <a:pt x="3897" y="846"/>
                  </a:moveTo>
                  <a:cubicBezTo>
                    <a:pt x="3897" y="846"/>
                    <a:pt x="3897" y="846"/>
                    <a:pt x="3897" y="846"/>
                  </a:cubicBezTo>
                  <a:cubicBezTo>
                    <a:pt x="3895" y="846"/>
                    <a:pt x="3893" y="845"/>
                    <a:pt x="3891" y="844"/>
                  </a:cubicBezTo>
                  <a:cubicBezTo>
                    <a:pt x="3889" y="842"/>
                    <a:pt x="3889" y="840"/>
                    <a:pt x="3888" y="838"/>
                  </a:cubicBezTo>
                  <a:cubicBezTo>
                    <a:pt x="3888" y="836"/>
                    <a:pt x="3889" y="833"/>
                    <a:pt x="3891" y="832"/>
                  </a:cubicBezTo>
                  <a:cubicBezTo>
                    <a:pt x="3894" y="828"/>
                    <a:pt x="3899" y="828"/>
                    <a:pt x="3903" y="831"/>
                  </a:cubicBezTo>
                  <a:cubicBezTo>
                    <a:pt x="3904" y="833"/>
                    <a:pt x="3905" y="835"/>
                    <a:pt x="3905" y="837"/>
                  </a:cubicBezTo>
                  <a:cubicBezTo>
                    <a:pt x="3905" y="839"/>
                    <a:pt x="3905" y="842"/>
                    <a:pt x="3903" y="843"/>
                  </a:cubicBezTo>
                  <a:cubicBezTo>
                    <a:pt x="3903" y="843"/>
                    <a:pt x="3903" y="843"/>
                    <a:pt x="3903" y="843"/>
                  </a:cubicBezTo>
                  <a:cubicBezTo>
                    <a:pt x="3901" y="845"/>
                    <a:pt x="3899" y="846"/>
                    <a:pt x="3897" y="846"/>
                  </a:cubicBezTo>
                  <a:close/>
                  <a:moveTo>
                    <a:pt x="3045" y="845"/>
                  </a:moveTo>
                  <a:cubicBezTo>
                    <a:pt x="3042" y="845"/>
                    <a:pt x="3039" y="844"/>
                    <a:pt x="3038" y="842"/>
                  </a:cubicBezTo>
                  <a:cubicBezTo>
                    <a:pt x="3026" y="825"/>
                    <a:pt x="3013" y="808"/>
                    <a:pt x="3001" y="792"/>
                  </a:cubicBezTo>
                  <a:cubicBezTo>
                    <a:pt x="2981" y="763"/>
                    <a:pt x="2959" y="733"/>
                    <a:pt x="2938" y="704"/>
                  </a:cubicBezTo>
                  <a:cubicBezTo>
                    <a:pt x="2925" y="688"/>
                    <a:pt x="2914" y="673"/>
                    <a:pt x="2904" y="659"/>
                  </a:cubicBezTo>
                  <a:cubicBezTo>
                    <a:pt x="2903" y="657"/>
                    <a:pt x="2902" y="655"/>
                    <a:pt x="2903" y="653"/>
                  </a:cubicBezTo>
                  <a:cubicBezTo>
                    <a:pt x="2903" y="651"/>
                    <a:pt x="2904" y="649"/>
                    <a:pt x="2906" y="647"/>
                  </a:cubicBezTo>
                  <a:cubicBezTo>
                    <a:pt x="2909" y="645"/>
                    <a:pt x="2915" y="645"/>
                    <a:pt x="2918" y="649"/>
                  </a:cubicBezTo>
                  <a:cubicBezTo>
                    <a:pt x="2929" y="664"/>
                    <a:pt x="2940" y="679"/>
                    <a:pt x="2951" y="694"/>
                  </a:cubicBezTo>
                  <a:cubicBezTo>
                    <a:pt x="2951" y="694"/>
                    <a:pt x="2951" y="694"/>
                    <a:pt x="2951" y="694"/>
                  </a:cubicBezTo>
                  <a:cubicBezTo>
                    <a:pt x="2952" y="695"/>
                    <a:pt x="2952" y="695"/>
                    <a:pt x="2952" y="695"/>
                  </a:cubicBezTo>
                  <a:cubicBezTo>
                    <a:pt x="2973" y="724"/>
                    <a:pt x="2995" y="754"/>
                    <a:pt x="3016" y="782"/>
                  </a:cubicBezTo>
                  <a:cubicBezTo>
                    <a:pt x="3027" y="799"/>
                    <a:pt x="3039" y="815"/>
                    <a:pt x="3051" y="832"/>
                  </a:cubicBezTo>
                  <a:cubicBezTo>
                    <a:pt x="3051" y="832"/>
                    <a:pt x="3051" y="832"/>
                    <a:pt x="3051" y="832"/>
                  </a:cubicBezTo>
                  <a:cubicBezTo>
                    <a:pt x="3054" y="835"/>
                    <a:pt x="3053" y="841"/>
                    <a:pt x="3050" y="843"/>
                  </a:cubicBezTo>
                  <a:cubicBezTo>
                    <a:pt x="3048" y="845"/>
                    <a:pt x="3046" y="845"/>
                    <a:pt x="3045" y="845"/>
                  </a:cubicBezTo>
                  <a:close/>
                  <a:moveTo>
                    <a:pt x="3916" y="825"/>
                  </a:moveTo>
                  <a:cubicBezTo>
                    <a:pt x="3914" y="825"/>
                    <a:pt x="3912" y="824"/>
                    <a:pt x="3910" y="823"/>
                  </a:cubicBezTo>
                  <a:cubicBezTo>
                    <a:pt x="3909" y="821"/>
                    <a:pt x="3908" y="819"/>
                    <a:pt x="3908" y="817"/>
                  </a:cubicBezTo>
                  <a:cubicBezTo>
                    <a:pt x="3907" y="815"/>
                    <a:pt x="3908" y="813"/>
                    <a:pt x="3910" y="811"/>
                  </a:cubicBezTo>
                  <a:cubicBezTo>
                    <a:pt x="3922" y="797"/>
                    <a:pt x="3935" y="783"/>
                    <a:pt x="3948" y="769"/>
                  </a:cubicBezTo>
                  <a:cubicBezTo>
                    <a:pt x="3953" y="763"/>
                    <a:pt x="3958" y="758"/>
                    <a:pt x="3963" y="752"/>
                  </a:cubicBezTo>
                  <a:cubicBezTo>
                    <a:pt x="3996" y="715"/>
                    <a:pt x="4028" y="677"/>
                    <a:pt x="4058" y="641"/>
                  </a:cubicBezTo>
                  <a:cubicBezTo>
                    <a:pt x="4061" y="637"/>
                    <a:pt x="4067" y="637"/>
                    <a:pt x="4070" y="639"/>
                  </a:cubicBezTo>
                  <a:cubicBezTo>
                    <a:pt x="4074" y="642"/>
                    <a:pt x="4074" y="648"/>
                    <a:pt x="4071" y="651"/>
                  </a:cubicBezTo>
                  <a:cubicBezTo>
                    <a:pt x="4041" y="688"/>
                    <a:pt x="4009" y="726"/>
                    <a:pt x="3976" y="763"/>
                  </a:cubicBezTo>
                  <a:cubicBezTo>
                    <a:pt x="3971" y="768"/>
                    <a:pt x="3966" y="774"/>
                    <a:pt x="3960" y="780"/>
                  </a:cubicBezTo>
                  <a:cubicBezTo>
                    <a:pt x="3948" y="794"/>
                    <a:pt x="3935" y="808"/>
                    <a:pt x="3922" y="822"/>
                  </a:cubicBezTo>
                  <a:cubicBezTo>
                    <a:pt x="3921" y="824"/>
                    <a:pt x="3918" y="825"/>
                    <a:pt x="3916" y="825"/>
                  </a:cubicBezTo>
                  <a:close/>
                  <a:moveTo>
                    <a:pt x="6201" y="741"/>
                  </a:moveTo>
                  <a:cubicBezTo>
                    <a:pt x="6198" y="741"/>
                    <a:pt x="6196" y="740"/>
                    <a:pt x="6194" y="738"/>
                  </a:cubicBezTo>
                  <a:cubicBezTo>
                    <a:pt x="6193" y="736"/>
                    <a:pt x="6192" y="734"/>
                    <a:pt x="6193" y="731"/>
                  </a:cubicBezTo>
                  <a:cubicBezTo>
                    <a:pt x="6193" y="729"/>
                    <a:pt x="6194" y="727"/>
                    <a:pt x="6196" y="726"/>
                  </a:cubicBezTo>
                  <a:cubicBezTo>
                    <a:pt x="6199" y="723"/>
                    <a:pt x="6205" y="723"/>
                    <a:pt x="6208" y="727"/>
                  </a:cubicBezTo>
                  <a:cubicBezTo>
                    <a:pt x="6209" y="729"/>
                    <a:pt x="6210" y="731"/>
                    <a:pt x="6209" y="733"/>
                  </a:cubicBezTo>
                  <a:cubicBezTo>
                    <a:pt x="6209" y="735"/>
                    <a:pt x="6208" y="737"/>
                    <a:pt x="6206" y="739"/>
                  </a:cubicBezTo>
                  <a:cubicBezTo>
                    <a:pt x="6205" y="740"/>
                    <a:pt x="6203" y="741"/>
                    <a:pt x="6201" y="741"/>
                  </a:cubicBezTo>
                  <a:close/>
                  <a:moveTo>
                    <a:pt x="6223" y="723"/>
                  </a:moveTo>
                  <a:cubicBezTo>
                    <a:pt x="6220" y="723"/>
                    <a:pt x="6218" y="722"/>
                    <a:pt x="6216" y="720"/>
                  </a:cubicBezTo>
                  <a:cubicBezTo>
                    <a:pt x="6215" y="718"/>
                    <a:pt x="6214" y="716"/>
                    <a:pt x="6214" y="714"/>
                  </a:cubicBezTo>
                  <a:cubicBezTo>
                    <a:pt x="6215" y="711"/>
                    <a:pt x="6216" y="709"/>
                    <a:pt x="6217" y="708"/>
                  </a:cubicBezTo>
                  <a:cubicBezTo>
                    <a:pt x="6224" y="702"/>
                    <a:pt x="6232" y="696"/>
                    <a:pt x="6240" y="689"/>
                  </a:cubicBezTo>
                  <a:cubicBezTo>
                    <a:pt x="6247" y="683"/>
                    <a:pt x="6253" y="677"/>
                    <a:pt x="6260" y="671"/>
                  </a:cubicBezTo>
                  <a:cubicBezTo>
                    <a:pt x="6304" y="633"/>
                    <a:pt x="6348" y="592"/>
                    <a:pt x="6386" y="557"/>
                  </a:cubicBezTo>
                  <a:cubicBezTo>
                    <a:pt x="6389" y="554"/>
                    <a:pt x="6395" y="554"/>
                    <a:pt x="6398" y="558"/>
                  </a:cubicBezTo>
                  <a:cubicBezTo>
                    <a:pt x="6401" y="561"/>
                    <a:pt x="6401" y="566"/>
                    <a:pt x="6397" y="570"/>
                  </a:cubicBezTo>
                  <a:cubicBezTo>
                    <a:pt x="6358" y="606"/>
                    <a:pt x="6316" y="646"/>
                    <a:pt x="6271" y="684"/>
                  </a:cubicBezTo>
                  <a:cubicBezTo>
                    <a:pt x="6264" y="690"/>
                    <a:pt x="6258" y="696"/>
                    <a:pt x="6251" y="701"/>
                  </a:cubicBezTo>
                  <a:cubicBezTo>
                    <a:pt x="6245" y="707"/>
                    <a:pt x="6237" y="714"/>
                    <a:pt x="6228" y="721"/>
                  </a:cubicBezTo>
                  <a:cubicBezTo>
                    <a:pt x="6227" y="722"/>
                    <a:pt x="6225" y="723"/>
                    <a:pt x="6223" y="723"/>
                  </a:cubicBezTo>
                  <a:close/>
                  <a:moveTo>
                    <a:pt x="5487" y="713"/>
                  </a:moveTo>
                  <a:cubicBezTo>
                    <a:pt x="5484" y="713"/>
                    <a:pt x="5482" y="712"/>
                    <a:pt x="5480" y="710"/>
                  </a:cubicBezTo>
                  <a:cubicBezTo>
                    <a:pt x="5477" y="706"/>
                    <a:pt x="5478" y="701"/>
                    <a:pt x="5481" y="698"/>
                  </a:cubicBezTo>
                  <a:cubicBezTo>
                    <a:pt x="5485" y="695"/>
                    <a:pt x="5490" y="696"/>
                    <a:pt x="5493" y="699"/>
                  </a:cubicBezTo>
                  <a:cubicBezTo>
                    <a:pt x="5495" y="701"/>
                    <a:pt x="5495" y="703"/>
                    <a:pt x="5495" y="705"/>
                  </a:cubicBezTo>
                  <a:cubicBezTo>
                    <a:pt x="5495" y="707"/>
                    <a:pt x="5494" y="709"/>
                    <a:pt x="5492" y="711"/>
                  </a:cubicBezTo>
                  <a:cubicBezTo>
                    <a:pt x="5491" y="712"/>
                    <a:pt x="5489" y="713"/>
                    <a:pt x="5487" y="713"/>
                  </a:cubicBezTo>
                  <a:close/>
                  <a:moveTo>
                    <a:pt x="1202" y="704"/>
                  </a:moveTo>
                  <a:cubicBezTo>
                    <a:pt x="1201" y="704"/>
                    <a:pt x="1200" y="704"/>
                    <a:pt x="1199" y="704"/>
                  </a:cubicBezTo>
                  <a:cubicBezTo>
                    <a:pt x="1199" y="704"/>
                    <a:pt x="1199" y="704"/>
                    <a:pt x="1199" y="704"/>
                  </a:cubicBezTo>
                  <a:cubicBezTo>
                    <a:pt x="1193" y="704"/>
                    <a:pt x="1189" y="703"/>
                    <a:pt x="1184" y="703"/>
                  </a:cubicBezTo>
                  <a:cubicBezTo>
                    <a:pt x="1182" y="703"/>
                    <a:pt x="1180" y="702"/>
                    <a:pt x="1178" y="700"/>
                  </a:cubicBezTo>
                  <a:cubicBezTo>
                    <a:pt x="1177" y="698"/>
                    <a:pt x="1176" y="696"/>
                    <a:pt x="1177" y="694"/>
                  </a:cubicBezTo>
                  <a:cubicBezTo>
                    <a:pt x="1177" y="689"/>
                    <a:pt x="1181" y="686"/>
                    <a:pt x="1186" y="686"/>
                  </a:cubicBezTo>
                  <a:cubicBezTo>
                    <a:pt x="1190" y="687"/>
                    <a:pt x="1194" y="687"/>
                    <a:pt x="1200" y="687"/>
                  </a:cubicBezTo>
                  <a:cubicBezTo>
                    <a:pt x="1208" y="687"/>
                    <a:pt x="1216" y="687"/>
                    <a:pt x="1224" y="686"/>
                  </a:cubicBezTo>
                  <a:cubicBezTo>
                    <a:pt x="1224" y="686"/>
                    <a:pt x="1224" y="686"/>
                    <a:pt x="1224" y="686"/>
                  </a:cubicBezTo>
                  <a:cubicBezTo>
                    <a:pt x="1229" y="685"/>
                    <a:pt x="1234" y="684"/>
                    <a:pt x="1239" y="683"/>
                  </a:cubicBezTo>
                  <a:cubicBezTo>
                    <a:pt x="1239" y="683"/>
                    <a:pt x="1239" y="683"/>
                    <a:pt x="1239" y="683"/>
                  </a:cubicBezTo>
                  <a:cubicBezTo>
                    <a:pt x="1239" y="683"/>
                    <a:pt x="1240" y="683"/>
                    <a:pt x="1240" y="683"/>
                  </a:cubicBezTo>
                  <a:cubicBezTo>
                    <a:pt x="1252" y="680"/>
                    <a:pt x="1266" y="676"/>
                    <a:pt x="1280" y="672"/>
                  </a:cubicBezTo>
                  <a:cubicBezTo>
                    <a:pt x="1314" y="662"/>
                    <a:pt x="1350" y="648"/>
                    <a:pt x="1396" y="628"/>
                  </a:cubicBezTo>
                  <a:cubicBezTo>
                    <a:pt x="1397" y="627"/>
                    <a:pt x="1397" y="627"/>
                    <a:pt x="1397" y="627"/>
                  </a:cubicBezTo>
                  <a:cubicBezTo>
                    <a:pt x="1397" y="627"/>
                    <a:pt x="1397" y="627"/>
                    <a:pt x="1398" y="627"/>
                  </a:cubicBezTo>
                  <a:cubicBezTo>
                    <a:pt x="1402" y="625"/>
                    <a:pt x="1407" y="627"/>
                    <a:pt x="1409" y="631"/>
                  </a:cubicBezTo>
                  <a:cubicBezTo>
                    <a:pt x="1410" y="633"/>
                    <a:pt x="1410" y="636"/>
                    <a:pt x="1409" y="638"/>
                  </a:cubicBezTo>
                  <a:cubicBezTo>
                    <a:pt x="1408" y="640"/>
                    <a:pt x="1407" y="642"/>
                    <a:pt x="1404" y="642"/>
                  </a:cubicBezTo>
                  <a:cubicBezTo>
                    <a:pt x="1404" y="643"/>
                    <a:pt x="1404" y="643"/>
                    <a:pt x="1403" y="643"/>
                  </a:cubicBezTo>
                  <a:cubicBezTo>
                    <a:pt x="1403" y="643"/>
                    <a:pt x="1403" y="643"/>
                    <a:pt x="1403" y="643"/>
                  </a:cubicBezTo>
                  <a:cubicBezTo>
                    <a:pt x="1356" y="664"/>
                    <a:pt x="1320" y="678"/>
                    <a:pt x="1285" y="688"/>
                  </a:cubicBezTo>
                  <a:cubicBezTo>
                    <a:pt x="1270" y="693"/>
                    <a:pt x="1256" y="696"/>
                    <a:pt x="1243" y="699"/>
                  </a:cubicBezTo>
                  <a:cubicBezTo>
                    <a:pt x="1243" y="699"/>
                    <a:pt x="1243" y="699"/>
                    <a:pt x="1243" y="699"/>
                  </a:cubicBezTo>
                  <a:cubicBezTo>
                    <a:pt x="1243" y="699"/>
                    <a:pt x="1243" y="699"/>
                    <a:pt x="1243" y="699"/>
                  </a:cubicBezTo>
                  <a:cubicBezTo>
                    <a:pt x="1237" y="700"/>
                    <a:pt x="1232" y="701"/>
                    <a:pt x="1226" y="702"/>
                  </a:cubicBezTo>
                  <a:cubicBezTo>
                    <a:pt x="1226" y="702"/>
                    <a:pt x="1226" y="702"/>
                    <a:pt x="1226" y="702"/>
                  </a:cubicBezTo>
                  <a:cubicBezTo>
                    <a:pt x="1218" y="704"/>
                    <a:pt x="1210" y="704"/>
                    <a:pt x="1202" y="704"/>
                  </a:cubicBezTo>
                  <a:close/>
                  <a:moveTo>
                    <a:pt x="1157" y="697"/>
                  </a:moveTo>
                  <a:cubicBezTo>
                    <a:pt x="1157" y="697"/>
                    <a:pt x="1156" y="697"/>
                    <a:pt x="1155" y="697"/>
                  </a:cubicBezTo>
                  <a:cubicBezTo>
                    <a:pt x="1153" y="696"/>
                    <a:pt x="1151" y="695"/>
                    <a:pt x="1150" y="693"/>
                  </a:cubicBezTo>
                  <a:cubicBezTo>
                    <a:pt x="1149" y="691"/>
                    <a:pt x="1149" y="689"/>
                    <a:pt x="1149" y="687"/>
                  </a:cubicBezTo>
                  <a:cubicBezTo>
                    <a:pt x="1150" y="682"/>
                    <a:pt x="1155" y="679"/>
                    <a:pt x="1160" y="681"/>
                  </a:cubicBezTo>
                  <a:cubicBezTo>
                    <a:pt x="1164" y="682"/>
                    <a:pt x="1167" y="687"/>
                    <a:pt x="1166" y="691"/>
                  </a:cubicBezTo>
                  <a:cubicBezTo>
                    <a:pt x="1165" y="695"/>
                    <a:pt x="1161" y="697"/>
                    <a:pt x="1157" y="697"/>
                  </a:cubicBezTo>
                  <a:close/>
                  <a:moveTo>
                    <a:pt x="5469" y="691"/>
                  </a:moveTo>
                  <a:cubicBezTo>
                    <a:pt x="5466" y="691"/>
                    <a:pt x="5464" y="690"/>
                    <a:pt x="5462" y="688"/>
                  </a:cubicBezTo>
                  <a:cubicBezTo>
                    <a:pt x="5457" y="682"/>
                    <a:pt x="5452" y="676"/>
                    <a:pt x="5446" y="668"/>
                  </a:cubicBezTo>
                  <a:cubicBezTo>
                    <a:pt x="5432" y="650"/>
                    <a:pt x="5418" y="633"/>
                    <a:pt x="5404" y="616"/>
                  </a:cubicBezTo>
                  <a:cubicBezTo>
                    <a:pt x="5388" y="596"/>
                    <a:pt x="5372" y="576"/>
                    <a:pt x="5356" y="556"/>
                  </a:cubicBezTo>
                  <a:cubicBezTo>
                    <a:pt x="5350" y="549"/>
                    <a:pt x="5344" y="542"/>
                    <a:pt x="5339" y="535"/>
                  </a:cubicBezTo>
                  <a:cubicBezTo>
                    <a:pt x="5332" y="527"/>
                    <a:pt x="5326" y="519"/>
                    <a:pt x="5320" y="512"/>
                  </a:cubicBezTo>
                  <a:cubicBezTo>
                    <a:pt x="5318" y="510"/>
                    <a:pt x="5318" y="508"/>
                    <a:pt x="5318" y="506"/>
                  </a:cubicBezTo>
                  <a:cubicBezTo>
                    <a:pt x="5318" y="504"/>
                    <a:pt x="5319" y="502"/>
                    <a:pt x="5321" y="500"/>
                  </a:cubicBezTo>
                  <a:cubicBezTo>
                    <a:pt x="5324" y="497"/>
                    <a:pt x="5330" y="498"/>
                    <a:pt x="5333" y="501"/>
                  </a:cubicBezTo>
                  <a:cubicBezTo>
                    <a:pt x="5339" y="509"/>
                    <a:pt x="5345" y="517"/>
                    <a:pt x="5352" y="525"/>
                  </a:cubicBezTo>
                  <a:cubicBezTo>
                    <a:pt x="5357" y="531"/>
                    <a:pt x="5362" y="537"/>
                    <a:pt x="5369" y="545"/>
                  </a:cubicBezTo>
                  <a:cubicBezTo>
                    <a:pt x="5385" y="565"/>
                    <a:pt x="5402" y="586"/>
                    <a:pt x="5418" y="606"/>
                  </a:cubicBezTo>
                  <a:cubicBezTo>
                    <a:pt x="5431" y="623"/>
                    <a:pt x="5445" y="640"/>
                    <a:pt x="5459" y="657"/>
                  </a:cubicBezTo>
                  <a:cubicBezTo>
                    <a:pt x="5462" y="661"/>
                    <a:pt x="5462" y="661"/>
                    <a:pt x="5462" y="661"/>
                  </a:cubicBezTo>
                  <a:cubicBezTo>
                    <a:pt x="5467" y="666"/>
                    <a:pt x="5471" y="672"/>
                    <a:pt x="5475" y="677"/>
                  </a:cubicBezTo>
                  <a:cubicBezTo>
                    <a:pt x="5478" y="681"/>
                    <a:pt x="5478" y="686"/>
                    <a:pt x="5474" y="689"/>
                  </a:cubicBezTo>
                  <a:cubicBezTo>
                    <a:pt x="5473" y="690"/>
                    <a:pt x="5471" y="691"/>
                    <a:pt x="5469" y="691"/>
                  </a:cubicBezTo>
                  <a:close/>
                  <a:moveTo>
                    <a:pt x="1131" y="688"/>
                  </a:moveTo>
                  <a:cubicBezTo>
                    <a:pt x="1130" y="688"/>
                    <a:pt x="1128" y="688"/>
                    <a:pt x="1127" y="688"/>
                  </a:cubicBezTo>
                  <a:cubicBezTo>
                    <a:pt x="1124" y="686"/>
                    <a:pt x="1120" y="685"/>
                    <a:pt x="1116" y="683"/>
                  </a:cubicBezTo>
                  <a:cubicBezTo>
                    <a:pt x="1116" y="683"/>
                    <a:pt x="1116" y="683"/>
                    <a:pt x="1116" y="683"/>
                  </a:cubicBezTo>
                  <a:cubicBezTo>
                    <a:pt x="1099" y="675"/>
                    <a:pt x="1082" y="666"/>
                    <a:pt x="1063" y="654"/>
                  </a:cubicBezTo>
                  <a:cubicBezTo>
                    <a:pt x="1038" y="639"/>
                    <a:pt x="1013" y="621"/>
                    <a:pt x="982" y="597"/>
                  </a:cubicBezTo>
                  <a:cubicBezTo>
                    <a:pt x="982" y="597"/>
                    <a:pt x="982" y="597"/>
                    <a:pt x="982" y="597"/>
                  </a:cubicBezTo>
                  <a:cubicBezTo>
                    <a:pt x="982" y="597"/>
                    <a:pt x="982" y="597"/>
                    <a:pt x="982" y="597"/>
                  </a:cubicBezTo>
                  <a:cubicBezTo>
                    <a:pt x="975" y="592"/>
                    <a:pt x="968" y="586"/>
                    <a:pt x="961" y="580"/>
                  </a:cubicBezTo>
                  <a:cubicBezTo>
                    <a:pt x="953" y="574"/>
                    <a:pt x="946" y="568"/>
                    <a:pt x="937" y="562"/>
                  </a:cubicBezTo>
                  <a:cubicBezTo>
                    <a:pt x="936" y="560"/>
                    <a:pt x="935" y="558"/>
                    <a:pt x="934" y="556"/>
                  </a:cubicBezTo>
                  <a:cubicBezTo>
                    <a:pt x="934" y="554"/>
                    <a:pt x="935" y="551"/>
                    <a:pt x="936" y="550"/>
                  </a:cubicBezTo>
                  <a:cubicBezTo>
                    <a:pt x="939" y="546"/>
                    <a:pt x="945" y="546"/>
                    <a:pt x="948" y="548"/>
                  </a:cubicBezTo>
                  <a:cubicBezTo>
                    <a:pt x="956" y="555"/>
                    <a:pt x="964" y="561"/>
                    <a:pt x="971" y="567"/>
                  </a:cubicBezTo>
                  <a:cubicBezTo>
                    <a:pt x="979" y="573"/>
                    <a:pt x="986" y="579"/>
                    <a:pt x="992" y="584"/>
                  </a:cubicBezTo>
                  <a:cubicBezTo>
                    <a:pt x="1022" y="607"/>
                    <a:pt x="1048" y="625"/>
                    <a:pt x="1072" y="640"/>
                  </a:cubicBezTo>
                  <a:cubicBezTo>
                    <a:pt x="1090" y="651"/>
                    <a:pt x="1107" y="660"/>
                    <a:pt x="1123" y="667"/>
                  </a:cubicBezTo>
                  <a:cubicBezTo>
                    <a:pt x="1123" y="667"/>
                    <a:pt x="1123" y="667"/>
                    <a:pt x="1123" y="667"/>
                  </a:cubicBezTo>
                  <a:cubicBezTo>
                    <a:pt x="1127" y="669"/>
                    <a:pt x="1130" y="671"/>
                    <a:pt x="1134" y="672"/>
                  </a:cubicBezTo>
                  <a:cubicBezTo>
                    <a:pt x="1138" y="674"/>
                    <a:pt x="1140" y="679"/>
                    <a:pt x="1138" y="683"/>
                  </a:cubicBezTo>
                  <a:cubicBezTo>
                    <a:pt x="1137" y="686"/>
                    <a:pt x="1134" y="688"/>
                    <a:pt x="1131" y="688"/>
                  </a:cubicBezTo>
                  <a:close/>
                  <a:moveTo>
                    <a:pt x="2894" y="640"/>
                  </a:moveTo>
                  <a:cubicBezTo>
                    <a:pt x="2891" y="640"/>
                    <a:pt x="2889" y="639"/>
                    <a:pt x="2887" y="637"/>
                  </a:cubicBezTo>
                  <a:cubicBezTo>
                    <a:pt x="2887" y="636"/>
                    <a:pt x="2887" y="636"/>
                    <a:pt x="2887" y="636"/>
                  </a:cubicBezTo>
                  <a:cubicBezTo>
                    <a:pt x="2887" y="636"/>
                    <a:pt x="2887" y="636"/>
                    <a:pt x="2887" y="636"/>
                  </a:cubicBezTo>
                  <a:cubicBezTo>
                    <a:pt x="2886" y="634"/>
                    <a:pt x="2885" y="632"/>
                    <a:pt x="2886" y="630"/>
                  </a:cubicBezTo>
                  <a:cubicBezTo>
                    <a:pt x="2886" y="628"/>
                    <a:pt x="2887" y="626"/>
                    <a:pt x="2889" y="625"/>
                  </a:cubicBezTo>
                  <a:cubicBezTo>
                    <a:pt x="2892" y="622"/>
                    <a:pt x="2898" y="623"/>
                    <a:pt x="2901" y="626"/>
                  </a:cubicBezTo>
                  <a:cubicBezTo>
                    <a:pt x="2904" y="630"/>
                    <a:pt x="2903" y="635"/>
                    <a:pt x="2899" y="638"/>
                  </a:cubicBezTo>
                  <a:cubicBezTo>
                    <a:pt x="2898" y="639"/>
                    <a:pt x="2896" y="640"/>
                    <a:pt x="2894" y="640"/>
                  </a:cubicBezTo>
                  <a:close/>
                  <a:moveTo>
                    <a:pt x="4083" y="633"/>
                  </a:moveTo>
                  <a:cubicBezTo>
                    <a:pt x="4081" y="633"/>
                    <a:pt x="4079" y="632"/>
                    <a:pt x="4077" y="631"/>
                  </a:cubicBezTo>
                  <a:cubicBezTo>
                    <a:pt x="4074" y="628"/>
                    <a:pt x="4073" y="622"/>
                    <a:pt x="4076" y="619"/>
                  </a:cubicBezTo>
                  <a:cubicBezTo>
                    <a:pt x="4079" y="615"/>
                    <a:pt x="4084" y="615"/>
                    <a:pt x="4088" y="618"/>
                  </a:cubicBezTo>
                  <a:cubicBezTo>
                    <a:pt x="4090" y="619"/>
                    <a:pt x="4091" y="621"/>
                    <a:pt x="4091" y="623"/>
                  </a:cubicBezTo>
                  <a:cubicBezTo>
                    <a:pt x="4091" y="626"/>
                    <a:pt x="4091" y="628"/>
                    <a:pt x="4089" y="629"/>
                  </a:cubicBezTo>
                  <a:cubicBezTo>
                    <a:pt x="4089" y="630"/>
                    <a:pt x="4089" y="630"/>
                    <a:pt x="4089" y="630"/>
                  </a:cubicBezTo>
                  <a:cubicBezTo>
                    <a:pt x="4088" y="632"/>
                    <a:pt x="4085" y="633"/>
                    <a:pt x="4083" y="633"/>
                  </a:cubicBezTo>
                  <a:close/>
                  <a:moveTo>
                    <a:pt x="1427" y="632"/>
                  </a:moveTo>
                  <a:cubicBezTo>
                    <a:pt x="1424" y="632"/>
                    <a:pt x="1420" y="630"/>
                    <a:pt x="1419" y="627"/>
                  </a:cubicBezTo>
                  <a:cubicBezTo>
                    <a:pt x="1418" y="625"/>
                    <a:pt x="1418" y="622"/>
                    <a:pt x="1419" y="620"/>
                  </a:cubicBezTo>
                  <a:cubicBezTo>
                    <a:pt x="1420" y="618"/>
                    <a:pt x="1421" y="616"/>
                    <a:pt x="1423" y="615"/>
                  </a:cubicBezTo>
                  <a:cubicBezTo>
                    <a:pt x="1427" y="613"/>
                    <a:pt x="1433" y="615"/>
                    <a:pt x="1435" y="620"/>
                  </a:cubicBezTo>
                  <a:cubicBezTo>
                    <a:pt x="1436" y="624"/>
                    <a:pt x="1435" y="629"/>
                    <a:pt x="1430" y="631"/>
                  </a:cubicBezTo>
                  <a:cubicBezTo>
                    <a:pt x="1429" y="631"/>
                    <a:pt x="1428" y="632"/>
                    <a:pt x="1427" y="632"/>
                  </a:cubicBezTo>
                  <a:close/>
                  <a:moveTo>
                    <a:pt x="1452" y="620"/>
                  </a:moveTo>
                  <a:cubicBezTo>
                    <a:pt x="1449" y="620"/>
                    <a:pt x="1446" y="618"/>
                    <a:pt x="1445" y="615"/>
                  </a:cubicBezTo>
                  <a:cubicBezTo>
                    <a:pt x="1444" y="613"/>
                    <a:pt x="1444" y="610"/>
                    <a:pt x="1444" y="608"/>
                  </a:cubicBezTo>
                  <a:cubicBezTo>
                    <a:pt x="1445" y="606"/>
                    <a:pt x="1447" y="604"/>
                    <a:pt x="1449" y="603"/>
                  </a:cubicBezTo>
                  <a:cubicBezTo>
                    <a:pt x="1465" y="596"/>
                    <a:pt x="1482" y="588"/>
                    <a:pt x="1500" y="579"/>
                  </a:cubicBezTo>
                  <a:cubicBezTo>
                    <a:pt x="1538" y="560"/>
                    <a:pt x="1577" y="540"/>
                    <a:pt x="1615" y="521"/>
                  </a:cubicBezTo>
                  <a:cubicBezTo>
                    <a:pt x="1634" y="511"/>
                    <a:pt x="1634" y="511"/>
                    <a:pt x="1634" y="511"/>
                  </a:cubicBezTo>
                  <a:cubicBezTo>
                    <a:pt x="1640" y="508"/>
                    <a:pt x="1645" y="505"/>
                    <a:pt x="1651" y="502"/>
                  </a:cubicBezTo>
                  <a:cubicBezTo>
                    <a:pt x="1655" y="500"/>
                    <a:pt x="1660" y="502"/>
                    <a:pt x="1662" y="506"/>
                  </a:cubicBezTo>
                  <a:cubicBezTo>
                    <a:pt x="1665" y="510"/>
                    <a:pt x="1663" y="515"/>
                    <a:pt x="1659" y="517"/>
                  </a:cubicBezTo>
                  <a:cubicBezTo>
                    <a:pt x="1651" y="521"/>
                    <a:pt x="1644" y="525"/>
                    <a:pt x="1637" y="529"/>
                  </a:cubicBezTo>
                  <a:cubicBezTo>
                    <a:pt x="1622" y="536"/>
                    <a:pt x="1622" y="536"/>
                    <a:pt x="1622" y="536"/>
                  </a:cubicBezTo>
                  <a:cubicBezTo>
                    <a:pt x="1585" y="555"/>
                    <a:pt x="1546" y="575"/>
                    <a:pt x="1507" y="594"/>
                  </a:cubicBezTo>
                  <a:cubicBezTo>
                    <a:pt x="1489" y="603"/>
                    <a:pt x="1472" y="611"/>
                    <a:pt x="1456" y="619"/>
                  </a:cubicBezTo>
                  <a:cubicBezTo>
                    <a:pt x="1455" y="619"/>
                    <a:pt x="1454" y="620"/>
                    <a:pt x="1452" y="620"/>
                  </a:cubicBezTo>
                  <a:close/>
                  <a:moveTo>
                    <a:pt x="2877" y="617"/>
                  </a:moveTo>
                  <a:cubicBezTo>
                    <a:pt x="2874" y="617"/>
                    <a:pt x="2872" y="616"/>
                    <a:pt x="2870" y="614"/>
                  </a:cubicBezTo>
                  <a:cubicBezTo>
                    <a:pt x="2848" y="586"/>
                    <a:pt x="2828" y="560"/>
                    <a:pt x="2808" y="535"/>
                  </a:cubicBezTo>
                  <a:cubicBezTo>
                    <a:pt x="2793" y="517"/>
                    <a:pt x="2779" y="499"/>
                    <a:pt x="2764" y="482"/>
                  </a:cubicBezTo>
                  <a:cubicBezTo>
                    <a:pt x="2764" y="482"/>
                    <a:pt x="2764" y="482"/>
                    <a:pt x="2764" y="482"/>
                  </a:cubicBezTo>
                  <a:cubicBezTo>
                    <a:pt x="2752" y="467"/>
                    <a:pt x="2739" y="453"/>
                    <a:pt x="2727" y="440"/>
                  </a:cubicBezTo>
                  <a:cubicBezTo>
                    <a:pt x="2726" y="438"/>
                    <a:pt x="2725" y="436"/>
                    <a:pt x="2725" y="433"/>
                  </a:cubicBezTo>
                  <a:cubicBezTo>
                    <a:pt x="2725" y="431"/>
                    <a:pt x="2726" y="429"/>
                    <a:pt x="2728" y="428"/>
                  </a:cubicBezTo>
                  <a:cubicBezTo>
                    <a:pt x="2731" y="425"/>
                    <a:pt x="2737" y="425"/>
                    <a:pt x="2740" y="428"/>
                  </a:cubicBezTo>
                  <a:cubicBezTo>
                    <a:pt x="2752" y="442"/>
                    <a:pt x="2765" y="456"/>
                    <a:pt x="2777" y="471"/>
                  </a:cubicBezTo>
                  <a:cubicBezTo>
                    <a:pt x="2792" y="488"/>
                    <a:pt x="2807" y="506"/>
                    <a:pt x="2821" y="525"/>
                  </a:cubicBezTo>
                  <a:cubicBezTo>
                    <a:pt x="2841" y="549"/>
                    <a:pt x="2862" y="575"/>
                    <a:pt x="2884" y="604"/>
                  </a:cubicBezTo>
                  <a:cubicBezTo>
                    <a:pt x="2886" y="607"/>
                    <a:pt x="2886" y="613"/>
                    <a:pt x="2882" y="616"/>
                  </a:cubicBezTo>
                  <a:cubicBezTo>
                    <a:pt x="2880" y="617"/>
                    <a:pt x="2879" y="617"/>
                    <a:pt x="2877" y="617"/>
                  </a:cubicBezTo>
                  <a:close/>
                  <a:moveTo>
                    <a:pt x="4100" y="611"/>
                  </a:moveTo>
                  <a:cubicBezTo>
                    <a:pt x="4098" y="611"/>
                    <a:pt x="4097" y="610"/>
                    <a:pt x="4095" y="609"/>
                  </a:cubicBezTo>
                  <a:cubicBezTo>
                    <a:pt x="4091" y="606"/>
                    <a:pt x="4091" y="601"/>
                    <a:pt x="4094" y="597"/>
                  </a:cubicBezTo>
                  <a:cubicBezTo>
                    <a:pt x="4106" y="582"/>
                    <a:pt x="4118" y="567"/>
                    <a:pt x="4129" y="553"/>
                  </a:cubicBezTo>
                  <a:cubicBezTo>
                    <a:pt x="4145" y="532"/>
                    <a:pt x="4160" y="512"/>
                    <a:pt x="4176" y="492"/>
                  </a:cubicBezTo>
                  <a:cubicBezTo>
                    <a:pt x="4196" y="465"/>
                    <a:pt x="4213" y="441"/>
                    <a:pt x="4230" y="417"/>
                  </a:cubicBezTo>
                  <a:cubicBezTo>
                    <a:pt x="4233" y="413"/>
                    <a:pt x="4238" y="412"/>
                    <a:pt x="4242" y="415"/>
                  </a:cubicBezTo>
                  <a:cubicBezTo>
                    <a:pt x="4246" y="418"/>
                    <a:pt x="4247" y="423"/>
                    <a:pt x="4244" y="427"/>
                  </a:cubicBezTo>
                  <a:cubicBezTo>
                    <a:pt x="4227" y="450"/>
                    <a:pt x="4209" y="475"/>
                    <a:pt x="4189" y="502"/>
                  </a:cubicBezTo>
                  <a:cubicBezTo>
                    <a:pt x="4174" y="522"/>
                    <a:pt x="4158" y="542"/>
                    <a:pt x="4142" y="563"/>
                  </a:cubicBezTo>
                  <a:cubicBezTo>
                    <a:pt x="4142" y="563"/>
                    <a:pt x="4142" y="563"/>
                    <a:pt x="4142" y="563"/>
                  </a:cubicBezTo>
                  <a:cubicBezTo>
                    <a:pt x="4131" y="578"/>
                    <a:pt x="4119" y="592"/>
                    <a:pt x="4107" y="608"/>
                  </a:cubicBezTo>
                  <a:cubicBezTo>
                    <a:pt x="4105" y="610"/>
                    <a:pt x="4103" y="611"/>
                    <a:pt x="4100" y="611"/>
                  </a:cubicBezTo>
                  <a:close/>
                  <a:moveTo>
                    <a:pt x="6412" y="553"/>
                  </a:moveTo>
                  <a:cubicBezTo>
                    <a:pt x="6410" y="553"/>
                    <a:pt x="6408" y="552"/>
                    <a:pt x="6406" y="550"/>
                  </a:cubicBezTo>
                  <a:cubicBezTo>
                    <a:pt x="6403" y="547"/>
                    <a:pt x="6403" y="541"/>
                    <a:pt x="6406" y="538"/>
                  </a:cubicBezTo>
                  <a:cubicBezTo>
                    <a:pt x="6406" y="538"/>
                    <a:pt x="6406" y="538"/>
                    <a:pt x="6406" y="538"/>
                  </a:cubicBezTo>
                  <a:cubicBezTo>
                    <a:pt x="6410" y="535"/>
                    <a:pt x="6415" y="535"/>
                    <a:pt x="6418" y="538"/>
                  </a:cubicBezTo>
                  <a:cubicBezTo>
                    <a:pt x="6421" y="542"/>
                    <a:pt x="6421" y="547"/>
                    <a:pt x="6418" y="550"/>
                  </a:cubicBezTo>
                  <a:cubicBezTo>
                    <a:pt x="6416" y="552"/>
                    <a:pt x="6414" y="553"/>
                    <a:pt x="6412" y="553"/>
                  </a:cubicBezTo>
                  <a:close/>
                  <a:moveTo>
                    <a:pt x="921" y="546"/>
                  </a:moveTo>
                  <a:cubicBezTo>
                    <a:pt x="919" y="546"/>
                    <a:pt x="917" y="545"/>
                    <a:pt x="916" y="544"/>
                  </a:cubicBezTo>
                  <a:cubicBezTo>
                    <a:pt x="914" y="542"/>
                    <a:pt x="913" y="540"/>
                    <a:pt x="912" y="538"/>
                  </a:cubicBezTo>
                  <a:cubicBezTo>
                    <a:pt x="912" y="536"/>
                    <a:pt x="913" y="533"/>
                    <a:pt x="914" y="532"/>
                  </a:cubicBezTo>
                  <a:cubicBezTo>
                    <a:pt x="917" y="528"/>
                    <a:pt x="923" y="528"/>
                    <a:pt x="926" y="531"/>
                  </a:cubicBezTo>
                  <a:cubicBezTo>
                    <a:pt x="930" y="533"/>
                    <a:pt x="930" y="539"/>
                    <a:pt x="927" y="542"/>
                  </a:cubicBezTo>
                  <a:cubicBezTo>
                    <a:pt x="926" y="544"/>
                    <a:pt x="923" y="546"/>
                    <a:pt x="921" y="546"/>
                  </a:cubicBezTo>
                  <a:close/>
                  <a:moveTo>
                    <a:pt x="6433" y="533"/>
                  </a:moveTo>
                  <a:cubicBezTo>
                    <a:pt x="6430" y="533"/>
                    <a:pt x="6428" y="532"/>
                    <a:pt x="6427" y="531"/>
                  </a:cubicBezTo>
                  <a:cubicBezTo>
                    <a:pt x="6423" y="527"/>
                    <a:pt x="6424" y="522"/>
                    <a:pt x="6427" y="519"/>
                  </a:cubicBezTo>
                  <a:cubicBezTo>
                    <a:pt x="6434" y="512"/>
                    <a:pt x="6434" y="512"/>
                    <a:pt x="6434" y="512"/>
                  </a:cubicBezTo>
                  <a:cubicBezTo>
                    <a:pt x="6445" y="502"/>
                    <a:pt x="6457" y="491"/>
                    <a:pt x="6468" y="480"/>
                  </a:cubicBezTo>
                  <a:cubicBezTo>
                    <a:pt x="6475" y="473"/>
                    <a:pt x="6483" y="467"/>
                    <a:pt x="6489" y="460"/>
                  </a:cubicBezTo>
                  <a:cubicBezTo>
                    <a:pt x="6509" y="443"/>
                    <a:pt x="6529" y="424"/>
                    <a:pt x="6553" y="403"/>
                  </a:cubicBezTo>
                  <a:cubicBezTo>
                    <a:pt x="6553" y="403"/>
                    <a:pt x="6553" y="403"/>
                    <a:pt x="6553" y="403"/>
                  </a:cubicBezTo>
                  <a:cubicBezTo>
                    <a:pt x="6556" y="400"/>
                    <a:pt x="6560" y="396"/>
                    <a:pt x="6563" y="393"/>
                  </a:cubicBezTo>
                  <a:cubicBezTo>
                    <a:pt x="6570" y="387"/>
                    <a:pt x="6578" y="381"/>
                    <a:pt x="6585" y="374"/>
                  </a:cubicBezTo>
                  <a:cubicBezTo>
                    <a:pt x="6595" y="366"/>
                    <a:pt x="6595" y="366"/>
                    <a:pt x="6595" y="366"/>
                  </a:cubicBezTo>
                  <a:cubicBezTo>
                    <a:pt x="6595" y="366"/>
                    <a:pt x="6595" y="366"/>
                    <a:pt x="6595" y="366"/>
                  </a:cubicBezTo>
                  <a:cubicBezTo>
                    <a:pt x="6598" y="363"/>
                    <a:pt x="6604" y="364"/>
                    <a:pt x="6606" y="367"/>
                  </a:cubicBezTo>
                  <a:cubicBezTo>
                    <a:pt x="6609" y="370"/>
                    <a:pt x="6609" y="376"/>
                    <a:pt x="6606" y="379"/>
                  </a:cubicBezTo>
                  <a:cubicBezTo>
                    <a:pt x="6596" y="387"/>
                    <a:pt x="6596" y="387"/>
                    <a:pt x="6596" y="387"/>
                  </a:cubicBezTo>
                  <a:cubicBezTo>
                    <a:pt x="6589" y="393"/>
                    <a:pt x="6581" y="400"/>
                    <a:pt x="6574" y="406"/>
                  </a:cubicBezTo>
                  <a:cubicBezTo>
                    <a:pt x="6571" y="409"/>
                    <a:pt x="6567" y="412"/>
                    <a:pt x="6564" y="415"/>
                  </a:cubicBezTo>
                  <a:cubicBezTo>
                    <a:pt x="6564" y="415"/>
                    <a:pt x="6564" y="415"/>
                    <a:pt x="6564" y="415"/>
                  </a:cubicBezTo>
                  <a:cubicBezTo>
                    <a:pt x="6540" y="437"/>
                    <a:pt x="6520" y="456"/>
                    <a:pt x="6501" y="473"/>
                  </a:cubicBezTo>
                  <a:cubicBezTo>
                    <a:pt x="6495" y="479"/>
                    <a:pt x="6488" y="485"/>
                    <a:pt x="6480" y="492"/>
                  </a:cubicBezTo>
                  <a:cubicBezTo>
                    <a:pt x="6467" y="505"/>
                    <a:pt x="6453" y="517"/>
                    <a:pt x="6440" y="529"/>
                  </a:cubicBezTo>
                  <a:cubicBezTo>
                    <a:pt x="6439" y="531"/>
                    <a:pt x="6439" y="531"/>
                    <a:pt x="6439" y="531"/>
                  </a:cubicBezTo>
                  <a:cubicBezTo>
                    <a:pt x="6437" y="532"/>
                    <a:pt x="6435" y="533"/>
                    <a:pt x="6433" y="533"/>
                  </a:cubicBezTo>
                  <a:close/>
                  <a:moveTo>
                    <a:pt x="899" y="527"/>
                  </a:moveTo>
                  <a:cubicBezTo>
                    <a:pt x="897" y="527"/>
                    <a:pt x="895" y="527"/>
                    <a:pt x="894" y="526"/>
                  </a:cubicBezTo>
                  <a:cubicBezTo>
                    <a:pt x="889" y="521"/>
                    <a:pt x="884" y="517"/>
                    <a:pt x="879" y="513"/>
                  </a:cubicBezTo>
                  <a:cubicBezTo>
                    <a:pt x="841" y="482"/>
                    <a:pt x="802" y="449"/>
                    <a:pt x="762" y="419"/>
                  </a:cubicBezTo>
                  <a:cubicBezTo>
                    <a:pt x="762" y="418"/>
                    <a:pt x="762" y="418"/>
                    <a:pt x="762" y="418"/>
                  </a:cubicBezTo>
                  <a:cubicBezTo>
                    <a:pt x="762" y="418"/>
                    <a:pt x="761" y="418"/>
                    <a:pt x="761" y="418"/>
                  </a:cubicBezTo>
                  <a:cubicBezTo>
                    <a:pt x="761" y="417"/>
                    <a:pt x="760" y="417"/>
                    <a:pt x="760" y="417"/>
                  </a:cubicBezTo>
                  <a:cubicBezTo>
                    <a:pt x="745" y="405"/>
                    <a:pt x="731" y="395"/>
                    <a:pt x="717" y="385"/>
                  </a:cubicBezTo>
                  <a:cubicBezTo>
                    <a:pt x="714" y="382"/>
                    <a:pt x="713" y="377"/>
                    <a:pt x="715" y="373"/>
                  </a:cubicBezTo>
                  <a:cubicBezTo>
                    <a:pt x="718" y="369"/>
                    <a:pt x="724" y="368"/>
                    <a:pt x="727" y="371"/>
                  </a:cubicBezTo>
                  <a:cubicBezTo>
                    <a:pt x="741" y="381"/>
                    <a:pt x="755" y="391"/>
                    <a:pt x="770" y="403"/>
                  </a:cubicBezTo>
                  <a:cubicBezTo>
                    <a:pt x="771" y="404"/>
                    <a:pt x="772" y="404"/>
                    <a:pt x="773" y="405"/>
                  </a:cubicBezTo>
                  <a:cubicBezTo>
                    <a:pt x="813" y="436"/>
                    <a:pt x="852" y="468"/>
                    <a:pt x="889" y="499"/>
                  </a:cubicBezTo>
                  <a:cubicBezTo>
                    <a:pt x="894" y="504"/>
                    <a:pt x="899" y="508"/>
                    <a:pt x="905" y="512"/>
                  </a:cubicBezTo>
                  <a:cubicBezTo>
                    <a:pt x="906" y="514"/>
                    <a:pt x="907" y="516"/>
                    <a:pt x="908" y="518"/>
                  </a:cubicBezTo>
                  <a:cubicBezTo>
                    <a:pt x="908" y="520"/>
                    <a:pt x="907" y="523"/>
                    <a:pt x="906" y="524"/>
                  </a:cubicBezTo>
                  <a:cubicBezTo>
                    <a:pt x="904" y="526"/>
                    <a:pt x="902" y="527"/>
                    <a:pt x="899" y="527"/>
                  </a:cubicBezTo>
                  <a:close/>
                  <a:moveTo>
                    <a:pt x="1680" y="505"/>
                  </a:moveTo>
                  <a:cubicBezTo>
                    <a:pt x="1677" y="505"/>
                    <a:pt x="1674" y="504"/>
                    <a:pt x="1672" y="501"/>
                  </a:cubicBezTo>
                  <a:cubicBezTo>
                    <a:pt x="1671" y="499"/>
                    <a:pt x="1671" y="497"/>
                    <a:pt x="1672" y="494"/>
                  </a:cubicBezTo>
                  <a:cubicBezTo>
                    <a:pt x="1673" y="492"/>
                    <a:pt x="1674" y="491"/>
                    <a:pt x="1676" y="490"/>
                  </a:cubicBezTo>
                  <a:cubicBezTo>
                    <a:pt x="1676" y="489"/>
                    <a:pt x="1676" y="489"/>
                    <a:pt x="1676" y="489"/>
                  </a:cubicBezTo>
                  <a:cubicBezTo>
                    <a:pt x="1680" y="487"/>
                    <a:pt x="1686" y="489"/>
                    <a:pt x="1688" y="493"/>
                  </a:cubicBezTo>
                  <a:cubicBezTo>
                    <a:pt x="1690" y="497"/>
                    <a:pt x="1688" y="502"/>
                    <a:pt x="1684" y="505"/>
                  </a:cubicBezTo>
                  <a:cubicBezTo>
                    <a:pt x="1683" y="505"/>
                    <a:pt x="1681" y="505"/>
                    <a:pt x="1680" y="505"/>
                  </a:cubicBezTo>
                  <a:close/>
                  <a:moveTo>
                    <a:pt x="5308" y="494"/>
                  </a:moveTo>
                  <a:cubicBezTo>
                    <a:pt x="5306" y="494"/>
                    <a:pt x="5303" y="492"/>
                    <a:pt x="5302" y="490"/>
                  </a:cubicBezTo>
                  <a:cubicBezTo>
                    <a:pt x="5299" y="487"/>
                    <a:pt x="5299" y="482"/>
                    <a:pt x="5303" y="479"/>
                  </a:cubicBezTo>
                  <a:cubicBezTo>
                    <a:pt x="5306" y="476"/>
                    <a:pt x="5312" y="476"/>
                    <a:pt x="5315" y="480"/>
                  </a:cubicBezTo>
                  <a:cubicBezTo>
                    <a:pt x="5315" y="480"/>
                    <a:pt x="5315" y="480"/>
                    <a:pt x="5315" y="480"/>
                  </a:cubicBezTo>
                  <a:cubicBezTo>
                    <a:pt x="5315" y="480"/>
                    <a:pt x="5315" y="480"/>
                    <a:pt x="5315" y="480"/>
                  </a:cubicBezTo>
                  <a:cubicBezTo>
                    <a:pt x="5316" y="482"/>
                    <a:pt x="5317" y="484"/>
                    <a:pt x="5317" y="486"/>
                  </a:cubicBezTo>
                  <a:cubicBezTo>
                    <a:pt x="5317" y="488"/>
                    <a:pt x="5315" y="490"/>
                    <a:pt x="5314" y="492"/>
                  </a:cubicBezTo>
                  <a:cubicBezTo>
                    <a:pt x="5312" y="493"/>
                    <a:pt x="5310" y="494"/>
                    <a:pt x="5308" y="494"/>
                  </a:cubicBezTo>
                  <a:close/>
                  <a:moveTo>
                    <a:pt x="1705" y="493"/>
                  </a:moveTo>
                  <a:cubicBezTo>
                    <a:pt x="1702" y="493"/>
                    <a:pt x="1699" y="491"/>
                    <a:pt x="1698" y="488"/>
                  </a:cubicBezTo>
                  <a:cubicBezTo>
                    <a:pt x="1696" y="484"/>
                    <a:pt x="1697" y="479"/>
                    <a:pt x="1701" y="477"/>
                  </a:cubicBezTo>
                  <a:cubicBezTo>
                    <a:pt x="1720" y="467"/>
                    <a:pt x="1737" y="459"/>
                    <a:pt x="1752" y="451"/>
                  </a:cubicBezTo>
                  <a:cubicBezTo>
                    <a:pt x="1752" y="451"/>
                    <a:pt x="1752" y="451"/>
                    <a:pt x="1752" y="451"/>
                  </a:cubicBezTo>
                  <a:cubicBezTo>
                    <a:pt x="1752" y="451"/>
                    <a:pt x="1752" y="451"/>
                    <a:pt x="1752" y="451"/>
                  </a:cubicBezTo>
                  <a:cubicBezTo>
                    <a:pt x="1792" y="431"/>
                    <a:pt x="1827" y="414"/>
                    <a:pt x="1859" y="399"/>
                  </a:cubicBezTo>
                  <a:cubicBezTo>
                    <a:pt x="1875" y="391"/>
                    <a:pt x="1890" y="384"/>
                    <a:pt x="1905" y="377"/>
                  </a:cubicBezTo>
                  <a:cubicBezTo>
                    <a:pt x="1909" y="376"/>
                    <a:pt x="1915" y="378"/>
                    <a:pt x="1916" y="382"/>
                  </a:cubicBezTo>
                  <a:cubicBezTo>
                    <a:pt x="1918" y="386"/>
                    <a:pt x="1916" y="391"/>
                    <a:pt x="1912" y="393"/>
                  </a:cubicBezTo>
                  <a:cubicBezTo>
                    <a:pt x="1898" y="399"/>
                    <a:pt x="1883" y="406"/>
                    <a:pt x="1866" y="414"/>
                  </a:cubicBezTo>
                  <a:cubicBezTo>
                    <a:pt x="1834" y="430"/>
                    <a:pt x="1799" y="446"/>
                    <a:pt x="1759" y="466"/>
                  </a:cubicBezTo>
                  <a:cubicBezTo>
                    <a:pt x="1744" y="474"/>
                    <a:pt x="1728" y="482"/>
                    <a:pt x="1709" y="492"/>
                  </a:cubicBezTo>
                  <a:cubicBezTo>
                    <a:pt x="1708" y="492"/>
                    <a:pt x="1707" y="493"/>
                    <a:pt x="1705" y="493"/>
                  </a:cubicBezTo>
                  <a:close/>
                  <a:moveTo>
                    <a:pt x="5290" y="472"/>
                  </a:moveTo>
                  <a:cubicBezTo>
                    <a:pt x="5288" y="472"/>
                    <a:pt x="5285" y="471"/>
                    <a:pt x="5284" y="469"/>
                  </a:cubicBezTo>
                  <a:cubicBezTo>
                    <a:pt x="5265" y="447"/>
                    <a:pt x="5246" y="425"/>
                    <a:pt x="5228" y="405"/>
                  </a:cubicBezTo>
                  <a:cubicBezTo>
                    <a:pt x="5210" y="384"/>
                    <a:pt x="5191" y="363"/>
                    <a:pt x="5172" y="342"/>
                  </a:cubicBezTo>
                  <a:cubicBezTo>
                    <a:pt x="5172" y="342"/>
                    <a:pt x="5172" y="342"/>
                    <a:pt x="5171" y="342"/>
                  </a:cubicBezTo>
                  <a:cubicBezTo>
                    <a:pt x="5159" y="328"/>
                    <a:pt x="5145" y="314"/>
                    <a:pt x="5133" y="301"/>
                  </a:cubicBezTo>
                  <a:cubicBezTo>
                    <a:pt x="5131" y="299"/>
                    <a:pt x="5130" y="297"/>
                    <a:pt x="5130" y="295"/>
                  </a:cubicBezTo>
                  <a:cubicBezTo>
                    <a:pt x="5130" y="293"/>
                    <a:pt x="5131" y="291"/>
                    <a:pt x="5133" y="289"/>
                  </a:cubicBezTo>
                  <a:cubicBezTo>
                    <a:pt x="5136" y="286"/>
                    <a:pt x="5142" y="286"/>
                    <a:pt x="5145" y="289"/>
                  </a:cubicBezTo>
                  <a:cubicBezTo>
                    <a:pt x="5158" y="303"/>
                    <a:pt x="5171" y="317"/>
                    <a:pt x="5184" y="330"/>
                  </a:cubicBezTo>
                  <a:cubicBezTo>
                    <a:pt x="5203" y="351"/>
                    <a:pt x="5222" y="372"/>
                    <a:pt x="5241" y="394"/>
                  </a:cubicBezTo>
                  <a:cubicBezTo>
                    <a:pt x="5259" y="414"/>
                    <a:pt x="5277" y="435"/>
                    <a:pt x="5297" y="458"/>
                  </a:cubicBezTo>
                  <a:cubicBezTo>
                    <a:pt x="5300" y="461"/>
                    <a:pt x="5299" y="467"/>
                    <a:pt x="5296" y="470"/>
                  </a:cubicBezTo>
                  <a:cubicBezTo>
                    <a:pt x="5294" y="471"/>
                    <a:pt x="5292" y="472"/>
                    <a:pt x="5290" y="472"/>
                  </a:cubicBezTo>
                  <a:close/>
                  <a:moveTo>
                    <a:pt x="2714" y="421"/>
                  </a:moveTo>
                  <a:cubicBezTo>
                    <a:pt x="2712" y="421"/>
                    <a:pt x="2710" y="420"/>
                    <a:pt x="2708" y="419"/>
                  </a:cubicBezTo>
                  <a:cubicBezTo>
                    <a:pt x="2707" y="417"/>
                    <a:pt x="2706" y="415"/>
                    <a:pt x="2706" y="413"/>
                  </a:cubicBezTo>
                  <a:cubicBezTo>
                    <a:pt x="2706" y="410"/>
                    <a:pt x="2707" y="408"/>
                    <a:pt x="2709" y="407"/>
                  </a:cubicBezTo>
                  <a:cubicBezTo>
                    <a:pt x="2712" y="404"/>
                    <a:pt x="2718" y="404"/>
                    <a:pt x="2721" y="407"/>
                  </a:cubicBezTo>
                  <a:cubicBezTo>
                    <a:pt x="2722" y="409"/>
                    <a:pt x="2723" y="411"/>
                    <a:pt x="2723" y="413"/>
                  </a:cubicBezTo>
                  <a:cubicBezTo>
                    <a:pt x="2723" y="416"/>
                    <a:pt x="2722" y="418"/>
                    <a:pt x="2720" y="419"/>
                  </a:cubicBezTo>
                  <a:cubicBezTo>
                    <a:pt x="2719" y="421"/>
                    <a:pt x="2717" y="421"/>
                    <a:pt x="2714" y="421"/>
                  </a:cubicBezTo>
                  <a:close/>
                  <a:moveTo>
                    <a:pt x="4253" y="407"/>
                  </a:moveTo>
                  <a:cubicBezTo>
                    <a:pt x="4251" y="407"/>
                    <a:pt x="4250" y="406"/>
                    <a:pt x="4248" y="406"/>
                  </a:cubicBezTo>
                  <a:cubicBezTo>
                    <a:pt x="4246" y="404"/>
                    <a:pt x="4245" y="402"/>
                    <a:pt x="4245" y="400"/>
                  </a:cubicBezTo>
                  <a:cubicBezTo>
                    <a:pt x="4244" y="398"/>
                    <a:pt x="4245" y="396"/>
                    <a:pt x="4246" y="394"/>
                  </a:cubicBezTo>
                  <a:cubicBezTo>
                    <a:pt x="4248" y="390"/>
                    <a:pt x="4254" y="389"/>
                    <a:pt x="4258" y="391"/>
                  </a:cubicBezTo>
                  <a:cubicBezTo>
                    <a:pt x="4260" y="393"/>
                    <a:pt x="4261" y="395"/>
                    <a:pt x="4261" y="397"/>
                  </a:cubicBezTo>
                  <a:cubicBezTo>
                    <a:pt x="4262" y="399"/>
                    <a:pt x="4261" y="401"/>
                    <a:pt x="4260" y="403"/>
                  </a:cubicBezTo>
                  <a:cubicBezTo>
                    <a:pt x="4258" y="406"/>
                    <a:pt x="4256" y="407"/>
                    <a:pt x="4253" y="407"/>
                  </a:cubicBezTo>
                  <a:close/>
                  <a:moveTo>
                    <a:pt x="2695" y="401"/>
                  </a:moveTo>
                  <a:cubicBezTo>
                    <a:pt x="2693" y="401"/>
                    <a:pt x="2691" y="400"/>
                    <a:pt x="2689" y="398"/>
                  </a:cubicBezTo>
                  <a:cubicBezTo>
                    <a:pt x="2685" y="394"/>
                    <a:pt x="2682" y="391"/>
                    <a:pt x="2679" y="388"/>
                  </a:cubicBezTo>
                  <a:cubicBezTo>
                    <a:pt x="2667" y="376"/>
                    <a:pt x="2667" y="376"/>
                    <a:pt x="2667" y="376"/>
                  </a:cubicBezTo>
                  <a:cubicBezTo>
                    <a:pt x="2666" y="375"/>
                    <a:pt x="2666" y="374"/>
                    <a:pt x="2665" y="374"/>
                  </a:cubicBezTo>
                  <a:cubicBezTo>
                    <a:pt x="2664" y="372"/>
                    <a:pt x="2663" y="371"/>
                    <a:pt x="2662" y="370"/>
                  </a:cubicBezTo>
                  <a:cubicBezTo>
                    <a:pt x="2655" y="364"/>
                    <a:pt x="2655" y="364"/>
                    <a:pt x="2655" y="364"/>
                  </a:cubicBezTo>
                  <a:cubicBezTo>
                    <a:pt x="2654" y="363"/>
                    <a:pt x="2652" y="361"/>
                    <a:pt x="2651" y="360"/>
                  </a:cubicBezTo>
                  <a:cubicBezTo>
                    <a:pt x="2648" y="357"/>
                    <a:pt x="2645" y="355"/>
                    <a:pt x="2642" y="352"/>
                  </a:cubicBezTo>
                  <a:cubicBezTo>
                    <a:pt x="2642" y="352"/>
                    <a:pt x="2642" y="352"/>
                    <a:pt x="2642" y="352"/>
                  </a:cubicBezTo>
                  <a:cubicBezTo>
                    <a:pt x="2629" y="341"/>
                    <a:pt x="2629" y="341"/>
                    <a:pt x="2629" y="341"/>
                  </a:cubicBezTo>
                  <a:cubicBezTo>
                    <a:pt x="2610" y="327"/>
                    <a:pt x="2590" y="314"/>
                    <a:pt x="2570" y="304"/>
                  </a:cubicBezTo>
                  <a:cubicBezTo>
                    <a:pt x="2569" y="303"/>
                    <a:pt x="2569" y="303"/>
                    <a:pt x="2569" y="303"/>
                  </a:cubicBezTo>
                  <a:cubicBezTo>
                    <a:pt x="2565" y="301"/>
                    <a:pt x="2561" y="300"/>
                    <a:pt x="2558" y="298"/>
                  </a:cubicBezTo>
                  <a:cubicBezTo>
                    <a:pt x="2558" y="298"/>
                    <a:pt x="2558" y="298"/>
                    <a:pt x="2558" y="298"/>
                  </a:cubicBezTo>
                  <a:cubicBezTo>
                    <a:pt x="2558" y="298"/>
                    <a:pt x="2558" y="298"/>
                    <a:pt x="2558" y="298"/>
                  </a:cubicBezTo>
                  <a:cubicBezTo>
                    <a:pt x="2541" y="290"/>
                    <a:pt x="2523" y="284"/>
                    <a:pt x="2506" y="279"/>
                  </a:cubicBezTo>
                  <a:cubicBezTo>
                    <a:pt x="2503" y="278"/>
                    <a:pt x="2502" y="277"/>
                    <a:pt x="2501" y="275"/>
                  </a:cubicBezTo>
                  <a:cubicBezTo>
                    <a:pt x="2500" y="273"/>
                    <a:pt x="2499" y="271"/>
                    <a:pt x="2500" y="268"/>
                  </a:cubicBezTo>
                  <a:cubicBezTo>
                    <a:pt x="2501" y="264"/>
                    <a:pt x="2506" y="261"/>
                    <a:pt x="2510" y="263"/>
                  </a:cubicBezTo>
                  <a:cubicBezTo>
                    <a:pt x="2529" y="268"/>
                    <a:pt x="2547" y="275"/>
                    <a:pt x="2565" y="282"/>
                  </a:cubicBezTo>
                  <a:cubicBezTo>
                    <a:pt x="2565" y="282"/>
                    <a:pt x="2565" y="282"/>
                    <a:pt x="2565" y="282"/>
                  </a:cubicBezTo>
                  <a:cubicBezTo>
                    <a:pt x="2565" y="283"/>
                    <a:pt x="2565" y="283"/>
                    <a:pt x="2565" y="283"/>
                  </a:cubicBezTo>
                  <a:cubicBezTo>
                    <a:pt x="2565" y="283"/>
                    <a:pt x="2565" y="283"/>
                    <a:pt x="2565" y="283"/>
                  </a:cubicBezTo>
                  <a:cubicBezTo>
                    <a:pt x="2569" y="285"/>
                    <a:pt x="2573" y="286"/>
                    <a:pt x="2577" y="288"/>
                  </a:cubicBezTo>
                  <a:cubicBezTo>
                    <a:pt x="2577" y="288"/>
                    <a:pt x="2577" y="288"/>
                    <a:pt x="2577" y="288"/>
                  </a:cubicBezTo>
                  <a:cubicBezTo>
                    <a:pt x="2599" y="299"/>
                    <a:pt x="2619" y="313"/>
                    <a:pt x="2639" y="328"/>
                  </a:cubicBezTo>
                  <a:cubicBezTo>
                    <a:pt x="2639" y="328"/>
                    <a:pt x="2639" y="328"/>
                    <a:pt x="2639" y="328"/>
                  </a:cubicBezTo>
                  <a:cubicBezTo>
                    <a:pt x="2653" y="339"/>
                    <a:pt x="2653" y="339"/>
                    <a:pt x="2653" y="339"/>
                  </a:cubicBezTo>
                  <a:cubicBezTo>
                    <a:pt x="2657" y="342"/>
                    <a:pt x="2660" y="345"/>
                    <a:pt x="2662" y="348"/>
                  </a:cubicBezTo>
                  <a:cubicBezTo>
                    <a:pt x="2664" y="349"/>
                    <a:pt x="2665" y="350"/>
                    <a:pt x="2667" y="352"/>
                  </a:cubicBezTo>
                  <a:cubicBezTo>
                    <a:pt x="2667" y="352"/>
                    <a:pt x="2667" y="352"/>
                    <a:pt x="2667" y="352"/>
                  </a:cubicBezTo>
                  <a:cubicBezTo>
                    <a:pt x="2673" y="358"/>
                    <a:pt x="2673" y="358"/>
                    <a:pt x="2673" y="358"/>
                  </a:cubicBezTo>
                  <a:cubicBezTo>
                    <a:pt x="2675" y="359"/>
                    <a:pt x="2676" y="361"/>
                    <a:pt x="2678" y="362"/>
                  </a:cubicBezTo>
                  <a:cubicBezTo>
                    <a:pt x="2678" y="363"/>
                    <a:pt x="2679" y="363"/>
                    <a:pt x="2679" y="364"/>
                  </a:cubicBezTo>
                  <a:cubicBezTo>
                    <a:pt x="2692" y="376"/>
                    <a:pt x="2692" y="376"/>
                    <a:pt x="2692" y="376"/>
                  </a:cubicBezTo>
                  <a:cubicBezTo>
                    <a:pt x="2695" y="380"/>
                    <a:pt x="2698" y="383"/>
                    <a:pt x="2701" y="386"/>
                  </a:cubicBezTo>
                  <a:cubicBezTo>
                    <a:pt x="2703" y="388"/>
                    <a:pt x="2704" y="390"/>
                    <a:pt x="2704" y="393"/>
                  </a:cubicBezTo>
                  <a:cubicBezTo>
                    <a:pt x="2704" y="395"/>
                    <a:pt x="2703" y="397"/>
                    <a:pt x="2701" y="398"/>
                  </a:cubicBezTo>
                  <a:cubicBezTo>
                    <a:pt x="2699" y="400"/>
                    <a:pt x="2697" y="401"/>
                    <a:pt x="2695" y="401"/>
                  </a:cubicBezTo>
                  <a:close/>
                  <a:moveTo>
                    <a:pt x="4269" y="384"/>
                  </a:moveTo>
                  <a:cubicBezTo>
                    <a:pt x="4267" y="384"/>
                    <a:pt x="4265" y="383"/>
                    <a:pt x="4264" y="382"/>
                  </a:cubicBezTo>
                  <a:cubicBezTo>
                    <a:pt x="4260" y="380"/>
                    <a:pt x="4259" y="374"/>
                    <a:pt x="4262" y="370"/>
                  </a:cubicBezTo>
                  <a:cubicBezTo>
                    <a:pt x="4265" y="365"/>
                    <a:pt x="4268" y="360"/>
                    <a:pt x="4271" y="355"/>
                  </a:cubicBezTo>
                  <a:cubicBezTo>
                    <a:pt x="4283" y="338"/>
                    <a:pt x="4283" y="338"/>
                    <a:pt x="4283" y="338"/>
                  </a:cubicBezTo>
                  <a:cubicBezTo>
                    <a:pt x="4316" y="284"/>
                    <a:pt x="4316" y="284"/>
                    <a:pt x="4316" y="284"/>
                  </a:cubicBezTo>
                  <a:cubicBezTo>
                    <a:pt x="4333" y="255"/>
                    <a:pt x="4349" y="232"/>
                    <a:pt x="4363" y="211"/>
                  </a:cubicBezTo>
                  <a:cubicBezTo>
                    <a:pt x="4371" y="200"/>
                    <a:pt x="4378" y="190"/>
                    <a:pt x="4386" y="180"/>
                  </a:cubicBezTo>
                  <a:cubicBezTo>
                    <a:pt x="4386" y="180"/>
                    <a:pt x="4386" y="180"/>
                    <a:pt x="4386" y="180"/>
                  </a:cubicBezTo>
                  <a:cubicBezTo>
                    <a:pt x="4386" y="180"/>
                    <a:pt x="4386" y="180"/>
                    <a:pt x="4386" y="180"/>
                  </a:cubicBezTo>
                  <a:cubicBezTo>
                    <a:pt x="4389" y="177"/>
                    <a:pt x="4394" y="176"/>
                    <a:pt x="4397" y="179"/>
                  </a:cubicBezTo>
                  <a:cubicBezTo>
                    <a:pt x="4399" y="180"/>
                    <a:pt x="4400" y="182"/>
                    <a:pt x="4401" y="184"/>
                  </a:cubicBezTo>
                  <a:cubicBezTo>
                    <a:pt x="4401" y="187"/>
                    <a:pt x="4400" y="189"/>
                    <a:pt x="4399" y="191"/>
                  </a:cubicBezTo>
                  <a:cubicBezTo>
                    <a:pt x="4392" y="200"/>
                    <a:pt x="4385" y="210"/>
                    <a:pt x="4377" y="221"/>
                  </a:cubicBezTo>
                  <a:cubicBezTo>
                    <a:pt x="4363" y="242"/>
                    <a:pt x="4348" y="265"/>
                    <a:pt x="4330" y="293"/>
                  </a:cubicBezTo>
                  <a:cubicBezTo>
                    <a:pt x="4306" y="332"/>
                    <a:pt x="4306" y="332"/>
                    <a:pt x="4306" y="332"/>
                  </a:cubicBezTo>
                  <a:cubicBezTo>
                    <a:pt x="4306" y="332"/>
                    <a:pt x="4306" y="332"/>
                    <a:pt x="4306" y="332"/>
                  </a:cubicBezTo>
                  <a:cubicBezTo>
                    <a:pt x="4297" y="347"/>
                    <a:pt x="4297" y="347"/>
                    <a:pt x="4297" y="347"/>
                  </a:cubicBezTo>
                  <a:cubicBezTo>
                    <a:pt x="4286" y="365"/>
                    <a:pt x="4286" y="365"/>
                    <a:pt x="4286" y="365"/>
                  </a:cubicBezTo>
                  <a:cubicBezTo>
                    <a:pt x="4283" y="369"/>
                    <a:pt x="4280" y="374"/>
                    <a:pt x="4276" y="380"/>
                  </a:cubicBezTo>
                  <a:cubicBezTo>
                    <a:pt x="4274" y="382"/>
                    <a:pt x="4272" y="384"/>
                    <a:pt x="4269" y="384"/>
                  </a:cubicBezTo>
                  <a:close/>
                  <a:moveTo>
                    <a:pt x="1934" y="382"/>
                  </a:moveTo>
                  <a:cubicBezTo>
                    <a:pt x="1931" y="382"/>
                    <a:pt x="1928" y="380"/>
                    <a:pt x="1927" y="377"/>
                  </a:cubicBezTo>
                  <a:cubicBezTo>
                    <a:pt x="1926" y="375"/>
                    <a:pt x="1926" y="373"/>
                    <a:pt x="1927" y="371"/>
                  </a:cubicBezTo>
                  <a:cubicBezTo>
                    <a:pt x="1927" y="368"/>
                    <a:pt x="1929" y="367"/>
                    <a:pt x="1931" y="366"/>
                  </a:cubicBezTo>
                  <a:cubicBezTo>
                    <a:pt x="1935" y="364"/>
                    <a:pt x="1940" y="366"/>
                    <a:pt x="1942" y="370"/>
                  </a:cubicBezTo>
                  <a:cubicBezTo>
                    <a:pt x="1943" y="372"/>
                    <a:pt x="1943" y="375"/>
                    <a:pt x="1942" y="377"/>
                  </a:cubicBezTo>
                  <a:cubicBezTo>
                    <a:pt x="1942" y="379"/>
                    <a:pt x="1940" y="380"/>
                    <a:pt x="1938" y="381"/>
                  </a:cubicBezTo>
                  <a:cubicBezTo>
                    <a:pt x="1937" y="382"/>
                    <a:pt x="1936" y="382"/>
                    <a:pt x="1934" y="382"/>
                  </a:cubicBezTo>
                  <a:close/>
                  <a:moveTo>
                    <a:pt x="1960" y="371"/>
                  </a:moveTo>
                  <a:cubicBezTo>
                    <a:pt x="1957" y="371"/>
                    <a:pt x="1954" y="369"/>
                    <a:pt x="1953" y="366"/>
                  </a:cubicBezTo>
                  <a:cubicBezTo>
                    <a:pt x="1952" y="364"/>
                    <a:pt x="1952" y="361"/>
                    <a:pt x="1953" y="359"/>
                  </a:cubicBezTo>
                  <a:cubicBezTo>
                    <a:pt x="1953" y="357"/>
                    <a:pt x="1955" y="355"/>
                    <a:pt x="1957" y="355"/>
                  </a:cubicBezTo>
                  <a:cubicBezTo>
                    <a:pt x="1975" y="347"/>
                    <a:pt x="1992" y="340"/>
                    <a:pt x="2010" y="333"/>
                  </a:cubicBezTo>
                  <a:cubicBezTo>
                    <a:pt x="2042" y="320"/>
                    <a:pt x="2072" y="309"/>
                    <a:pt x="2102" y="299"/>
                  </a:cubicBezTo>
                  <a:cubicBezTo>
                    <a:pt x="2127" y="290"/>
                    <a:pt x="2150" y="283"/>
                    <a:pt x="2171" y="278"/>
                  </a:cubicBezTo>
                  <a:cubicBezTo>
                    <a:pt x="2175" y="276"/>
                    <a:pt x="2180" y="279"/>
                    <a:pt x="2181" y="283"/>
                  </a:cubicBezTo>
                  <a:cubicBezTo>
                    <a:pt x="2182" y="286"/>
                    <a:pt x="2182" y="288"/>
                    <a:pt x="2181" y="290"/>
                  </a:cubicBezTo>
                  <a:cubicBezTo>
                    <a:pt x="2179" y="292"/>
                    <a:pt x="2178" y="293"/>
                    <a:pt x="2175" y="294"/>
                  </a:cubicBezTo>
                  <a:cubicBezTo>
                    <a:pt x="2154" y="300"/>
                    <a:pt x="2132" y="306"/>
                    <a:pt x="2108" y="315"/>
                  </a:cubicBezTo>
                  <a:cubicBezTo>
                    <a:pt x="2078" y="325"/>
                    <a:pt x="2047" y="336"/>
                    <a:pt x="2016" y="349"/>
                  </a:cubicBezTo>
                  <a:cubicBezTo>
                    <a:pt x="1999" y="355"/>
                    <a:pt x="1982" y="362"/>
                    <a:pt x="1964" y="370"/>
                  </a:cubicBezTo>
                  <a:cubicBezTo>
                    <a:pt x="1963" y="371"/>
                    <a:pt x="1962" y="371"/>
                    <a:pt x="1960" y="371"/>
                  </a:cubicBezTo>
                  <a:close/>
                  <a:moveTo>
                    <a:pt x="699" y="370"/>
                  </a:moveTo>
                  <a:cubicBezTo>
                    <a:pt x="697" y="370"/>
                    <a:pt x="696" y="370"/>
                    <a:pt x="694" y="369"/>
                  </a:cubicBezTo>
                  <a:cubicBezTo>
                    <a:pt x="692" y="368"/>
                    <a:pt x="691" y="366"/>
                    <a:pt x="691" y="363"/>
                  </a:cubicBezTo>
                  <a:cubicBezTo>
                    <a:pt x="690" y="361"/>
                    <a:pt x="691" y="359"/>
                    <a:pt x="692" y="357"/>
                  </a:cubicBezTo>
                  <a:cubicBezTo>
                    <a:pt x="695" y="353"/>
                    <a:pt x="700" y="352"/>
                    <a:pt x="704" y="355"/>
                  </a:cubicBezTo>
                  <a:cubicBezTo>
                    <a:pt x="708" y="357"/>
                    <a:pt x="709" y="363"/>
                    <a:pt x="706" y="367"/>
                  </a:cubicBezTo>
                  <a:cubicBezTo>
                    <a:pt x="705" y="369"/>
                    <a:pt x="702" y="370"/>
                    <a:pt x="699" y="370"/>
                  </a:cubicBezTo>
                  <a:close/>
                  <a:moveTo>
                    <a:pt x="6622" y="363"/>
                  </a:moveTo>
                  <a:cubicBezTo>
                    <a:pt x="6619" y="363"/>
                    <a:pt x="6617" y="362"/>
                    <a:pt x="6615" y="360"/>
                  </a:cubicBezTo>
                  <a:cubicBezTo>
                    <a:pt x="6612" y="356"/>
                    <a:pt x="6612" y="351"/>
                    <a:pt x="6616" y="348"/>
                  </a:cubicBezTo>
                  <a:cubicBezTo>
                    <a:pt x="6620" y="345"/>
                    <a:pt x="6625" y="345"/>
                    <a:pt x="6628" y="349"/>
                  </a:cubicBezTo>
                  <a:cubicBezTo>
                    <a:pt x="6631" y="352"/>
                    <a:pt x="6631" y="358"/>
                    <a:pt x="6627" y="361"/>
                  </a:cubicBezTo>
                  <a:cubicBezTo>
                    <a:pt x="6626" y="362"/>
                    <a:pt x="6624" y="363"/>
                    <a:pt x="6622" y="363"/>
                  </a:cubicBezTo>
                  <a:close/>
                  <a:moveTo>
                    <a:pt x="676" y="355"/>
                  </a:moveTo>
                  <a:cubicBezTo>
                    <a:pt x="674" y="355"/>
                    <a:pt x="672" y="354"/>
                    <a:pt x="671" y="353"/>
                  </a:cubicBezTo>
                  <a:cubicBezTo>
                    <a:pt x="665" y="349"/>
                    <a:pt x="658" y="345"/>
                    <a:pt x="652" y="341"/>
                  </a:cubicBezTo>
                  <a:cubicBezTo>
                    <a:pt x="610" y="315"/>
                    <a:pt x="570" y="295"/>
                    <a:pt x="532" y="281"/>
                  </a:cubicBezTo>
                  <a:cubicBezTo>
                    <a:pt x="529" y="280"/>
                    <a:pt x="525" y="278"/>
                    <a:pt x="522" y="277"/>
                  </a:cubicBezTo>
                  <a:cubicBezTo>
                    <a:pt x="504" y="271"/>
                    <a:pt x="486" y="265"/>
                    <a:pt x="469" y="261"/>
                  </a:cubicBezTo>
                  <a:cubicBezTo>
                    <a:pt x="466" y="261"/>
                    <a:pt x="465" y="259"/>
                    <a:pt x="463" y="257"/>
                  </a:cubicBezTo>
                  <a:cubicBezTo>
                    <a:pt x="462" y="255"/>
                    <a:pt x="462" y="253"/>
                    <a:pt x="462" y="251"/>
                  </a:cubicBezTo>
                  <a:cubicBezTo>
                    <a:pt x="463" y="246"/>
                    <a:pt x="468" y="244"/>
                    <a:pt x="473" y="245"/>
                  </a:cubicBezTo>
                  <a:cubicBezTo>
                    <a:pt x="491" y="249"/>
                    <a:pt x="509" y="254"/>
                    <a:pt x="528" y="261"/>
                  </a:cubicBezTo>
                  <a:cubicBezTo>
                    <a:pt x="528" y="261"/>
                    <a:pt x="528" y="261"/>
                    <a:pt x="528" y="261"/>
                  </a:cubicBezTo>
                  <a:cubicBezTo>
                    <a:pt x="528" y="261"/>
                    <a:pt x="528" y="261"/>
                    <a:pt x="528" y="261"/>
                  </a:cubicBezTo>
                  <a:cubicBezTo>
                    <a:pt x="531" y="262"/>
                    <a:pt x="534" y="264"/>
                    <a:pt x="538" y="265"/>
                  </a:cubicBezTo>
                  <a:cubicBezTo>
                    <a:pt x="577" y="280"/>
                    <a:pt x="618" y="300"/>
                    <a:pt x="660" y="327"/>
                  </a:cubicBezTo>
                  <a:cubicBezTo>
                    <a:pt x="667" y="331"/>
                    <a:pt x="674" y="335"/>
                    <a:pt x="680" y="339"/>
                  </a:cubicBezTo>
                  <a:cubicBezTo>
                    <a:pt x="681" y="339"/>
                    <a:pt x="681" y="339"/>
                    <a:pt x="681" y="339"/>
                  </a:cubicBezTo>
                  <a:cubicBezTo>
                    <a:pt x="681" y="339"/>
                    <a:pt x="681" y="339"/>
                    <a:pt x="681" y="339"/>
                  </a:cubicBezTo>
                  <a:cubicBezTo>
                    <a:pt x="682" y="341"/>
                    <a:pt x="683" y="342"/>
                    <a:pt x="684" y="344"/>
                  </a:cubicBezTo>
                  <a:cubicBezTo>
                    <a:pt x="684" y="347"/>
                    <a:pt x="684" y="349"/>
                    <a:pt x="683" y="351"/>
                  </a:cubicBezTo>
                  <a:cubicBezTo>
                    <a:pt x="681" y="353"/>
                    <a:pt x="678" y="355"/>
                    <a:pt x="676" y="355"/>
                  </a:cubicBezTo>
                  <a:close/>
                  <a:moveTo>
                    <a:pt x="6644" y="346"/>
                  </a:moveTo>
                  <a:cubicBezTo>
                    <a:pt x="6641" y="346"/>
                    <a:pt x="6639" y="344"/>
                    <a:pt x="6637" y="342"/>
                  </a:cubicBezTo>
                  <a:cubicBezTo>
                    <a:pt x="6635" y="338"/>
                    <a:pt x="6636" y="333"/>
                    <a:pt x="6640" y="330"/>
                  </a:cubicBezTo>
                  <a:cubicBezTo>
                    <a:pt x="6648" y="326"/>
                    <a:pt x="6656" y="322"/>
                    <a:pt x="6666" y="318"/>
                  </a:cubicBezTo>
                  <a:cubicBezTo>
                    <a:pt x="6669" y="316"/>
                    <a:pt x="6673" y="315"/>
                    <a:pt x="6675" y="314"/>
                  </a:cubicBezTo>
                  <a:cubicBezTo>
                    <a:pt x="6676" y="314"/>
                    <a:pt x="6677" y="314"/>
                    <a:pt x="6678" y="313"/>
                  </a:cubicBezTo>
                  <a:cubicBezTo>
                    <a:pt x="6682" y="312"/>
                    <a:pt x="6686" y="311"/>
                    <a:pt x="6690" y="310"/>
                  </a:cubicBezTo>
                  <a:cubicBezTo>
                    <a:pt x="6690" y="309"/>
                    <a:pt x="6690" y="309"/>
                    <a:pt x="6690" y="309"/>
                  </a:cubicBezTo>
                  <a:cubicBezTo>
                    <a:pt x="6691" y="309"/>
                    <a:pt x="6692" y="309"/>
                    <a:pt x="6694" y="308"/>
                  </a:cubicBezTo>
                  <a:cubicBezTo>
                    <a:pt x="6699" y="307"/>
                    <a:pt x="6703" y="305"/>
                    <a:pt x="6708" y="304"/>
                  </a:cubicBezTo>
                  <a:cubicBezTo>
                    <a:pt x="6709" y="304"/>
                    <a:pt x="6711" y="303"/>
                    <a:pt x="6712" y="303"/>
                  </a:cubicBezTo>
                  <a:cubicBezTo>
                    <a:pt x="6712" y="303"/>
                    <a:pt x="6712" y="303"/>
                    <a:pt x="6712" y="303"/>
                  </a:cubicBezTo>
                  <a:cubicBezTo>
                    <a:pt x="6739" y="296"/>
                    <a:pt x="6766" y="291"/>
                    <a:pt x="6799" y="285"/>
                  </a:cubicBezTo>
                  <a:cubicBezTo>
                    <a:pt x="6819" y="282"/>
                    <a:pt x="6840" y="279"/>
                    <a:pt x="6862" y="276"/>
                  </a:cubicBezTo>
                  <a:cubicBezTo>
                    <a:pt x="6862" y="276"/>
                    <a:pt x="6862" y="276"/>
                    <a:pt x="6862" y="276"/>
                  </a:cubicBezTo>
                  <a:cubicBezTo>
                    <a:pt x="6867" y="275"/>
                    <a:pt x="6871" y="279"/>
                    <a:pt x="6872" y="283"/>
                  </a:cubicBezTo>
                  <a:cubicBezTo>
                    <a:pt x="6872" y="286"/>
                    <a:pt x="6871" y="288"/>
                    <a:pt x="6870" y="290"/>
                  </a:cubicBezTo>
                  <a:cubicBezTo>
                    <a:pt x="6869" y="291"/>
                    <a:pt x="6867" y="293"/>
                    <a:pt x="6864" y="293"/>
                  </a:cubicBezTo>
                  <a:cubicBezTo>
                    <a:pt x="6842" y="296"/>
                    <a:pt x="6822" y="299"/>
                    <a:pt x="6802" y="302"/>
                  </a:cubicBezTo>
                  <a:cubicBezTo>
                    <a:pt x="6770" y="307"/>
                    <a:pt x="6742" y="313"/>
                    <a:pt x="6716" y="319"/>
                  </a:cubicBezTo>
                  <a:cubicBezTo>
                    <a:pt x="6715" y="320"/>
                    <a:pt x="6713" y="320"/>
                    <a:pt x="6712" y="321"/>
                  </a:cubicBezTo>
                  <a:cubicBezTo>
                    <a:pt x="6707" y="322"/>
                    <a:pt x="6703" y="323"/>
                    <a:pt x="6699" y="324"/>
                  </a:cubicBezTo>
                  <a:cubicBezTo>
                    <a:pt x="6698" y="325"/>
                    <a:pt x="6696" y="325"/>
                    <a:pt x="6695" y="326"/>
                  </a:cubicBezTo>
                  <a:cubicBezTo>
                    <a:pt x="6695" y="326"/>
                    <a:pt x="6695" y="326"/>
                    <a:pt x="6695" y="326"/>
                  </a:cubicBezTo>
                  <a:cubicBezTo>
                    <a:pt x="6692" y="327"/>
                    <a:pt x="6688" y="328"/>
                    <a:pt x="6684" y="329"/>
                  </a:cubicBezTo>
                  <a:cubicBezTo>
                    <a:pt x="6683" y="330"/>
                    <a:pt x="6682" y="330"/>
                    <a:pt x="6681" y="330"/>
                  </a:cubicBezTo>
                  <a:cubicBezTo>
                    <a:pt x="6678" y="331"/>
                    <a:pt x="6675" y="332"/>
                    <a:pt x="6673" y="333"/>
                  </a:cubicBezTo>
                  <a:cubicBezTo>
                    <a:pt x="6672" y="334"/>
                    <a:pt x="6672" y="334"/>
                    <a:pt x="6672" y="334"/>
                  </a:cubicBezTo>
                  <a:cubicBezTo>
                    <a:pt x="6672" y="334"/>
                    <a:pt x="6672" y="334"/>
                    <a:pt x="6672" y="334"/>
                  </a:cubicBezTo>
                  <a:cubicBezTo>
                    <a:pt x="6663" y="337"/>
                    <a:pt x="6656" y="341"/>
                    <a:pt x="6649" y="345"/>
                  </a:cubicBezTo>
                  <a:cubicBezTo>
                    <a:pt x="6647" y="346"/>
                    <a:pt x="6646" y="346"/>
                    <a:pt x="6644" y="346"/>
                  </a:cubicBezTo>
                  <a:close/>
                  <a:moveTo>
                    <a:pt x="6891" y="289"/>
                  </a:moveTo>
                  <a:cubicBezTo>
                    <a:pt x="6887" y="289"/>
                    <a:pt x="6883" y="286"/>
                    <a:pt x="6883" y="282"/>
                  </a:cubicBezTo>
                  <a:cubicBezTo>
                    <a:pt x="6882" y="277"/>
                    <a:pt x="6886" y="273"/>
                    <a:pt x="6890" y="273"/>
                  </a:cubicBezTo>
                  <a:cubicBezTo>
                    <a:pt x="6890" y="273"/>
                    <a:pt x="6890" y="273"/>
                    <a:pt x="6890" y="273"/>
                  </a:cubicBezTo>
                  <a:cubicBezTo>
                    <a:pt x="6895" y="272"/>
                    <a:pt x="6899" y="275"/>
                    <a:pt x="6900" y="280"/>
                  </a:cubicBezTo>
                  <a:cubicBezTo>
                    <a:pt x="6900" y="285"/>
                    <a:pt x="6897" y="289"/>
                    <a:pt x="6892" y="289"/>
                  </a:cubicBezTo>
                  <a:cubicBezTo>
                    <a:pt x="6892" y="289"/>
                    <a:pt x="6892" y="289"/>
                    <a:pt x="6891" y="289"/>
                  </a:cubicBezTo>
                  <a:close/>
                  <a:moveTo>
                    <a:pt x="2200" y="287"/>
                  </a:moveTo>
                  <a:cubicBezTo>
                    <a:pt x="2197" y="287"/>
                    <a:pt x="2193" y="284"/>
                    <a:pt x="2192" y="281"/>
                  </a:cubicBezTo>
                  <a:cubicBezTo>
                    <a:pt x="2192" y="278"/>
                    <a:pt x="2192" y="276"/>
                    <a:pt x="2193" y="274"/>
                  </a:cubicBezTo>
                  <a:cubicBezTo>
                    <a:pt x="2194" y="272"/>
                    <a:pt x="2196" y="271"/>
                    <a:pt x="2198" y="270"/>
                  </a:cubicBezTo>
                  <a:cubicBezTo>
                    <a:pt x="2203" y="269"/>
                    <a:pt x="2208" y="272"/>
                    <a:pt x="2209" y="276"/>
                  </a:cubicBezTo>
                  <a:cubicBezTo>
                    <a:pt x="2209" y="279"/>
                    <a:pt x="2209" y="281"/>
                    <a:pt x="2208" y="283"/>
                  </a:cubicBezTo>
                  <a:cubicBezTo>
                    <a:pt x="2207" y="285"/>
                    <a:pt x="2205" y="286"/>
                    <a:pt x="2203" y="287"/>
                  </a:cubicBezTo>
                  <a:cubicBezTo>
                    <a:pt x="2202" y="287"/>
                    <a:pt x="2201" y="287"/>
                    <a:pt x="2200" y="287"/>
                  </a:cubicBezTo>
                  <a:close/>
                  <a:moveTo>
                    <a:pt x="6919" y="286"/>
                  </a:moveTo>
                  <a:cubicBezTo>
                    <a:pt x="6915" y="286"/>
                    <a:pt x="6911" y="283"/>
                    <a:pt x="6911" y="279"/>
                  </a:cubicBezTo>
                  <a:cubicBezTo>
                    <a:pt x="6910" y="274"/>
                    <a:pt x="6914" y="270"/>
                    <a:pt x="6918" y="269"/>
                  </a:cubicBezTo>
                  <a:cubicBezTo>
                    <a:pt x="6934" y="268"/>
                    <a:pt x="6952" y="266"/>
                    <a:pt x="6971" y="264"/>
                  </a:cubicBezTo>
                  <a:cubicBezTo>
                    <a:pt x="6972" y="264"/>
                    <a:pt x="6972" y="264"/>
                    <a:pt x="6972" y="264"/>
                  </a:cubicBezTo>
                  <a:cubicBezTo>
                    <a:pt x="6973" y="264"/>
                    <a:pt x="6974" y="264"/>
                    <a:pt x="6975" y="264"/>
                  </a:cubicBezTo>
                  <a:cubicBezTo>
                    <a:pt x="7026" y="259"/>
                    <a:pt x="7081" y="255"/>
                    <a:pt x="7142" y="251"/>
                  </a:cubicBezTo>
                  <a:cubicBezTo>
                    <a:pt x="7142" y="251"/>
                    <a:pt x="7142" y="251"/>
                    <a:pt x="7142" y="251"/>
                  </a:cubicBezTo>
                  <a:cubicBezTo>
                    <a:pt x="7143" y="251"/>
                    <a:pt x="7144" y="251"/>
                    <a:pt x="7144" y="251"/>
                  </a:cubicBezTo>
                  <a:cubicBezTo>
                    <a:pt x="7149" y="251"/>
                    <a:pt x="7153" y="255"/>
                    <a:pt x="7153" y="259"/>
                  </a:cubicBezTo>
                  <a:cubicBezTo>
                    <a:pt x="7154" y="264"/>
                    <a:pt x="7150" y="268"/>
                    <a:pt x="7145" y="268"/>
                  </a:cubicBezTo>
                  <a:cubicBezTo>
                    <a:pt x="7145" y="268"/>
                    <a:pt x="7145" y="268"/>
                    <a:pt x="7144" y="268"/>
                  </a:cubicBezTo>
                  <a:cubicBezTo>
                    <a:pt x="7144" y="268"/>
                    <a:pt x="7143" y="268"/>
                    <a:pt x="7143" y="268"/>
                  </a:cubicBezTo>
                  <a:cubicBezTo>
                    <a:pt x="7082" y="272"/>
                    <a:pt x="7027" y="276"/>
                    <a:pt x="6976" y="281"/>
                  </a:cubicBezTo>
                  <a:cubicBezTo>
                    <a:pt x="6976" y="281"/>
                    <a:pt x="6976" y="281"/>
                    <a:pt x="6976" y="281"/>
                  </a:cubicBezTo>
                  <a:cubicBezTo>
                    <a:pt x="6975" y="281"/>
                    <a:pt x="6974" y="281"/>
                    <a:pt x="6973" y="281"/>
                  </a:cubicBezTo>
                  <a:cubicBezTo>
                    <a:pt x="6954" y="283"/>
                    <a:pt x="6937" y="285"/>
                    <a:pt x="6920" y="286"/>
                  </a:cubicBezTo>
                  <a:cubicBezTo>
                    <a:pt x="6920" y="286"/>
                    <a:pt x="6920" y="286"/>
                    <a:pt x="6919" y="286"/>
                  </a:cubicBezTo>
                  <a:close/>
                  <a:moveTo>
                    <a:pt x="5119" y="283"/>
                  </a:moveTo>
                  <a:cubicBezTo>
                    <a:pt x="5117" y="283"/>
                    <a:pt x="5115" y="282"/>
                    <a:pt x="5113" y="281"/>
                  </a:cubicBezTo>
                  <a:cubicBezTo>
                    <a:pt x="5111" y="279"/>
                    <a:pt x="5111" y="277"/>
                    <a:pt x="5111" y="275"/>
                  </a:cubicBezTo>
                  <a:cubicBezTo>
                    <a:pt x="5111" y="272"/>
                    <a:pt x="5112" y="270"/>
                    <a:pt x="5113" y="269"/>
                  </a:cubicBezTo>
                  <a:cubicBezTo>
                    <a:pt x="5116" y="266"/>
                    <a:pt x="5122" y="266"/>
                    <a:pt x="5125" y="269"/>
                  </a:cubicBezTo>
                  <a:cubicBezTo>
                    <a:pt x="5127" y="271"/>
                    <a:pt x="5128" y="273"/>
                    <a:pt x="5128" y="275"/>
                  </a:cubicBezTo>
                  <a:cubicBezTo>
                    <a:pt x="5128" y="277"/>
                    <a:pt x="5127" y="279"/>
                    <a:pt x="5125" y="281"/>
                  </a:cubicBezTo>
                  <a:cubicBezTo>
                    <a:pt x="5123" y="282"/>
                    <a:pt x="5121" y="283"/>
                    <a:pt x="5119" y="283"/>
                  </a:cubicBezTo>
                  <a:close/>
                  <a:moveTo>
                    <a:pt x="2228" y="281"/>
                  </a:moveTo>
                  <a:cubicBezTo>
                    <a:pt x="2224" y="281"/>
                    <a:pt x="2221" y="278"/>
                    <a:pt x="2220" y="274"/>
                  </a:cubicBezTo>
                  <a:cubicBezTo>
                    <a:pt x="2219" y="269"/>
                    <a:pt x="2222" y="265"/>
                    <a:pt x="2226" y="264"/>
                  </a:cubicBezTo>
                  <a:cubicBezTo>
                    <a:pt x="2228" y="263"/>
                    <a:pt x="2230" y="263"/>
                    <a:pt x="2232" y="263"/>
                  </a:cubicBezTo>
                  <a:cubicBezTo>
                    <a:pt x="2232" y="263"/>
                    <a:pt x="2232" y="263"/>
                    <a:pt x="2232" y="263"/>
                  </a:cubicBezTo>
                  <a:cubicBezTo>
                    <a:pt x="2247" y="259"/>
                    <a:pt x="2263" y="256"/>
                    <a:pt x="2282" y="253"/>
                  </a:cubicBezTo>
                  <a:cubicBezTo>
                    <a:pt x="2287" y="253"/>
                    <a:pt x="2293" y="252"/>
                    <a:pt x="2299" y="251"/>
                  </a:cubicBezTo>
                  <a:cubicBezTo>
                    <a:pt x="2299" y="251"/>
                    <a:pt x="2299" y="251"/>
                    <a:pt x="2299" y="251"/>
                  </a:cubicBezTo>
                  <a:cubicBezTo>
                    <a:pt x="2326" y="248"/>
                    <a:pt x="2348" y="246"/>
                    <a:pt x="2368" y="246"/>
                  </a:cubicBezTo>
                  <a:cubicBezTo>
                    <a:pt x="2372" y="246"/>
                    <a:pt x="2376" y="246"/>
                    <a:pt x="2380" y="246"/>
                  </a:cubicBezTo>
                  <a:cubicBezTo>
                    <a:pt x="2403" y="246"/>
                    <a:pt x="2421" y="247"/>
                    <a:pt x="2439" y="249"/>
                  </a:cubicBezTo>
                  <a:cubicBezTo>
                    <a:pt x="2444" y="249"/>
                    <a:pt x="2449" y="250"/>
                    <a:pt x="2454" y="251"/>
                  </a:cubicBezTo>
                  <a:cubicBezTo>
                    <a:pt x="2456" y="251"/>
                    <a:pt x="2458" y="252"/>
                    <a:pt x="2460" y="254"/>
                  </a:cubicBezTo>
                  <a:cubicBezTo>
                    <a:pt x="2461" y="256"/>
                    <a:pt x="2461" y="258"/>
                    <a:pt x="2461" y="260"/>
                  </a:cubicBezTo>
                  <a:cubicBezTo>
                    <a:pt x="2460" y="265"/>
                    <a:pt x="2456" y="268"/>
                    <a:pt x="2452" y="267"/>
                  </a:cubicBezTo>
                  <a:cubicBezTo>
                    <a:pt x="2447" y="267"/>
                    <a:pt x="2442" y="266"/>
                    <a:pt x="2437" y="265"/>
                  </a:cubicBezTo>
                  <a:cubicBezTo>
                    <a:pt x="2420" y="264"/>
                    <a:pt x="2401" y="263"/>
                    <a:pt x="2380" y="263"/>
                  </a:cubicBezTo>
                  <a:cubicBezTo>
                    <a:pt x="2376" y="263"/>
                    <a:pt x="2372" y="263"/>
                    <a:pt x="2368" y="263"/>
                  </a:cubicBezTo>
                  <a:cubicBezTo>
                    <a:pt x="2348" y="263"/>
                    <a:pt x="2327" y="265"/>
                    <a:pt x="2301" y="268"/>
                  </a:cubicBezTo>
                  <a:cubicBezTo>
                    <a:pt x="2296" y="269"/>
                    <a:pt x="2291" y="269"/>
                    <a:pt x="2285" y="270"/>
                  </a:cubicBezTo>
                  <a:cubicBezTo>
                    <a:pt x="2285" y="270"/>
                    <a:pt x="2285" y="270"/>
                    <a:pt x="2285" y="270"/>
                  </a:cubicBezTo>
                  <a:cubicBezTo>
                    <a:pt x="2266" y="273"/>
                    <a:pt x="2250" y="276"/>
                    <a:pt x="2235" y="279"/>
                  </a:cubicBezTo>
                  <a:cubicBezTo>
                    <a:pt x="2235" y="279"/>
                    <a:pt x="2235" y="279"/>
                    <a:pt x="2235" y="279"/>
                  </a:cubicBezTo>
                  <a:cubicBezTo>
                    <a:pt x="2234" y="280"/>
                    <a:pt x="2232" y="280"/>
                    <a:pt x="2230" y="280"/>
                  </a:cubicBezTo>
                  <a:cubicBezTo>
                    <a:pt x="2230" y="280"/>
                    <a:pt x="2230" y="280"/>
                    <a:pt x="2230" y="280"/>
                  </a:cubicBezTo>
                  <a:cubicBezTo>
                    <a:pt x="2229" y="281"/>
                    <a:pt x="2229" y="281"/>
                    <a:pt x="2228" y="281"/>
                  </a:cubicBezTo>
                  <a:close/>
                  <a:moveTo>
                    <a:pt x="2481" y="272"/>
                  </a:moveTo>
                  <a:cubicBezTo>
                    <a:pt x="2480" y="272"/>
                    <a:pt x="2480" y="272"/>
                    <a:pt x="2479" y="272"/>
                  </a:cubicBezTo>
                  <a:cubicBezTo>
                    <a:pt x="2479" y="272"/>
                    <a:pt x="2479" y="272"/>
                    <a:pt x="2479" y="272"/>
                  </a:cubicBezTo>
                  <a:cubicBezTo>
                    <a:pt x="2474" y="271"/>
                    <a:pt x="2471" y="267"/>
                    <a:pt x="2472" y="262"/>
                  </a:cubicBezTo>
                  <a:cubicBezTo>
                    <a:pt x="2473" y="258"/>
                    <a:pt x="2478" y="255"/>
                    <a:pt x="2482" y="256"/>
                  </a:cubicBezTo>
                  <a:cubicBezTo>
                    <a:pt x="2484" y="256"/>
                    <a:pt x="2484" y="256"/>
                    <a:pt x="2484" y="256"/>
                  </a:cubicBezTo>
                  <a:cubicBezTo>
                    <a:pt x="2484" y="256"/>
                    <a:pt x="2484" y="256"/>
                    <a:pt x="2484" y="256"/>
                  </a:cubicBezTo>
                  <a:cubicBezTo>
                    <a:pt x="2487" y="258"/>
                    <a:pt x="2490" y="262"/>
                    <a:pt x="2489" y="266"/>
                  </a:cubicBezTo>
                  <a:cubicBezTo>
                    <a:pt x="2488" y="270"/>
                    <a:pt x="2485" y="272"/>
                    <a:pt x="2481" y="272"/>
                  </a:cubicBezTo>
                  <a:close/>
                  <a:moveTo>
                    <a:pt x="7173" y="267"/>
                  </a:moveTo>
                  <a:cubicBezTo>
                    <a:pt x="7169" y="267"/>
                    <a:pt x="7165" y="263"/>
                    <a:pt x="7165" y="259"/>
                  </a:cubicBezTo>
                  <a:cubicBezTo>
                    <a:pt x="7164" y="254"/>
                    <a:pt x="7168" y="250"/>
                    <a:pt x="7173" y="250"/>
                  </a:cubicBezTo>
                  <a:cubicBezTo>
                    <a:pt x="7177" y="249"/>
                    <a:pt x="7181" y="253"/>
                    <a:pt x="7182" y="258"/>
                  </a:cubicBezTo>
                  <a:cubicBezTo>
                    <a:pt x="7182" y="260"/>
                    <a:pt x="7181" y="262"/>
                    <a:pt x="7179" y="264"/>
                  </a:cubicBezTo>
                  <a:cubicBezTo>
                    <a:pt x="7178" y="265"/>
                    <a:pt x="7176" y="266"/>
                    <a:pt x="7174" y="267"/>
                  </a:cubicBezTo>
                  <a:cubicBezTo>
                    <a:pt x="7173" y="267"/>
                    <a:pt x="7173" y="267"/>
                    <a:pt x="7173" y="267"/>
                  </a:cubicBezTo>
                  <a:close/>
                  <a:moveTo>
                    <a:pt x="7201" y="265"/>
                  </a:moveTo>
                  <a:cubicBezTo>
                    <a:pt x="7197" y="265"/>
                    <a:pt x="7193" y="261"/>
                    <a:pt x="7193" y="257"/>
                  </a:cubicBezTo>
                  <a:cubicBezTo>
                    <a:pt x="7193" y="252"/>
                    <a:pt x="7196" y="248"/>
                    <a:pt x="7201" y="248"/>
                  </a:cubicBezTo>
                  <a:cubicBezTo>
                    <a:pt x="7220" y="247"/>
                    <a:pt x="7239" y="246"/>
                    <a:pt x="7257" y="245"/>
                  </a:cubicBezTo>
                  <a:cubicBezTo>
                    <a:pt x="7257" y="245"/>
                    <a:pt x="7257" y="245"/>
                    <a:pt x="7257" y="245"/>
                  </a:cubicBezTo>
                  <a:cubicBezTo>
                    <a:pt x="7258" y="245"/>
                    <a:pt x="7258" y="245"/>
                    <a:pt x="7258" y="245"/>
                  </a:cubicBezTo>
                  <a:cubicBezTo>
                    <a:pt x="7258" y="245"/>
                    <a:pt x="7258" y="245"/>
                    <a:pt x="7258" y="245"/>
                  </a:cubicBezTo>
                  <a:cubicBezTo>
                    <a:pt x="7311" y="243"/>
                    <a:pt x="7366" y="241"/>
                    <a:pt x="7427" y="239"/>
                  </a:cubicBezTo>
                  <a:cubicBezTo>
                    <a:pt x="7432" y="239"/>
                    <a:pt x="7436" y="242"/>
                    <a:pt x="7436" y="247"/>
                  </a:cubicBezTo>
                  <a:cubicBezTo>
                    <a:pt x="7436" y="252"/>
                    <a:pt x="7432" y="256"/>
                    <a:pt x="7428" y="256"/>
                  </a:cubicBezTo>
                  <a:cubicBezTo>
                    <a:pt x="7367" y="258"/>
                    <a:pt x="7312" y="260"/>
                    <a:pt x="7258" y="262"/>
                  </a:cubicBezTo>
                  <a:cubicBezTo>
                    <a:pt x="7239" y="263"/>
                    <a:pt x="7220" y="264"/>
                    <a:pt x="7202" y="265"/>
                  </a:cubicBezTo>
                  <a:cubicBezTo>
                    <a:pt x="7202" y="265"/>
                    <a:pt x="7201" y="265"/>
                    <a:pt x="7201" y="265"/>
                  </a:cubicBezTo>
                  <a:close/>
                  <a:moveTo>
                    <a:pt x="5099" y="263"/>
                  </a:moveTo>
                  <a:cubicBezTo>
                    <a:pt x="5097" y="263"/>
                    <a:pt x="5095" y="262"/>
                    <a:pt x="5093" y="261"/>
                  </a:cubicBezTo>
                  <a:cubicBezTo>
                    <a:pt x="5053" y="221"/>
                    <a:pt x="5019" y="189"/>
                    <a:pt x="4986" y="162"/>
                  </a:cubicBezTo>
                  <a:cubicBezTo>
                    <a:pt x="4980" y="157"/>
                    <a:pt x="4974" y="152"/>
                    <a:pt x="4968" y="147"/>
                  </a:cubicBezTo>
                  <a:cubicBezTo>
                    <a:pt x="4968" y="147"/>
                    <a:pt x="4968" y="147"/>
                    <a:pt x="4968" y="147"/>
                  </a:cubicBezTo>
                  <a:cubicBezTo>
                    <a:pt x="4953" y="135"/>
                    <a:pt x="4938" y="124"/>
                    <a:pt x="4924" y="114"/>
                  </a:cubicBezTo>
                  <a:cubicBezTo>
                    <a:pt x="4922" y="112"/>
                    <a:pt x="4920" y="110"/>
                    <a:pt x="4920" y="108"/>
                  </a:cubicBezTo>
                  <a:cubicBezTo>
                    <a:pt x="4920" y="106"/>
                    <a:pt x="4920" y="104"/>
                    <a:pt x="4922" y="102"/>
                  </a:cubicBezTo>
                  <a:cubicBezTo>
                    <a:pt x="4924" y="98"/>
                    <a:pt x="4930" y="97"/>
                    <a:pt x="4933" y="100"/>
                  </a:cubicBezTo>
                  <a:cubicBezTo>
                    <a:pt x="4948" y="110"/>
                    <a:pt x="4963" y="122"/>
                    <a:pt x="4979" y="134"/>
                  </a:cubicBezTo>
                  <a:cubicBezTo>
                    <a:pt x="4985" y="139"/>
                    <a:pt x="4991" y="144"/>
                    <a:pt x="4997" y="149"/>
                  </a:cubicBezTo>
                  <a:cubicBezTo>
                    <a:pt x="5030" y="176"/>
                    <a:pt x="5065" y="208"/>
                    <a:pt x="5105" y="249"/>
                  </a:cubicBezTo>
                  <a:cubicBezTo>
                    <a:pt x="5107" y="250"/>
                    <a:pt x="5108" y="252"/>
                    <a:pt x="5108" y="255"/>
                  </a:cubicBezTo>
                  <a:cubicBezTo>
                    <a:pt x="5108" y="257"/>
                    <a:pt x="5107" y="259"/>
                    <a:pt x="5105" y="261"/>
                  </a:cubicBezTo>
                  <a:cubicBezTo>
                    <a:pt x="5104" y="262"/>
                    <a:pt x="5102" y="263"/>
                    <a:pt x="5099" y="263"/>
                  </a:cubicBezTo>
                  <a:close/>
                  <a:moveTo>
                    <a:pt x="443" y="256"/>
                  </a:moveTo>
                  <a:cubicBezTo>
                    <a:pt x="442" y="256"/>
                    <a:pt x="442" y="256"/>
                    <a:pt x="441" y="255"/>
                  </a:cubicBezTo>
                  <a:cubicBezTo>
                    <a:pt x="439" y="255"/>
                    <a:pt x="437" y="254"/>
                    <a:pt x="436" y="252"/>
                  </a:cubicBezTo>
                  <a:cubicBezTo>
                    <a:pt x="435" y="250"/>
                    <a:pt x="434" y="248"/>
                    <a:pt x="435" y="246"/>
                  </a:cubicBezTo>
                  <a:cubicBezTo>
                    <a:pt x="435" y="241"/>
                    <a:pt x="440" y="238"/>
                    <a:pt x="444" y="239"/>
                  </a:cubicBezTo>
                  <a:cubicBezTo>
                    <a:pt x="447" y="239"/>
                    <a:pt x="449" y="240"/>
                    <a:pt x="450" y="242"/>
                  </a:cubicBezTo>
                  <a:cubicBezTo>
                    <a:pt x="451" y="244"/>
                    <a:pt x="452" y="246"/>
                    <a:pt x="451" y="249"/>
                  </a:cubicBezTo>
                  <a:cubicBezTo>
                    <a:pt x="451" y="253"/>
                    <a:pt x="447" y="256"/>
                    <a:pt x="443" y="256"/>
                  </a:cubicBezTo>
                  <a:close/>
                  <a:moveTo>
                    <a:pt x="7456" y="255"/>
                  </a:moveTo>
                  <a:cubicBezTo>
                    <a:pt x="7451" y="255"/>
                    <a:pt x="7447" y="251"/>
                    <a:pt x="7447" y="247"/>
                  </a:cubicBezTo>
                  <a:cubicBezTo>
                    <a:pt x="7447" y="242"/>
                    <a:pt x="7451" y="238"/>
                    <a:pt x="7455" y="238"/>
                  </a:cubicBezTo>
                  <a:cubicBezTo>
                    <a:pt x="7456" y="238"/>
                    <a:pt x="7456" y="238"/>
                    <a:pt x="7456" y="238"/>
                  </a:cubicBezTo>
                  <a:cubicBezTo>
                    <a:pt x="7460" y="238"/>
                    <a:pt x="7464" y="242"/>
                    <a:pt x="7464" y="246"/>
                  </a:cubicBezTo>
                  <a:cubicBezTo>
                    <a:pt x="7464" y="251"/>
                    <a:pt x="7461" y="255"/>
                    <a:pt x="7456" y="255"/>
                  </a:cubicBezTo>
                  <a:cubicBezTo>
                    <a:pt x="7456" y="255"/>
                    <a:pt x="7456" y="255"/>
                    <a:pt x="7456" y="255"/>
                  </a:cubicBezTo>
                  <a:close/>
                  <a:moveTo>
                    <a:pt x="7484" y="254"/>
                  </a:moveTo>
                  <a:cubicBezTo>
                    <a:pt x="7484" y="254"/>
                    <a:pt x="7484" y="254"/>
                    <a:pt x="7484" y="254"/>
                  </a:cubicBezTo>
                  <a:cubicBezTo>
                    <a:pt x="7479" y="254"/>
                    <a:pt x="7476" y="251"/>
                    <a:pt x="7475" y="246"/>
                  </a:cubicBezTo>
                  <a:cubicBezTo>
                    <a:pt x="7475" y="241"/>
                    <a:pt x="7479" y="237"/>
                    <a:pt x="7484" y="237"/>
                  </a:cubicBezTo>
                  <a:cubicBezTo>
                    <a:pt x="7501" y="237"/>
                    <a:pt x="7519" y="236"/>
                    <a:pt x="7540" y="236"/>
                  </a:cubicBezTo>
                  <a:cubicBezTo>
                    <a:pt x="7597" y="235"/>
                    <a:pt x="7654" y="234"/>
                    <a:pt x="7710" y="233"/>
                  </a:cubicBezTo>
                  <a:cubicBezTo>
                    <a:pt x="7710" y="233"/>
                    <a:pt x="7710" y="233"/>
                    <a:pt x="7710" y="233"/>
                  </a:cubicBezTo>
                  <a:cubicBezTo>
                    <a:pt x="7715" y="233"/>
                    <a:pt x="7719" y="237"/>
                    <a:pt x="7719" y="241"/>
                  </a:cubicBezTo>
                  <a:cubicBezTo>
                    <a:pt x="7719" y="246"/>
                    <a:pt x="7715" y="250"/>
                    <a:pt x="7710" y="250"/>
                  </a:cubicBezTo>
                  <a:cubicBezTo>
                    <a:pt x="7653" y="251"/>
                    <a:pt x="7596" y="252"/>
                    <a:pt x="7541" y="253"/>
                  </a:cubicBezTo>
                  <a:cubicBezTo>
                    <a:pt x="7519" y="253"/>
                    <a:pt x="7501" y="254"/>
                    <a:pt x="7484" y="254"/>
                  </a:cubicBezTo>
                  <a:close/>
                  <a:moveTo>
                    <a:pt x="415" y="252"/>
                  </a:moveTo>
                  <a:cubicBezTo>
                    <a:pt x="415" y="252"/>
                    <a:pt x="414" y="252"/>
                    <a:pt x="414" y="252"/>
                  </a:cubicBezTo>
                  <a:cubicBezTo>
                    <a:pt x="409" y="251"/>
                    <a:pt x="403" y="250"/>
                    <a:pt x="398" y="250"/>
                  </a:cubicBezTo>
                  <a:cubicBezTo>
                    <a:pt x="397" y="250"/>
                    <a:pt x="397" y="250"/>
                    <a:pt x="397" y="250"/>
                  </a:cubicBezTo>
                  <a:cubicBezTo>
                    <a:pt x="392" y="250"/>
                    <a:pt x="386" y="249"/>
                    <a:pt x="381" y="249"/>
                  </a:cubicBezTo>
                  <a:cubicBezTo>
                    <a:pt x="380" y="249"/>
                    <a:pt x="380" y="249"/>
                    <a:pt x="380" y="249"/>
                  </a:cubicBezTo>
                  <a:cubicBezTo>
                    <a:pt x="375" y="249"/>
                    <a:pt x="370" y="249"/>
                    <a:pt x="366" y="249"/>
                  </a:cubicBezTo>
                  <a:cubicBezTo>
                    <a:pt x="365" y="249"/>
                    <a:pt x="365" y="249"/>
                    <a:pt x="364" y="249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189" y="249"/>
                    <a:pt x="189" y="249"/>
                    <a:pt x="189" y="249"/>
                  </a:cubicBezTo>
                  <a:cubicBezTo>
                    <a:pt x="184" y="249"/>
                    <a:pt x="180" y="245"/>
                    <a:pt x="180" y="241"/>
                  </a:cubicBezTo>
                  <a:cubicBezTo>
                    <a:pt x="180" y="236"/>
                    <a:pt x="184" y="232"/>
                    <a:pt x="189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5" y="232"/>
                    <a:pt x="365" y="232"/>
                    <a:pt x="366" y="232"/>
                  </a:cubicBezTo>
                  <a:cubicBezTo>
                    <a:pt x="370" y="232"/>
                    <a:pt x="374" y="232"/>
                    <a:pt x="379" y="232"/>
                  </a:cubicBezTo>
                  <a:cubicBezTo>
                    <a:pt x="382" y="232"/>
                    <a:pt x="382" y="232"/>
                    <a:pt x="382" y="232"/>
                  </a:cubicBezTo>
                  <a:cubicBezTo>
                    <a:pt x="387" y="232"/>
                    <a:pt x="392" y="233"/>
                    <a:pt x="398" y="233"/>
                  </a:cubicBezTo>
                  <a:cubicBezTo>
                    <a:pt x="399" y="233"/>
                    <a:pt x="399" y="233"/>
                    <a:pt x="399" y="233"/>
                  </a:cubicBezTo>
                  <a:cubicBezTo>
                    <a:pt x="405" y="234"/>
                    <a:pt x="410" y="234"/>
                    <a:pt x="416" y="235"/>
                  </a:cubicBezTo>
                  <a:cubicBezTo>
                    <a:pt x="420" y="235"/>
                    <a:pt x="424" y="239"/>
                    <a:pt x="423" y="244"/>
                  </a:cubicBezTo>
                  <a:cubicBezTo>
                    <a:pt x="423" y="248"/>
                    <a:pt x="419" y="252"/>
                    <a:pt x="415" y="252"/>
                  </a:cubicBezTo>
                  <a:close/>
                  <a:moveTo>
                    <a:pt x="7739" y="250"/>
                  </a:moveTo>
                  <a:cubicBezTo>
                    <a:pt x="7738" y="250"/>
                    <a:pt x="7738" y="250"/>
                    <a:pt x="7738" y="250"/>
                  </a:cubicBezTo>
                  <a:cubicBezTo>
                    <a:pt x="7734" y="250"/>
                    <a:pt x="7730" y="246"/>
                    <a:pt x="7730" y="241"/>
                  </a:cubicBezTo>
                  <a:cubicBezTo>
                    <a:pt x="7730" y="239"/>
                    <a:pt x="7731" y="237"/>
                    <a:pt x="7732" y="235"/>
                  </a:cubicBezTo>
                  <a:cubicBezTo>
                    <a:pt x="7734" y="234"/>
                    <a:pt x="7736" y="233"/>
                    <a:pt x="7738" y="233"/>
                  </a:cubicBezTo>
                  <a:cubicBezTo>
                    <a:pt x="7739" y="233"/>
                    <a:pt x="7739" y="233"/>
                    <a:pt x="7739" y="233"/>
                  </a:cubicBezTo>
                  <a:cubicBezTo>
                    <a:pt x="7743" y="233"/>
                    <a:pt x="7747" y="236"/>
                    <a:pt x="7747" y="241"/>
                  </a:cubicBezTo>
                  <a:cubicBezTo>
                    <a:pt x="7747" y="246"/>
                    <a:pt x="7743" y="250"/>
                    <a:pt x="7739" y="250"/>
                  </a:cubicBezTo>
                  <a:close/>
                  <a:moveTo>
                    <a:pt x="7767" y="249"/>
                  </a:moveTo>
                  <a:cubicBezTo>
                    <a:pt x="7767" y="249"/>
                    <a:pt x="7767" y="249"/>
                    <a:pt x="7767" y="249"/>
                  </a:cubicBezTo>
                  <a:cubicBezTo>
                    <a:pt x="7762" y="249"/>
                    <a:pt x="7758" y="246"/>
                    <a:pt x="7758" y="241"/>
                  </a:cubicBezTo>
                  <a:cubicBezTo>
                    <a:pt x="7758" y="239"/>
                    <a:pt x="7759" y="237"/>
                    <a:pt x="7761" y="235"/>
                  </a:cubicBezTo>
                  <a:cubicBezTo>
                    <a:pt x="7762" y="233"/>
                    <a:pt x="7764" y="232"/>
                    <a:pt x="7767" y="232"/>
                  </a:cubicBezTo>
                  <a:cubicBezTo>
                    <a:pt x="7787" y="232"/>
                    <a:pt x="7805" y="232"/>
                    <a:pt x="7823" y="232"/>
                  </a:cubicBezTo>
                  <a:cubicBezTo>
                    <a:pt x="7824" y="232"/>
                    <a:pt x="7824" y="232"/>
                    <a:pt x="7824" y="232"/>
                  </a:cubicBezTo>
                  <a:cubicBezTo>
                    <a:pt x="7828" y="232"/>
                    <a:pt x="7832" y="236"/>
                    <a:pt x="7832" y="241"/>
                  </a:cubicBezTo>
                  <a:cubicBezTo>
                    <a:pt x="7832" y="245"/>
                    <a:pt x="7828" y="249"/>
                    <a:pt x="7823" y="249"/>
                  </a:cubicBezTo>
                  <a:cubicBezTo>
                    <a:pt x="7802" y="249"/>
                    <a:pt x="7784" y="249"/>
                    <a:pt x="7767" y="249"/>
                  </a:cubicBezTo>
                  <a:close/>
                  <a:moveTo>
                    <a:pt x="160" y="249"/>
                  </a:moveTo>
                  <a:cubicBezTo>
                    <a:pt x="156" y="249"/>
                    <a:pt x="152" y="245"/>
                    <a:pt x="152" y="241"/>
                  </a:cubicBezTo>
                  <a:cubicBezTo>
                    <a:pt x="152" y="236"/>
                    <a:pt x="156" y="232"/>
                    <a:pt x="160" y="232"/>
                  </a:cubicBezTo>
                  <a:cubicBezTo>
                    <a:pt x="165" y="232"/>
                    <a:pt x="169" y="236"/>
                    <a:pt x="169" y="241"/>
                  </a:cubicBezTo>
                  <a:cubicBezTo>
                    <a:pt x="169" y="245"/>
                    <a:pt x="165" y="249"/>
                    <a:pt x="160" y="249"/>
                  </a:cubicBezTo>
                  <a:close/>
                  <a:moveTo>
                    <a:pt x="132" y="249"/>
                  </a:moveTo>
                  <a:cubicBezTo>
                    <a:pt x="9" y="249"/>
                    <a:pt x="9" y="249"/>
                    <a:pt x="9" y="249"/>
                  </a:cubicBezTo>
                  <a:cubicBezTo>
                    <a:pt x="4" y="249"/>
                    <a:pt x="0" y="245"/>
                    <a:pt x="0" y="241"/>
                  </a:cubicBezTo>
                  <a:cubicBezTo>
                    <a:pt x="0" y="236"/>
                    <a:pt x="4" y="232"/>
                    <a:pt x="9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7" y="232"/>
                    <a:pt x="141" y="236"/>
                    <a:pt x="141" y="241"/>
                  </a:cubicBezTo>
                  <a:cubicBezTo>
                    <a:pt x="141" y="245"/>
                    <a:pt x="137" y="249"/>
                    <a:pt x="132" y="249"/>
                  </a:cubicBezTo>
                  <a:close/>
                  <a:moveTo>
                    <a:pt x="4410" y="172"/>
                  </a:moveTo>
                  <a:cubicBezTo>
                    <a:pt x="4408" y="172"/>
                    <a:pt x="4406" y="171"/>
                    <a:pt x="4404" y="170"/>
                  </a:cubicBezTo>
                  <a:cubicBezTo>
                    <a:pt x="4403" y="168"/>
                    <a:pt x="4401" y="166"/>
                    <a:pt x="4401" y="164"/>
                  </a:cubicBezTo>
                  <a:cubicBezTo>
                    <a:pt x="4401" y="162"/>
                    <a:pt x="4402" y="160"/>
                    <a:pt x="4403" y="158"/>
                  </a:cubicBezTo>
                  <a:cubicBezTo>
                    <a:pt x="4403" y="158"/>
                    <a:pt x="4403" y="158"/>
                    <a:pt x="4403" y="158"/>
                  </a:cubicBezTo>
                  <a:cubicBezTo>
                    <a:pt x="4403" y="158"/>
                    <a:pt x="4403" y="158"/>
                    <a:pt x="4403" y="158"/>
                  </a:cubicBezTo>
                  <a:cubicBezTo>
                    <a:pt x="4406" y="154"/>
                    <a:pt x="4411" y="154"/>
                    <a:pt x="4415" y="157"/>
                  </a:cubicBezTo>
                  <a:cubicBezTo>
                    <a:pt x="4419" y="160"/>
                    <a:pt x="4419" y="165"/>
                    <a:pt x="4416" y="168"/>
                  </a:cubicBezTo>
                  <a:cubicBezTo>
                    <a:pt x="4416" y="169"/>
                    <a:pt x="4416" y="169"/>
                    <a:pt x="4416" y="169"/>
                  </a:cubicBezTo>
                  <a:cubicBezTo>
                    <a:pt x="4415" y="171"/>
                    <a:pt x="4412" y="172"/>
                    <a:pt x="4410" y="172"/>
                  </a:cubicBezTo>
                  <a:close/>
                  <a:moveTo>
                    <a:pt x="4428" y="150"/>
                  </a:moveTo>
                  <a:cubicBezTo>
                    <a:pt x="4426" y="150"/>
                    <a:pt x="4424" y="149"/>
                    <a:pt x="4422" y="148"/>
                  </a:cubicBezTo>
                  <a:cubicBezTo>
                    <a:pt x="4420" y="146"/>
                    <a:pt x="4419" y="144"/>
                    <a:pt x="4419" y="142"/>
                  </a:cubicBezTo>
                  <a:cubicBezTo>
                    <a:pt x="4419" y="140"/>
                    <a:pt x="4420" y="138"/>
                    <a:pt x="4421" y="136"/>
                  </a:cubicBezTo>
                  <a:cubicBezTo>
                    <a:pt x="4435" y="121"/>
                    <a:pt x="4448" y="107"/>
                    <a:pt x="4461" y="94"/>
                  </a:cubicBezTo>
                  <a:cubicBezTo>
                    <a:pt x="4468" y="88"/>
                    <a:pt x="4476" y="81"/>
                    <a:pt x="4483" y="75"/>
                  </a:cubicBezTo>
                  <a:cubicBezTo>
                    <a:pt x="4510" y="53"/>
                    <a:pt x="4538" y="35"/>
                    <a:pt x="4566" y="23"/>
                  </a:cubicBezTo>
                  <a:cubicBezTo>
                    <a:pt x="4580" y="17"/>
                    <a:pt x="4595" y="12"/>
                    <a:pt x="4610" y="8"/>
                  </a:cubicBezTo>
                  <a:cubicBezTo>
                    <a:pt x="4615" y="7"/>
                    <a:pt x="4619" y="10"/>
                    <a:pt x="4620" y="15"/>
                  </a:cubicBezTo>
                  <a:cubicBezTo>
                    <a:pt x="4622" y="19"/>
                    <a:pt x="4619" y="24"/>
                    <a:pt x="4614" y="25"/>
                  </a:cubicBezTo>
                  <a:cubicBezTo>
                    <a:pt x="4600" y="28"/>
                    <a:pt x="4586" y="33"/>
                    <a:pt x="4572" y="39"/>
                  </a:cubicBezTo>
                  <a:cubicBezTo>
                    <a:pt x="4546" y="50"/>
                    <a:pt x="4520" y="67"/>
                    <a:pt x="4494" y="88"/>
                  </a:cubicBezTo>
                  <a:cubicBezTo>
                    <a:pt x="4487" y="94"/>
                    <a:pt x="4480" y="100"/>
                    <a:pt x="4473" y="107"/>
                  </a:cubicBezTo>
                  <a:cubicBezTo>
                    <a:pt x="4473" y="107"/>
                    <a:pt x="4473" y="107"/>
                    <a:pt x="4472" y="107"/>
                  </a:cubicBezTo>
                  <a:cubicBezTo>
                    <a:pt x="4460" y="119"/>
                    <a:pt x="4447" y="132"/>
                    <a:pt x="4434" y="147"/>
                  </a:cubicBezTo>
                  <a:cubicBezTo>
                    <a:pt x="4433" y="149"/>
                    <a:pt x="4430" y="150"/>
                    <a:pt x="4428" y="150"/>
                  </a:cubicBezTo>
                  <a:close/>
                  <a:moveTo>
                    <a:pt x="4905" y="99"/>
                  </a:moveTo>
                  <a:cubicBezTo>
                    <a:pt x="4903" y="99"/>
                    <a:pt x="4902" y="99"/>
                    <a:pt x="4900" y="98"/>
                  </a:cubicBezTo>
                  <a:cubicBezTo>
                    <a:pt x="4897" y="95"/>
                    <a:pt x="4895" y="90"/>
                    <a:pt x="4898" y="86"/>
                  </a:cubicBezTo>
                  <a:cubicBezTo>
                    <a:pt x="4900" y="82"/>
                    <a:pt x="4906" y="81"/>
                    <a:pt x="4910" y="84"/>
                  </a:cubicBezTo>
                  <a:cubicBezTo>
                    <a:pt x="4912" y="85"/>
                    <a:pt x="4913" y="87"/>
                    <a:pt x="4913" y="89"/>
                  </a:cubicBezTo>
                  <a:cubicBezTo>
                    <a:pt x="4914" y="91"/>
                    <a:pt x="4913" y="94"/>
                    <a:pt x="4912" y="95"/>
                  </a:cubicBezTo>
                  <a:cubicBezTo>
                    <a:pt x="4911" y="98"/>
                    <a:pt x="4908" y="99"/>
                    <a:pt x="4905" y="99"/>
                  </a:cubicBezTo>
                  <a:close/>
                  <a:moveTo>
                    <a:pt x="4881" y="84"/>
                  </a:moveTo>
                  <a:cubicBezTo>
                    <a:pt x="4880" y="84"/>
                    <a:pt x="4878" y="84"/>
                    <a:pt x="4877" y="83"/>
                  </a:cubicBezTo>
                  <a:cubicBezTo>
                    <a:pt x="4865" y="76"/>
                    <a:pt x="4853" y="69"/>
                    <a:pt x="4841" y="63"/>
                  </a:cubicBezTo>
                  <a:cubicBezTo>
                    <a:pt x="4826" y="55"/>
                    <a:pt x="4826" y="55"/>
                    <a:pt x="4826" y="55"/>
                  </a:cubicBezTo>
                  <a:cubicBezTo>
                    <a:pt x="4800" y="44"/>
                    <a:pt x="4800" y="44"/>
                    <a:pt x="4800" y="44"/>
                  </a:cubicBezTo>
                  <a:cubicBezTo>
                    <a:pt x="4798" y="43"/>
                    <a:pt x="4795" y="42"/>
                    <a:pt x="4792" y="41"/>
                  </a:cubicBezTo>
                  <a:cubicBezTo>
                    <a:pt x="4791" y="41"/>
                    <a:pt x="4790" y="40"/>
                    <a:pt x="4790" y="40"/>
                  </a:cubicBezTo>
                  <a:cubicBezTo>
                    <a:pt x="4768" y="32"/>
                    <a:pt x="4768" y="32"/>
                    <a:pt x="4768" y="32"/>
                  </a:cubicBezTo>
                  <a:cubicBezTo>
                    <a:pt x="4757" y="29"/>
                    <a:pt x="4757" y="29"/>
                    <a:pt x="4757" y="29"/>
                  </a:cubicBezTo>
                  <a:cubicBezTo>
                    <a:pt x="4745" y="26"/>
                    <a:pt x="4734" y="24"/>
                    <a:pt x="4723" y="22"/>
                  </a:cubicBezTo>
                  <a:cubicBezTo>
                    <a:pt x="4723" y="22"/>
                    <a:pt x="4723" y="22"/>
                    <a:pt x="4723" y="22"/>
                  </a:cubicBezTo>
                  <a:cubicBezTo>
                    <a:pt x="4707" y="19"/>
                    <a:pt x="4691" y="17"/>
                    <a:pt x="4676" y="17"/>
                  </a:cubicBezTo>
                  <a:cubicBezTo>
                    <a:pt x="4673" y="17"/>
                    <a:pt x="4671" y="17"/>
                    <a:pt x="4668" y="18"/>
                  </a:cubicBezTo>
                  <a:cubicBezTo>
                    <a:pt x="4664" y="18"/>
                    <a:pt x="4660" y="14"/>
                    <a:pt x="4660" y="9"/>
                  </a:cubicBezTo>
                  <a:cubicBezTo>
                    <a:pt x="4659" y="5"/>
                    <a:pt x="4663" y="1"/>
                    <a:pt x="4668" y="1"/>
                  </a:cubicBezTo>
                  <a:cubicBezTo>
                    <a:pt x="4686" y="0"/>
                    <a:pt x="4706" y="1"/>
                    <a:pt x="4726" y="5"/>
                  </a:cubicBezTo>
                  <a:cubicBezTo>
                    <a:pt x="4737" y="7"/>
                    <a:pt x="4749" y="10"/>
                    <a:pt x="4761" y="13"/>
                  </a:cubicBezTo>
                  <a:cubicBezTo>
                    <a:pt x="4773" y="16"/>
                    <a:pt x="4773" y="16"/>
                    <a:pt x="4773" y="16"/>
                  </a:cubicBezTo>
                  <a:cubicBezTo>
                    <a:pt x="4795" y="24"/>
                    <a:pt x="4795" y="24"/>
                    <a:pt x="4795" y="24"/>
                  </a:cubicBezTo>
                  <a:cubicBezTo>
                    <a:pt x="4796" y="24"/>
                    <a:pt x="4797" y="25"/>
                    <a:pt x="4798" y="25"/>
                  </a:cubicBezTo>
                  <a:cubicBezTo>
                    <a:pt x="4801" y="26"/>
                    <a:pt x="4804" y="27"/>
                    <a:pt x="4807" y="28"/>
                  </a:cubicBezTo>
                  <a:cubicBezTo>
                    <a:pt x="4833" y="40"/>
                    <a:pt x="4833" y="40"/>
                    <a:pt x="4833" y="40"/>
                  </a:cubicBezTo>
                  <a:cubicBezTo>
                    <a:pt x="4848" y="48"/>
                    <a:pt x="4848" y="48"/>
                    <a:pt x="4848" y="48"/>
                  </a:cubicBezTo>
                  <a:cubicBezTo>
                    <a:pt x="4861" y="54"/>
                    <a:pt x="4873" y="61"/>
                    <a:pt x="4885" y="68"/>
                  </a:cubicBezTo>
                  <a:cubicBezTo>
                    <a:pt x="4890" y="71"/>
                    <a:pt x="4891" y="76"/>
                    <a:pt x="4888" y="80"/>
                  </a:cubicBezTo>
                  <a:cubicBezTo>
                    <a:pt x="4887" y="83"/>
                    <a:pt x="4884" y="84"/>
                    <a:pt x="4881" y="84"/>
                  </a:cubicBezTo>
                  <a:close/>
                  <a:moveTo>
                    <a:pt x="4640" y="20"/>
                  </a:moveTo>
                  <a:cubicBezTo>
                    <a:pt x="4636" y="20"/>
                    <a:pt x="4632" y="17"/>
                    <a:pt x="4632" y="13"/>
                  </a:cubicBezTo>
                  <a:cubicBezTo>
                    <a:pt x="4631" y="8"/>
                    <a:pt x="4634" y="4"/>
                    <a:pt x="4639" y="3"/>
                  </a:cubicBezTo>
                  <a:cubicBezTo>
                    <a:pt x="4639" y="3"/>
                    <a:pt x="4639" y="3"/>
                    <a:pt x="4639" y="3"/>
                  </a:cubicBezTo>
                  <a:cubicBezTo>
                    <a:pt x="4643" y="2"/>
                    <a:pt x="4648" y="6"/>
                    <a:pt x="4648" y="10"/>
                  </a:cubicBezTo>
                  <a:cubicBezTo>
                    <a:pt x="4649" y="15"/>
                    <a:pt x="4646" y="19"/>
                    <a:pt x="4641" y="20"/>
                  </a:cubicBezTo>
                  <a:cubicBezTo>
                    <a:pt x="4641" y="20"/>
                    <a:pt x="4640" y="20"/>
                    <a:pt x="464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8" name="Freeform 34">
              <a:extLst>
                <a:ext uri="{FF2B5EF4-FFF2-40B4-BE49-F238E27FC236}">
                  <a16:creationId xmlns:a16="http://schemas.microsoft.com/office/drawing/2014/main" id="{0B3461CA-BD5D-4667-B67C-7795A8E2D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" y="4973638"/>
              <a:ext cx="24006175" cy="3762375"/>
            </a:xfrm>
            <a:custGeom>
              <a:avLst/>
              <a:gdLst>
                <a:gd name="T0" fmla="*/ 3310 w 7832"/>
                <a:gd name="T1" fmla="*/ 1176 h 1225"/>
                <a:gd name="T2" fmla="*/ 2972 w 7832"/>
                <a:gd name="T3" fmla="*/ 777 h 1225"/>
                <a:gd name="T4" fmla="*/ 2607 w 7832"/>
                <a:gd name="T5" fmla="*/ 335 h 1225"/>
                <a:gd name="T6" fmla="*/ 2369 w 7832"/>
                <a:gd name="T7" fmla="*/ 264 h 1225"/>
                <a:gd name="T8" fmla="*/ 1881 w 7832"/>
                <a:gd name="T9" fmla="*/ 412 h 1225"/>
                <a:gd name="T10" fmla="*/ 1296 w 7832"/>
                <a:gd name="T11" fmla="*/ 687 h 1225"/>
                <a:gd name="T12" fmla="*/ 1102 w 7832"/>
                <a:gd name="T13" fmla="*/ 681 h 1225"/>
                <a:gd name="T14" fmla="*/ 738 w 7832"/>
                <a:gd name="T15" fmla="*/ 410 h 1225"/>
                <a:gd name="T16" fmla="*/ 349 w 7832"/>
                <a:gd name="T17" fmla="*/ 250 h 1225"/>
                <a:gd name="T18" fmla="*/ 9 w 7832"/>
                <a:gd name="T19" fmla="*/ 233 h 1225"/>
                <a:gd name="T20" fmla="*/ 525 w 7832"/>
                <a:gd name="T21" fmla="*/ 263 h 1225"/>
                <a:gd name="T22" fmla="*/ 949 w 7832"/>
                <a:gd name="T23" fmla="*/ 560 h 1225"/>
                <a:gd name="T24" fmla="*/ 1199 w 7832"/>
                <a:gd name="T25" fmla="*/ 688 h 1225"/>
                <a:gd name="T26" fmla="*/ 1630 w 7832"/>
                <a:gd name="T27" fmla="*/ 519 h 1225"/>
                <a:gd name="T28" fmla="*/ 2239 w 7832"/>
                <a:gd name="T29" fmla="*/ 263 h 1225"/>
                <a:gd name="T30" fmla="*/ 2499 w 7832"/>
                <a:gd name="T31" fmla="*/ 262 h 1225"/>
                <a:gd name="T32" fmla="*/ 2709 w 7832"/>
                <a:gd name="T33" fmla="*/ 413 h 1225"/>
                <a:gd name="T34" fmla="*/ 3183 w 7832"/>
                <a:gd name="T35" fmla="*/ 1027 h 1225"/>
                <a:gd name="T36" fmla="*/ 3433 w 7832"/>
                <a:gd name="T37" fmla="*/ 1208 h 1225"/>
                <a:gd name="T38" fmla="*/ 3472 w 7832"/>
                <a:gd name="T39" fmla="*/ 1201 h 1225"/>
                <a:gd name="T40" fmla="*/ 3491 w 7832"/>
                <a:gd name="T41" fmla="*/ 1193 h 1225"/>
                <a:gd name="T42" fmla="*/ 3619 w 7832"/>
                <a:gd name="T43" fmla="*/ 1106 h 1225"/>
                <a:gd name="T44" fmla="*/ 4204 w 7832"/>
                <a:gd name="T45" fmla="*/ 478 h 1225"/>
                <a:gd name="T46" fmla="*/ 4393 w 7832"/>
                <a:gd name="T47" fmla="*/ 197 h 1225"/>
                <a:gd name="T48" fmla="*/ 4665 w 7832"/>
                <a:gd name="T49" fmla="*/ 2 h 1225"/>
                <a:gd name="T50" fmla="*/ 4793 w 7832"/>
                <a:gd name="T51" fmla="*/ 27 h 1225"/>
                <a:gd name="T52" fmla="*/ 5098 w 7832"/>
                <a:gd name="T53" fmla="*/ 258 h 1225"/>
                <a:gd name="T54" fmla="*/ 5431 w 7832"/>
                <a:gd name="T55" fmla="*/ 645 h 1225"/>
                <a:gd name="T56" fmla="*/ 5745 w 7832"/>
                <a:gd name="T57" fmla="*/ 911 h 1225"/>
                <a:gd name="T58" fmla="*/ 5847 w 7832"/>
                <a:gd name="T59" fmla="*/ 914 h 1225"/>
                <a:gd name="T60" fmla="*/ 5888 w 7832"/>
                <a:gd name="T61" fmla="*/ 906 h 1225"/>
                <a:gd name="T62" fmla="*/ 6154 w 7832"/>
                <a:gd name="T63" fmla="*/ 769 h 1225"/>
                <a:gd name="T64" fmla="*/ 6264 w 7832"/>
                <a:gd name="T65" fmla="*/ 681 h 1225"/>
                <a:gd name="T66" fmla="*/ 6680 w 7832"/>
                <a:gd name="T67" fmla="*/ 316 h 1225"/>
                <a:gd name="T68" fmla="*/ 7144 w 7832"/>
                <a:gd name="T69" fmla="*/ 252 h 1225"/>
                <a:gd name="T70" fmla="*/ 7832 w 7832"/>
                <a:gd name="T71" fmla="*/ 242 h 1225"/>
                <a:gd name="T72" fmla="*/ 6976 w 7832"/>
                <a:gd name="T73" fmla="*/ 282 h 1225"/>
                <a:gd name="T74" fmla="*/ 6652 w 7832"/>
                <a:gd name="T75" fmla="*/ 351 h 1225"/>
                <a:gd name="T76" fmla="*/ 6209 w 7832"/>
                <a:gd name="T77" fmla="*/ 748 h 1225"/>
                <a:gd name="T78" fmla="*/ 6140 w 7832"/>
                <a:gd name="T79" fmla="*/ 799 h 1225"/>
                <a:gd name="T80" fmla="*/ 5878 w 7832"/>
                <a:gd name="T81" fmla="*/ 925 h 1225"/>
                <a:gd name="T82" fmla="*/ 5839 w 7832"/>
                <a:gd name="T83" fmla="*/ 933 h 1225"/>
                <a:gd name="T84" fmla="*/ 5660 w 7832"/>
                <a:gd name="T85" fmla="*/ 895 h 1225"/>
                <a:gd name="T86" fmla="*/ 5376 w 7832"/>
                <a:gd name="T87" fmla="*/ 603 h 1225"/>
                <a:gd name="T88" fmla="*/ 4963 w 7832"/>
                <a:gd name="T89" fmla="*/ 154 h 1225"/>
                <a:gd name="T90" fmla="*/ 4780 w 7832"/>
                <a:gd name="T91" fmla="*/ 40 h 1225"/>
                <a:gd name="T92" fmla="*/ 4587 w 7832"/>
                <a:gd name="T93" fmla="*/ 37 h 1225"/>
                <a:gd name="T94" fmla="*/ 4361 w 7832"/>
                <a:gd name="T95" fmla="*/ 277 h 1225"/>
                <a:gd name="T96" fmla="*/ 4003 w 7832"/>
                <a:gd name="T97" fmla="*/ 752 h 1225"/>
                <a:gd name="T98" fmla="*/ 3606 w 7832"/>
                <a:gd name="T99" fmla="*/ 1137 h 1225"/>
                <a:gd name="T100" fmla="*/ 3488 w 7832"/>
                <a:gd name="T101" fmla="*/ 1213 h 1225"/>
                <a:gd name="T102" fmla="*/ 3474 w 7832"/>
                <a:gd name="T103" fmla="*/ 1218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832" h="1225">
                  <a:moveTo>
                    <a:pt x="3433" y="1225"/>
                  </a:moveTo>
                  <a:cubicBezTo>
                    <a:pt x="3433" y="1225"/>
                    <a:pt x="3433" y="1225"/>
                    <a:pt x="3433" y="1225"/>
                  </a:cubicBezTo>
                  <a:cubicBezTo>
                    <a:pt x="3412" y="1224"/>
                    <a:pt x="3390" y="1219"/>
                    <a:pt x="3367" y="1209"/>
                  </a:cubicBezTo>
                  <a:cubicBezTo>
                    <a:pt x="3349" y="1201"/>
                    <a:pt x="3330" y="1190"/>
                    <a:pt x="3310" y="1176"/>
                  </a:cubicBezTo>
                  <a:cubicBezTo>
                    <a:pt x="3293" y="1164"/>
                    <a:pt x="3277" y="1150"/>
                    <a:pt x="3259" y="1134"/>
                  </a:cubicBezTo>
                  <a:cubicBezTo>
                    <a:pt x="3231" y="1107"/>
                    <a:pt x="3203" y="1077"/>
                    <a:pt x="3170" y="1038"/>
                  </a:cubicBezTo>
                  <a:cubicBezTo>
                    <a:pt x="3146" y="1009"/>
                    <a:pt x="3120" y="977"/>
                    <a:pt x="3090" y="937"/>
                  </a:cubicBezTo>
                  <a:cubicBezTo>
                    <a:pt x="3050" y="884"/>
                    <a:pt x="3010" y="830"/>
                    <a:pt x="2972" y="777"/>
                  </a:cubicBezTo>
                  <a:cubicBezTo>
                    <a:pt x="2910" y="693"/>
                    <a:pt x="2847" y="605"/>
                    <a:pt x="2780" y="523"/>
                  </a:cubicBezTo>
                  <a:cubicBezTo>
                    <a:pt x="2751" y="487"/>
                    <a:pt x="2724" y="455"/>
                    <a:pt x="2697" y="425"/>
                  </a:cubicBezTo>
                  <a:cubicBezTo>
                    <a:pt x="2684" y="410"/>
                    <a:pt x="2669" y="395"/>
                    <a:pt x="2653" y="378"/>
                  </a:cubicBezTo>
                  <a:cubicBezTo>
                    <a:pt x="2639" y="363"/>
                    <a:pt x="2624" y="348"/>
                    <a:pt x="2607" y="335"/>
                  </a:cubicBezTo>
                  <a:cubicBezTo>
                    <a:pt x="2590" y="321"/>
                    <a:pt x="2572" y="310"/>
                    <a:pt x="2553" y="301"/>
                  </a:cubicBezTo>
                  <a:cubicBezTo>
                    <a:pt x="2535" y="292"/>
                    <a:pt x="2515" y="284"/>
                    <a:pt x="2495" y="278"/>
                  </a:cubicBezTo>
                  <a:cubicBezTo>
                    <a:pt x="2476" y="273"/>
                    <a:pt x="2456" y="269"/>
                    <a:pt x="2433" y="266"/>
                  </a:cubicBezTo>
                  <a:cubicBezTo>
                    <a:pt x="2415" y="264"/>
                    <a:pt x="2394" y="263"/>
                    <a:pt x="2369" y="264"/>
                  </a:cubicBezTo>
                  <a:cubicBezTo>
                    <a:pt x="2351" y="264"/>
                    <a:pt x="2330" y="266"/>
                    <a:pt x="2306" y="269"/>
                  </a:cubicBezTo>
                  <a:cubicBezTo>
                    <a:pt x="2289" y="271"/>
                    <a:pt x="2266" y="274"/>
                    <a:pt x="2243" y="279"/>
                  </a:cubicBezTo>
                  <a:cubicBezTo>
                    <a:pt x="2206" y="287"/>
                    <a:pt x="2166" y="298"/>
                    <a:pt x="2119" y="314"/>
                  </a:cubicBezTo>
                  <a:cubicBezTo>
                    <a:pt x="2048" y="338"/>
                    <a:pt x="1972" y="369"/>
                    <a:pt x="1881" y="412"/>
                  </a:cubicBezTo>
                  <a:cubicBezTo>
                    <a:pt x="1806" y="447"/>
                    <a:pt x="1731" y="486"/>
                    <a:pt x="1659" y="523"/>
                  </a:cubicBezTo>
                  <a:cubicBezTo>
                    <a:pt x="1638" y="534"/>
                    <a:pt x="1638" y="534"/>
                    <a:pt x="1638" y="534"/>
                  </a:cubicBezTo>
                  <a:cubicBezTo>
                    <a:pt x="1566" y="570"/>
                    <a:pt x="1492" y="608"/>
                    <a:pt x="1418" y="641"/>
                  </a:cubicBezTo>
                  <a:cubicBezTo>
                    <a:pt x="1385" y="655"/>
                    <a:pt x="1342" y="674"/>
                    <a:pt x="1296" y="687"/>
                  </a:cubicBezTo>
                  <a:cubicBezTo>
                    <a:pt x="1272" y="695"/>
                    <a:pt x="1251" y="700"/>
                    <a:pt x="1232" y="703"/>
                  </a:cubicBezTo>
                  <a:cubicBezTo>
                    <a:pt x="1221" y="705"/>
                    <a:pt x="1210" y="705"/>
                    <a:pt x="1198" y="705"/>
                  </a:cubicBezTo>
                  <a:cubicBezTo>
                    <a:pt x="1185" y="704"/>
                    <a:pt x="1174" y="703"/>
                    <a:pt x="1165" y="701"/>
                  </a:cubicBezTo>
                  <a:cubicBezTo>
                    <a:pt x="1145" y="698"/>
                    <a:pt x="1125" y="691"/>
                    <a:pt x="1102" y="681"/>
                  </a:cubicBezTo>
                  <a:cubicBezTo>
                    <a:pt x="1083" y="672"/>
                    <a:pt x="1064" y="662"/>
                    <a:pt x="1044" y="650"/>
                  </a:cubicBezTo>
                  <a:cubicBezTo>
                    <a:pt x="1005" y="626"/>
                    <a:pt x="968" y="598"/>
                    <a:pt x="938" y="573"/>
                  </a:cubicBezTo>
                  <a:cubicBezTo>
                    <a:pt x="910" y="551"/>
                    <a:pt x="882" y="528"/>
                    <a:pt x="855" y="505"/>
                  </a:cubicBezTo>
                  <a:cubicBezTo>
                    <a:pt x="817" y="473"/>
                    <a:pt x="778" y="441"/>
                    <a:pt x="738" y="410"/>
                  </a:cubicBezTo>
                  <a:cubicBezTo>
                    <a:pt x="700" y="381"/>
                    <a:pt x="665" y="357"/>
                    <a:pt x="633" y="337"/>
                  </a:cubicBezTo>
                  <a:cubicBezTo>
                    <a:pt x="593" y="312"/>
                    <a:pt x="555" y="293"/>
                    <a:pt x="519" y="279"/>
                  </a:cubicBezTo>
                  <a:cubicBezTo>
                    <a:pt x="477" y="263"/>
                    <a:pt x="435" y="254"/>
                    <a:pt x="396" y="251"/>
                  </a:cubicBezTo>
                  <a:cubicBezTo>
                    <a:pt x="380" y="250"/>
                    <a:pt x="365" y="250"/>
                    <a:pt x="349" y="250"/>
                  </a:cubicBezTo>
                  <a:cubicBezTo>
                    <a:pt x="343" y="250"/>
                    <a:pt x="338" y="250"/>
                    <a:pt x="332" y="250"/>
                  </a:cubicBezTo>
                  <a:cubicBezTo>
                    <a:pt x="9" y="250"/>
                    <a:pt x="9" y="250"/>
                    <a:pt x="9" y="250"/>
                  </a:cubicBezTo>
                  <a:cubicBezTo>
                    <a:pt x="4" y="250"/>
                    <a:pt x="0" y="246"/>
                    <a:pt x="0" y="242"/>
                  </a:cubicBezTo>
                  <a:cubicBezTo>
                    <a:pt x="0" y="237"/>
                    <a:pt x="4" y="233"/>
                    <a:pt x="9" y="233"/>
                  </a:cubicBezTo>
                  <a:cubicBezTo>
                    <a:pt x="332" y="233"/>
                    <a:pt x="332" y="233"/>
                    <a:pt x="332" y="233"/>
                  </a:cubicBezTo>
                  <a:cubicBezTo>
                    <a:pt x="338" y="233"/>
                    <a:pt x="343" y="233"/>
                    <a:pt x="349" y="233"/>
                  </a:cubicBezTo>
                  <a:cubicBezTo>
                    <a:pt x="365" y="233"/>
                    <a:pt x="381" y="233"/>
                    <a:pt x="397" y="234"/>
                  </a:cubicBezTo>
                  <a:cubicBezTo>
                    <a:pt x="438" y="237"/>
                    <a:pt x="481" y="247"/>
                    <a:pt x="525" y="263"/>
                  </a:cubicBezTo>
                  <a:cubicBezTo>
                    <a:pt x="562" y="278"/>
                    <a:pt x="601" y="297"/>
                    <a:pt x="642" y="322"/>
                  </a:cubicBezTo>
                  <a:cubicBezTo>
                    <a:pt x="675" y="343"/>
                    <a:pt x="710" y="367"/>
                    <a:pt x="748" y="397"/>
                  </a:cubicBezTo>
                  <a:cubicBezTo>
                    <a:pt x="788" y="427"/>
                    <a:pt x="828" y="460"/>
                    <a:pt x="866" y="492"/>
                  </a:cubicBezTo>
                  <a:cubicBezTo>
                    <a:pt x="893" y="515"/>
                    <a:pt x="921" y="538"/>
                    <a:pt x="949" y="560"/>
                  </a:cubicBezTo>
                  <a:cubicBezTo>
                    <a:pt x="979" y="584"/>
                    <a:pt x="1014" y="612"/>
                    <a:pt x="1053" y="635"/>
                  </a:cubicBezTo>
                  <a:cubicBezTo>
                    <a:pt x="1072" y="647"/>
                    <a:pt x="1091" y="657"/>
                    <a:pt x="1109" y="665"/>
                  </a:cubicBezTo>
                  <a:cubicBezTo>
                    <a:pt x="1131" y="675"/>
                    <a:pt x="1150" y="681"/>
                    <a:pt x="1168" y="685"/>
                  </a:cubicBezTo>
                  <a:cubicBezTo>
                    <a:pt x="1177" y="686"/>
                    <a:pt x="1187" y="688"/>
                    <a:pt x="1199" y="688"/>
                  </a:cubicBezTo>
                  <a:cubicBezTo>
                    <a:pt x="1209" y="688"/>
                    <a:pt x="1219" y="688"/>
                    <a:pt x="1229" y="686"/>
                  </a:cubicBezTo>
                  <a:cubicBezTo>
                    <a:pt x="1248" y="683"/>
                    <a:pt x="1268" y="678"/>
                    <a:pt x="1291" y="671"/>
                  </a:cubicBezTo>
                  <a:cubicBezTo>
                    <a:pt x="1336" y="658"/>
                    <a:pt x="1379" y="640"/>
                    <a:pt x="1411" y="626"/>
                  </a:cubicBezTo>
                  <a:cubicBezTo>
                    <a:pt x="1485" y="593"/>
                    <a:pt x="1559" y="555"/>
                    <a:pt x="1630" y="519"/>
                  </a:cubicBezTo>
                  <a:cubicBezTo>
                    <a:pt x="1651" y="508"/>
                    <a:pt x="1651" y="508"/>
                    <a:pt x="1651" y="508"/>
                  </a:cubicBezTo>
                  <a:cubicBezTo>
                    <a:pt x="1724" y="470"/>
                    <a:pt x="1799" y="432"/>
                    <a:pt x="1874" y="397"/>
                  </a:cubicBezTo>
                  <a:cubicBezTo>
                    <a:pt x="1966" y="353"/>
                    <a:pt x="2042" y="322"/>
                    <a:pt x="2114" y="298"/>
                  </a:cubicBezTo>
                  <a:cubicBezTo>
                    <a:pt x="2162" y="282"/>
                    <a:pt x="2202" y="271"/>
                    <a:pt x="2239" y="263"/>
                  </a:cubicBezTo>
                  <a:cubicBezTo>
                    <a:pt x="2263" y="258"/>
                    <a:pt x="2286" y="254"/>
                    <a:pt x="2304" y="252"/>
                  </a:cubicBezTo>
                  <a:cubicBezTo>
                    <a:pt x="2329" y="249"/>
                    <a:pt x="2350" y="247"/>
                    <a:pt x="2369" y="247"/>
                  </a:cubicBezTo>
                  <a:cubicBezTo>
                    <a:pt x="2395" y="246"/>
                    <a:pt x="2416" y="247"/>
                    <a:pt x="2435" y="249"/>
                  </a:cubicBezTo>
                  <a:cubicBezTo>
                    <a:pt x="2459" y="252"/>
                    <a:pt x="2480" y="256"/>
                    <a:pt x="2499" y="262"/>
                  </a:cubicBezTo>
                  <a:cubicBezTo>
                    <a:pt x="2521" y="268"/>
                    <a:pt x="2542" y="276"/>
                    <a:pt x="2561" y="286"/>
                  </a:cubicBezTo>
                  <a:cubicBezTo>
                    <a:pt x="2580" y="295"/>
                    <a:pt x="2599" y="307"/>
                    <a:pt x="2617" y="321"/>
                  </a:cubicBezTo>
                  <a:cubicBezTo>
                    <a:pt x="2635" y="335"/>
                    <a:pt x="2651" y="351"/>
                    <a:pt x="2665" y="366"/>
                  </a:cubicBezTo>
                  <a:cubicBezTo>
                    <a:pt x="2682" y="383"/>
                    <a:pt x="2696" y="399"/>
                    <a:pt x="2709" y="413"/>
                  </a:cubicBezTo>
                  <a:cubicBezTo>
                    <a:pt x="2737" y="444"/>
                    <a:pt x="2764" y="476"/>
                    <a:pt x="2793" y="512"/>
                  </a:cubicBezTo>
                  <a:cubicBezTo>
                    <a:pt x="2860" y="595"/>
                    <a:pt x="2924" y="683"/>
                    <a:pt x="2986" y="767"/>
                  </a:cubicBezTo>
                  <a:cubicBezTo>
                    <a:pt x="3024" y="820"/>
                    <a:pt x="3063" y="874"/>
                    <a:pt x="3103" y="927"/>
                  </a:cubicBezTo>
                  <a:cubicBezTo>
                    <a:pt x="3133" y="967"/>
                    <a:pt x="3159" y="999"/>
                    <a:pt x="3183" y="1027"/>
                  </a:cubicBezTo>
                  <a:cubicBezTo>
                    <a:pt x="3215" y="1066"/>
                    <a:pt x="3243" y="1095"/>
                    <a:pt x="3271" y="1121"/>
                  </a:cubicBezTo>
                  <a:cubicBezTo>
                    <a:pt x="3288" y="1137"/>
                    <a:pt x="3304" y="1150"/>
                    <a:pt x="3320" y="1162"/>
                  </a:cubicBezTo>
                  <a:cubicBezTo>
                    <a:pt x="3339" y="1176"/>
                    <a:pt x="3356" y="1186"/>
                    <a:pt x="3374" y="1194"/>
                  </a:cubicBezTo>
                  <a:cubicBezTo>
                    <a:pt x="3395" y="1203"/>
                    <a:pt x="3414" y="1208"/>
                    <a:pt x="3433" y="1208"/>
                  </a:cubicBezTo>
                  <a:cubicBezTo>
                    <a:pt x="3444" y="1208"/>
                    <a:pt x="3453" y="1206"/>
                    <a:pt x="3462" y="1204"/>
                  </a:cubicBezTo>
                  <a:cubicBezTo>
                    <a:pt x="3466" y="1203"/>
                    <a:pt x="3466" y="1203"/>
                    <a:pt x="3466" y="1203"/>
                  </a:cubicBezTo>
                  <a:cubicBezTo>
                    <a:pt x="3467" y="1203"/>
                    <a:pt x="3468" y="1203"/>
                    <a:pt x="3468" y="1202"/>
                  </a:cubicBezTo>
                  <a:cubicBezTo>
                    <a:pt x="3472" y="1201"/>
                    <a:pt x="3472" y="1201"/>
                    <a:pt x="3472" y="1201"/>
                  </a:cubicBezTo>
                  <a:cubicBezTo>
                    <a:pt x="3474" y="1200"/>
                    <a:pt x="3475" y="1200"/>
                    <a:pt x="3477" y="1199"/>
                  </a:cubicBezTo>
                  <a:cubicBezTo>
                    <a:pt x="3478" y="1199"/>
                    <a:pt x="3480" y="1198"/>
                    <a:pt x="3481" y="1198"/>
                  </a:cubicBezTo>
                  <a:cubicBezTo>
                    <a:pt x="3484" y="1196"/>
                    <a:pt x="3487" y="1195"/>
                    <a:pt x="3490" y="1193"/>
                  </a:cubicBezTo>
                  <a:cubicBezTo>
                    <a:pt x="3491" y="1193"/>
                    <a:pt x="3491" y="1193"/>
                    <a:pt x="3491" y="1193"/>
                  </a:cubicBezTo>
                  <a:cubicBezTo>
                    <a:pt x="3516" y="1180"/>
                    <a:pt x="3540" y="1164"/>
                    <a:pt x="3562" y="1149"/>
                  </a:cubicBezTo>
                  <a:cubicBezTo>
                    <a:pt x="3579" y="1136"/>
                    <a:pt x="3579" y="1136"/>
                    <a:pt x="3579" y="1136"/>
                  </a:cubicBezTo>
                  <a:cubicBezTo>
                    <a:pt x="3596" y="1124"/>
                    <a:pt x="3596" y="1124"/>
                    <a:pt x="3596" y="1124"/>
                  </a:cubicBezTo>
                  <a:cubicBezTo>
                    <a:pt x="3604" y="1118"/>
                    <a:pt x="3611" y="1112"/>
                    <a:pt x="3619" y="1106"/>
                  </a:cubicBezTo>
                  <a:cubicBezTo>
                    <a:pt x="3622" y="1103"/>
                    <a:pt x="3626" y="1100"/>
                    <a:pt x="3629" y="1098"/>
                  </a:cubicBezTo>
                  <a:cubicBezTo>
                    <a:pt x="3668" y="1066"/>
                    <a:pt x="3708" y="1030"/>
                    <a:pt x="3755" y="985"/>
                  </a:cubicBezTo>
                  <a:cubicBezTo>
                    <a:pt x="3832" y="913"/>
                    <a:pt x="3908" y="833"/>
                    <a:pt x="3990" y="741"/>
                  </a:cubicBezTo>
                  <a:cubicBezTo>
                    <a:pt x="4069" y="651"/>
                    <a:pt x="4139" y="565"/>
                    <a:pt x="4204" y="478"/>
                  </a:cubicBezTo>
                  <a:cubicBezTo>
                    <a:pt x="4242" y="428"/>
                    <a:pt x="4274" y="383"/>
                    <a:pt x="4302" y="340"/>
                  </a:cubicBezTo>
                  <a:cubicBezTo>
                    <a:pt x="4313" y="322"/>
                    <a:pt x="4313" y="322"/>
                    <a:pt x="4313" y="322"/>
                  </a:cubicBezTo>
                  <a:cubicBezTo>
                    <a:pt x="4346" y="268"/>
                    <a:pt x="4346" y="268"/>
                    <a:pt x="4346" y="268"/>
                  </a:cubicBezTo>
                  <a:cubicBezTo>
                    <a:pt x="4364" y="240"/>
                    <a:pt x="4379" y="217"/>
                    <a:pt x="4393" y="197"/>
                  </a:cubicBezTo>
                  <a:cubicBezTo>
                    <a:pt x="4411" y="171"/>
                    <a:pt x="4428" y="148"/>
                    <a:pt x="4445" y="128"/>
                  </a:cubicBezTo>
                  <a:cubicBezTo>
                    <a:pt x="4466" y="105"/>
                    <a:pt x="4486" y="85"/>
                    <a:pt x="4506" y="68"/>
                  </a:cubicBezTo>
                  <a:cubicBezTo>
                    <a:pt x="4530" y="48"/>
                    <a:pt x="4555" y="32"/>
                    <a:pt x="4580" y="21"/>
                  </a:cubicBezTo>
                  <a:cubicBezTo>
                    <a:pt x="4607" y="10"/>
                    <a:pt x="4636" y="3"/>
                    <a:pt x="4665" y="2"/>
                  </a:cubicBezTo>
                  <a:cubicBezTo>
                    <a:pt x="4692" y="0"/>
                    <a:pt x="4721" y="4"/>
                    <a:pt x="4752" y="13"/>
                  </a:cubicBezTo>
                  <a:cubicBezTo>
                    <a:pt x="4763" y="16"/>
                    <a:pt x="4763" y="16"/>
                    <a:pt x="4763" y="16"/>
                  </a:cubicBezTo>
                  <a:cubicBezTo>
                    <a:pt x="4785" y="24"/>
                    <a:pt x="4785" y="24"/>
                    <a:pt x="4785" y="24"/>
                  </a:cubicBezTo>
                  <a:cubicBezTo>
                    <a:pt x="4788" y="25"/>
                    <a:pt x="4791" y="25"/>
                    <a:pt x="4793" y="27"/>
                  </a:cubicBezTo>
                  <a:cubicBezTo>
                    <a:pt x="4818" y="38"/>
                    <a:pt x="4818" y="38"/>
                    <a:pt x="4818" y="38"/>
                  </a:cubicBezTo>
                  <a:cubicBezTo>
                    <a:pt x="4832" y="45"/>
                    <a:pt x="4832" y="45"/>
                    <a:pt x="4832" y="45"/>
                  </a:cubicBezTo>
                  <a:cubicBezTo>
                    <a:pt x="4878" y="68"/>
                    <a:pt x="4923" y="99"/>
                    <a:pt x="4974" y="141"/>
                  </a:cubicBezTo>
                  <a:cubicBezTo>
                    <a:pt x="5022" y="181"/>
                    <a:pt x="5066" y="224"/>
                    <a:pt x="5098" y="258"/>
                  </a:cubicBezTo>
                  <a:cubicBezTo>
                    <a:pt x="5137" y="297"/>
                    <a:pt x="5176" y="339"/>
                    <a:pt x="5214" y="383"/>
                  </a:cubicBezTo>
                  <a:cubicBezTo>
                    <a:pt x="5248" y="421"/>
                    <a:pt x="5284" y="464"/>
                    <a:pt x="5324" y="512"/>
                  </a:cubicBezTo>
                  <a:cubicBezTo>
                    <a:pt x="5346" y="539"/>
                    <a:pt x="5368" y="566"/>
                    <a:pt x="5389" y="593"/>
                  </a:cubicBezTo>
                  <a:cubicBezTo>
                    <a:pt x="5403" y="610"/>
                    <a:pt x="5417" y="627"/>
                    <a:pt x="5431" y="645"/>
                  </a:cubicBezTo>
                  <a:cubicBezTo>
                    <a:pt x="5469" y="691"/>
                    <a:pt x="5504" y="733"/>
                    <a:pt x="5541" y="773"/>
                  </a:cubicBezTo>
                  <a:cubicBezTo>
                    <a:pt x="5560" y="793"/>
                    <a:pt x="5580" y="813"/>
                    <a:pt x="5601" y="832"/>
                  </a:cubicBezTo>
                  <a:cubicBezTo>
                    <a:pt x="5623" y="850"/>
                    <a:pt x="5645" y="867"/>
                    <a:pt x="5669" y="880"/>
                  </a:cubicBezTo>
                  <a:cubicBezTo>
                    <a:pt x="5694" y="895"/>
                    <a:pt x="5719" y="905"/>
                    <a:pt x="5745" y="911"/>
                  </a:cubicBezTo>
                  <a:cubicBezTo>
                    <a:pt x="5770" y="917"/>
                    <a:pt x="5797" y="919"/>
                    <a:pt x="5826" y="917"/>
                  </a:cubicBezTo>
                  <a:cubicBezTo>
                    <a:pt x="5827" y="917"/>
                    <a:pt x="5829" y="916"/>
                    <a:pt x="5830" y="916"/>
                  </a:cubicBezTo>
                  <a:cubicBezTo>
                    <a:pt x="5832" y="916"/>
                    <a:pt x="5834" y="916"/>
                    <a:pt x="5836" y="916"/>
                  </a:cubicBezTo>
                  <a:cubicBezTo>
                    <a:pt x="5847" y="914"/>
                    <a:pt x="5847" y="914"/>
                    <a:pt x="5847" y="914"/>
                  </a:cubicBezTo>
                  <a:cubicBezTo>
                    <a:pt x="5848" y="914"/>
                    <a:pt x="5850" y="914"/>
                    <a:pt x="5852" y="913"/>
                  </a:cubicBezTo>
                  <a:cubicBezTo>
                    <a:pt x="5857" y="912"/>
                    <a:pt x="5862" y="912"/>
                    <a:pt x="5867" y="911"/>
                  </a:cubicBezTo>
                  <a:cubicBezTo>
                    <a:pt x="5869" y="910"/>
                    <a:pt x="5872" y="909"/>
                    <a:pt x="5874" y="909"/>
                  </a:cubicBezTo>
                  <a:cubicBezTo>
                    <a:pt x="5879" y="908"/>
                    <a:pt x="5883" y="907"/>
                    <a:pt x="5888" y="906"/>
                  </a:cubicBezTo>
                  <a:cubicBezTo>
                    <a:pt x="5908" y="900"/>
                    <a:pt x="5908" y="900"/>
                    <a:pt x="5908" y="900"/>
                  </a:cubicBezTo>
                  <a:cubicBezTo>
                    <a:pt x="5935" y="892"/>
                    <a:pt x="5961" y="881"/>
                    <a:pt x="5986" y="870"/>
                  </a:cubicBezTo>
                  <a:cubicBezTo>
                    <a:pt x="6033" y="848"/>
                    <a:pt x="6080" y="820"/>
                    <a:pt x="6131" y="785"/>
                  </a:cubicBezTo>
                  <a:cubicBezTo>
                    <a:pt x="6138" y="780"/>
                    <a:pt x="6146" y="774"/>
                    <a:pt x="6154" y="769"/>
                  </a:cubicBezTo>
                  <a:cubicBezTo>
                    <a:pt x="6157" y="766"/>
                    <a:pt x="6161" y="763"/>
                    <a:pt x="6165" y="760"/>
                  </a:cubicBezTo>
                  <a:cubicBezTo>
                    <a:pt x="6168" y="758"/>
                    <a:pt x="6172" y="755"/>
                    <a:pt x="6176" y="752"/>
                  </a:cubicBezTo>
                  <a:cubicBezTo>
                    <a:pt x="6183" y="746"/>
                    <a:pt x="6191" y="741"/>
                    <a:pt x="6198" y="735"/>
                  </a:cubicBezTo>
                  <a:cubicBezTo>
                    <a:pt x="6220" y="717"/>
                    <a:pt x="6242" y="699"/>
                    <a:pt x="6264" y="681"/>
                  </a:cubicBezTo>
                  <a:cubicBezTo>
                    <a:pt x="6326" y="627"/>
                    <a:pt x="6388" y="570"/>
                    <a:pt x="6447" y="514"/>
                  </a:cubicBezTo>
                  <a:cubicBezTo>
                    <a:pt x="6469" y="494"/>
                    <a:pt x="6491" y="473"/>
                    <a:pt x="6514" y="452"/>
                  </a:cubicBezTo>
                  <a:cubicBezTo>
                    <a:pt x="6564" y="405"/>
                    <a:pt x="6604" y="370"/>
                    <a:pt x="6641" y="339"/>
                  </a:cubicBezTo>
                  <a:cubicBezTo>
                    <a:pt x="6651" y="330"/>
                    <a:pt x="6663" y="323"/>
                    <a:pt x="6680" y="316"/>
                  </a:cubicBezTo>
                  <a:cubicBezTo>
                    <a:pt x="6692" y="311"/>
                    <a:pt x="6704" y="307"/>
                    <a:pt x="6721" y="303"/>
                  </a:cubicBezTo>
                  <a:cubicBezTo>
                    <a:pt x="6746" y="296"/>
                    <a:pt x="6774" y="291"/>
                    <a:pt x="6805" y="286"/>
                  </a:cubicBezTo>
                  <a:cubicBezTo>
                    <a:pt x="6854" y="278"/>
                    <a:pt x="6906" y="271"/>
                    <a:pt x="6974" y="265"/>
                  </a:cubicBezTo>
                  <a:cubicBezTo>
                    <a:pt x="7026" y="260"/>
                    <a:pt x="7082" y="256"/>
                    <a:pt x="7144" y="252"/>
                  </a:cubicBezTo>
                  <a:cubicBezTo>
                    <a:pt x="7246" y="246"/>
                    <a:pt x="7354" y="242"/>
                    <a:pt x="7484" y="238"/>
                  </a:cubicBezTo>
                  <a:cubicBezTo>
                    <a:pt x="7594" y="235"/>
                    <a:pt x="7708" y="234"/>
                    <a:pt x="7823" y="233"/>
                  </a:cubicBezTo>
                  <a:cubicBezTo>
                    <a:pt x="7823" y="233"/>
                    <a:pt x="7823" y="233"/>
                    <a:pt x="7824" y="233"/>
                  </a:cubicBezTo>
                  <a:cubicBezTo>
                    <a:pt x="7828" y="233"/>
                    <a:pt x="7832" y="237"/>
                    <a:pt x="7832" y="242"/>
                  </a:cubicBezTo>
                  <a:cubicBezTo>
                    <a:pt x="7832" y="246"/>
                    <a:pt x="7828" y="250"/>
                    <a:pt x="7824" y="250"/>
                  </a:cubicBezTo>
                  <a:cubicBezTo>
                    <a:pt x="7708" y="251"/>
                    <a:pt x="7594" y="252"/>
                    <a:pt x="7484" y="255"/>
                  </a:cubicBezTo>
                  <a:cubicBezTo>
                    <a:pt x="7355" y="259"/>
                    <a:pt x="7247" y="263"/>
                    <a:pt x="7145" y="269"/>
                  </a:cubicBezTo>
                  <a:cubicBezTo>
                    <a:pt x="7083" y="273"/>
                    <a:pt x="7028" y="277"/>
                    <a:pt x="6976" y="282"/>
                  </a:cubicBezTo>
                  <a:cubicBezTo>
                    <a:pt x="6908" y="288"/>
                    <a:pt x="6856" y="295"/>
                    <a:pt x="6808" y="302"/>
                  </a:cubicBezTo>
                  <a:cubicBezTo>
                    <a:pt x="6777" y="307"/>
                    <a:pt x="6750" y="313"/>
                    <a:pt x="6726" y="319"/>
                  </a:cubicBezTo>
                  <a:cubicBezTo>
                    <a:pt x="6709" y="324"/>
                    <a:pt x="6697" y="327"/>
                    <a:pt x="6686" y="332"/>
                  </a:cubicBezTo>
                  <a:cubicBezTo>
                    <a:pt x="6671" y="338"/>
                    <a:pt x="6660" y="344"/>
                    <a:pt x="6652" y="351"/>
                  </a:cubicBezTo>
                  <a:cubicBezTo>
                    <a:pt x="6615" y="383"/>
                    <a:pt x="6576" y="418"/>
                    <a:pt x="6525" y="464"/>
                  </a:cubicBezTo>
                  <a:cubicBezTo>
                    <a:pt x="6503" y="485"/>
                    <a:pt x="6480" y="506"/>
                    <a:pt x="6458" y="527"/>
                  </a:cubicBezTo>
                  <a:cubicBezTo>
                    <a:pt x="6399" y="582"/>
                    <a:pt x="6338" y="640"/>
                    <a:pt x="6275" y="694"/>
                  </a:cubicBezTo>
                  <a:cubicBezTo>
                    <a:pt x="6253" y="712"/>
                    <a:pt x="6231" y="731"/>
                    <a:pt x="6209" y="748"/>
                  </a:cubicBezTo>
                  <a:cubicBezTo>
                    <a:pt x="6201" y="754"/>
                    <a:pt x="6194" y="760"/>
                    <a:pt x="6186" y="765"/>
                  </a:cubicBezTo>
                  <a:cubicBezTo>
                    <a:pt x="6182" y="768"/>
                    <a:pt x="6179" y="771"/>
                    <a:pt x="6175" y="774"/>
                  </a:cubicBezTo>
                  <a:cubicBezTo>
                    <a:pt x="6171" y="777"/>
                    <a:pt x="6167" y="780"/>
                    <a:pt x="6164" y="782"/>
                  </a:cubicBezTo>
                  <a:cubicBezTo>
                    <a:pt x="6156" y="788"/>
                    <a:pt x="6148" y="794"/>
                    <a:pt x="6140" y="799"/>
                  </a:cubicBezTo>
                  <a:cubicBezTo>
                    <a:pt x="6089" y="835"/>
                    <a:pt x="6041" y="863"/>
                    <a:pt x="5993" y="886"/>
                  </a:cubicBezTo>
                  <a:cubicBezTo>
                    <a:pt x="5968" y="897"/>
                    <a:pt x="5941" y="908"/>
                    <a:pt x="5912" y="916"/>
                  </a:cubicBezTo>
                  <a:cubicBezTo>
                    <a:pt x="5892" y="922"/>
                    <a:pt x="5892" y="922"/>
                    <a:pt x="5892" y="922"/>
                  </a:cubicBezTo>
                  <a:cubicBezTo>
                    <a:pt x="5887" y="923"/>
                    <a:pt x="5883" y="924"/>
                    <a:pt x="5878" y="925"/>
                  </a:cubicBezTo>
                  <a:cubicBezTo>
                    <a:pt x="5876" y="926"/>
                    <a:pt x="5873" y="926"/>
                    <a:pt x="5871" y="927"/>
                  </a:cubicBezTo>
                  <a:cubicBezTo>
                    <a:pt x="5865" y="928"/>
                    <a:pt x="5860" y="929"/>
                    <a:pt x="5855" y="930"/>
                  </a:cubicBezTo>
                  <a:cubicBezTo>
                    <a:pt x="5853" y="930"/>
                    <a:pt x="5851" y="931"/>
                    <a:pt x="5849" y="931"/>
                  </a:cubicBezTo>
                  <a:cubicBezTo>
                    <a:pt x="5839" y="933"/>
                    <a:pt x="5839" y="933"/>
                    <a:pt x="5839" y="933"/>
                  </a:cubicBezTo>
                  <a:cubicBezTo>
                    <a:pt x="5836" y="933"/>
                    <a:pt x="5834" y="933"/>
                    <a:pt x="5831" y="933"/>
                  </a:cubicBezTo>
                  <a:cubicBezTo>
                    <a:pt x="5830" y="933"/>
                    <a:pt x="5829" y="933"/>
                    <a:pt x="5828" y="934"/>
                  </a:cubicBezTo>
                  <a:cubicBezTo>
                    <a:pt x="5797" y="936"/>
                    <a:pt x="5767" y="934"/>
                    <a:pt x="5741" y="928"/>
                  </a:cubicBezTo>
                  <a:cubicBezTo>
                    <a:pt x="5714" y="921"/>
                    <a:pt x="5687" y="910"/>
                    <a:pt x="5660" y="895"/>
                  </a:cubicBezTo>
                  <a:cubicBezTo>
                    <a:pt x="5636" y="881"/>
                    <a:pt x="5612" y="864"/>
                    <a:pt x="5590" y="844"/>
                  </a:cubicBezTo>
                  <a:cubicBezTo>
                    <a:pt x="5568" y="825"/>
                    <a:pt x="5548" y="805"/>
                    <a:pt x="5528" y="785"/>
                  </a:cubicBezTo>
                  <a:cubicBezTo>
                    <a:pt x="5491" y="745"/>
                    <a:pt x="5456" y="702"/>
                    <a:pt x="5418" y="655"/>
                  </a:cubicBezTo>
                  <a:cubicBezTo>
                    <a:pt x="5404" y="638"/>
                    <a:pt x="5390" y="621"/>
                    <a:pt x="5376" y="603"/>
                  </a:cubicBezTo>
                  <a:cubicBezTo>
                    <a:pt x="5355" y="577"/>
                    <a:pt x="5333" y="550"/>
                    <a:pt x="5311" y="523"/>
                  </a:cubicBezTo>
                  <a:cubicBezTo>
                    <a:pt x="5271" y="475"/>
                    <a:pt x="5236" y="432"/>
                    <a:pt x="5201" y="394"/>
                  </a:cubicBezTo>
                  <a:cubicBezTo>
                    <a:pt x="5164" y="351"/>
                    <a:pt x="5125" y="309"/>
                    <a:pt x="5086" y="270"/>
                  </a:cubicBezTo>
                  <a:cubicBezTo>
                    <a:pt x="5054" y="237"/>
                    <a:pt x="5010" y="194"/>
                    <a:pt x="4963" y="154"/>
                  </a:cubicBezTo>
                  <a:cubicBezTo>
                    <a:pt x="4913" y="113"/>
                    <a:pt x="4869" y="83"/>
                    <a:pt x="4824" y="60"/>
                  </a:cubicBezTo>
                  <a:cubicBezTo>
                    <a:pt x="4810" y="53"/>
                    <a:pt x="4810" y="53"/>
                    <a:pt x="4810" y="53"/>
                  </a:cubicBezTo>
                  <a:cubicBezTo>
                    <a:pt x="4786" y="42"/>
                    <a:pt x="4786" y="42"/>
                    <a:pt x="4786" y="42"/>
                  </a:cubicBezTo>
                  <a:cubicBezTo>
                    <a:pt x="4784" y="41"/>
                    <a:pt x="4782" y="40"/>
                    <a:pt x="4780" y="40"/>
                  </a:cubicBezTo>
                  <a:cubicBezTo>
                    <a:pt x="4757" y="32"/>
                    <a:pt x="4757" y="32"/>
                    <a:pt x="4757" y="32"/>
                  </a:cubicBezTo>
                  <a:cubicBezTo>
                    <a:pt x="4747" y="29"/>
                    <a:pt x="4747" y="29"/>
                    <a:pt x="4747" y="29"/>
                  </a:cubicBezTo>
                  <a:cubicBezTo>
                    <a:pt x="4718" y="21"/>
                    <a:pt x="4691" y="17"/>
                    <a:pt x="4666" y="19"/>
                  </a:cubicBezTo>
                  <a:cubicBezTo>
                    <a:pt x="4639" y="20"/>
                    <a:pt x="4612" y="26"/>
                    <a:pt x="4587" y="37"/>
                  </a:cubicBezTo>
                  <a:cubicBezTo>
                    <a:pt x="4563" y="47"/>
                    <a:pt x="4540" y="62"/>
                    <a:pt x="4517" y="81"/>
                  </a:cubicBezTo>
                  <a:cubicBezTo>
                    <a:pt x="4497" y="97"/>
                    <a:pt x="4478" y="116"/>
                    <a:pt x="4458" y="140"/>
                  </a:cubicBezTo>
                  <a:cubicBezTo>
                    <a:pt x="4441" y="159"/>
                    <a:pt x="4425" y="181"/>
                    <a:pt x="4407" y="206"/>
                  </a:cubicBezTo>
                  <a:cubicBezTo>
                    <a:pt x="4393" y="227"/>
                    <a:pt x="4378" y="249"/>
                    <a:pt x="4361" y="277"/>
                  </a:cubicBezTo>
                  <a:cubicBezTo>
                    <a:pt x="4327" y="331"/>
                    <a:pt x="4327" y="331"/>
                    <a:pt x="4327" y="331"/>
                  </a:cubicBezTo>
                  <a:cubicBezTo>
                    <a:pt x="4316" y="349"/>
                    <a:pt x="4316" y="349"/>
                    <a:pt x="4316" y="349"/>
                  </a:cubicBezTo>
                  <a:cubicBezTo>
                    <a:pt x="4288" y="392"/>
                    <a:pt x="4256" y="438"/>
                    <a:pt x="4218" y="489"/>
                  </a:cubicBezTo>
                  <a:cubicBezTo>
                    <a:pt x="4153" y="576"/>
                    <a:pt x="4082" y="662"/>
                    <a:pt x="4003" y="752"/>
                  </a:cubicBezTo>
                  <a:cubicBezTo>
                    <a:pt x="3921" y="844"/>
                    <a:pt x="3844" y="925"/>
                    <a:pt x="3767" y="998"/>
                  </a:cubicBezTo>
                  <a:cubicBezTo>
                    <a:pt x="3719" y="1043"/>
                    <a:pt x="3679" y="1079"/>
                    <a:pt x="3640" y="1111"/>
                  </a:cubicBezTo>
                  <a:cubicBezTo>
                    <a:pt x="3636" y="1114"/>
                    <a:pt x="3633" y="1116"/>
                    <a:pt x="3629" y="1119"/>
                  </a:cubicBezTo>
                  <a:cubicBezTo>
                    <a:pt x="3622" y="1125"/>
                    <a:pt x="3614" y="1132"/>
                    <a:pt x="3606" y="1137"/>
                  </a:cubicBezTo>
                  <a:cubicBezTo>
                    <a:pt x="3589" y="1150"/>
                    <a:pt x="3589" y="1150"/>
                    <a:pt x="3589" y="1150"/>
                  </a:cubicBezTo>
                  <a:cubicBezTo>
                    <a:pt x="3572" y="1163"/>
                    <a:pt x="3572" y="1163"/>
                    <a:pt x="3572" y="1163"/>
                  </a:cubicBezTo>
                  <a:cubicBezTo>
                    <a:pt x="3549" y="1178"/>
                    <a:pt x="3525" y="1195"/>
                    <a:pt x="3499" y="1208"/>
                  </a:cubicBezTo>
                  <a:cubicBezTo>
                    <a:pt x="3495" y="1210"/>
                    <a:pt x="3491" y="1211"/>
                    <a:pt x="3488" y="1213"/>
                  </a:cubicBezTo>
                  <a:cubicBezTo>
                    <a:pt x="3486" y="1214"/>
                    <a:pt x="3485" y="1214"/>
                    <a:pt x="3484" y="1215"/>
                  </a:cubicBezTo>
                  <a:cubicBezTo>
                    <a:pt x="3483" y="1215"/>
                    <a:pt x="3483" y="1215"/>
                    <a:pt x="3483" y="1215"/>
                  </a:cubicBezTo>
                  <a:cubicBezTo>
                    <a:pt x="3481" y="1216"/>
                    <a:pt x="3479" y="1216"/>
                    <a:pt x="3478" y="1217"/>
                  </a:cubicBezTo>
                  <a:cubicBezTo>
                    <a:pt x="3474" y="1218"/>
                    <a:pt x="3474" y="1218"/>
                    <a:pt x="3474" y="1218"/>
                  </a:cubicBezTo>
                  <a:cubicBezTo>
                    <a:pt x="3473" y="1219"/>
                    <a:pt x="3472" y="1219"/>
                    <a:pt x="3471" y="1219"/>
                  </a:cubicBezTo>
                  <a:cubicBezTo>
                    <a:pt x="3467" y="1220"/>
                    <a:pt x="3467" y="1220"/>
                    <a:pt x="3467" y="1220"/>
                  </a:cubicBezTo>
                  <a:cubicBezTo>
                    <a:pt x="3457" y="1223"/>
                    <a:pt x="3446" y="1225"/>
                    <a:pt x="3433" y="12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9" name="Freeform 35">
              <a:extLst>
                <a:ext uri="{FF2B5EF4-FFF2-40B4-BE49-F238E27FC236}">
                  <a16:creationId xmlns:a16="http://schemas.microsoft.com/office/drawing/2014/main" id="{C5491F91-B424-4B27-9B2D-5444D20C86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5086350"/>
              <a:ext cx="24006175" cy="3760788"/>
            </a:xfrm>
            <a:custGeom>
              <a:avLst/>
              <a:gdLst>
                <a:gd name="T0" fmla="*/ 3359 w 7832"/>
                <a:gd name="T1" fmla="*/ 1190 h 1224"/>
                <a:gd name="T2" fmla="*/ 3475 w 7832"/>
                <a:gd name="T3" fmla="*/ 1218 h 1224"/>
                <a:gd name="T4" fmla="*/ 3600 w 7832"/>
                <a:gd name="T5" fmla="*/ 1128 h 1224"/>
                <a:gd name="T6" fmla="*/ 3567 w 7832"/>
                <a:gd name="T7" fmla="*/ 1172 h 1224"/>
                <a:gd name="T8" fmla="*/ 3231 w 7832"/>
                <a:gd name="T9" fmla="*/ 1096 h 1224"/>
                <a:gd name="T10" fmla="*/ 3156 w 7832"/>
                <a:gd name="T11" fmla="*/ 1014 h 1224"/>
                <a:gd name="T12" fmla="*/ 3722 w 7832"/>
                <a:gd name="T13" fmla="*/ 1029 h 1224"/>
                <a:gd name="T14" fmla="*/ 5714 w 7832"/>
                <a:gd name="T15" fmla="*/ 921 h 1224"/>
                <a:gd name="T16" fmla="*/ 5936 w 7832"/>
                <a:gd name="T17" fmla="*/ 892 h 1224"/>
                <a:gd name="T18" fmla="*/ 5831 w 7832"/>
                <a:gd name="T19" fmla="*/ 932 h 1224"/>
                <a:gd name="T20" fmla="*/ 5524 w 7832"/>
                <a:gd name="T21" fmla="*/ 795 h 1224"/>
                <a:gd name="T22" fmla="*/ 5957 w 7832"/>
                <a:gd name="T23" fmla="*/ 893 h 1224"/>
                <a:gd name="T24" fmla="*/ 5988 w 7832"/>
                <a:gd name="T25" fmla="*/ 871 h 1224"/>
                <a:gd name="T26" fmla="*/ 5995 w 7832"/>
                <a:gd name="T27" fmla="*/ 887 h 1224"/>
                <a:gd name="T28" fmla="*/ 3034 w 7832"/>
                <a:gd name="T29" fmla="*/ 857 h 1224"/>
                <a:gd name="T30" fmla="*/ 4073 w 7832"/>
                <a:gd name="T31" fmla="*/ 663 h 1224"/>
                <a:gd name="T32" fmla="*/ 6208 w 7832"/>
                <a:gd name="T33" fmla="*/ 755 h 1224"/>
                <a:gd name="T34" fmla="*/ 6230 w 7832"/>
                <a:gd name="T35" fmla="*/ 737 h 1224"/>
                <a:gd name="T36" fmla="*/ 5353 w 7832"/>
                <a:gd name="T37" fmla="*/ 568 h 1224"/>
                <a:gd name="T38" fmla="*/ 1202 w 7832"/>
                <a:gd name="T39" fmla="*/ 687 h 1224"/>
                <a:gd name="T40" fmla="*/ 1149 w 7832"/>
                <a:gd name="T41" fmla="*/ 689 h 1224"/>
                <a:gd name="T42" fmla="*/ 1034 w 7832"/>
                <a:gd name="T43" fmla="*/ 629 h 1224"/>
                <a:gd name="T44" fmla="*/ 2877 w 7832"/>
                <a:gd name="T45" fmla="*/ 665 h 1224"/>
                <a:gd name="T46" fmla="*/ 2714 w 7832"/>
                <a:gd name="T47" fmla="*/ 449 h 1224"/>
                <a:gd name="T48" fmla="*/ 4111 w 7832"/>
                <a:gd name="T49" fmla="*/ 631 h 1224"/>
                <a:gd name="T50" fmla="*/ 1447 w 7832"/>
                <a:gd name="T51" fmla="*/ 614 h 1224"/>
                <a:gd name="T52" fmla="*/ 6413 w 7832"/>
                <a:gd name="T53" fmla="*/ 561 h 1224"/>
                <a:gd name="T54" fmla="*/ 6443 w 7832"/>
                <a:gd name="T55" fmla="*/ 551 h 1224"/>
                <a:gd name="T56" fmla="*/ 6550 w 7832"/>
                <a:gd name="T57" fmla="*/ 454 h 1224"/>
                <a:gd name="T58" fmla="*/ 710 w 7832"/>
                <a:gd name="T59" fmla="*/ 386 h 1224"/>
                <a:gd name="T60" fmla="*/ 5293 w 7832"/>
                <a:gd name="T61" fmla="*/ 516 h 1224"/>
                <a:gd name="T62" fmla="*/ 1897 w 7832"/>
                <a:gd name="T63" fmla="*/ 407 h 1224"/>
                <a:gd name="T64" fmla="*/ 5284 w 7832"/>
                <a:gd name="T65" fmla="*/ 487 h 1224"/>
                <a:gd name="T66" fmla="*/ 4281 w 7832"/>
                <a:gd name="T67" fmla="*/ 423 h 1224"/>
                <a:gd name="T68" fmla="*/ 2584 w 7832"/>
                <a:gd name="T69" fmla="*/ 326 h 1224"/>
                <a:gd name="T70" fmla="*/ 2617 w 7832"/>
                <a:gd name="T71" fmla="*/ 332 h 1224"/>
                <a:gd name="T72" fmla="*/ 4280 w 7832"/>
                <a:gd name="T73" fmla="*/ 403 h 1224"/>
                <a:gd name="T74" fmla="*/ 4289 w 7832"/>
                <a:gd name="T75" fmla="*/ 410 h 1224"/>
                <a:gd name="T76" fmla="*/ 694 w 7832"/>
                <a:gd name="T77" fmla="*/ 383 h 1224"/>
                <a:gd name="T78" fmla="*/ 2125 w 7832"/>
                <a:gd name="T79" fmla="*/ 295 h 1224"/>
                <a:gd name="T80" fmla="*/ 468 w 7832"/>
                <a:gd name="T81" fmla="*/ 263 h 1224"/>
                <a:gd name="T82" fmla="*/ 6648 w 7832"/>
                <a:gd name="T83" fmla="*/ 343 h 1224"/>
                <a:gd name="T84" fmla="*/ 6872 w 7832"/>
                <a:gd name="T85" fmla="*/ 284 h 1224"/>
                <a:gd name="T86" fmla="*/ 6674 w 7832"/>
                <a:gd name="T87" fmla="*/ 343 h 1224"/>
                <a:gd name="T88" fmla="*/ 6893 w 7832"/>
                <a:gd name="T89" fmla="*/ 290 h 1224"/>
                <a:gd name="T90" fmla="*/ 6978 w 7832"/>
                <a:gd name="T91" fmla="*/ 264 h 1224"/>
                <a:gd name="T92" fmla="*/ 4914 w 7832"/>
                <a:gd name="T93" fmla="*/ 121 h 1224"/>
                <a:gd name="T94" fmla="*/ 2247 w 7832"/>
                <a:gd name="T95" fmla="*/ 261 h 1224"/>
                <a:gd name="T96" fmla="*/ 2310 w 7832"/>
                <a:gd name="T97" fmla="*/ 267 h 1224"/>
                <a:gd name="T98" fmla="*/ 2481 w 7832"/>
                <a:gd name="T99" fmla="*/ 274 h 1224"/>
                <a:gd name="T100" fmla="*/ 7434 w 7832"/>
                <a:gd name="T101" fmla="*/ 253 h 1224"/>
                <a:gd name="T102" fmla="*/ 7456 w 7832"/>
                <a:gd name="T103" fmla="*/ 255 h 1224"/>
                <a:gd name="T104" fmla="*/ 7711 w 7832"/>
                <a:gd name="T105" fmla="*/ 233 h 1224"/>
                <a:gd name="T106" fmla="*/ 364 w 7832"/>
                <a:gd name="T107" fmla="*/ 249 h 1224"/>
                <a:gd name="T108" fmla="*/ 7738 w 7832"/>
                <a:gd name="T109" fmla="*/ 250 h 1224"/>
                <a:gd name="T110" fmla="*/ 7824 w 7832"/>
                <a:gd name="T111" fmla="*/ 232 h 1224"/>
                <a:gd name="T112" fmla="*/ 141 w 7832"/>
                <a:gd name="T113" fmla="*/ 241 h 1224"/>
                <a:gd name="T114" fmla="*/ 4472 w 7832"/>
                <a:gd name="T115" fmla="*/ 115 h 1224"/>
                <a:gd name="T116" fmla="*/ 4444 w 7832"/>
                <a:gd name="T117" fmla="*/ 173 h 1224"/>
                <a:gd name="T118" fmla="*/ 4746 w 7832"/>
                <a:gd name="T119" fmla="*/ 29 h 1224"/>
                <a:gd name="T120" fmla="*/ 4772 w 7832"/>
                <a:gd name="T121" fmla="*/ 20 h 1224"/>
                <a:gd name="T122" fmla="*/ 4642 w 7832"/>
                <a:gd name="T123" fmla="*/ 21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832" h="1224">
                  <a:moveTo>
                    <a:pt x="3434" y="1224"/>
                  </a:moveTo>
                  <a:cubicBezTo>
                    <a:pt x="3433" y="1224"/>
                    <a:pt x="3433" y="1224"/>
                    <a:pt x="3433" y="1224"/>
                  </a:cubicBezTo>
                  <a:cubicBezTo>
                    <a:pt x="3407" y="1224"/>
                    <a:pt x="3380" y="1217"/>
                    <a:pt x="3352" y="1205"/>
                  </a:cubicBezTo>
                  <a:cubicBezTo>
                    <a:pt x="3332" y="1196"/>
                    <a:pt x="3311" y="1184"/>
                    <a:pt x="3288" y="1168"/>
                  </a:cubicBezTo>
                  <a:cubicBezTo>
                    <a:pt x="3287" y="1167"/>
                    <a:pt x="3285" y="1165"/>
                    <a:pt x="3284" y="1164"/>
                  </a:cubicBezTo>
                  <a:cubicBezTo>
                    <a:pt x="3284" y="1164"/>
                    <a:pt x="3284" y="1164"/>
                    <a:pt x="3284" y="1164"/>
                  </a:cubicBezTo>
                  <a:cubicBezTo>
                    <a:pt x="3269" y="1153"/>
                    <a:pt x="3255" y="1141"/>
                    <a:pt x="3240" y="1127"/>
                  </a:cubicBezTo>
                  <a:cubicBezTo>
                    <a:pt x="3236" y="1124"/>
                    <a:pt x="3236" y="1119"/>
                    <a:pt x="3239" y="1115"/>
                  </a:cubicBezTo>
                  <a:cubicBezTo>
                    <a:pt x="3242" y="1112"/>
                    <a:pt x="3248" y="1112"/>
                    <a:pt x="3251" y="1115"/>
                  </a:cubicBezTo>
                  <a:cubicBezTo>
                    <a:pt x="3266" y="1128"/>
                    <a:pt x="3280" y="1140"/>
                    <a:pt x="3293" y="1150"/>
                  </a:cubicBezTo>
                  <a:cubicBezTo>
                    <a:pt x="3293" y="1150"/>
                    <a:pt x="3293" y="1150"/>
                    <a:pt x="3293" y="1150"/>
                  </a:cubicBezTo>
                  <a:cubicBezTo>
                    <a:pt x="3294" y="1151"/>
                    <a:pt x="3294" y="1151"/>
                    <a:pt x="3294" y="1151"/>
                  </a:cubicBezTo>
                  <a:cubicBezTo>
                    <a:pt x="3294" y="1151"/>
                    <a:pt x="3294" y="1151"/>
                    <a:pt x="3294" y="1151"/>
                  </a:cubicBezTo>
                  <a:cubicBezTo>
                    <a:pt x="3295" y="1152"/>
                    <a:pt x="3297" y="1153"/>
                    <a:pt x="3298" y="1154"/>
                  </a:cubicBezTo>
                  <a:cubicBezTo>
                    <a:pt x="3320" y="1170"/>
                    <a:pt x="3339" y="1181"/>
                    <a:pt x="3359" y="1190"/>
                  </a:cubicBezTo>
                  <a:cubicBezTo>
                    <a:pt x="3385" y="1201"/>
                    <a:pt x="3410" y="1207"/>
                    <a:pt x="3433" y="1207"/>
                  </a:cubicBezTo>
                  <a:cubicBezTo>
                    <a:pt x="3433" y="1207"/>
                    <a:pt x="3433" y="1207"/>
                    <a:pt x="3433" y="1207"/>
                  </a:cubicBezTo>
                  <a:cubicBezTo>
                    <a:pt x="3433" y="1207"/>
                    <a:pt x="3433" y="1207"/>
                    <a:pt x="3433" y="1207"/>
                  </a:cubicBezTo>
                  <a:cubicBezTo>
                    <a:pt x="3437" y="1207"/>
                    <a:pt x="3441" y="1206"/>
                    <a:pt x="3444" y="1206"/>
                  </a:cubicBezTo>
                  <a:cubicBezTo>
                    <a:pt x="3449" y="1206"/>
                    <a:pt x="3453" y="1210"/>
                    <a:pt x="3453" y="1214"/>
                  </a:cubicBezTo>
                  <a:cubicBezTo>
                    <a:pt x="3453" y="1216"/>
                    <a:pt x="3452" y="1219"/>
                    <a:pt x="3451" y="1220"/>
                  </a:cubicBezTo>
                  <a:cubicBezTo>
                    <a:pt x="3449" y="1222"/>
                    <a:pt x="3447" y="1223"/>
                    <a:pt x="3445" y="1223"/>
                  </a:cubicBezTo>
                  <a:cubicBezTo>
                    <a:pt x="3441" y="1223"/>
                    <a:pt x="3437" y="1224"/>
                    <a:pt x="3434" y="1224"/>
                  </a:cubicBezTo>
                  <a:close/>
                  <a:moveTo>
                    <a:pt x="3472" y="1219"/>
                  </a:moveTo>
                  <a:cubicBezTo>
                    <a:pt x="3469" y="1219"/>
                    <a:pt x="3465" y="1216"/>
                    <a:pt x="3464" y="1212"/>
                  </a:cubicBezTo>
                  <a:cubicBezTo>
                    <a:pt x="3463" y="1208"/>
                    <a:pt x="3465" y="1204"/>
                    <a:pt x="3469" y="1202"/>
                  </a:cubicBezTo>
                  <a:cubicBezTo>
                    <a:pt x="3469" y="1202"/>
                    <a:pt x="3469" y="1202"/>
                    <a:pt x="3469" y="1202"/>
                  </a:cubicBezTo>
                  <a:cubicBezTo>
                    <a:pt x="3470" y="1202"/>
                    <a:pt x="3470" y="1202"/>
                    <a:pt x="3470" y="1202"/>
                  </a:cubicBezTo>
                  <a:cubicBezTo>
                    <a:pt x="3475" y="1201"/>
                    <a:pt x="3479" y="1204"/>
                    <a:pt x="3481" y="1208"/>
                  </a:cubicBezTo>
                  <a:cubicBezTo>
                    <a:pt x="3482" y="1213"/>
                    <a:pt x="3479" y="1217"/>
                    <a:pt x="3475" y="1218"/>
                  </a:cubicBezTo>
                  <a:cubicBezTo>
                    <a:pt x="3474" y="1219"/>
                    <a:pt x="3473" y="1219"/>
                    <a:pt x="3472" y="1219"/>
                  </a:cubicBezTo>
                  <a:close/>
                  <a:moveTo>
                    <a:pt x="3499" y="1210"/>
                  </a:moveTo>
                  <a:cubicBezTo>
                    <a:pt x="3496" y="1210"/>
                    <a:pt x="3493" y="1208"/>
                    <a:pt x="3491" y="1204"/>
                  </a:cubicBezTo>
                  <a:cubicBezTo>
                    <a:pt x="3490" y="1202"/>
                    <a:pt x="3490" y="1200"/>
                    <a:pt x="3491" y="1198"/>
                  </a:cubicBezTo>
                  <a:cubicBezTo>
                    <a:pt x="3492" y="1196"/>
                    <a:pt x="3494" y="1194"/>
                    <a:pt x="3496" y="1193"/>
                  </a:cubicBezTo>
                  <a:cubicBezTo>
                    <a:pt x="3499" y="1192"/>
                    <a:pt x="3502" y="1190"/>
                    <a:pt x="3506" y="1189"/>
                  </a:cubicBezTo>
                  <a:cubicBezTo>
                    <a:pt x="3517" y="1182"/>
                    <a:pt x="3517" y="1182"/>
                    <a:pt x="3517" y="1182"/>
                  </a:cubicBezTo>
                  <a:cubicBezTo>
                    <a:pt x="3518" y="1182"/>
                    <a:pt x="3519" y="1181"/>
                    <a:pt x="3520" y="1181"/>
                  </a:cubicBezTo>
                  <a:cubicBezTo>
                    <a:pt x="3523" y="1179"/>
                    <a:pt x="3525" y="1178"/>
                    <a:pt x="3527" y="1177"/>
                  </a:cubicBezTo>
                  <a:cubicBezTo>
                    <a:pt x="3546" y="1165"/>
                    <a:pt x="3546" y="1165"/>
                    <a:pt x="3546" y="1165"/>
                  </a:cubicBezTo>
                  <a:cubicBezTo>
                    <a:pt x="3550" y="1163"/>
                    <a:pt x="3554" y="1161"/>
                    <a:pt x="3558" y="1158"/>
                  </a:cubicBezTo>
                  <a:cubicBezTo>
                    <a:pt x="3560" y="1157"/>
                    <a:pt x="3562" y="1155"/>
                    <a:pt x="3564" y="1154"/>
                  </a:cubicBezTo>
                  <a:cubicBezTo>
                    <a:pt x="3570" y="1150"/>
                    <a:pt x="3577" y="1146"/>
                    <a:pt x="3582" y="1141"/>
                  </a:cubicBezTo>
                  <a:cubicBezTo>
                    <a:pt x="3582" y="1141"/>
                    <a:pt x="3582" y="1141"/>
                    <a:pt x="3582" y="1141"/>
                  </a:cubicBezTo>
                  <a:cubicBezTo>
                    <a:pt x="3600" y="1128"/>
                    <a:pt x="3600" y="1128"/>
                    <a:pt x="3600" y="1128"/>
                  </a:cubicBezTo>
                  <a:cubicBezTo>
                    <a:pt x="3618" y="1115"/>
                    <a:pt x="3618" y="1115"/>
                    <a:pt x="3618" y="1115"/>
                  </a:cubicBezTo>
                  <a:cubicBezTo>
                    <a:pt x="3626" y="1110"/>
                    <a:pt x="3633" y="1103"/>
                    <a:pt x="3641" y="1097"/>
                  </a:cubicBezTo>
                  <a:cubicBezTo>
                    <a:pt x="3645" y="1094"/>
                    <a:pt x="3648" y="1091"/>
                    <a:pt x="3652" y="1089"/>
                  </a:cubicBezTo>
                  <a:cubicBezTo>
                    <a:pt x="3660" y="1081"/>
                    <a:pt x="3669" y="1074"/>
                    <a:pt x="3679" y="1066"/>
                  </a:cubicBezTo>
                  <a:cubicBezTo>
                    <a:pt x="3683" y="1063"/>
                    <a:pt x="3688" y="1063"/>
                    <a:pt x="3691" y="1067"/>
                  </a:cubicBezTo>
                  <a:cubicBezTo>
                    <a:pt x="3692" y="1069"/>
                    <a:pt x="3693" y="1071"/>
                    <a:pt x="3693" y="1073"/>
                  </a:cubicBezTo>
                  <a:cubicBezTo>
                    <a:pt x="3693" y="1075"/>
                    <a:pt x="3692" y="1077"/>
                    <a:pt x="3690" y="1079"/>
                  </a:cubicBezTo>
                  <a:cubicBezTo>
                    <a:pt x="3681" y="1087"/>
                    <a:pt x="3671" y="1095"/>
                    <a:pt x="3662" y="1102"/>
                  </a:cubicBezTo>
                  <a:cubicBezTo>
                    <a:pt x="3662" y="1102"/>
                    <a:pt x="3662" y="1102"/>
                    <a:pt x="3662" y="1102"/>
                  </a:cubicBezTo>
                  <a:cubicBezTo>
                    <a:pt x="3659" y="1105"/>
                    <a:pt x="3655" y="1108"/>
                    <a:pt x="3652" y="1110"/>
                  </a:cubicBezTo>
                  <a:cubicBezTo>
                    <a:pt x="3644" y="1117"/>
                    <a:pt x="3636" y="1123"/>
                    <a:pt x="3628" y="1129"/>
                  </a:cubicBezTo>
                  <a:cubicBezTo>
                    <a:pt x="3610" y="1142"/>
                    <a:pt x="3610" y="1142"/>
                    <a:pt x="3610" y="1142"/>
                  </a:cubicBezTo>
                  <a:cubicBezTo>
                    <a:pt x="3592" y="1155"/>
                    <a:pt x="3592" y="1155"/>
                    <a:pt x="3592" y="1155"/>
                  </a:cubicBezTo>
                  <a:cubicBezTo>
                    <a:pt x="3586" y="1160"/>
                    <a:pt x="3579" y="1164"/>
                    <a:pt x="3574" y="1168"/>
                  </a:cubicBezTo>
                  <a:cubicBezTo>
                    <a:pt x="3572" y="1169"/>
                    <a:pt x="3570" y="1171"/>
                    <a:pt x="3567" y="1172"/>
                  </a:cubicBezTo>
                  <a:cubicBezTo>
                    <a:pt x="3563" y="1175"/>
                    <a:pt x="3559" y="1177"/>
                    <a:pt x="3555" y="1180"/>
                  </a:cubicBezTo>
                  <a:cubicBezTo>
                    <a:pt x="3535" y="1192"/>
                    <a:pt x="3535" y="1192"/>
                    <a:pt x="3535" y="1192"/>
                  </a:cubicBezTo>
                  <a:cubicBezTo>
                    <a:pt x="3533" y="1193"/>
                    <a:pt x="3531" y="1194"/>
                    <a:pt x="3529" y="1196"/>
                  </a:cubicBezTo>
                  <a:cubicBezTo>
                    <a:pt x="3527" y="1196"/>
                    <a:pt x="3526" y="1197"/>
                    <a:pt x="3525" y="1197"/>
                  </a:cubicBezTo>
                  <a:cubicBezTo>
                    <a:pt x="3525" y="1197"/>
                    <a:pt x="3525" y="1197"/>
                    <a:pt x="3525" y="1197"/>
                  </a:cubicBezTo>
                  <a:cubicBezTo>
                    <a:pt x="3514" y="1204"/>
                    <a:pt x="3514" y="1204"/>
                    <a:pt x="3514" y="1204"/>
                  </a:cubicBezTo>
                  <a:cubicBezTo>
                    <a:pt x="3510" y="1206"/>
                    <a:pt x="3506" y="1207"/>
                    <a:pt x="3503" y="1209"/>
                  </a:cubicBezTo>
                  <a:cubicBezTo>
                    <a:pt x="3501" y="1209"/>
                    <a:pt x="3500" y="1210"/>
                    <a:pt x="3499" y="1210"/>
                  </a:cubicBezTo>
                  <a:close/>
                  <a:moveTo>
                    <a:pt x="3225" y="1110"/>
                  </a:moveTo>
                  <a:cubicBezTo>
                    <a:pt x="3223" y="1110"/>
                    <a:pt x="3220" y="1109"/>
                    <a:pt x="3219" y="1108"/>
                  </a:cubicBezTo>
                  <a:cubicBezTo>
                    <a:pt x="3219" y="1107"/>
                    <a:pt x="3219" y="1107"/>
                    <a:pt x="3219" y="1107"/>
                  </a:cubicBezTo>
                  <a:cubicBezTo>
                    <a:pt x="3219" y="1107"/>
                    <a:pt x="3219" y="1107"/>
                    <a:pt x="3219" y="1107"/>
                  </a:cubicBezTo>
                  <a:cubicBezTo>
                    <a:pt x="3217" y="1106"/>
                    <a:pt x="3216" y="1104"/>
                    <a:pt x="3216" y="1102"/>
                  </a:cubicBezTo>
                  <a:cubicBezTo>
                    <a:pt x="3216" y="1099"/>
                    <a:pt x="3217" y="1097"/>
                    <a:pt x="3219" y="1096"/>
                  </a:cubicBezTo>
                  <a:cubicBezTo>
                    <a:pt x="3222" y="1092"/>
                    <a:pt x="3227" y="1092"/>
                    <a:pt x="3231" y="1096"/>
                  </a:cubicBezTo>
                  <a:cubicBezTo>
                    <a:pt x="3231" y="1096"/>
                    <a:pt x="3231" y="1096"/>
                    <a:pt x="3231" y="1096"/>
                  </a:cubicBezTo>
                  <a:cubicBezTo>
                    <a:pt x="3234" y="1099"/>
                    <a:pt x="3234" y="1104"/>
                    <a:pt x="3231" y="1108"/>
                  </a:cubicBezTo>
                  <a:cubicBezTo>
                    <a:pt x="3229" y="1109"/>
                    <a:pt x="3227" y="1110"/>
                    <a:pt x="3225" y="1110"/>
                  </a:cubicBezTo>
                  <a:close/>
                  <a:moveTo>
                    <a:pt x="3205" y="1090"/>
                  </a:moveTo>
                  <a:cubicBezTo>
                    <a:pt x="3203" y="1090"/>
                    <a:pt x="3200" y="1089"/>
                    <a:pt x="3199" y="1087"/>
                  </a:cubicBezTo>
                  <a:cubicBezTo>
                    <a:pt x="3181" y="1069"/>
                    <a:pt x="3163" y="1049"/>
                    <a:pt x="3143" y="1025"/>
                  </a:cubicBezTo>
                  <a:cubicBezTo>
                    <a:pt x="3126" y="1004"/>
                    <a:pt x="3108" y="982"/>
                    <a:pt x="3088" y="957"/>
                  </a:cubicBezTo>
                  <a:cubicBezTo>
                    <a:pt x="3080" y="946"/>
                    <a:pt x="3071" y="935"/>
                    <a:pt x="3061" y="922"/>
                  </a:cubicBezTo>
                  <a:cubicBezTo>
                    <a:pt x="3059" y="919"/>
                    <a:pt x="3056" y="916"/>
                    <a:pt x="3054" y="912"/>
                  </a:cubicBezTo>
                  <a:cubicBezTo>
                    <a:pt x="3051" y="909"/>
                    <a:pt x="3052" y="903"/>
                    <a:pt x="3056" y="901"/>
                  </a:cubicBezTo>
                  <a:cubicBezTo>
                    <a:pt x="3059" y="898"/>
                    <a:pt x="3065" y="899"/>
                    <a:pt x="3067" y="902"/>
                  </a:cubicBezTo>
                  <a:cubicBezTo>
                    <a:pt x="3070" y="905"/>
                    <a:pt x="3070" y="905"/>
                    <a:pt x="3070" y="905"/>
                  </a:cubicBezTo>
                  <a:cubicBezTo>
                    <a:pt x="3071" y="907"/>
                    <a:pt x="3073" y="909"/>
                    <a:pt x="3074" y="911"/>
                  </a:cubicBezTo>
                  <a:cubicBezTo>
                    <a:pt x="3085" y="925"/>
                    <a:pt x="3094" y="937"/>
                    <a:pt x="3102" y="947"/>
                  </a:cubicBezTo>
                  <a:cubicBezTo>
                    <a:pt x="3121" y="972"/>
                    <a:pt x="3139" y="993"/>
                    <a:pt x="3156" y="1014"/>
                  </a:cubicBezTo>
                  <a:cubicBezTo>
                    <a:pt x="3176" y="1037"/>
                    <a:pt x="3194" y="1057"/>
                    <a:pt x="3211" y="1076"/>
                  </a:cubicBezTo>
                  <a:cubicBezTo>
                    <a:pt x="3214" y="1079"/>
                    <a:pt x="3214" y="1084"/>
                    <a:pt x="3211" y="1088"/>
                  </a:cubicBezTo>
                  <a:cubicBezTo>
                    <a:pt x="3209" y="1089"/>
                    <a:pt x="3207" y="1090"/>
                    <a:pt x="3205" y="1090"/>
                  </a:cubicBezTo>
                  <a:close/>
                  <a:moveTo>
                    <a:pt x="3706" y="1062"/>
                  </a:moveTo>
                  <a:cubicBezTo>
                    <a:pt x="3704" y="1062"/>
                    <a:pt x="3701" y="1061"/>
                    <a:pt x="3700" y="1059"/>
                  </a:cubicBezTo>
                  <a:cubicBezTo>
                    <a:pt x="3698" y="1058"/>
                    <a:pt x="3697" y="1056"/>
                    <a:pt x="3698" y="1053"/>
                  </a:cubicBezTo>
                  <a:cubicBezTo>
                    <a:pt x="3698" y="1051"/>
                    <a:pt x="3699" y="1049"/>
                    <a:pt x="3700" y="1048"/>
                  </a:cubicBezTo>
                  <a:cubicBezTo>
                    <a:pt x="3700" y="1048"/>
                    <a:pt x="3700" y="1048"/>
                    <a:pt x="3700" y="1048"/>
                  </a:cubicBezTo>
                  <a:cubicBezTo>
                    <a:pt x="3700" y="1048"/>
                    <a:pt x="3700" y="1048"/>
                    <a:pt x="3700" y="1048"/>
                  </a:cubicBezTo>
                  <a:cubicBezTo>
                    <a:pt x="3704" y="1045"/>
                    <a:pt x="3709" y="1045"/>
                    <a:pt x="3712" y="1048"/>
                  </a:cubicBezTo>
                  <a:cubicBezTo>
                    <a:pt x="3715" y="1052"/>
                    <a:pt x="3715" y="1057"/>
                    <a:pt x="3712" y="1060"/>
                  </a:cubicBezTo>
                  <a:cubicBezTo>
                    <a:pt x="3710" y="1062"/>
                    <a:pt x="3708" y="1062"/>
                    <a:pt x="3706" y="1062"/>
                  </a:cubicBezTo>
                  <a:close/>
                  <a:moveTo>
                    <a:pt x="3727" y="1044"/>
                  </a:moveTo>
                  <a:cubicBezTo>
                    <a:pt x="3725" y="1044"/>
                    <a:pt x="3722" y="1043"/>
                    <a:pt x="3721" y="1041"/>
                  </a:cubicBezTo>
                  <a:cubicBezTo>
                    <a:pt x="3718" y="1037"/>
                    <a:pt x="3718" y="1032"/>
                    <a:pt x="3722" y="1029"/>
                  </a:cubicBezTo>
                  <a:cubicBezTo>
                    <a:pt x="3735" y="1017"/>
                    <a:pt x="3748" y="1004"/>
                    <a:pt x="3763" y="991"/>
                  </a:cubicBezTo>
                  <a:cubicBezTo>
                    <a:pt x="3769" y="985"/>
                    <a:pt x="3775" y="980"/>
                    <a:pt x="3780" y="975"/>
                  </a:cubicBezTo>
                  <a:cubicBezTo>
                    <a:pt x="3814" y="942"/>
                    <a:pt x="3849" y="908"/>
                    <a:pt x="3884" y="872"/>
                  </a:cubicBezTo>
                  <a:cubicBezTo>
                    <a:pt x="3884" y="872"/>
                    <a:pt x="3884" y="872"/>
                    <a:pt x="3884" y="872"/>
                  </a:cubicBezTo>
                  <a:cubicBezTo>
                    <a:pt x="3887" y="869"/>
                    <a:pt x="3892" y="869"/>
                    <a:pt x="3896" y="872"/>
                  </a:cubicBezTo>
                  <a:cubicBezTo>
                    <a:pt x="3899" y="875"/>
                    <a:pt x="3899" y="880"/>
                    <a:pt x="3896" y="884"/>
                  </a:cubicBezTo>
                  <a:cubicBezTo>
                    <a:pt x="3861" y="919"/>
                    <a:pt x="3826" y="954"/>
                    <a:pt x="3792" y="987"/>
                  </a:cubicBezTo>
                  <a:cubicBezTo>
                    <a:pt x="3785" y="993"/>
                    <a:pt x="3780" y="998"/>
                    <a:pt x="3775" y="1003"/>
                  </a:cubicBezTo>
                  <a:cubicBezTo>
                    <a:pt x="3760" y="1017"/>
                    <a:pt x="3746" y="1029"/>
                    <a:pt x="3733" y="1041"/>
                  </a:cubicBezTo>
                  <a:cubicBezTo>
                    <a:pt x="3731" y="1043"/>
                    <a:pt x="3729" y="1044"/>
                    <a:pt x="3727" y="1044"/>
                  </a:cubicBezTo>
                  <a:close/>
                  <a:moveTo>
                    <a:pt x="5801" y="934"/>
                  </a:moveTo>
                  <a:cubicBezTo>
                    <a:pt x="5791" y="934"/>
                    <a:pt x="5781" y="933"/>
                    <a:pt x="5771" y="932"/>
                  </a:cubicBezTo>
                  <a:cubicBezTo>
                    <a:pt x="5771" y="932"/>
                    <a:pt x="5771" y="932"/>
                    <a:pt x="5771" y="932"/>
                  </a:cubicBezTo>
                  <a:cubicBezTo>
                    <a:pt x="5758" y="931"/>
                    <a:pt x="5745" y="929"/>
                    <a:pt x="5732" y="926"/>
                  </a:cubicBezTo>
                  <a:cubicBezTo>
                    <a:pt x="5726" y="924"/>
                    <a:pt x="5720" y="923"/>
                    <a:pt x="5714" y="921"/>
                  </a:cubicBezTo>
                  <a:cubicBezTo>
                    <a:pt x="5710" y="920"/>
                    <a:pt x="5707" y="915"/>
                    <a:pt x="5709" y="910"/>
                  </a:cubicBezTo>
                  <a:cubicBezTo>
                    <a:pt x="5710" y="906"/>
                    <a:pt x="5715" y="903"/>
                    <a:pt x="5719" y="905"/>
                  </a:cubicBezTo>
                  <a:cubicBezTo>
                    <a:pt x="5725" y="906"/>
                    <a:pt x="5731" y="908"/>
                    <a:pt x="5736" y="909"/>
                  </a:cubicBezTo>
                  <a:cubicBezTo>
                    <a:pt x="5748" y="912"/>
                    <a:pt x="5760" y="914"/>
                    <a:pt x="5773" y="915"/>
                  </a:cubicBezTo>
                  <a:cubicBezTo>
                    <a:pt x="5791" y="917"/>
                    <a:pt x="5810" y="917"/>
                    <a:pt x="5829" y="916"/>
                  </a:cubicBezTo>
                  <a:cubicBezTo>
                    <a:pt x="5831" y="915"/>
                    <a:pt x="5832" y="915"/>
                    <a:pt x="5834" y="915"/>
                  </a:cubicBezTo>
                  <a:cubicBezTo>
                    <a:pt x="5836" y="915"/>
                    <a:pt x="5838" y="915"/>
                    <a:pt x="5840" y="915"/>
                  </a:cubicBezTo>
                  <a:cubicBezTo>
                    <a:pt x="5852" y="913"/>
                    <a:pt x="5852" y="913"/>
                    <a:pt x="5852" y="913"/>
                  </a:cubicBezTo>
                  <a:cubicBezTo>
                    <a:pt x="5854" y="912"/>
                    <a:pt x="5856" y="912"/>
                    <a:pt x="5857" y="912"/>
                  </a:cubicBezTo>
                  <a:cubicBezTo>
                    <a:pt x="5864" y="911"/>
                    <a:pt x="5869" y="910"/>
                    <a:pt x="5874" y="909"/>
                  </a:cubicBezTo>
                  <a:cubicBezTo>
                    <a:pt x="5875" y="909"/>
                    <a:pt x="5875" y="909"/>
                    <a:pt x="5875" y="909"/>
                  </a:cubicBezTo>
                  <a:cubicBezTo>
                    <a:pt x="5877" y="908"/>
                    <a:pt x="5879" y="908"/>
                    <a:pt x="5882" y="907"/>
                  </a:cubicBezTo>
                  <a:cubicBezTo>
                    <a:pt x="5887" y="906"/>
                    <a:pt x="5892" y="905"/>
                    <a:pt x="5897" y="904"/>
                  </a:cubicBezTo>
                  <a:cubicBezTo>
                    <a:pt x="5918" y="897"/>
                    <a:pt x="5918" y="897"/>
                    <a:pt x="5918" y="897"/>
                  </a:cubicBezTo>
                  <a:cubicBezTo>
                    <a:pt x="5924" y="896"/>
                    <a:pt x="5930" y="894"/>
                    <a:pt x="5936" y="892"/>
                  </a:cubicBezTo>
                  <a:cubicBezTo>
                    <a:pt x="5936" y="892"/>
                    <a:pt x="5936" y="892"/>
                    <a:pt x="5936" y="892"/>
                  </a:cubicBezTo>
                  <a:cubicBezTo>
                    <a:pt x="5936" y="892"/>
                    <a:pt x="5936" y="892"/>
                    <a:pt x="5936" y="892"/>
                  </a:cubicBezTo>
                  <a:cubicBezTo>
                    <a:pt x="5941" y="890"/>
                    <a:pt x="5945" y="893"/>
                    <a:pt x="5947" y="897"/>
                  </a:cubicBezTo>
                  <a:cubicBezTo>
                    <a:pt x="5948" y="901"/>
                    <a:pt x="5946" y="906"/>
                    <a:pt x="5942" y="908"/>
                  </a:cubicBezTo>
                  <a:cubicBezTo>
                    <a:pt x="5935" y="910"/>
                    <a:pt x="5929" y="912"/>
                    <a:pt x="5923" y="914"/>
                  </a:cubicBezTo>
                  <a:cubicBezTo>
                    <a:pt x="5923" y="914"/>
                    <a:pt x="5923" y="914"/>
                    <a:pt x="5923" y="914"/>
                  </a:cubicBezTo>
                  <a:cubicBezTo>
                    <a:pt x="5901" y="920"/>
                    <a:pt x="5901" y="920"/>
                    <a:pt x="5901" y="920"/>
                  </a:cubicBezTo>
                  <a:cubicBezTo>
                    <a:pt x="5896" y="921"/>
                    <a:pt x="5890" y="922"/>
                    <a:pt x="5885" y="924"/>
                  </a:cubicBezTo>
                  <a:cubicBezTo>
                    <a:pt x="5883" y="924"/>
                    <a:pt x="5881" y="925"/>
                    <a:pt x="5879" y="925"/>
                  </a:cubicBezTo>
                  <a:cubicBezTo>
                    <a:pt x="5879" y="925"/>
                    <a:pt x="5879" y="925"/>
                    <a:pt x="5879" y="925"/>
                  </a:cubicBezTo>
                  <a:cubicBezTo>
                    <a:pt x="5873" y="927"/>
                    <a:pt x="5866" y="928"/>
                    <a:pt x="5860" y="929"/>
                  </a:cubicBezTo>
                  <a:cubicBezTo>
                    <a:pt x="5859" y="929"/>
                    <a:pt x="5857" y="929"/>
                    <a:pt x="5855" y="929"/>
                  </a:cubicBezTo>
                  <a:cubicBezTo>
                    <a:pt x="5843" y="931"/>
                    <a:pt x="5843" y="931"/>
                    <a:pt x="5843" y="931"/>
                  </a:cubicBezTo>
                  <a:cubicBezTo>
                    <a:pt x="5840" y="932"/>
                    <a:pt x="5837" y="932"/>
                    <a:pt x="5835" y="932"/>
                  </a:cubicBezTo>
                  <a:cubicBezTo>
                    <a:pt x="5833" y="932"/>
                    <a:pt x="5832" y="932"/>
                    <a:pt x="5831" y="932"/>
                  </a:cubicBezTo>
                  <a:cubicBezTo>
                    <a:pt x="5821" y="933"/>
                    <a:pt x="5811" y="934"/>
                    <a:pt x="5801" y="934"/>
                  </a:cubicBezTo>
                  <a:close/>
                  <a:moveTo>
                    <a:pt x="5690" y="912"/>
                  </a:moveTo>
                  <a:cubicBezTo>
                    <a:pt x="5689" y="912"/>
                    <a:pt x="5688" y="912"/>
                    <a:pt x="5687" y="911"/>
                  </a:cubicBezTo>
                  <a:cubicBezTo>
                    <a:pt x="5687" y="911"/>
                    <a:pt x="5687" y="911"/>
                    <a:pt x="5687" y="911"/>
                  </a:cubicBezTo>
                  <a:cubicBezTo>
                    <a:pt x="5687" y="911"/>
                    <a:pt x="5687" y="911"/>
                    <a:pt x="5687" y="911"/>
                  </a:cubicBezTo>
                  <a:cubicBezTo>
                    <a:pt x="5685" y="910"/>
                    <a:pt x="5683" y="909"/>
                    <a:pt x="5682" y="907"/>
                  </a:cubicBezTo>
                  <a:cubicBezTo>
                    <a:pt x="5681" y="905"/>
                    <a:pt x="5681" y="902"/>
                    <a:pt x="5682" y="900"/>
                  </a:cubicBezTo>
                  <a:cubicBezTo>
                    <a:pt x="5684" y="896"/>
                    <a:pt x="5689" y="894"/>
                    <a:pt x="5693" y="896"/>
                  </a:cubicBezTo>
                  <a:cubicBezTo>
                    <a:pt x="5698" y="897"/>
                    <a:pt x="5700" y="902"/>
                    <a:pt x="5698" y="907"/>
                  </a:cubicBezTo>
                  <a:cubicBezTo>
                    <a:pt x="5697" y="910"/>
                    <a:pt x="5694" y="912"/>
                    <a:pt x="5690" y="912"/>
                  </a:cubicBezTo>
                  <a:close/>
                  <a:moveTo>
                    <a:pt x="5664" y="900"/>
                  </a:moveTo>
                  <a:cubicBezTo>
                    <a:pt x="5663" y="900"/>
                    <a:pt x="5662" y="900"/>
                    <a:pt x="5661" y="899"/>
                  </a:cubicBezTo>
                  <a:cubicBezTo>
                    <a:pt x="5654" y="896"/>
                    <a:pt x="5648" y="893"/>
                    <a:pt x="5642" y="889"/>
                  </a:cubicBezTo>
                  <a:cubicBezTo>
                    <a:pt x="5616" y="874"/>
                    <a:pt x="5590" y="855"/>
                    <a:pt x="5566" y="835"/>
                  </a:cubicBezTo>
                  <a:cubicBezTo>
                    <a:pt x="5552" y="822"/>
                    <a:pt x="5538" y="808"/>
                    <a:pt x="5524" y="795"/>
                  </a:cubicBezTo>
                  <a:cubicBezTo>
                    <a:pt x="5517" y="788"/>
                    <a:pt x="5510" y="780"/>
                    <a:pt x="5502" y="772"/>
                  </a:cubicBezTo>
                  <a:cubicBezTo>
                    <a:pt x="5497" y="766"/>
                    <a:pt x="5491" y="760"/>
                    <a:pt x="5485" y="754"/>
                  </a:cubicBezTo>
                  <a:cubicBezTo>
                    <a:pt x="5482" y="750"/>
                    <a:pt x="5482" y="745"/>
                    <a:pt x="5486" y="742"/>
                  </a:cubicBezTo>
                  <a:cubicBezTo>
                    <a:pt x="5489" y="739"/>
                    <a:pt x="5495" y="739"/>
                    <a:pt x="5498" y="742"/>
                  </a:cubicBezTo>
                  <a:cubicBezTo>
                    <a:pt x="5504" y="749"/>
                    <a:pt x="5509" y="755"/>
                    <a:pt x="5515" y="761"/>
                  </a:cubicBezTo>
                  <a:cubicBezTo>
                    <a:pt x="5521" y="768"/>
                    <a:pt x="5529" y="775"/>
                    <a:pt x="5536" y="783"/>
                  </a:cubicBezTo>
                  <a:cubicBezTo>
                    <a:pt x="5549" y="796"/>
                    <a:pt x="5563" y="809"/>
                    <a:pt x="5578" y="822"/>
                  </a:cubicBezTo>
                  <a:cubicBezTo>
                    <a:pt x="5601" y="842"/>
                    <a:pt x="5625" y="860"/>
                    <a:pt x="5651" y="874"/>
                  </a:cubicBezTo>
                  <a:cubicBezTo>
                    <a:pt x="5656" y="878"/>
                    <a:pt x="5662" y="881"/>
                    <a:pt x="5668" y="884"/>
                  </a:cubicBezTo>
                  <a:cubicBezTo>
                    <a:pt x="5669" y="884"/>
                    <a:pt x="5669" y="884"/>
                    <a:pt x="5669" y="884"/>
                  </a:cubicBezTo>
                  <a:cubicBezTo>
                    <a:pt x="5669" y="884"/>
                    <a:pt x="5669" y="884"/>
                    <a:pt x="5669" y="884"/>
                  </a:cubicBezTo>
                  <a:cubicBezTo>
                    <a:pt x="5673" y="887"/>
                    <a:pt x="5674" y="892"/>
                    <a:pt x="5672" y="896"/>
                  </a:cubicBezTo>
                  <a:cubicBezTo>
                    <a:pt x="5671" y="898"/>
                    <a:pt x="5668" y="900"/>
                    <a:pt x="5664" y="900"/>
                  </a:cubicBezTo>
                  <a:close/>
                  <a:moveTo>
                    <a:pt x="5965" y="898"/>
                  </a:moveTo>
                  <a:cubicBezTo>
                    <a:pt x="5962" y="898"/>
                    <a:pt x="5959" y="896"/>
                    <a:pt x="5957" y="893"/>
                  </a:cubicBezTo>
                  <a:cubicBezTo>
                    <a:pt x="5956" y="889"/>
                    <a:pt x="5958" y="884"/>
                    <a:pt x="5962" y="882"/>
                  </a:cubicBezTo>
                  <a:cubicBezTo>
                    <a:pt x="5967" y="880"/>
                    <a:pt x="5972" y="883"/>
                    <a:pt x="5973" y="887"/>
                  </a:cubicBezTo>
                  <a:cubicBezTo>
                    <a:pt x="5975" y="891"/>
                    <a:pt x="5973" y="896"/>
                    <a:pt x="5968" y="898"/>
                  </a:cubicBezTo>
                  <a:cubicBezTo>
                    <a:pt x="5967" y="898"/>
                    <a:pt x="5966" y="898"/>
                    <a:pt x="5965" y="898"/>
                  </a:cubicBezTo>
                  <a:close/>
                  <a:moveTo>
                    <a:pt x="3044" y="893"/>
                  </a:moveTo>
                  <a:cubicBezTo>
                    <a:pt x="3041" y="893"/>
                    <a:pt x="3038" y="892"/>
                    <a:pt x="3037" y="890"/>
                  </a:cubicBezTo>
                  <a:cubicBezTo>
                    <a:pt x="3035" y="888"/>
                    <a:pt x="3035" y="886"/>
                    <a:pt x="3035" y="884"/>
                  </a:cubicBezTo>
                  <a:cubicBezTo>
                    <a:pt x="3036" y="881"/>
                    <a:pt x="3037" y="879"/>
                    <a:pt x="3039" y="878"/>
                  </a:cubicBezTo>
                  <a:cubicBezTo>
                    <a:pt x="3042" y="875"/>
                    <a:pt x="3048" y="876"/>
                    <a:pt x="3050" y="880"/>
                  </a:cubicBezTo>
                  <a:cubicBezTo>
                    <a:pt x="3053" y="883"/>
                    <a:pt x="3052" y="889"/>
                    <a:pt x="3049" y="892"/>
                  </a:cubicBezTo>
                  <a:cubicBezTo>
                    <a:pt x="3047" y="893"/>
                    <a:pt x="3045" y="893"/>
                    <a:pt x="3044" y="893"/>
                  </a:cubicBezTo>
                  <a:close/>
                  <a:moveTo>
                    <a:pt x="5992" y="888"/>
                  </a:moveTo>
                  <a:cubicBezTo>
                    <a:pt x="5988" y="888"/>
                    <a:pt x="5985" y="886"/>
                    <a:pt x="5984" y="883"/>
                  </a:cubicBezTo>
                  <a:cubicBezTo>
                    <a:pt x="5983" y="881"/>
                    <a:pt x="5983" y="878"/>
                    <a:pt x="5984" y="876"/>
                  </a:cubicBezTo>
                  <a:cubicBezTo>
                    <a:pt x="5985" y="874"/>
                    <a:pt x="5986" y="872"/>
                    <a:pt x="5988" y="871"/>
                  </a:cubicBezTo>
                  <a:cubicBezTo>
                    <a:pt x="5992" y="870"/>
                    <a:pt x="5996" y="868"/>
                    <a:pt x="6001" y="866"/>
                  </a:cubicBezTo>
                  <a:cubicBezTo>
                    <a:pt x="6013" y="860"/>
                    <a:pt x="6026" y="854"/>
                    <a:pt x="6039" y="847"/>
                  </a:cubicBezTo>
                  <a:cubicBezTo>
                    <a:pt x="6075" y="828"/>
                    <a:pt x="6112" y="805"/>
                    <a:pt x="6151" y="778"/>
                  </a:cubicBezTo>
                  <a:cubicBezTo>
                    <a:pt x="6151" y="777"/>
                    <a:pt x="6151" y="777"/>
                    <a:pt x="6151" y="777"/>
                  </a:cubicBezTo>
                  <a:cubicBezTo>
                    <a:pt x="6159" y="772"/>
                    <a:pt x="6167" y="766"/>
                    <a:pt x="6175" y="761"/>
                  </a:cubicBezTo>
                  <a:cubicBezTo>
                    <a:pt x="6177" y="759"/>
                    <a:pt x="6178" y="758"/>
                    <a:pt x="6180" y="757"/>
                  </a:cubicBezTo>
                  <a:cubicBezTo>
                    <a:pt x="6184" y="754"/>
                    <a:pt x="6190" y="755"/>
                    <a:pt x="6192" y="758"/>
                  </a:cubicBezTo>
                  <a:cubicBezTo>
                    <a:pt x="6194" y="760"/>
                    <a:pt x="6194" y="762"/>
                    <a:pt x="6194" y="765"/>
                  </a:cubicBezTo>
                  <a:cubicBezTo>
                    <a:pt x="6193" y="767"/>
                    <a:pt x="6192" y="769"/>
                    <a:pt x="6190" y="770"/>
                  </a:cubicBezTo>
                  <a:cubicBezTo>
                    <a:pt x="6189" y="771"/>
                    <a:pt x="6187" y="773"/>
                    <a:pt x="6185" y="774"/>
                  </a:cubicBezTo>
                  <a:cubicBezTo>
                    <a:pt x="6177" y="780"/>
                    <a:pt x="6169" y="786"/>
                    <a:pt x="6161" y="791"/>
                  </a:cubicBezTo>
                  <a:cubicBezTo>
                    <a:pt x="6161" y="792"/>
                    <a:pt x="6161" y="792"/>
                    <a:pt x="6161" y="792"/>
                  </a:cubicBezTo>
                  <a:cubicBezTo>
                    <a:pt x="6121" y="819"/>
                    <a:pt x="6084" y="842"/>
                    <a:pt x="6046" y="862"/>
                  </a:cubicBezTo>
                  <a:cubicBezTo>
                    <a:pt x="6034" y="869"/>
                    <a:pt x="6021" y="875"/>
                    <a:pt x="6008" y="881"/>
                  </a:cubicBezTo>
                  <a:cubicBezTo>
                    <a:pt x="6003" y="883"/>
                    <a:pt x="5999" y="885"/>
                    <a:pt x="5995" y="887"/>
                  </a:cubicBezTo>
                  <a:cubicBezTo>
                    <a:pt x="5994" y="887"/>
                    <a:pt x="5993" y="888"/>
                    <a:pt x="5992" y="888"/>
                  </a:cubicBezTo>
                  <a:close/>
                  <a:moveTo>
                    <a:pt x="3027" y="871"/>
                  </a:moveTo>
                  <a:cubicBezTo>
                    <a:pt x="3027" y="871"/>
                    <a:pt x="3027" y="871"/>
                    <a:pt x="3027" y="871"/>
                  </a:cubicBezTo>
                  <a:cubicBezTo>
                    <a:pt x="3024" y="871"/>
                    <a:pt x="3022" y="869"/>
                    <a:pt x="3020" y="867"/>
                  </a:cubicBezTo>
                  <a:cubicBezTo>
                    <a:pt x="2995" y="834"/>
                    <a:pt x="2971" y="800"/>
                    <a:pt x="2947" y="768"/>
                  </a:cubicBezTo>
                  <a:cubicBezTo>
                    <a:pt x="2938" y="755"/>
                    <a:pt x="2929" y="742"/>
                    <a:pt x="2920" y="730"/>
                  </a:cubicBezTo>
                  <a:cubicBezTo>
                    <a:pt x="2916" y="724"/>
                    <a:pt x="2911" y="718"/>
                    <a:pt x="2907" y="713"/>
                  </a:cubicBezTo>
                  <a:cubicBezTo>
                    <a:pt x="2901" y="704"/>
                    <a:pt x="2894" y="694"/>
                    <a:pt x="2887" y="684"/>
                  </a:cubicBezTo>
                  <a:cubicBezTo>
                    <a:pt x="2884" y="681"/>
                    <a:pt x="2885" y="675"/>
                    <a:pt x="2888" y="672"/>
                  </a:cubicBezTo>
                  <a:cubicBezTo>
                    <a:pt x="2892" y="670"/>
                    <a:pt x="2898" y="671"/>
                    <a:pt x="2900" y="674"/>
                  </a:cubicBezTo>
                  <a:cubicBezTo>
                    <a:pt x="2906" y="683"/>
                    <a:pt x="2912" y="691"/>
                    <a:pt x="2919" y="699"/>
                  </a:cubicBezTo>
                  <a:cubicBezTo>
                    <a:pt x="2923" y="705"/>
                    <a:pt x="2923" y="705"/>
                    <a:pt x="2923" y="705"/>
                  </a:cubicBezTo>
                  <a:cubicBezTo>
                    <a:pt x="2926" y="710"/>
                    <a:pt x="2930" y="715"/>
                    <a:pt x="2934" y="720"/>
                  </a:cubicBezTo>
                  <a:cubicBezTo>
                    <a:pt x="2942" y="732"/>
                    <a:pt x="2951" y="744"/>
                    <a:pt x="2960" y="757"/>
                  </a:cubicBezTo>
                  <a:cubicBezTo>
                    <a:pt x="2984" y="790"/>
                    <a:pt x="3009" y="824"/>
                    <a:pt x="3034" y="857"/>
                  </a:cubicBezTo>
                  <a:cubicBezTo>
                    <a:pt x="3035" y="859"/>
                    <a:pt x="3035" y="861"/>
                    <a:pt x="3035" y="863"/>
                  </a:cubicBezTo>
                  <a:cubicBezTo>
                    <a:pt x="3035" y="866"/>
                    <a:pt x="3034" y="868"/>
                    <a:pt x="3032" y="869"/>
                  </a:cubicBezTo>
                  <a:cubicBezTo>
                    <a:pt x="3030" y="870"/>
                    <a:pt x="3029" y="871"/>
                    <a:pt x="3027" y="871"/>
                  </a:cubicBezTo>
                  <a:close/>
                  <a:moveTo>
                    <a:pt x="3909" y="866"/>
                  </a:moveTo>
                  <a:cubicBezTo>
                    <a:pt x="3907" y="866"/>
                    <a:pt x="3905" y="865"/>
                    <a:pt x="3903" y="864"/>
                  </a:cubicBezTo>
                  <a:cubicBezTo>
                    <a:pt x="3900" y="860"/>
                    <a:pt x="3900" y="855"/>
                    <a:pt x="3903" y="852"/>
                  </a:cubicBezTo>
                  <a:cubicBezTo>
                    <a:pt x="3906" y="848"/>
                    <a:pt x="3912" y="848"/>
                    <a:pt x="3915" y="851"/>
                  </a:cubicBezTo>
                  <a:cubicBezTo>
                    <a:pt x="3919" y="854"/>
                    <a:pt x="3919" y="860"/>
                    <a:pt x="3915" y="863"/>
                  </a:cubicBezTo>
                  <a:cubicBezTo>
                    <a:pt x="3914" y="865"/>
                    <a:pt x="3912" y="866"/>
                    <a:pt x="3909" y="866"/>
                  </a:cubicBezTo>
                  <a:close/>
                  <a:moveTo>
                    <a:pt x="3929" y="845"/>
                  </a:moveTo>
                  <a:cubicBezTo>
                    <a:pt x="3927" y="845"/>
                    <a:pt x="3925" y="845"/>
                    <a:pt x="3923" y="843"/>
                  </a:cubicBezTo>
                  <a:cubicBezTo>
                    <a:pt x="3920" y="840"/>
                    <a:pt x="3919" y="834"/>
                    <a:pt x="3923" y="831"/>
                  </a:cubicBezTo>
                  <a:cubicBezTo>
                    <a:pt x="3936" y="817"/>
                    <a:pt x="3948" y="803"/>
                    <a:pt x="3961" y="790"/>
                  </a:cubicBezTo>
                  <a:cubicBezTo>
                    <a:pt x="3980" y="769"/>
                    <a:pt x="3998" y="748"/>
                    <a:pt x="4017" y="728"/>
                  </a:cubicBezTo>
                  <a:cubicBezTo>
                    <a:pt x="4036" y="706"/>
                    <a:pt x="4055" y="684"/>
                    <a:pt x="4073" y="663"/>
                  </a:cubicBezTo>
                  <a:cubicBezTo>
                    <a:pt x="4076" y="659"/>
                    <a:pt x="4082" y="659"/>
                    <a:pt x="4085" y="662"/>
                  </a:cubicBezTo>
                  <a:cubicBezTo>
                    <a:pt x="4089" y="665"/>
                    <a:pt x="4089" y="670"/>
                    <a:pt x="4086" y="674"/>
                  </a:cubicBezTo>
                  <a:cubicBezTo>
                    <a:pt x="4068" y="695"/>
                    <a:pt x="4049" y="717"/>
                    <a:pt x="4030" y="739"/>
                  </a:cubicBezTo>
                  <a:cubicBezTo>
                    <a:pt x="4011" y="760"/>
                    <a:pt x="3992" y="781"/>
                    <a:pt x="3973" y="801"/>
                  </a:cubicBezTo>
                  <a:cubicBezTo>
                    <a:pt x="3973" y="801"/>
                    <a:pt x="3973" y="801"/>
                    <a:pt x="3973" y="801"/>
                  </a:cubicBezTo>
                  <a:cubicBezTo>
                    <a:pt x="3961" y="815"/>
                    <a:pt x="3948" y="829"/>
                    <a:pt x="3935" y="843"/>
                  </a:cubicBezTo>
                  <a:cubicBezTo>
                    <a:pt x="3933" y="844"/>
                    <a:pt x="3931" y="845"/>
                    <a:pt x="3929" y="845"/>
                  </a:cubicBezTo>
                  <a:close/>
                  <a:moveTo>
                    <a:pt x="6208" y="755"/>
                  </a:moveTo>
                  <a:cubicBezTo>
                    <a:pt x="6205" y="755"/>
                    <a:pt x="6203" y="754"/>
                    <a:pt x="6201" y="752"/>
                  </a:cubicBezTo>
                  <a:cubicBezTo>
                    <a:pt x="6198" y="748"/>
                    <a:pt x="6199" y="742"/>
                    <a:pt x="6203" y="740"/>
                  </a:cubicBezTo>
                  <a:cubicBezTo>
                    <a:pt x="6206" y="737"/>
                    <a:pt x="6212" y="738"/>
                    <a:pt x="6215" y="741"/>
                  </a:cubicBezTo>
                  <a:cubicBezTo>
                    <a:pt x="6217" y="745"/>
                    <a:pt x="6217" y="750"/>
                    <a:pt x="6214" y="753"/>
                  </a:cubicBezTo>
                  <a:cubicBezTo>
                    <a:pt x="6214" y="753"/>
                    <a:pt x="6214" y="753"/>
                    <a:pt x="6214" y="753"/>
                  </a:cubicBezTo>
                  <a:cubicBezTo>
                    <a:pt x="6213" y="753"/>
                    <a:pt x="6213" y="753"/>
                    <a:pt x="6213" y="753"/>
                  </a:cubicBezTo>
                  <a:cubicBezTo>
                    <a:pt x="6212" y="754"/>
                    <a:pt x="6210" y="755"/>
                    <a:pt x="6208" y="755"/>
                  </a:cubicBezTo>
                  <a:close/>
                  <a:moveTo>
                    <a:pt x="6230" y="737"/>
                  </a:moveTo>
                  <a:cubicBezTo>
                    <a:pt x="6228" y="737"/>
                    <a:pt x="6225" y="736"/>
                    <a:pt x="6224" y="734"/>
                  </a:cubicBezTo>
                  <a:cubicBezTo>
                    <a:pt x="6222" y="732"/>
                    <a:pt x="6222" y="730"/>
                    <a:pt x="6222" y="728"/>
                  </a:cubicBezTo>
                  <a:cubicBezTo>
                    <a:pt x="6222" y="726"/>
                    <a:pt x="6223" y="724"/>
                    <a:pt x="6225" y="722"/>
                  </a:cubicBezTo>
                  <a:cubicBezTo>
                    <a:pt x="6238" y="712"/>
                    <a:pt x="6252" y="701"/>
                    <a:pt x="6269" y="687"/>
                  </a:cubicBezTo>
                  <a:cubicBezTo>
                    <a:pt x="6275" y="681"/>
                    <a:pt x="6281" y="676"/>
                    <a:pt x="6287" y="671"/>
                  </a:cubicBezTo>
                  <a:cubicBezTo>
                    <a:pt x="6320" y="643"/>
                    <a:pt x="6354" y="612"/>
                    <a:pt x="6395" y="574"/>
                  </a:cubicBezTo>
                  <a:cubicBezTo>
                    <a:pt x="6399" y="571"/>
                    <a:pt x="6404" y="572"/>
                    <a:pt x="6407" y="575"/>
                  </a:cubicBezTo>
                  <a:cubicBezTo>
                    <a:pt x="6411" y="578"/>
                    <a:pt x="6410" y="584"/>
                    <a:pt x="6407" y="587"/>
                  </a:cubicBezTo>
                  <a:cubicBezTo>
                    <a:pt x="6365" y="625"/>
                    <a:pt x="6331" y="656"/>
                    <a:pt x="6298" y="684"/>
                  </a:cubicBezTo>
                  <a:cubicBezTo>
                    <a:pt x="6292" y="689"/>
                    <a:pt x="6286" y="695"/>
                    <a:pt x="6280" y="700"/>
                  </a:cubicBezTo>
                  <a:cubicBezTo>
                    <a:pt x="6280" y="700"/>
                    <a:pt x="6279" y="700"/>
                    <a:pt x="6279" y="700"/>
                  </a:cubicBezTo>
                  <a:cubicBezTo>
                    <a:pt x="6279" y="700"/>
                    <a:pt x="6279" y="700"/>
                    <a:pt x="6279" y="700"/>
                  </a:cubicBezTo>
                  <a:cubicBezTo>
                    <a:pt x="6262" y="714"/>
                    <a:pt x="6248" y="725"/>
                    <a:pt x="6236" y="736"/>
                  </a:cubicBezTo>
                  <a:cubicBezTo>
                    <a:pt x="6234" y="737"/>
                    <a:pt x="6232" y="737"/>
                    <a:pt x="6230" y="737"/>
                  </a:cubicBezTo>
                  <a:close/>
                  <a:moveTo>
                    <a:pt x="5473" y="735"/>
                  </a:moveTo>
                  <a:cubicBezTo>
                    <a:pt x="5470" y="735"/>
                    <a:pt x="5468" y="734"/>
                    <a:pt x="5466" y="732"/>
                  </a:cubicBezTo>
                  <a:cubicBezTo>
                    <a:pt x="5463" y="729"/>
                    <a:pt x="5463" y="723"/>
                    <a:pt x="5467" y="720"/>
                  </a:cubicBezTo>
                  <a:cubicBezTo>
                    <a:pt x="5470" y="717"/>
                    <a:pt x="5476" y="718"/>
                    <a:pt x="5479" y="721"/>
                  </a:cubicBezTo>
                  <a:cubicBezTo>
                    <a:pt x="5482" y="725"/>
                    <a:pt x="5482" y="730"/>
                    <a:pt x="5478" y="733"/>
                  </a:cubicBezTo>
                  <a:cubicBezTo>
                    <a:pt x="5477" y="735"/>
                    <a:pt x="5475" y="735"/>
                    <a:pt x="5473" y="735"/>
                  </a:cubicBezTo>
                  <a:close/>
                  <a:moveTo>
                    <a:pt x="5454" y="714"/>
                  </a:moveTo>
                  <a:cubicBezTo>
                    <a:pt x="5452" y="714"/>
                    <a:pt x="5449" y="713"/>
                    <a:pt x="5448" y="711"/>
                  </a:cubicBezTo>
                  <a:cubicBezTo>
                    <a:pt x="5428" y="688"/>
                    <a:pt x="5410" y="666"/>
                    <a:pt x="5390" y="641"/>
                  </a:cubicBezTo>
                  <a:cubicBezTo>
                    <a:pt x="5375" y="622"/>
                    <a:pt x="5359" y="603"/>
                    <a:pt x="5344" y="585"/>
                  </a:cubicBezTo>
                  <a:cubicBezTo>
                    <a:pt x="5340" y="579"/>
                    <a:pt x="5340" y="579"/>
                    <a:pt x="5340" y="579"/>
                  </a:cubicBezTo>
                  <a:cubicBezTo>
                    <a:pt x="5328" y="564"/>
                    <a:pt x="5316" y="549"/>
                    <a:pt x="5305" y="535"/>
                  </a:cubicBezTo>
                  <a:cubicBezTo>
                    <a:pt x="5302" y="532"/>
                    <a:pt x="5302" y="526"/>
                    <a:pt x="5306" y="523"/>
                  </a:cubicBezTo>
                  <a:cubicBezTo>
                    <a:pt x="5309" y="520"/>
                    <a:pt x="5315" y="521"/>
                    <a:pt x="5318" y="525"/>
                  </a:cubicBezTo>
                  <a:cubicBezTo>
                    <a:pt x="5329" y="539"/>
                    <a:pt x="5341" y="554"/>
                    <a:pt x="5353" y="568"/>
                  </a:cubicBezTo>
                  <a:cubicBezTo>
                    <a:pt x="5362" y="579"/>
                    <a:pt x="5362" y="579"/>
                    <a:pt x="5362" y="579"/>
                  </a:cubicBezTo>
                  <a:cubicBezTo>
                    <a:pt x="5375" y="596"/>
                    <a:pt x="5389" y="613"/>
                    <a:pt x="5403" y="630"/>
                  </a:cubicBezTo>
                  <a:cubicBezTo>
                    <a:pt x="5422" y="654"/>
                    <a:pt x="5441" y="677"/>
                    <a:pt x="5460" y="700"/>
                  </a:cubicBezTo>
                  <a:cubicBezTo>
                    <a:pt x="5462" y="702"/>
                    <a:pt x="5463" y="704"/>
                    <a:pt x="5462" y="706"/>
                  </a:cubicBezTo>
                  <a:cubicBezTo>
                    <a:pt x="5462" y="708"/>
                    <a:pt x="5461" y="710"/>
                    <a:pt x="5460" y="712"/>
                  </a:cubicBezTo>
                  <a:cubicBezTo>
                    <a:pt x="5458" y="713"/>
                    <a:pt x="5456" y="714"/>
                    <a:pt x="5454" y="714"/>
                  </a:cubicBezTo>
                  <a:close/>
                  <a:moveTo>
                    <a:pt x="1202" y="704"/>
                  </a:moveTo>
                  <a:cubicBezTo>
                    <a:pt x="1201" y="704"/>
                    <a:pt x="1200" y="704"/>
                    <a:pt x="1199" y="704"/>
                  </a:cubicBezTo>
                  <a:cubicBezTo>
                    <a:pt x="1197" y="704"/>
                    <a:pt x="1197" y="704"/>
                    <a:pt x="1197" y="704"/>
                  </a:cubicBezTo>
                  <a:cubicBezTo>
                    <a:pt x="1193" y="704"/>
                    <a:pt x="1189" y="704"/>
                    <a:pt x="1185" y="703"/>
                  </a:cubicBezTo>
                  <a:cubicBezTo>
                    <a:pt x="1180" y="703"/>
                    <a:pt x="1177" y="699"/>
                    <a:pt x="1177" y="694"/>
                  </a:cubicBezTo>
                  <a:cubicBezTo>
                    <a:pt x="1177" y="690"/>
                    <a:pt x="1182" y="686"/>
                    <a:pt x="1186" y="686"/>
                  </a:cubicBezTo>
                  <a:cubicBezTo>
                    <a:pt x="1190" y="687"/>
                    <a:pt x="1194" y="687"/>
                    <a:pt x="1198" y="687"/>
                  </a:cubicBezTo>
                  <a:cubicBezTo>
                    <a:pt x="1198" y="687"/>
                    <a:pt x="1198" y="687"/>
                    <a:pt x="1198" y="687"/>
                  </a:cubicBezTo>
                  <a:cubicBezTo>
                    <a:pt x="1199" y="687"/>
                    <a:pt x="1201" y="687"/>
                    <a:pt x="1202" y="687"/>
                  </a:cubicBezTo>
                  <a:cubicBezTo>
                    <a:pt x="1213" y="687"/>
                    <a:pt x="1224" y="686"/>
                    <a:pt x="1235" y="685"/>
                  </a:cubicBezTo>
                  <a:cubicBezTo>
                    <a:pt x="1237" y="684"/>
                    <a:pt x="1239" y="684"/>
                    <a:pt x="1240" y="684"/>
                  </a:cubicBezTo>
                  <a:cubicBezTo>
                    <a:pt x="1259" y="680"/>
                    <a:pt x="1279" y="676"/>
                    <a:pt x="1301" y="669"/>
                  </a:cubicBezTo>
                  <a:cubicBezTo>
                    <a:pt x="1332" y="659"/>
                    <a:pt x="1363" y="648"/>
                    <a:pt x="1400" y="632"/>
                  </a:cubicBezTo>
                  <a:cubicBezTo>
                    <a:pt x="1404" y="631"/>
                    <a:pt x="1409" y="633"/>
                    <a:pt x="1411" y="637"/>
                  </a:cubicBezTo>
                  <a:cubicBezTo>
                    <a:pt x="1413" y="641"/>
                    <a:pt x="1411" y="646"/>
                    <a:pt x="1406" y="648"/>
                  </a:cubicBezTo>
                  <a:cubicBezTo>
                    <a:pt x="1369" y="664"/>
                    <a:pt x="1337" y="675"/>
                    <a:pt x="1306" y="685"/>
                  </a:cubicBezTo>
                  <a:cubicBezTo>
                    <a:pt x="1283" y="692"/>
                    <a:pt x="1263" y="697"/>
                    <a:pt x="1243" y="700"/>
                  </a:cubicBezTo>
                  <a:cubicBezTo>
                    <a:pt x="1241" y="701"/>
                    <a:pt x="1240" y="701"/>
                    <a:pt x="1238" y="701"/>
                  </a:cubicBezTo>
                  <a:cubicBezTo>
                    <a:pt x="1226" y="703"/>
                    <a:pt x="1214" y="704"/>
                    <a:pt x="1202" y="704"/>
                  </a:cubicBezTo>
                  <a:close/>
                  <a:moveTo>
                    <a:pt x="1158" y="699"/>
                  </a:moveTo>
                  <a:cubicBezTo>
                    <a:pt x="1157" y="699"/>
                    <a:pt x="1157" y="699"/>
                    <a:pt x="1156" y="699"/>
                  </a:cubicBezTo>
                  <a:cubicBezTo>
                    <a:pt x="1156" y="699"/>
                    <a:pt x="1156" y="699"/>
                    <a:pt x="1156" y="699"/>
                  </a:cubicBezTo>
                  <a:cubicBezTo>
                    <a:pt x="1156" y="699"/>
                    <a:pt x="1156" y="699"/>
                    <a:pt x="1156" y="699"/>
                  </a:cubicBezTo>
                  <a:cubicBezTo>
                    <a:pt x="1151" y="698"/>
                    <a:pt x="1148" y="694"/>
                    <a:pt x="1149" y="689"/>
                  </a:cubicBezTo>
                  <a:cubicBezTo>
                    <a:pt x="1150" y="685"/>
                    <a:pt x="1155" y="682"/>
                    <a:pt x="1159" y="683"/>
                  </a:cubicBezTo>
                  <a:cubicBezTo>
                    <a:pt x="1164" y="684"/>
                    <a:pt x="1167" y="688"/>
                    <a:pt x="1166" y="693"/>
                  </a:cubicBezTo>
                  <a:cubicBezTo>
                    <a:pt x="1165" y="697"/>
                    <a:pt x="1162" y="699"/>
                    <a:pt x="1158" y="699"/>
                  </a:cubicBezTo>
                  <a:close/>
                  <a:moveTo>
                    <a:pt x="1130" y="692"/>
                  </a:moveTo>
                  <a:cubicBezTo>
                    <a:pt x="1129" y="692"/>
                    <a:pt x="1128" y="692"/>
                    <a:pt x="1128" y="692"/>
                  </a:cubicBezTo>
                  <a:cubicBezTo>
                    <a:pt x="1115" y="688"/>
                    <a:pt x="1101" y="683"/>
                    <a:pt x="1087" y="677"/>
                  </a:cubicBezTo>
                  <a:cubicBezTo>
                    <a:pt x="1087" y="677"/>
                    <a:pt x="1087" y="677"/>
                    <a:pt x="1087" y="677"/>
                  </a:cubicBezTo>
                  <a:cubicBezTo>
                    <a:pt x="1067" y="668"/>
                    <a:pt x="1047" y="657"/>
                    <a:pt x="1025" y="643"/>
                  </a:cubicBezTo>
                  <a:cubicBezTo>
                    <a:pt x="1009" y="633"/>
                    <a:pt x="993" y="623"/>
                    <a:pt x="976" y="611"/>
                  </a:cubicBezTo>
                  <a:cubicBezTo>
                    <a:pt x="962" y="601"/>
                    <a:pt x="948" y="590"/>
                    <a:pt x="931" y="577"/>
                  </a:cubicBezTo>
                  <a:cubicBezTo>
                    <a:pt x="929" y="575"/>
                    <a:pt x="928" y="573"/>
                    <a:pt x="928" y="571"/>
                  </a:cubicBezTo>
                  <a:cubicBezTo>
                    <a:pt x="927" y="569"/>
                    <a:pt x="928" y="566"/>
                    <a:pt x="929" y="565"/>
                  </a:cubicBezTo>
                  <a:cubicBezTo>
                    <a:pt x="932" y="561"/>
                    <a:pt x="938" y="560"/>
                    <a:pt x="941" y="563"/>
                  </a:cubicBezTo>
                  <a:cubicBezTo>
                    <a:pt x="958" y="576"/>
                    <a:pt x="972" y="587"/>
                    <a:pt x="986" y="597"/>
                  </a:cubicBezTo>
                  <a:cubicBezTo>
                    <a:pt x="1003" y="609"/>
                    <a:pt x="1018" y="619"/>
                    <a:pt x="1034" y="629"/>
                  </a:cubicBezTo>
                  <a:cubicBezTo>
                    <a:pt x="1055" y="642"/>
                    <a:pt x="1075" y="652"/>
                    <a:pt x="1094" y="661"/>
                  </a:cubicBezTo>
                  <a:cubicBezTo>
                    <a:pt x="1108" y="667"/>
                    <a:pt x="1121" y="672"/>
                    <a:pt x="1133" y="676"/>
                  </a:cubicBezTo>
                  <a:cubicBezTo>
                    <a:pt x="1134" y="676"/>
                    <a:pt x="1134" y="676"/>
                    <a:pt x="1134" y="676"/>
                  </a:cubicBezTo>
                  <a:cubicBezTo>
                    <a:pt x="1134" y="676"/>
                    <a:pt x="1134" y="676"/>
                    <a:pt x="1134" y="676"/>
                  </a:cubicBezTo>
                  <a:cubicBezTo>
                    <a:pt x="1138" y="678"/>
                    <a:pt x="1140" y="682"/>
                    <a:pt x="1138" y="686"/>
                  </a:cubicBezTo>
                  <a:cubicBezTo>
                    <a:pt x="1137" y="690"/>
                    <a:pt x="1134" y="692"/>
                    <a:pt x="1130" y="692"/>
                  </a:cubicBezTo>
                  <a:close/>
                  <a:moveTo>
                    <a:pt x="2877" y="665"/>
                  </a:moveTo>
                  <a:cubicBezTo>
                    <a:pt x="2874" y="665"/>
                    <a:pt x="2871" y="664"/>
                    <a:pt x="2870" y="662"/>
                  </a:cubicBezTo>
                  <a:cubicBezTo>
                    <a:pt x="2870" y="661"/>
                    <a:pt x="2870" y="661"/>
                    <a:pt x="2870" y="661"/>
                  </a:cubicBezTo>
                  <a:cubicBezTo>
                    <a:pt x="2868" y="660"/>
                    <a:pt x="2868" y="657"/>
                    <a:pt x="2868" y="655"/>
                  </a:cubicBezTo>
                  <a:cubicBezTo>
                    <a:pt x="2869" y="653"/>
                    <a:pt x="2870" y="651"/>
                    <a:pt x="2872" y="650"/>
                  </a:cubicBezTo>
                  <a:cubicBezTo>
                    <a:pt x="2875" y="647"/>
                    <a:pt x="2881" y="648"/>
                    <a:pt x="2883" y="651"/>
                  </a:cubicBezTo>
                  <a:cubicBezTo>
                    <a:pt x="2883" y="651"/>
                    <a:pt x="2883" y="651"/>
                    <a:pt x="2883" y="651"/>
                  </a:cubicBezTo>
                  <a:cubicBezTo>
                    <a:pt x="2886" y="655"/>
                    <a:pt x="2885" y="661"/>
                    <a:pt x="2882" y="663"/>
                  </a:cubicBezTo>
                  <a:cubicBezTo>
                    <a:pt x="2880" y="664"/>
                    <a:pt x="2878" y="665"/>
                    <a:pt x="2877" y="665"/>
                  </a:cubicBezTo>
                  <a:close/>
                  <a:moveTo>
                    <a:pt x="4098" y="655"/>
                  </a:moveTo>
                  <a:cubicBezTo>
                    <a:pt x="4096" y="655"/>
                    <a:pt x="4094" y="654"/>
                    <a:pt x="4092" y="653"/>
                  </a:cubicBezTo>
                  <a:cubicBezTo>
                    <a:pt x="4089" y="650"/>
                    <a:pt x="4088" y="645"/>
                    <a:pt x="4091" y="641"/>
                  </a:cubicBezTo>
                  <a:cubicBezTo>
                    <a:pt x="4091" y="641"/>
                    <a:pt x="4091" y="641"/>
                    <a:pt x="4091" y="641"/>
                  </a:cubicBezTo>
                  <a:cubicBezTo>
                    <a:pt x="4091" y="641"/>
                    <a:pt x="4091" y="641"/>
                    <a:pt x="4091" y="641"/>
                  </a:cubicBezTo>
                  <a:cubicBezTo>
                    <a:pt x="4094" y="638"/>
                    <a:pt x="4100" y="637"/>
                    <a:pt x="4103" y="640"/>
                  </a:cubicBezTo>
                  <a:cubicBezTo>
                    <a:pt x="4107" y="643"/>
                    <a:pt x="4107" y="649"/>
                    <a:pt x="4104" y="652"/>
                  </a:cubicBezTo>
                  <a:cubicBezTo>
                    <a:pt x="4103" y="654"/>
                    <a:pt x="4100" y="655"/>
                    <a:pt x="4098" y="655"/>
                  </a:cubicBezTo>
                  <a:close/>
                  <a:moveTo>
                    <a:pt x="2860" y="642"/>
                  </a:moveTo>
                  <a:cubicBezTo>
                    <a:pt x="2857" y="642"/>
                    <a:pt x="2855" y="641"/>
                    <a:pt x="2853" y="639"/>
                  </a:cubicBezTo>
                  <a:cubicBezTo>
                    <a:pt x="2815" y="588"/>
                    <a:pt x="2783" y="547"/>
                    <a:pt x="2752" y="508"/>
                  </a:cubicBezTo>
                  <a:cubicBezTo>
                    <a:pt x="2750" y="505"/>
                    <a:pt x="2750" y="505"/>
                    <a:pt x="2750" y="505"/>
                  </a:cubicBezTo>
                  <a:cubicBezTo>
                    <a:pt x="2750" y="505"/>
                    <a:pt x="2749" y="505"/>
                    <a:pt x="2749" y="505"/>
                  </a:cubicBezTo>
                  <a:cubicBezTo>
                    <a:pt x="2737" y="490"/>
                    <a:pt x="2725" y="475"/>
                    <a:pt x="2713" y="461"/>
                  </a:cubicBezTo>
                  <a:cubicBezTo>
                    <a:pt x="2710" y="458"/>
                    <a:pt x="2711" y="452"/>
                    <a:pt x="2714" y="449"/>
                  </a:cubicBezTo>
                  <a:cubicBezTo>
                    <a:pt x="2718" y="447"/>
                    <a:pt x="2723" y="447"/>
                    <a:pt x="2726" y="450"/>
                  </a:cubicBezTo>
                  <a:cubicBezTo>
                    <a:pt x="2738" y="465"/>
                    <a:pt x="2751" y="479"/>
                    <a:pt x="2763" y="494"/>
                  </a:cubicBezTo>
                  <a:cubicBezTo>
                    <a:pt x="2763" y="495"/>
                    <a:pt x="2764" y="497"/>
                    <a:pt x="2765" y="498"/>
                  </a:cubicBezTo>
                  <a:cubicBezTo>
                    <a:pt x="2797" y="536"/>
                    <a:pt x="2829" y="578"/>
                    <a:pt x="2867" y="629"/>
                  </a:cubicBezTo>
                  <a:cubicBezTo>
                    <a:pt x="2868" y="631"/>
                    <a:pt x="2868" y="633"/>
                    <a:pt x="2868" y="635"/>
                  </a:cubicBezTo>
                  <a:cubicBezTo>
                    <a:pt x="2868" y="637"/>
                    <a:pt x="2867" y="639"/>
                    <a:pt x="2865" y="641"/>
                  </a:cubicBezTo>
                  <a:cubicBezTo>
                    <a:pt x="2863" y="642"/>
                    <a:pt x="2862" y="642"/>
                    <a:pt x="2860" y="642"/>
                  </a:cubicBezTo>
                  <a:close/>
                  <a:moveTo>
                    <a:pt x="1429" y="638"/>
                  </a:moveTo>
                  <a:cubicBezTo>
                    <a:pt x="1426" y="638"/>
                    <a:pt x="1423" y="636"/>
                    <a:pt x="1421" y="632"/>
                  </a:cubicBezTo>
                  <a:cubicBezTo>
                    <a:pt x="1419" y="628"/>
                    <a:pt x="1421" y="623"/>
                    <a:pt x="1426" y="621"/>
                  </a:cubicBezTo>
                  <a:cubicBezTo>
                    <a:pt x="1430" y="619"/>
                    <a:pt x="1435" y="621"/>
                    <a:pt x="1437" y="626"/>
                  </a:cubicBezTo>
                  <a:cubicBezTo>
                    <a:pt x="1439" y="630"/>
                    <a:pt x="1437" y="635"/>
                    <a:pt x="1433" y="637"/>
                  </a:cubicBezTo>
                  <a:cubicBezTo>
                    <a:pt x="1431" y="637"/>
                    <a:pt x="1430" y="638"/>
                    <a:pt x="1429" y="638"/>
                  </a:cubicBezTo>
                  <a:close/>
                  <a:moveTo>
                    <a:pt x="4116" y="633"/>
                  </a:moveTo>
                  <a:cubicBezTo>
                    <a:pt x="4114" y="633"/>
                    <a:pt x="4112" y="633"/>
                    <a:pt x="4111" y="631"/>
                  </a:cubicBezTo>
                  <a:cubicBezTo>
                    <a:pt x="4107" y="628"/>
                    <a:pt x="4106" y="623"/>
                    <a:pt x="4109" y="620"/>
                  </a:cubicBezTo>
                  <a:cubicBezTo>
                    <a:pt x="4121" y="605"/>
                    <a:pt x="4133" y="591"/>
                    <a:pt x="4145" y="576"/>
                  </a:cubicBezTo>
                  <a:cubicBezTo>
                    <a:pt x="4175" y="538"/>
                    <a:pt x="4205" y="500"/>
                    <a:pt x="4233" y="463"/>
                  </a:cubicBezTo>
                  <a:cubicBezTo>
                    <a:pt x="4239" y="455"/>
                    <a:pt x="4244" y="448"/>
                    <a:pt x="4249" y="442"/>
                  </a:cubicBezTo>
                  <a:cubicBezTo>
                    <a:pt x="4252" y="438"/>
                    <a:pt x="4257" y="437"/>
                    <a:pt x="4261" y="440"/>
                  </a:cubicBezTo>
                  <a:cubicBezTo>
                    <a:pt x="4263" y="441"/>
                    <a:pt x="4264" y="443"/>
                    <a:pt x="4264" y="446"/>
                  </a:cubicBezTo>
                  <a:cubicBezTo>
                    <a:pt x="4264" y="448"/>
                    <a:pt x="4264" y="450"/>
                    <a:pt x="4262" y="452"/>
                  </a:cubicBezTo>
                  <a:cubicBezTo>
                    <a:pt x="4258" y="459"/>
                    <a:pt x="4252" y="466"/>
                    <a:pt x="4247" y="473"/>
                  </a:cubicBezTo>
                  <a:cubicBezTo>
                    <a:pt x="4219" y="511"/>
                    <a:pt x="4189" y="549"/>
                    <a:pt x="4158" y="586"/>
                  </a:cubicBezTo>
                  <a:cubicBezTo>
                    <a:pt x="4158" y="587"/>
                    <a:pt x="4158" y="587"/>
                    <a:pt x="4158" y="587"/>
                  </a:cubicBezTo>
                  <a:cubicBezTo>
                    <a:pt x="4147" y="601"/>
                    <a:pt x="4135" y="616"/>
                    <a:pt x="4122" y="630"/>
                  </a:cubicBezTo>
                  <a:cubicBezTo>
                    <a:pt x="4121" y="632"/>
                    <a:pt x="4118" y="633"/>
                    <a:pt x="4116" y="633"/>
                  </a:cubicBezTo>
                  <a:close/>
                  <a:moveTo>
                    <a:pt x="1455" y="626"/>
                  </a:moveTo>
                  <a:cubicBezTo>
                    <a:pt x="1452" y="626"/>
                    <a:pt x="1449" y="624"/>
                    <a:pt x="1447" y="621"/>
                  </a:cubicBezTo>
                  <a:cubicBezTo>
                    <a:pt x="1446" y="619"/>
                    <a:pt x="1446" y="617"/>
                    <a:pt x="1447" y="614"/>
                  </a:cubicBezTo>
                  <a:cubicBezTo>
                    <a:pt x="1448" y="612"/>
                    <a:pt x="1449" y="611"/>
                    <a:pt x="1451" y="610"/>
                  </a:cubicBezTo>
                  <a:cubicBezTo>
                    <a:pt x="1468" y="602"/>
                    <a:pt x="1484" y="594"/>
                    <a:pt x="1502" y="586"/>
                  </a:cubicBezTo>
                  <a:cubicBezTo>
                    <a:pt x="1550" y="563"/>
                    <a:pt x="1599" y="538"/>
                    <a:pt x="1645" y="514"/>
                  </a:cubicBezTo>
                  <a:cubicBezTo>
                    <a:pt x="1654" y="510"/>
                    <a:pt x="1654" y="510"/>
                    <a:pt x="1654" y="510"/>
                  </a:cubicBezTo>
                  <a:cubicBezTo>
                    <a:pt x="1654" y="510"/>
                    <a:pt x="1654" y="510"/>
                    <a:pt x="1654" y="510"/>
                  </a:cubicBezTo>
                  <a:cubicBezTo>
                    <a:pt x="1658" y="508"/>
                    <a:pt x="1663" y="509"/>
                    <a:pt x="1665" y="513"/>
                  </a:cubicBezTo>
                  <a:cubicBezTo>
                    <a:pt x="1666" y="515"/>
                    <a:pt x="1667" y="518"/>
                    <a:pt x="1666" y="520"/>
                  </a:cubicBezTo>
                  <a:cubicBezTo>
                    <a:pt x="1665" y="522"/>
                    <a:pt x="1664" y="524"/>
                    <a:pt x="1662" y="525"/>
                  </a:cubicBezTo>
                  <a:cubicBezTo>
                    <a:pt x="1653" y="529"/>
                    <a:pt x="1653" y="529"/>
                    <a:pt x="1653" y="529"/>
                  </a:cubicBezTo>
                  <a:cubicBezTo>
                    <a:pt x="1606" y="553"/>
                    <a:pt x="1558" y="578"/>
                    <a:pt x="1510" y="601"/>
                  </a:cubicBezTo>
                  <a:cubicBezTo>
                    <a:pt x="1492" y="609"/>
                    <a:pt x="1475" y="618"/>
                    <a:pt x="1458" y="625"/>
                  </a:cubicBezTo>
                  <a:cubicBezTo>
                    <a:pt x="1457" y="626"/>
                    <a:pt x="1456" y="626"/>
                    <a:pt x="1455" y="626"/>
                  </a:cubicBezTo>
                  <a:close/>
                  <a:moveTo>
                    <a:pt x="6422" y="570"/>
                  </a:moveTo>
                  <a:cubicBezTo>
                    <a:pt x="6420" y="570"/>
                    <a:pt x="6417" y="569"/>
                    <a:pt x="6416" y="567"/>
                  </a:cubicBezTo>
                  <a:cubicBezTo>
                    <a:pt x="6414" y="566"/>
                    <a:pt x="6413" y="563"/>
                    <a:pt x="6413" y="561"/>
                  </a:cubicBezTo>
                  <a:cubicBezTo>
                    <a:pt x="6413" y="559"/>
                    <a:pt x="6414" y="557"/>
                    <a:pt x="6416" y="556"/>
                  </a:cubicBezTo>
                  <a:cubicBezTo>
                    <a:pt x="6416" y="556"/>
                    <a:pt x="6416" y="556"/>
                    <a:pt x="6416" y="556"/>
                  </a:cubicBezTo>
                  <a:cubicBezTo>
                    <a:pt x="6416" y="555"/>
                    <a:pt x="6416" y="555"/>
                    <a:pt x="6416" y="555"/>
                  </a:cubicBezTo>
                  <a:cubicBezTo>
                    <a:pt x="6419" y="552"/>
                    <a:pt x="6425" y="552"/>
                    <a:pt x="6428" y="556"/>
                  </a:cubicBezTo>
                  <a:cubicBezTo>
                    <a:pt x="6431" y="559"/>
                    <a:pt x="6431" y="565"/>
                    <a:pt x="6428" y="568"/>
                  </a:cubicBezTo>
                  <a:cubicBezTo>
                    <a:pt x="6426" y="569"/>
                    <a:pt x="6424" y="570"/>
                    <a:pt x="6422" y="570"/>
                  </a:cubicBezTo>
                  <a:close/>
                  <a:moveTo>
                    <a:pt x="914" y="561"/>
                  </a:moveTo>
                  <a:cubicBezTo>
                    <a:pt x="912" y="561"/>
                    <a:pt x="910" y="560"/>
                    <a:pt x="909" y="559"/>
                  </a:cubicBezTo>
                  <a:cubicBezTo>
                    <a:pt x="907" y="558"/>
                    <a:pt x="906" y="556"/>
                    <a:pt x="906" y="553"/>
                  </a:cubicBezTo>
                  <a:cubicBezTo>
                    <a:pt x="905" y="551"/>
                    <a:pt x="906" y="549"/>
                    <a:pt x="907" y="547"/>
                  </a:cubicBezTo>
                  <a:cubicBezTo>
                    <a:pt x="910" y="544"/>
                    <a:pt x="916" y="543"/>
                    <a:pt x="919" y="546"/>
                  </a:cubicBezTo>
                  <a:cubicBezTo>
                    <a:pt x="921" y="547"/>
                    <a:pt x="922" y="549"/>
                    <a:pt x="922" y="551"/>
                  </a:cubicBezTo>
                  <a:cubicBezTo>
                    <a:pt x="923" y="554"/>
                    <a:pt x="922" y="556"/>
                    <a:pt x="921" y="558"/>
                  </a:cubicBezTo>
                  <a:cubicBezTo>
                    <a:pt x="919" y="560"/>
                    <a:pt x="917" y="561"/>
                    <a:pt x="914" y="561"/>
                  </a:cubicBezTo>
                  <a:close/>
                  <a:moveTo>
                    <a:pt x="6443" y="551"/>
                  </a:moveTo>
                  <a:cubicBezTo>
                    <a:pt x="6440" y="551"/>
                    <a:pt x="6438" y="550"/>
                    <a:pt x="6436" y="548"/>
                  </a:cubicBezTo>
                  <a:cubicBezTo>
                    <a:pt x="6435" y="546"/>
                    <a:pt x="6434" y="544"/>
                    <a:pt x="6434" y="542"/>
                  </a:cubicBezTo>
                  <a:cubicBezTo>
                    <a:pt x="6434" y="540"/>
                    <a:pt x="6435" y="538"/>
                    <a:pt x="6437" y="536"/>
                  </a:cubicBezTo>
                  <a:cubicBezTo>
                    <a:pt x="6447" y="526"/>
                    <a:pt x="6457" y="517"/>
                    <a:pt x="6468" y="507"/>
                  </a:cubicBezTo>
                  <a:cubicBezTo>
                    <a:pt x="6478" y="497"/>
                    <a:pt x="6478" y="497"/>
                    <a:pt x="6478" y="497"/>
                  </a:cubicBezTo>
                  <a:cubicBezTo>
                    <a:pt x="6496" y="481"/>
                    <a:pt x="6517" y="461"/>
                    <a:pt x="6538" y="441"/>
                  </a:cubicBezTo>
                  <a:cubicBezTo>
                    <a:pt x="6557" y="424"/>
                    <a:pt x="6577" y="406"/>
                    <a:pt x="6601" y="384"/>
                  </a:cubicBezTo>
                  <a:cubicBezTo>
                    <a:pt x="6601" y="384"/>
                    <a:pt x="6601" y="384"/>
                    <a:pt x="6601" y="384"/>
                  </a:cubicBezTo>
                  <a:cubicBezTo>
                    <a:pt x="6601" y="384"/>
                    <a:pt x="6602" y="384"/>
                    <a:pt x="6602" y="383"/>
                  </a:cubicBezTo>
                  <a:cubicBezTo>
                    <a:pt x="6602" y="383"/>
                    <a:pt x="6603" y="383"/>
                    <a:pt x="6603" y="382"/>
                  </a:cubicBezTo>
                  <a:cubicBezTo>
                    <a:pt x="6606" y="379"/>
                    <a:pt x="6612" y="380"/>
                    <a:pt x="6615" y="383"/>
                  </a:cubicBezTo>
                  <a:cubicBezTo>
                    <a:pt x="6617" y="385"/>
                    <a:pt x="6617" y="387"/>
                    <a:pt x="6617" y="389"/>
                  </a:cubicBezTo>
                  <a:cubicBezTo>
                    <a:pt x="6617" y="391"/>
                    <a:pt x="6616" y="393"/>
                    <a:pt x="6614" y="395"/>
                  </a:cubicBezTo>
                  <a:cubicBezTo>
                    <a:pt x="6612" y="397"/>
                    <a:pt x="6612" y="397"/>
                    <a:pt x="6612" y="397"/>
                  </a:cubicBezTo>
                  <a:cubicBezTo>
                    <a:pt x="6589" y="418"/>
                    <a:pt x="6569" y="436"/>
                    <a:pt x="6550" y="454"/>
                  </a:cubicBezTo>
                  <a:cubicBezTo>
                    <a:pt x="6530" y="472"/>
                    <a:pt x="6510" y="491"/>
                    <a:pt x="6490" y="510"/>
                  </a:cubicBezTo>
                  <a:cubicBezTo>
                    <a:pt x="6490" y="510"/>
                    <a:pt x="6490" y="510"/>
                    <a:pt x="6490" y="510"/>
                  </a:cubicBezTo>
                  <a:cubicBezTo>
                    <a:pt x="6478" y="521"/>
                    <a:pt x="6478" y="521"/>
                    <a:pt x="6478" y="521"/>
                  </a:cubicBezTo>
                  <a:cubicBezTo>
                    <a:pt x="6468" y="530"/>
                    <a:pt x="6458" y="539"/>
                    <a:pt x="6448" y="548"/>
                  </a:cubicBezTo>
                  <a:cubicBezTo>
                    <a:pt x="6447" y="550"/>
                    <a:pt x="6445" y="551"/>
                    <a:pt x="6443" y="551"/>
                  </a:cubicBezTo>
                  <a:close/>
                  <a:moveTo>
                    <a:pt x="892" y="543"/>
                  </a:moveTo>
                  <a:cubicBezTo>
                    <a:pt x="890" y="543"/>
                    <a:pt x="888" y="542"/>
                    <a:pt x="887" y="541"/>
                  </a:cubicBezTo>
                  <a:cubicBezTo>
                    <a:pt x="868" y="526"/>
                    <a:pt x="850" y="510"/>
                    <a:pt x="832" y="495"/>
                  </a:cubicBezTo>
                  <a:cubicBezTo>
                    <a:pt x="807" y="475"/>
                    <a:pt x="781" y="454"/>
                    <a:pt x="756" y="433"/>
                  </a:cubicBezTo>
                  <a:cubicBezTo>
                    <a:pt x="756" y="433"/>
                    <a:pt x="756" y="433"/>
                    <a:pt x="756" y="433"/>
                  </a:cubicBezTo>
                  <a:cubicBezTo>
                    <a:pt x="756" y="433"/>
                    <a:pt x="756" y="433"/>
                    <a:pt x="756" y="433"/>
                  </a:cubicBezTo>
                  <a:cubicBezTo>
                    <a:pt x="741" y="421"/>
                    <a:pt x="728" y="411"/>
                    <a:pt x="716" y="402"/>
                  </a:cubicBezTo>
                  <a:cubicBezTo>
                    <a:pt x="714" y="400"/>
                    <a:pt x="713" y="399"/>
                    <a:pt x="712" y="398"/>
                  </a:cubicBezTo>
                  <a:cubicBezTo>
                    <a:pt x="710" y="397"/>
                    <a:pt x="709" y="395"/>
                    <a:pt x="708" y="393"/>
                  </a:cubicBezTo>
                  <a:cubicBezTo>
                    <a:pt x="708" y="390"/>
                    <a:pt x="709" y="388"/>
                    <a:pt x="710" y="386"/>
                  </a:cubicBezTo>
                  <a:cubicBezTo>
                    <a:pt x="713" y="383"/>
                    <a:pt x="718" y="382"/>
                    <a:pt x="722" y="385"/>
                  </a:cubicBezTo>
                  <a:cubicBezTo>
                    <a:pt x="723" y="386"/>
                    <a:pt x="724" y="387"/>
                    <a:pt x="726" y="388"/>
                  </a:cubicBezTo>
                  <a:cubicBezTo>
                    <a:pt x="726" y="388"/>
                    <a:pt x="726" y="388"/>
                    <a:pt x="726" y="388"/>
                  </a:cubicBezTo>
                  <a:cubicBezTo>
                    <a:pt x="739" y="398"/>
                    <a:pt x="752" y="408"/>
                    <a:pt x="767" y="420"/>
                  </a:cubicBezTo>
                  <a:cubicBezTo>
                    <a:pt x="792" y="440"/>
                    <a:pt x="818" y="462"/>
                    <a:pt x="842" y="482"/>
                  </a:cubicBezTo>
                  <a:cubicBezTo>
                    <a:pt x="860" y="497"/>
                    <a:pt x="879" y="513"/>
                    <a:pt x="897" y="528"/>
                  </a:cubicBezTo>
                  <a:cubicBezTo>
                    <a:pt x="899" y="529"/>
                    <a:pt x="900" y="531"/>
                    <a:pt x="900" y="534"/>
                  </a:cubicBezTo>
                  <a:cubicBezTo>
                    <a:pt x="901" y="536"/>
                    <a:pt x="900" y="538"/>
                    <a:pt x="899" y="540"/>
                  </a:cubicBezTo>
                  <a:cubicBezTo>
                    <a:pt x="897" y="542"/>
                    <a:pt x="895" y="543"/>
                    <a:pt x="892" y="543"/>
                  </a:cubicBezTo>
                  <a:close/>
                  <a:moveTo>
                    <a:pt x="5293" y="516"/>
                  </a:moveTo>
                  <a:cubicBezTo>
                    <a:pt x="5291" y="516"/>
                    <a:pt x="5288" y="515"/>
                    <a:pt x="5287" y="513"/>
                  </a:cubicBezTo>
                  <a:cubicBezTo>
                    <a:pt x="5284" y="510"/>
                    <a:pt x="5284" y="504"/>
                    <a:pt x="5288" y="501"/>
                  </a:cubicBezTo>
                  <a:cubicBezTo>
                    <a:pt x="5291" y="499"/>
                    <a:pt x="5297" y="499"/>
                    <a:pt x="5300" y="503"/>
                  </a:cubicBezTo>
                  <a:cubicBezTo>
                    <a:pt x="5303" y="506"/>
                    <a:pt x="5302" y="512"/>
                    <a:pt x="5299" y="515"/>
                  </a:cubicBezTo>
                  <a:cubicBezTo>
                    <a:pt x="5297" y="516"/>
                    <a:pt x="5295" y="516"/>
                    <a:pt x="5293" y="516"/>
                  </a:cubicBezTo>
                  <a:close/>
                  <a:moveTo>
                    <a:pt x="1683" y="513"/>
                  </a:moveTo>
                  <a:cubicBezTo>
                    <a:pt x="1680" y="513"/>
                    <a:pt x="1677" y="511"/>
                    <a:pt x="1675" y="508"/>
                  </a:cubicBezTo>
                  <a:cubicBezTo>
                    <a:pt x="1673" y="504"/>
                    <a:pt x="1675" y="499"/>
                    <a:pt x="1679" y="497"/>
                  </a:cubicBezTo>
                  <a:cubicBezTo>
                    <a:pt x="1683" y="495"/>
                    <a:pt x="1688" y="496"/>
                    <a:pt x="1690" y="501"/>
                  </a:cubicBezTo>
                  <a:cubicBezTo>
                    <a:pt x="1693" y="505"/>
                    <a:pt x="1691" y="510"/>
                    <a:pt x="1687" y="512"/>
                  </a:cubicBezTo>
                  <a:cubicBezTo>
                    <a:pt x="1686" y="513"/>
                    <a:pt x="1684" y="513"/>
                    <a:pt x="1683" y="513"/>
                  </a:cubicBezTo>
                  <a:close/>
                  <a:moveTo>
                    <a:pt x="1708" y="500"/>
                  </a:moveTo>
                  <a:cubicBezTo>
                    <a:pt x="1705" y="500"/>
                    <a:pt x="1702" y="498"/>
                    <a:pt x="1701" y="495"/>
                  </a:cubicBezTo>
                  <a:cubicBezTo>
                    <a:pt x="1698" y="491"/>
                    <a:pt x="1700" y="486"/>
                    <a:pt x="1704" y="484"/>
                  </a:cubicBezTo>
                  <a:cubicBezTo>
                    <a:pt x="1721" y="475"/>
                    <a:pt x="1738" y="467"/>
                    <a:pt x="1755" y="458"/>
                  </a:cubicBezTo>
                  <a:cubicBezTo>
                    <a:pt x="1807" y="432"/>
                    <a:pt x="1850" y="411"/>
                    <a:pt x="1889" y="392"/>
                  </a:cubicBezTo>
                  <a:cubicBezTo>
                    <a:pt x="1895" y="389"/>
                    <a:pt x="1901" y="387"/>
                    <a:pt x="1907" y="384"/>
                  </a:cubicBezTo>
                  <a:cubicBezTo>
                    <a:pt x="1912" y="382"/>
                    <a:pt x="1917" y="384"/>
                    <a:pt x="1919" y="388"/>
                  </a:cubicBezTo>
                  <a:cubicBezTo>
                    <a:pt x="1921" y="392"/>
                    <a:pt x="1919" y="397"/>
                    <a:pt x="1915" y="399"/>
                  </a:cubicBezTo>
                  <a:cubicBezTo>
                    <a:pt x="1909" y="402"/>
                    <a:pt x="1903" y="404"/>
                    <a:pt x="1897" y="407"/>
                  </a:cubicBezTo>
                  <a:cubicBezTo>
                    <a:pt x="1857" y="426"/>
                    <a:pt x="1815" y="447"/>
                    <a:pt x="1762" y="473"/>
                  </a:cubicBezTo>
                  <a:cubicBezTo>
                    <a:pt x="1745" y="482"/>
                    <a:pt x="1727" y="491"/>
                    <a:pt x="1712" y="499"/>
                  </a:cubicBezTo>
                  <a:cubicBezTo>
                    <a:pt x="1711" y="500"/>
                    <a:pt x="1709" y="500"/>
                    <a:pt x="1708" y="500"/>
                  </a:cubicBezTo>
                  <a:close/>
                  <a:moveTo>
                    <a:pt x="5275" y="495"/>
                  </a:moveTo>
                  <a:cubicBezTo>
                    <a:pt x="5273" y="495"/>
                    <a:pt x="5270" y="493"/>
                    <a:pt x="5269" y="492"/>
                  </a:cubicBezTo>
                  <a:cubicBezTo>
                    <a:pt x="5235" y="451"/>
                    <a:pt x="5204" y="414"/>
                    <a:pt x="5174" y="381"/>
                  </a:cubicBezTo>
                  <a:cubicBezTo>
                    <a:pt x="5169" y="374"/>
                    <a:pt x="5164" y="368"/>
                    <a:pt x="5159" y="363"/>
                  </a:cubicBezTo>
                  <a:cubicBezTo>
                    <a:pt x="5146" y="349"/>
                    <a:pt x="5133" y="335"/>
                    <a:pt x="5121" y="321"/>
                  </a:cubicBezTo>
                  <a:cubicBezTo>
                    <a:pt x="5118" y="318"/>
                    <a:pt x="5118" y="312"/>
                    <a:pt x="5121" y="309"/>
                  </a:cubicBezTo>
                  <a:cubicBezTo>
                    <a:pt x="5124" y="306"/>
                    <a:pt x="5130" y="306"/>
                    <a:pt x="5133" y="310"/>
                  </a:cubicBezTo>
                  <a:cubicBezTo>
                    <a:pt x="5146" y="324"/>
                    <a:pt x="5159" y="338"/>
                    <a:pt x="5171" y="352"/>
                  </a:cubicBezTo>
                  <a:cubicBezTo>
                    <a:pt x="5177" y="357"/>
                    <a:pt x="5182" y="363"/>
                    <a:pt x="5187" y="369"/>
                  </a:cubicBezTo>
                  <a:cubicBezTo>
                    <a:pt x="5217" y="403"/>
                    <a:pt x="5248" y="439"/>
                    <a:pt x="5282" y="481"/>
                  </a:cubicBezTo>
                  <a:cubicBezTo>
                    <a:pt x="5282" y="481"/>
                    <a:pt x="5282" y="481"/>
                    <a:pt x="5282" y="481"/>
                  </a:cubicBezTo>
                  <a:cubicBezTo>
                    <a:pt x="5283" y="482"/>
                    <a:pt x="5284" y="485"/>
                    <a:pt x="5284" y="487"/>
                  </a:cubicBezTo>
                  <a:cubicBezTo>
                    <a:pt x="5284" y="489"/>
                    <a:pt x="5282" y="491"/>
                    <a:pt x="5281" y="493"/>
                  </a:cubicBezTo>
                  <a:cubicBezTo>
                    <a:pt x="5279" y="494"/>
                    <a:pt x="5277" y="495"/>
                    <a:pt x="5275" y="495"/>
                  </a:cubicBezTo>
                  <a:close/>
                  <a:moveTo>
                    <a:pt x="2701" y="443"/>
                  </a:moveTo>
                  <a:cubicBezTo>
                    <a:pt x="2699" y="443"/>
                    <a:pt x="2697" y="442"/>
                    <a:pt x="2695" y="440"/>
                  </a:cubicBezTo>
                  <a:cubicBezTo>
                    <a:pt x="2694" y="438"/>
                    <a:pt x="2693" y="436"/>
                    <a:pt x="2693" y="434"/>
                  </a:cubicBezTo>
                  <a:cubicBezTo>
                    <a:pt x="2693" y="432"/>
                    <a:pt x="2694" y="430"/>
                    <a:pt x="2696" y="428"/>
                  </a:cubicBezTo>
                  <a:cubicBezTo>
                    <a:pt x="2699" y="425"/>
                    <a:pt x="2705" y="426"/>
                    <a:pt x="2708" y="429"/>
                  </a:cubicBezTo>
                  <a:cubicBezTo>
                    <a:pt x="2709" y="431"/>
                    <a:pt x="2710" y="433"/>
                    <a:pt x="2710" y="435"/>
                  </a:cubicBezTo>
                  <a:cubicBezTo>
                    <a:pt x="2710" y="437"/>
                    <a:pt x="2709" y="439"/>
                    <a:pt x="2707" y="441"/>
                  </a:cubicBezTo>
                  <a:cubicBezTo>
                    <a:pt x="2705" y="442"/>
                    <a:pt x="2704" y="443"/>
                    <a:pt x="2701" y="443"/>
                  </a:cubicBezTo>
                  <a:close/>
                  <a:moveTo>
                    <a:pt x="4272" y="433"/>
                  </a:moveTo>
                  <a:cubicBezTo>
                    <a:pt x="4271" y="433"/>
                    <a:pt x="4269" y="432"/>
                    <a:pt x="4267" y="431"/>
                  </a:cubicBezTo>
                  <a:cubicBezTo>
                    <a:pt x="4264" y="428"/>
                    <a:pt x="4263" y="423"/>
                    <a:pt x="4265" y="419"/>
                  </a:cubicBezTo>
                  <a:cubicBezTo>
                    <a:pt x="4268" y="415"/>
                    <a:pt x="4274" y="415"/>
                    <a:pt x="4277" y="417"/>
                  </a:cubicBezTo>
                  <a:cubicBezTo>
                    <a:pt x="4279" y="419"/>
                    <a:pt x="4280" y="421"/>
                    <a:pt x="4281" y="423"/>
                  </a:cubicBezTo>
                  <a:cubicBezTo>
                    <a:pt x="4281" y="425"/>
                    <a:pt x="4281" y="427"/>
                    <a:pt x="4279" y="429"/>
                  </a:cubicBezTo>
                  <a:cubicBezTo>
                    <a:pt x="4279" y="429"/>
                    <a:pt x="4279" y="429"/>
                    <a:pt x="4279" y="429"/>
                  </a:cubicBezTo>
                  <a:cubicBezTo>
                    <a:pt x="4278" y="431"/>
                    <a:pt x="4275" y="433"/>
                    <a:pt x="4272" y="433"/>
                  </a:cubicBezTo>
                  <a:close/>
                  <a:moveTo>
                    <a:pt x="2683" y="422"/>
                  </a:moveTo>
                  <a:cubicBezTo>
                    <a:pt x="2680" y="422"/>
                    <a:pt x="2678" y="421"/>
                    <a:pt x="2676" y="419"/>
                  </a:cubicBezTo>
                  <a:cubicBezTo>
                    <a:pt x="2674" y="417"/>
                    <a:pt x="2672" y="414"/>
                    <a:pt x="2670" y="412"/>
                  </a:cubicBezTo>
                  <a:cubicBezTo>
                    <a:pt x="2658" y="398"/>
                    <a:pt x="2643" y="383"/>
                    <a:pt x="2627" y="366"/>
                  </a:cubicBezTo>
                  <a:cubicBezTo>
                    <a:pt x="2616" y="355"/>
                    <a:pt x="2616" y="355"/>
                    <a:pt x="2616" y="355"/>
                  </a:cubicBezTo>
                  <a:cubicBezTo>
                    <a:pt x="2615" y="354"/>
                    <a:pt x="2615" y="353"/>
                    <a:pt x="2614" y="352"/>
                  </a:cubicBezTo>
                  <a:cubicBezTo>
                    <a:pt x="2613" y="351"/>
                    <a:pt x="2612" y="350"/>
                    <a:pt x="2611" y="349"/>
                  </a:cubicBezTo>
                  <a:cubicBezTo>
                    <a:pt x="2606" y="344"/>
                    <a:pt x="2606" y="344"/>
                    <a:pt x="2606" y="344"/>
                  </a:cubicBezTo>
                  <a:cubicBezTo>
                    <a:pt x="2604" y="343"/>
                    <a:pt x="2603" y="342"/>
                    <a:pt x="2601" y="340"/>
                  </a:cubicBezTo>
                  <a:cubicBezTo>
                    <a:pt x="2599" y="338"/>
                    <a:pt x="2597" y="337"/>
                    <a:pt x="2596" y="335"/>
                  </a:cubicBezTo>
                  <a:cubicBezTo>
                    <a:pt x="2595" y="335"/>
                    <a:pt x="2595" y="335"/>
                    <a:pt x="2595" y="335"/>
                  </a:cubicBezTo>
                  <a:cubicBezTo>
                    <a:pt x="2584" y="326"/>
                    <a:pt x="2584" y="326"/>
                    <a:pt x="2584" y="326"/>
                  </a:cubicBezTo>
                  <a:cubicBezTo>
                    <a:pt x="2575" y="318"/>
                    <a:pt x="2565" y="312"/>
                    <a:pt x="2555" y="306"/>
                  </a:cubicBezTo>
                  <a:cubicBezTo>
                    <a:pt x="2549" y="302"/>
                    <a:pt x="2543" y="299"/>
                    <a:pt x="2537" y="296"/>
                  </a:cubicBezTo>
                  <a:cubicBezTo>
                    <a:pt x="2537" y="296"/>
                    <a:pt x="2537" y="296"/>
                    <a:pt x="2537" y="296"/>
                  </a:cubicBezTo>
                  <a:cubicBezTo>
                    <a:pt x="2527" y="291"/>
                    <a:pt x="2516" y="286"/>
                    <a:pt x="2505" y="282"/>
                  </a:cubicBezTo>
                  <a:cubicBezTo>
                    <a:pt x="2503" y="282"/>
                    <a:pt x="2501" y="280"/>
                    <a:pt x="2500" y="278"/>
                  </a:cubicBezTo>
                  <a:cubicBezTo>
                    <a:pt x="2499" y="276"/>
                    <a:pt x="2499" y="274"/>
                    <a:pt x="2500" y="271"/>
                  </a:cubicBezTo>
                  <a:cubicBezTo>
                    <a:pt x="2501" y="267"/>
                    <a:pt x="2506" y="265"/>
                    <a:pt x="2511" y="266"/>
                  </a:cubicBezTo>
                  <a:cubicBezTo>
                    <a:pt x="2522" y="271"/>
                    <a:pt x="2534" y="275"/>
                    <a:pt x="2545" y="281"/>
                  </a:cubicBezTo>
                  <a:cubicBezTo>
                    <a:pt x="2545" y="281"/>
                    <a:pt x="2545" y="281"/>
                    <a:pt x="2545" y="281"/>
                  </a:cubicBezTo>
                  <a:cubicBezTo>
                    <a:pt x="2551" y="284"/>
                    <a:pt x="2557" y="287"/>
                    <a:pt x="2563" y="291"/>
                  </a:cubicBezTo>
                  <a:cubicBezTo>
                    <a:pt x="2574" y="297"/>
                    <a:pt x="2585" y="305"/>
                    <a:pt x="2595" y="312"/>
                  </a:cubicBezTo>
                  <a:cubicBezTo>
                    <a:pt x="2595" y="313"/>
                    <a:pt x="2595" y="313"/>
                    <a:pt x="2595" y="313"/>
                  </a:cubicBezTo>
                  <a:cubicBezTo>
                    <a:pt x="2606" y="322"/>
                    <a:pt x="2606" y="322"/>
                    <a:pt x="2606" y="322"/>
                  </a:cubicBezTo>
                  <a:cubicBezTo>
                    <a:pt x="2609" y="324"/>
                    <a:pt x="2611" y="326"/>
                    <a:pt x="2614" y="329"/>
                  </a:cubicBezTo>
                  <a:cubicBezTo>
                    <a:pt x="2615" y="330"/>
                    <a:pt x="2616" y="331"/>
                    <a:pt x="2617" y="332"/>
                  </a:cubicBezTo>
                  <a:cubicBezTo>
                    <a:pt x="2617" y="332"/>
                    <a:pt x="2617" y="332"/>
                    <a:pt x="2617" y="332"/>
                  </a:cubicBezTo>
                  <a:cubicBezTo>
                    <a:pt x="2622" y="337"/>
                    <a:pt x="2622" y="337"/>
                    <a:pt x="2622" y="337"/>
                  </a:cubicBezTo>
                  <a:cubicBezTo>
                    <a:pt x="2624" y="338"/>
                    <a:pt x="2625" y="339"/>
                    <a:pt x="2626" y="341"/>
                  </a:cubicBezTo>
                  <a:cubicBezTo>
                    <a:pt x="2627" y="341"/>
                    <a:pt x="2628" y="342"/>
                    <a:pt x="2628" y="343"/>
                  </a:cubicBezTo>
                  <a:cubicBezTo>
                    <a:pt x="2628" y="343"/>
                    <a:pt x="2628" y="343"/>
                    <a:pt x="2628" y="343"/>
                  </a:cubicBezTo>
                  <a:cubicBezTo>
                    <a:pt x="2639" y="354"/>
                    <a:pt x="2639" y="354"/>
                    <a:pt x="2639" y="354"/>
                  </a:cubicBezTo>
                  <a:cubicBezTo>
                    <a:pt x="2656" y="371"/>
                    <a:pt x="2670" y="386"/>
                    <a:pt x="2683" y="400"/>
                  </a:cubicBezTo>
                  <a:cubicBezTo>
                    <a:pt x="2684" y="402"/>
                    <a:pt x="2686" y="404"/>
                    <a:pt x="2687" y="406"/>
                  </a:cubicBezTo>
                  <a:cubicBezTo>
                    <a:pt x="2689" y="408"/>
                    <a:pt x="2689" y="408"/>
                    <a:pt x="2689" y="408"/>
                  </a:cubicBezTo>
                  <a:cubicBezTo>
                    <a:pt x="2691" y="409"/>
                    <a:pt x="2691" y="411"/>
                    <a:pt x="2691" y="414"/>
                  </a:cubicBezTo>
                  <a:cubicBezTo>
                    <a:pt x="2691" y="416"/>
                    <a:pt x="2690" y="418"/>
                    <a:pt x="2688" y="420"/>
                  </a:cubicBezTo>
                  <a:cubicBezTo>
                    <a:pt x="2687" y="421"/>
                    <a:pt x="2685" y="422"/>
                    <a:pt x="2683" y="422"/>
                  </a:cubicBezTo>
                  <a:close/>
                  <a:moveTo>
                    <a:pt x="4289" y="410"/>
                  </a:moveTo>
                  <a:cubicBezTo>
                    <a:pt x="4287" y="410"/>
                    <a:pt x="4285" y="409"/>
                    <a:pt x="4284" y="408"/>
                  </a:cubicBezTo>
                  <a:cubicBezTo>
                    <a:pt x="4282" y="407"/>
                    <a:pt x="4281" y="405"/>
                    <a:pt x="4280" y="403"/>
                  </a:cubicBezTo>
                  <a:cubicBezTo>
                    <a:pt x="4280" y="400"/>
                    <a:pt x="4281" y="398"/>
                    <a:pt x="4282" y="396"/>
                  </a:cubicBezTo>
                  <a:cubicBezTo>
                    <a:pt x="4293" y="380"/>
                    <a:pt x="4304" y="365"/>
                    <a:pt x="4314" y="350"/>
                  </a:cubicBezTo>
                  <a:cubicBezTo>
                    <a:pt x="4320" y="340"/>
                    <a:pt x="4326" y="331"/>
                    <a:pt x="4332" y="323"/>
                  </a:cubicBezTo>
                  <a:cubicBezTo>
                    <a:pt x="4343" y="305"/>
                    <a:pt x="4343" y="305"/>
                    <a:pt x="4343" y="305"/>
                  </a:cubicBezTo>
                  <a:cubicBezTo>
                    <a:pt x="4355" y="286"/>
                    <a:pt x="4355" y="286"/>
                    <a:pt x="4355" y="286"/>
                  </a:cubicBezTo>
                  <a:cubicBezTo>
                    <a:pt x="4377" y="250"/>
                    <a:pt x="4377" y="250"/>
                    <a:pt x="4377" y="250"/>
                  </a:cubicBezTo>
                  <a:cubicBezTo>
                    <a:pt x="4387" y="234"/>
                    <a:pt x="4396" y="219"/>
                    <a:pt x="4405" y="207"/>
                  </a:cubicBezTo>
                  <a:cubicBezTo>
                    <a:pt x="4407" y="203"/>
                    <a:pt x="4413" y="202"/>
                    <a:pt x="4416" y="204"/>
                  </a:cubicBezTo>
                  <a:cubicBezTo>
                    <a:pt x="4420" y="207"/>
                    <a:pt x="4421" y="212"/>
                    <a:pt x="4419" y="216"/>
                  </a:cubicBezTo>
                  <a:cubicBezTo>
                    <a:pt x="4410" y="229"/>
                    <a:pt x="4401" y="243"/>
                    <a:pt x="4391" y="259"/>
                  </a:cubicBezTo>
                  <a:cubicBezTo>
                    <a:pt x="4358" y="313"/>
                    <a:pt x="4358" y="313"/>
                    <a:pt x="4358" y="313"/>
                  </a:cubicBezTo>
                  <a:cubicBezTo>
                    <a:pt x="4346" y="332"/>
                    <a:pt x="4346" y="332"/>
                    <a:pt x="4346" y="332"/>
                  </a:cubicBezTo>
                  <a:cubicBezTo>
                    <a:pt x="4340" y="341"/>
                    <a:pt x="4334" y="350"/>
                    <a:pt x="4328" y="359"/>
                  </a:cubicBezTo>
                  <a:cubicBezTo>
                    <a:pt x="4318" y="374"/>
                    <a:pt x="4307" y="390"/>
                    <a:pt x="4296" y="406"/>
                  </a:cubicBezTo>
                  <a:cubicBezTo>
                    <a:pt x="4294" y="408"/>
                    <a:pt x="4292" y="410"/>
                    <a:pt x="4289" y="410"/>
                  </a:cubicBezTo>
                  <a:close/>
                  <a:moveTo>
                    <a:pt x="1937" y="388"/>
                  </a:moveTo>
                  <a:cubicBezTo>
                    <a:pt x="1933" y="388"/>
                    <a:pt x="1930" y="386"/>
                    <a:pt x="1929" y="383"/>
                  </a:cubicBezTo>
                  <a:cubicBezTo>
                    <a:pt x="1928" y="381"/>
                    <a:pt x="1928" y="379"/>
                    <a:pt x="1929" y="377"/>
                  </a:cubicBezTo>
                  <a:cubicBezTo>
                    <a:pt x="1930" y="374"/>
                    <a:pt x="1931" y="373"/>
                    <a:pt x="1933" y="372"/>
                  </a:cubicBezTo>
                  <a:cubicBezTo>
                    <a:pt x="1937" y="370"/>
                    <a:pt x="1943" y="372"/>
                    <a:pt x="1944" y="376"/>
                  </a:cubicBezTo>
                  <a:cubicBezTo>
                    <a:pt x="1945" y="378"/>
                    <a:pt x="1945" y="380"/>
                    <a:pt x="1945" y="383"/>
                  </a:cubicBezTo>
                  <a:cubicBezTo>
                    <a:pt x="1944" y="385"/>
                    <a:pt x="1942" y="386"/>
                    <a:pt x="1940" y="387"/>
                  </a:cubicBezTo>
                  <a:cubicBezTo>
                    <a:pt x="1939" y="388"/>
                    <a:pt x="1938" y="388"/>
                    <a:pt x="1937" y="388"/>
                  </a:cubicBezTo>
                  <a:close/>
                  <a:moveTo>
                    <a:pt x="694" y="383"/>
                  </a:moveTo>
                  <a:cubicBezTo>
                    <a:pt x="692" y="383"/>
                    <a:pt x="691" y="382"/>
                    <a:pt x="689" y="381"/>
                  </a:cubicBezTo>
                  <a:cubicBezTo>
                    <a:pt x="687" y="380"/>
                    <a:pt x="686" y="378"/>
                    <a:pt x="686" y="376"/>
                  </a:cubicBezTo>
                  <a:cubicBezTo>
                    <a:pt x="685" y="374"/>
                    <a:pt x="686" y="371"/>
                    <a:pt x="687" y="370"/>
                  </a:cubicBezTo>
                  <a:cubicBezTo>
                    <a:pt x="690" y="366"/>
                    <a:pt x="695" y="365"/>
                    <a:pt x="699" y="368"/>
                  </a:cubicBezTo>
                  <a:cubicBezTo>
                    <a:pt x="703" y="370"/>
                    <a:pt x="704" y="376"/>
                    <a:pt x="701" y="380"/>
                  </a:cubicBezTo>
                  <a:cubicBezTo>
                    <a:pt x="699" y="382"/>
                    <a:pt x="697" y="383"/>
                    <a:pt x="694" y="383"/>
                  </a:cubicBezTo>
                  <a:close/>
                  <a:moveTo>
                    <a:pt x="6630" y="378"/>
                  </a:moveTo>
                  <a:cubicBezTo>
                    <a:pt x="6627" y="378"/>
                    <a:pt x="6625" y="377"/>
                    <a:pt x="6624" y="375"/>
                  </a:cubicBezTo>
                  <a:cubicBezTo>
                    <a:pt x="6622" y="374"/>
                    <a:pt x="6621" y="372"/>
                    <a:pt x="6621" y="369"/>
                  </a:cubicBezTo>
                  <a:cubicBezTo>
                    <a:pt x="6622" y="367"/>
                    <a:pt x="6623" y="365"/>
                    <a:pt x="6624" y="363"/>
                  </a:cubicBezTo>
                  <a:cubicBezTo>
                    <a:pt x="6628" y="361"/>
                    <a:pt x="6633" y="361"/>
                    <a:pt x="6636" y="364"/>
                  </a:cubicBezTo>
                  <a:cubicBezTo>
                    <a:pt x="6638" y="366"/>
                    <a:pt x="6639" y="368"/>
                    <a:pt x="6638" y="370"/>
                  </a:cubicBezTo>
                  <a:cubicBezTo>
                    <a:pt x="6638" y="373"/>
                    <a:pt x="6637" y="375"/>
                    <a:pt x="6635" y="376"/>
                  </a:cubicBezTo>
                  <a:cubicBezTo>
                    <a:pt x="6635" y="376"/>
                    <a:pt x="6635" y="376"/>
                    <a:pt x="6635" y="376"/>
                  </a:cubicBezTo>
                  <a:cubicBezTo>
                    <a:pt x="6634" y="378"/>
                    <a:pt x="6632" y="378"/>
                    <a:pt x="6630" y="378"/>
                  </a:cubicBezTo>
                  <a:close/>
                  <a:moveTo>
                    <a:pt x="1963" y="376"/>
                  </a:moveTo>
                  <a:cubicBezTo>
                    <a:pt x="1959" y="376"/>
                    <a:pt x="1956" y="374"/>
                    <a:pt x="1955" y="371"/>
                  </a:cubicBezTo>
                  <a:cubicBezTo>
                    <a:pt x="1954" y="369"/>
                    <a:pt x="1954" y="367"/>
                    <a:pt x="1955" y="365"/>
                  </a:cubicBezTo>
                  <a:cubicBezTo>
                    <a:pt x="1955" y="363"/>
                    <a:pt x="1957" y="361"/>
                    <a:pt x="1959" y="360"/>
                  </a:cubicBezTo>
                  <a:cubicBezTo>
                    <a:pt x="1977" y="352"/>
                    <a:pt x="1994" y="345"/>
                    <a:pt x="2011" y="338"/>
                  </a:cubicBezTo>
                  <a:cubicBezTo>
                    <a:pt x="2051" y="321"/>
                    <a:pt x="2089" y="307"/>
                    <a:pt x="2125" y="295"/>
                  </a:cubicBezTo>
                  <a:cubicBezTo>
                    <a:pt x="2142" y="289"/>
                    <a:pt x="2157" y="285"/>
                    <a:pt x="2172" y="280"/>
                  </a:cubicBezTo>
                  <a:cubicBezTo>
                    <a:pt x="2176" y="279"/>
                    <a:pt x="2181" y="282"/>
                    <a:pt x="2182" y="286"/>
                  </a:cubicBezTo>
                  <a:cubicBezTo>
                    <a:pt x="2183" y="288"/>
                    <a:pt x="2183" y="290"/>
                    <a:pt x="2182" y="292"/>
                  </a:cubicBezTo>
                  <a:cubicBezTo>
                    <a:pt x="2181" y="294"/>
                    <a:pt x="2179" y="296"/>
                    <a:pt x="2177" y="296"/>
                  </a:cubicBezTo>
                  <a:cubicBezTo>
                    <a:pt x="2162" y="301"/>
                    <a:pt x="2147" y="305"/>
                    <a:pt x="2131" y="311"/>
                  </a:cubicBezTo>
                  <a:cubicBezTo>
                    <a:pt x="2094" y="323"/>
                    <a:pt x="2057" y="337"/>
                    <a:pt x="2018" y="353"/>
                  </a:cubicBezTo>
                  <a:cubicBezTo>
                    <a:pt x="2001" y="360"/>
                    <a:pt x="1984" y="368"/>
                    <a:pt x="1966" y="376"/>
                  </a:cubicBezTo>
                  <a:cubicBezTo>
                    <a:pt x="1965" y="376"/>
                    <a:pt x="1964" y="376"/>
                    <a:pt x="1963" y="376"/>
                  </a:cubicBezTo>
                  <a:close/>
                  <a:moveTo>
                    <a:pt x="671" y="366"/>
                  </a:moveTo>
                  <a:cubicBezTo>
                    <a:pt x="669" y="366"/>
                    <a:pt x="668" y="366"/>
                    <a:pt x="666" y="365"/>
                  </a:cubicBezTo>
                  <a:cubicBezTo>
                    <a:pt x="648" y="352"/>
                    <a:pt x="631" y="341"/>
                    <a:pt x="614" y="330"/>
                  </a:cubicBezTo>
                  <a:cubicBezTo>
                    <a:pt x="581" y="310"/>
                    <a:pt x="551" y="294"/>
                    <a:pt x="521" y="282"/>
                  </a:cubicBezTo>
                  <a:cubicBezTo>
                    <a:pt x="521" y="282"/>
                    <a:pt x="521" y="282"/>
                    <a:pt x="521" y="282"/>
                  </a:cubicBezTo>
                  <a:cubicBezTo>
                    <a:pt x="516" y="280"/>
                    <a:pt x="511" y="278"/>
                    <a:pt x="506" y="276"/>
                  </a:cubicBezTo>
                  <a:cubicBezTo>
                    <a:pt x="493" y="271"/>
                    <a:pt x="481" y="267"/>
                    <a:pt x="468" y="263"/>
                  </a:cubicBezTo>
                  <a:cubicBezTo>
                    <a:pt x="466" y="263"/>
                    <a:pt x="464" y="261"/>
                    <a:pt x="463" y="259"/>
                  </a:cubicBezTo>
                  <a:cubicBezTo>
                    <a:pt x="462" y="257"/>
                    <a:pt x="462" y="255"/>
                    <a:pt x="463" y="253"/>
                  </a:cubicBezTo>
                  <a:cubicBezTo>
                    <a:pt x="464" y="249"/>
                    <a:pt x="469" y="246"/>
                    <a:pt x="473" y="247"/>
                  </a:cubicBezTo>
                  <a:cubicBezTo>
                    <a:pt x="486" y="251"/>
                    <a:pt x="499" y="255"/>
                    <a:pt x="512" y="260"/>
                  </a:cubicBezTo>
                  <a:cubicBezTo>
                    <a:pt x="517" y="262"/>
                    <a:pt x="522" y="264"/>
                    <a:pt x="527" y="266"/>
                  </a:cubicBezTo>
                  <a:cubicBezTo>
                    <a:pt x="558" y="279"/>
                    <a:pt x="589" y="295"/>
                    <a:pt x="623" y="316"/>
                  </a:cubicBezTo>
                  <a:cubicBezTo>
                    <a:pt x="640" y="326"/>
                    <a:pt x="657" y="338"/>
                    <a:pt x="676" y="351"/>
                  </a:cubicBezTo>
                  <a:cubicBezTo>
                    <a:pt x="678" y="352"/>
                    <a:pt x="679" y="354"/>
                    <a:pt x="679" y="357"/>
                  </a:cubicBezTo>
                  <a:cubicBezTo>
                    <a:pt x="680" y="359"/>
                    <a:pt x="679" y="361"/>
                    <a:pt x="678" y="363"/>
                  </a:cubicBezTo>
                  <a:cubicBezTo>
                    <a:pt x="676" y="365"/>
                    <a:pt x="674" y="366"/>
                    <a:pt x="671" y="366"/>
                  </a:cubicBezTo>
                  <a:close/>
                  <a:moveTo>
                    <a:pt x="6651" y="360"/>
                  </a:moveTo>
                  <a:cubicBezTo>
                    <a:pt x="6649" y="360"/>
                    <a:pt x="6646" y="359"/>
                    <a:pt x="6645" y="357"/>
                  </a:cubicBezTo>
                  <a:cubicBezTo>
                    <a:pt x="6643" y="355"/>
                    <a:pt x="6643" y="353"/>
                    <a:pt x="6643" y="351"/>
                  </a:cubicBezTo>
                  <a:cubicBezTo>
                    <a:pt x="6643" y="348"/>
                    <a:pt x="6644" y="346"/>
                    <a:pt x="6646" y="345"/>
                  </a:cubicBezTo>
                  <a:cubicBezTo>
                    <a:pt x="6648" y="343"/>
                    <a:pt x="6648" y="343"/>
                    <a:pt x="6648" y="343"/>
                  </a:cubicBezTo>
                  <a:cubicBezTo>
                    <a:pt x="6663" y="330"/>
                    <a:pt x="6663" y="330"/>
                    <a:pt x="6663" y="330"/>
                  </a:cubicBezTo>
                  <a:cubicBezTo>
                    <a:pt x="6673" y="321"/>
                    <a:pt x="6684" y="316"/>
                    <a:pt x="6693" y="312"/>
                  </a:cubicBezTo>
                  <a:cubicBezTo>
                    <a:pt x="6694" y="312"/>
                    <a:pt x="6694" y="312"/>
                    <a:pt x="6695" y="312"/>
                  </a:cubicBezTo>
                  <a:cubicBezTo>
                    <a:pt x="6696" y="311"/>
                    <a:pt x="6698" y="311"/>
                    <a:pt x="6699" y="310"/>
                  </a:cubicBezTo>
                  <a:cubicBezTo>
                    <a:pt x="6700" y="310"/>
                    <a:pt x="6701" y="310"/>
                    <a:pt x="6702" y="309"/>
                  </a:cubicBezTo>
                  <a:cubicBezTo>
                    <a:pt x="6705" y="308"/>
                    <a:pt x="6708" y="307"/>
                    <a:pt x="6711" y="306"/>
                  </a:cubicBezTo>
                  <a:cubicBezTo>
                    <a:pt x="6711" y="306"/>
                    <a:pt x="6711" y="306"/>
                    <a:pt x="6711" y="306"/>
                  </a:cubicBezTo>
                  <a:cubicBezTo>
                    <a:pt x="6716" y="305"/>
                    <a:pt x="6721" y="303"/>
                    <a:pt x="6726" y="302"/>
                  </a:cubicBezTo>
                  <a:cubicBezTo>
                    <a:pt x="6727" y="302"/>
                    <a:pt x="6729" y="301"/>
                    <a:pt x="6730" y="301"/>
                  </a:cubicBezTo>
                  <a:cubicBezTo>
                    <a:pt x="6730" y="301"/>
                    <a:pt x="6730" y="301"/>
                    <a:pt x="6730" y="301"/>
                  </a:cubicBezTo>
                  <a:cubicBezTo>
                    <a:pt x="6754" y="295"/>
                    <a:pt x="6781" y="289"/>
                    <a:pt x="6811" y="284"/>
                  </a:cubicBezTo>
                  <a:cubicBezTo>
                    <a:pt x="6828" y="282"/>
                    <a:pt x="6845" y="279"/>
                    <a:pt x="6862" y="277"/>
                  </a:cubicBezTo>
                  <a:cubicBezTo>
                    <a:pt x="6863" y="277"/>
                    <a:pt x="6863" y="277"/>
                    <a:pt x="6863" y="277"/>
                  </a:cubicBezTo>
                  <a:cubicBezTo>
                    <a:pt x="6863" y="277"/>
                    <a:pt x="6863" y="277"/>
                    <a:pt x="6863" y="277"/>
                  </a:cubicBezTo>
                  <a:cubicBezTo>
                    <a:pt x="6867" y="276"/>
                    <a:pt x="6871" y="279"/>
                    <a:pt x="6872" y="284"/>
                  </a:cubicBezTo>
                  <a:cubicBezTo>
                    <a:pt x="6873" y="289"/>
                    <a:pt x="6869" y="293"/>
                    <a:pt x="6865" y="293"/>
                  </a:cubicBezTo>
                  <a:cubicBezTo>
                    <a:pt x="6847" y="296"/>
                    <a:pt x="6830" y="298"/>
                    <a:pt x="6814" y="301"/>
                  </a:cubicBezTo>
                  <a:cubicBezTo>
                    <a:pt x="6784" y="306"/>
                    <a:pt x="6758" y="311"/>
                    <a:pt x="6735" y="317"/>
                  </a:cubicBezTo>
                  <a:cubicBezTo>
                    <a:pt x="6733" y="317"/>
                    <a:pt x="6732" y="318"/>
                    <a:pt x="6730" y="318"/>
                  </a:cubicBezTo>
                  <a:cubicBezTo>
                    <a:pt x="6725" y="320"/>
                    <a:pt x="6721" y="321"/>
                    <a:pt x="6717" y="322"/>
                  </a:cubicBezTo>
                  <a:cubicBezTo>
                    <a:pt x="6716" y="322"/>
                    <a:pt x="6716" y="322"/>
                    <a:pt x="6716" y="322"/>
                  </a:cubicBezTo>
                  <a:cubicBezTo>
                    <a:pt x="6713" y="323"/>
                    <a:pt x="6710" y="324"/>
                    <a:pt x="6708" y="325"/>
                  </a:cubicBezTo>
                  <a:cubicBezTo>
                    <a:pt x="6707" y="326"/>
                    <a:pt x="6706" y="326"/>
                    <a:pt x="6705" y="326"/>
                  </a:cubicBezTo>
                  <a:cubicBezTo>
                    <a:pt x="6703" y="327"/>
                    <a:pt x="6702" y="327"/>
                    <a:pt x="6701" y="328"/>
                  </a:cubicBezTo>
                  <a:cubicBezTo>
                    <a:pt x="6701" y="328"/>
                    <a:pt x="6701" y="328"/>
                    <a:pt x="6701" y="328"/>
                  </a:cubicBezTo>
                  <a:cubicBezTo>
                    <a:pt x="6701" y="328"/>
                    <a:pt x="6701" y="328"/>
                    <a:pt x="6701" y="328"/>
                  </a:cubicBezTo>
                  <a:cubicBezTo>
                    <a:pt x="6700" y="328"/>
                    <a:pt x="6700" y="328"/>
                    <a:pt x="6700" y="328"/>
                  </a:cubicBezTo>
                  <a:cubicBezTo>
                    <a:pt x="6700" y="328"/>
                    <a:pt x="6700" y="328"/>
                    <a:pt x="6700" y="328"/>
                  </a:cubicBezTo>
                  <a:cubicBezTo>
                    <a:pt x="6689" y="333"/>
                    <a:pt x="6681" y="337"/>
                    <a:pt x="6675" y="343"/>
                  </a:cubicBezTo>
                  <a:cubicBezTo>
                    <a:pt x="6674" y="343"/>
                    <a:pt x="6674" y="343"/>
                    <a:pt x="6674" y="343"/>
                  </a:cubicBezTo>
                  <a:cubicBezTo>
                    <a:pt x="6657" y="358"/>
                    <a:pt x="6657" y="358"/>
                    <a:pt x="6657" y="358"/>
                  </a:cubicBezTo>
                  <a:cubicBezTo>
                    <a:pt x="6655" y="359"/>
                    <a:pt x="6653" y="360"/>
                    <a:pt x="6651" y="360"/>
                  </a:cubicBezTo>
                  <a:close/>
                  <a:moveTo>
                    <a:pt x="5108" y="303"/>
                  </a:moveTo>
                  <a:cubicBezTo>
                    <a:pt x="5105" y="303"/>
                    <a:pt x="5103" y="302"/>
                    <a:pt x="5101" y="301"/>
                  </a:cubicBezTo>
                  <a:cubicBezTo>
                    <a:pt x="5101" y="301"/>
                    <a:pt x="5101" y="301"/>
                    <a:pt x="5101" y="301"/>
                  </a:cubicBezTo>
                  <a:cubicBezTo>
                    <a:pt x="5098" y="297"/>
                    <a:pt x="5098" y="292"/>
                    <a:pt x="5102" y="289"/>
                  </a:cubicBezTo>
                  <a:cubicBezTo>
                    <a:pt x="5105" y="285"/>
                    <a:pt x="5111" y="286"/>
                    <a:pt x="5114" y="289"/>
                  </a:cubicBezTo>
                  <a:cubicBezTo>
                    <a:pt x="5114" y="289"/>
                    <a:pt x="5114" y="289"/>
                    <a:pt x="5114" y="289"/>
                  </a:cubicBezTo>
                  <a:cubicBezTo>
                    <a:pt x="5117" y="292"/>
                    <a:pt x="5117" y="298"/>
                    <a:pt x="5113" y="301"/>
                  </a:cubicBezTo>
                  <a:cubicBezTo>
                    <a:pt x="5112" y="302"/>
                    <a:pt x="5110" y="303"/>
                    <a:pt x="5108" y="303"/>
                  </a:cubicBezTo>
                  <a:close/>
                  <a:moveTo>
                    <a:pt x="6892" y="290"/>
                  </a:moveTo>
                  <a:cubicBezTo>
                    <a:pt x="6887" y="290"/>
                    <a:pt x="6884" y="287"/>
                    <a:pt x="6883" y="282"/>
                  </a:cubicBezTo>
                  <a:cubicBezTo>
                    <a:pt x="6883" y="278"/>
                    <a:pt x="6886" y="274"/>
                    <a:pt x="6891" y="273"/>
                  </a:cubicBezTo>
                  <a:cubicBezTo>
                    <a:pt x="6895" y="272"/>
                    <a:pt x="6899" y="276"/>
                    <a:pt x="6900" y="280"/>
                  </a:cubicBezTo>
                  <a:cubicBezTo>
                    <a:pt x="6901" y="285"/>
                    <a:pt x="6897" y="289"/>
                    <a:pt x="6893" y="290"/>
                  </a:cubicBezTo>
                  <a:cubicBezTo>
                    <a:pt x="6892" y="290"/>
                    <a:pt x="6892" y="290"/>
                    <a:pt x="6892" y="290"/>
                  </a:cubicBezTo>
                  <a:close/>
                  <a:moveTo>
                    <a:pt x="2201" y="289"/>
                  </a:moveTo>
                  <a:cubicBezTo>
                    <a:pt x="2198" y="289"/>
                    <a:pt x="2194" y="287"/>
                    <a:pt x="2193" y="283"/>
                  </a:cubicBezTo>
                  <a:cubicBezTo>
                    <a:pt x="2193" y="281"/>
                    <a:pt x="2193" y="278"/>
                    <a:pt x="2194" y="276"/>
                  </a:cubicBezTo>
                  <a:cubicBezTo>
                    <a:pt x="2195" y="274"/>
                    <a:pt x="2197" y="273"/>
                    <a:pt x="2199" y="272"/>
                  </a:cubicBezTo>
                  <a:cubicBezTo>
                    <a:pt x="2204" y="271"/>
                    <a:pt x="2208" y="274"/>
                    <a:pt x="2210" y="278"/>
                  </a:cubicBezTo>
                  <a:cubicBezTo>
                    <a:pt x="2210" y="281"/>
                    <a:pt x="2210" y="283"/>
                    <a:pt x="2209" y="285"/>
                  </a:cubicBezTo>
                  <a:cubicBezTo>
                    <a:pt x="2208" y="287"/>
                    <a:pt x="2206" y="288"/>
                    <a:pt x="2204" y="289"/>
                  </a:cubicBezTo>
                  <a:cubicBezTo>
                    <a:pt x="2203" y="289"/>
                    <a:pt x="2202" y="289"/>
                    <a:pt x="2201" y="289"/>
                  </a:cubicBezTo>
                  <a:close/>
                  <a:moveTo>
                    <a:pt x="6920" y="287"/>
                  </a:moveTo>
                  <a:cubicBezTo>
                    <a:pt x="6915" y="287"/>
                    <a:pt x="6912" y="283"/>
                    <a:pt x="6911" y="279"/>
                  </a:cubicBezTo>
                  <a:cubicBezTo>
                    <a:pt x="6911" y="277"/>
                    <a:pt x="6912" y="275"/>
                    <a:pt x="6913" y="273"/>
                  </a:cubicBezTo>
                  <a:cubicBezTo>
                    <a:pt x="6914" y="271"/>
                    <a:pt x="6916" y="270"/>
                    <a:pt x="6919" y="270"/>
                  </a:cubicBezTo>
                  <a:cubicBezTo>
                    <a:pt x="6936" y="268"/>
                    <a:pt x="6955" y="266"/>
                    <a:pt x="6975" y="264"/>
                  </a:cubicBezTo>
                  <a:cubicBezTo>
                    <a:pt x="6978" y="264"/>
                    <a:pt x="6978" y="264"/>
                    <a:pt x="6978" y="264"/>
                  </a:cubicBezTo>
                  <a:cubicBezTo>
                    <a:pt x="7029" y="259"/>
                    <a:pt x="7083" y="255"/>
                    <a:pt x="7145" y="251"/>
                  </a:cubicBezTo>
                  <a:cubicBezTo>
                    <a:pt x="7149" y="251"/>
                    <a:pt x="7153" y="255"/>
                    <a:pt x="7154" y="259"/>
                  </a:cubicBezTo>
                  <a:cubicBezTo>
                    <a:pt x="7154" y="264"/>
                    <a:pt x="7150" y="268"/>
                    <a:pt x="7146" y="268"/>
                  </a:cubicBezTo>
                  <a:cubicBezTo>
                    <a:pt x="7085" y="272"/>
                    <a:pt x="7030" y="276"/>
                    <a:pt x="6979" y="281"/>
                  </a:cubicBezTo>
                  <a:cubicBezTo>
                    <a:pt x="6979" y="281"/>
                    <a:pt x="6978" y="281"/>
                    <a:pt x="6978" y="281"/>
                  </a:cubicBezTo>
                  <a:cubicBezTo>
                    <a:pt x="6978" y="281"/>
                    <a:pt x="6977" y="281"/>
                    <a:pt x="6977" y="281"/>
                  </a:cubicBezTo>
                  <a:cubicBezTo>
                    <a:pt x="6956" y="283"/>
                    <a:pt x="6938" y="285"/>
                    <a:pt x="6921" y="287"/>
                  </a:cubicBezTo>
                  <a:cubicBezTo>
                    <a:pt x="6920" y="287"/>
                    <a:pt x="6920" y="287"/>
                    <a:pt x="6920" y="287"/>
                  </a:cubicBezTo>
                  <a:close/>
                  <a:moveTo>
                    <a:pt x="5088" y="283"/>
                  </a:moveTo>
                  <a:cubicBezTo>
                    <a:pt x="5086" y="283"/>
                    <a:pt x="5084" y="282"/>
                    <a:pt x="5082" y="280"/>
                  </a:cubicBezTo>
                  <a:cubicBezTo>
                    <a:pt x="5075" y="273"/>
                    <a:pt x="5068" y="266"/>
                    <a:pt x="5060" y="258"/>
                  </a:cubicBezTo>
                  <a:cubicBezTo>
                    <a:pt x="5021" y="218"/>
                    <a:pt x="4991" y="189"/>
                    <a:pt x="4961" y="163"/>
                  </a:cubicBezTo>
                  <a:cubicBezTo>
                    <a:pt x="4954" y="157"/>
                    <a:pt x="4947" y="151"/>
                    <a:pt x="4940" y="145"/>
                  </a:cubicBezTo>
                  <a:cubicBezTo>
                    <a:pt x="4932" y="139"/>
                    <a:pt x="4925" y="133"/>
                    <a:pt x="4917" y="127"/>
                  </a:cubicBezTo>
                  <a:cubicBezTo>
                    <a:pt x="4916" y="126"/>
                    <a:pt x="4914" y="123"/>
                    <a:pt x="4914" y="121"/>
                  </a:cubicBezTo>
                  <a:cubicBezTo>
                    <a:pt x="4914" y="119"/>
                    <a:pt x="4914" y="117"/>
                    <a:pt x="4916" y="115"/>
                  </a:cubicBezTo>
                  <a:cubicBezTo>
                    <a:pt x="4919" y="111"/>
                    <a:pt x="4924" y="111"/>
                    <a:pt x="4928" y="114"/>
                  </a:cubicBezTo>
                  <a:cubicBezTo>
                    <a:pt x="4935" y="119"/>
                    <a:pt x="4943" y="126"/>
                    <a:pt x="4951" y="132"/>
                  </a:cubicBezTo>
                  <a:cubicBezTo>
                    <a:pt x="4957" y="138"/>
                    <a:pt x="4964" y="143"/>
                    <a:pt x="4972" y="150"/>
                  </a:cubicBezTo>
                  <a:cubicBezTo>
                    <a:pt x="5002" y="176"/>
                    <a:pt x="5033" y="206"/>
                    <a:pt x="5073" y="246"/>
                  </a:cubicBezTo>
                  <a:cubicBezTo>
                    <a:pt x="5080" y="254"/>
                    <a:pt x="5087" y="261"/>
                    <a:pt x="5094" y="268"/>
                  </a:cubicBezTo>
                  <a:cubicBezTo>
                    <a:pt x="5095" y="269"/>
                    <a:pt x="5095" y="269"/>
                    <a:pt x="5095" y="269"/>
                  </a:cubicBezTo>
                  <a:cubicBezTo>
                    <a:pt x="5095" y="269"/>
                    <a:pt x="5095" y="269"/>
                    <a:pt x="5095" y="269"/>
                  </a:cubicBezTo>
                  <a:cubicBezTo>
                    <a:pt x="5097" y="272"/>
                    <a:pt x="5097" y="277"/>
                    <a:pt x="5094" y="280"/>
                  </a:cubicBezTo>
                  <a:cubicBezTo>
                    <a:pt x="5092" y="282"/>
                    <a:pt x="5090" y="283"/>
                    <a:pt x="5088" y="283"/>
                  </a:cubicBezTo>
                  <a:close/>
                  <a:moveTo>
                    <a:pt x="2229" y="282"/>
                  </a:moveTo>
                  <a:cubicBezTo>
                    <a:pt x="2225" y="282"/>
                    <a:pt x="2221" y="280"/>
                    <a:pt x="2221" y="276"/>
                  </a:cubicBezTo>
                  <a:cubicBezTo>
                    <a:pt x="2220" y="273"/>
                    <a:pt x="2220" y="271"/>
                    <a:pt x="2222" y="269"/>
                  </a:cubicBezTo>
                  <a:cubicBezTo>
                    <a:pt x="2223" y="267"/>
                    <a:pt x="2225" y="266"/>
                    <a:pt x="2227" y="265"/>
                  </a:cubicBezTo>
                  <a:cubicBezTo>
                    <a:pt x="2234" y="264"/>
                    <a:pt x="2240" y="262"/>
                    <a:pt x="2247" y="261"/>
                  </a:cubicBezTo>
                  <a:cubicBezTo>
                    <a:pt x="2247" y="261"/>
                    <a:pt x="2247" y="261"/>
                    <a:pt x="2247" y="261"/>
                  </a:cubicBezTo>
                  <a:cubicBezTo>
                    <a:pt x="2258" y="259"/>
                    <a:pt x="2270" y="256"/>
                    <a:pt x="2283" y="254"/>
                  </a:cubicBezTo>
                  <a:cubicBezTo>
                    <a:pt x="2290" y="253"/>
                    <a:pt x="2298" y="252"/>
                    <a:pt x="2308" y="250"/>
                  </a:cubicBezTo>
                  <a:cubicBezTo>
                    <a:pt x="2308" y="250"/>
                    <a:pt x="2308" y="250"/>
                    <a:pt x="2308" y="250"/>
                  </a:cubicBezTo>
                  <a:cubicBezTo>
                    <a:pt x="2332" y="248"/>
                    <a:pt x="2352" y="246"/>
                    <a:pt x="2370" y="246"/>
                  </a:cubicBezTo>
                  <a:cubicBezTo>
                    <a:pt x="2373" y="246"/>
                    <a:pt x="2377" y="246"/>
                    <a:pt x="2380" y="246"/>
                  </a:cubicBezTo>
                  <a:cubicBezTo>
                    <a:pt x="2400" y="246"/>
                    <a:pt x="2416" y="246"/>
                    <a:pt x="2431" y="248"/>
                  </a:cubicBezTo>
                  <a:cubicBezTo>
                    <a:pt x="2439" y="249"/>
                    <a:pt x="2447" y="250"/>
                    <a:pt x="2454" y="252"/>
                  </a:cubicBezTo>
                  <a:cubicBezTo>
                    <a:pt x="2455" y="252"/>
                    <a:pt x="2455" y="252"/>
                    <a:pt x="2455" y="252"/>
                  </a:cubicBezTo>
                  <a:cubicBezTo>
                    <a:pt x="2459" y="252"/>
                    <a:pt x="2462" y="257"/>
                    <a:pt x="2461" y="261"/>
                  </a:cubicBezTo>
                  <a:cubicBezTo>
                    <a:pt x="2461" y="266"/>
                    <a:pt x="2456" y="269"/>
                    <a:pt x="2452" y="268"/>
                  </a:cubicBezTo>
                  <a:cubicBezTo>
                    <a:pt x="2444" y="267"/>
                    <a:pt x="2437" y="266"/>
                    <a:pt x="2429" y="265"/>
                  </a:cubicBezTo>
                  <a:cubicBezTo>
                    <a:pt x="2414" y="263"/>
                    <a:pt x="2399" y="263"/>
                    <a:pt x="2380" y="263"/>
                  </a:cubicBezTo>
                  <a:cubicBezTo>
                    <a:pt x="2377" y="263"/>
                    <a:pt x="2374" y="263"/>
                    <a:pt x="2370" y="263"/>
                  </a:cubicBezTo>
                  <a:cubicBezTo>
                    <a:pt x="2353" y="263"/>
                    <a:pt x="2334" y="265"/>
                    <a:pt x="2310" y="267"/>
                  </a:cubicBezTo>
                  <a:cubicBezTo>
                    <a:pt x="2302" y="269"/>
                    <a:pt x="2294" y="270"/>
                    <a:pt x="2286" y="271"/>
                  </a:cubicBezTo>
                  <a:cubicBezTo>
                    <a:pt x="2286" y="271"/>
                    <a:pt x="2286" y="271"/>
                    <a:pt x="2286" y="271"/>
                  </a:cubicBezTo>
                  <a:cubicBezTo>
                    <a:pt x="2286" y="271"/>
                    <a:pt x="2286" y="271"/>
                    <a:pt x="2286" y="271"/>
                  </a:cubicBezTo>
                  <a:cubicBezTo>
                    <a:pt x="2272" y="273"/>
                    <a:pt x="2261" y="275"/>
                    <a:pt x="2250" y="278"/>
                  </a:cubicBezTo>
                  <a:cubicBezTo>
                    <a:pt x="2250" y="278"/>
                    <a:pt x="2250" y="278"/>
                    <a:pt x="2250" y="278"/>
                  </a:cubicBezTo>
                  <a:cubicBezTo>
                    <a:pt x="2244" y="279"/>
                    <a:pt x="2237" y="281"/>
                    <a:pt x="2231" y="282"/>
                  </a:cubicBezTo>
                  <a:cubicBezTo>
                    <a:pt x="2230" y="282"/>
                    <a:pt x="2229" y="282"/>
                    <a:pt x="2229" y="282"/>
                  </a:cubicBezTo>
                  <a:close/>
                  <a:moveTo>
                    <a:pt x="2481" y="274"/>
                  </a:moveTo>
                  <a:cubicBezTo>
                    <a:pt x="2480" y="274"/>
                    <a:pt x="2479" y="274"/>
                    <a:pt x="2479" y="274"/>
                  </a:cubicBezTo>
                  <a:cubicBezTo>
                    <a:pt x="2476" y="274"/>
                    <a:pt x="2475" y="272"/>
                    <a:pt x="2473" y="270"/>
                  </a:cubicBezTo>
                  <a:cubicBezTo>
                    <a:pt x="2472" y="268"/>
                    <a:pt x="2472" y="266"/>
                    <a:pt x="2473" y="264"/>
                  </a:cubicBezTo>
                  <a:cubicBezTo>
                    <a:pt x="2474" y="259"/>
                    <a:pt x="2478" y="257"/>
                    <a:pt x="2483" y="258"/>
                  </a:cubicBezTo>
                  <a:cubicBezTo>
                    <a:pt x="2485" y="258"/>
                    <a:pt x="2487" y="260"/>
                    <a:pt x="2488" y="262"/>
                  </a:cubicBezTo>
                  <a:cubicBezTo>
                    <a:pt x="2489" y="264"/>
                    <a:pt x="2490" y="266"/>
                    <a:pt x="2489" y="268"/>
                  </a:cubicBezTo>
                  <a:cubicBezTo>
                    <a:pt x="2488" y="272"/>
                    <a:pt x="2485" y="274"/>
                    <a:pt x="2481" y="274"/>
                  </a:cubicBezTo>
                  <a:close/>
                  <a:moveTo>
                    <a:pt x="7173" y="267"/>
                  </a:moveTo>
                  <a:cubicBezTo>
                    <a:pt x="7169" y="267"/>
                    <a:pt x="7165" y="263"/>
                    <a:pt x="7165" y="259"/>
                  </a:cubicBezTo>
                  <a:cubicBezTo>
                    <a:pt x="7165" y="256"/>
                    <a:pt x="7166" y="254"/>
                    <a:pt x="7167" y="253"/>
                  </a:cubicBezTo>
                  <a:cubicBezTo>
                    <a:pt x="7169" y="251"/>
                    <a:pt x="7171" y="250"/>
                    <a:pt x="7173" y="250"/>
                  </a:cubicBezTo>
                  <a:cubicBezTo>
                    <a:pt x="7178" y="250"/>
                    <a:pt x="7182" y="253"/>
                    <a:pt x="7182" y="258"/>
                  </a:cubicBezTo>
                  <a:cubicBezTo>
                    <a:pt x="7182" y="260"/>
                    <a:pt x="7181" y="262"/>
                    <a:pt x="7180" y="264"/>
                  </a:cubicBezTo>
                  <a:cubicBezTo>
                    <a:pt x="7178" y="265"/>
                    <a:pt x="7176" y="266"/>
                    <a:pt x="7174" y="267"/>
                  </a:cubicBezTo>
                  <a:cubicBezTo>
                    <a:pt x="7174" y="267"/>
                    <a:pt x="7174" y="267"/>
                    <a:pt x="7173" y="267"/>
                  </a:cubicBezTo>
                  <a:close/>
                  <a:moveTo>
                    <a:pt x="7202" y="265"/>
                  </a:moveTo>
                  <a:cubicBezTo>
                    <a:pt x="7197" y="265"/>
                    <a:pt x="7193" y="262"/>
                    <a:pt x="7193" y="257"/>
                  </a:cubicBezTo>
                  <a:cubicBezTo>
                    <a:pt x="7193" y="252"/>
                    <a:pt x="7197" y="248"/>
                    <a:pt x="7201" y="248"/>
                  </a:cubicBezTo>
                  <a:cubicBezTo>
                    <a:pt x="7218" y="247"/>
                    <a:pt x="7236" y="246"/>
                    <a:pt x="7258" y="245"/>
                  </a:cubicBezTo>
                  <a:cubicBezTo>
                    <a:pt x="7312" y="243"/>
                    <a:pt x="7367" y="241"/>
                    <a:pt x="7427" y="239"/>
                  </a:cubicBezTo>
                  <a:cubicBezTo>
                    <a:pt x="7432" y="239"/>
                    <a:pt x="7436" y="242"/>
                    <a:pt x="7436" y="247"/>
                  </a:cubicBezTo>
                  <a:cubicBezTo>
                    <a:pt x="7436" y="249"/>
                    <a:pt x="7435" y="252"/>
                    <a:pt x="7434" y="253"/>
                  </a:cubicBezTo>
                  <a:cubicBezTo>
                    <a:pt x="7432" y="255"/>
                    <a:pt x="7430" y="256"/>
                    <a:pt x="7428" y="256"/>
                  </a:cubicBezTo>
                  <a:cubicBezTo>
                    <a:pt x="7367" y="258"/>
                    <a:pt x="7312" y="260"/>
                    <a:pt x="7259" y="262"/>
                  </a:cubicBezTo>
                  <a:cubicBezTo>
                    <a:pt x="7240" y="263"/>
                    <a:pt x="7221" y="264"/>
                    <a:pt x="7202" y="265"/>
                  </a:cubicBezTo>
                  <a:cubicBezTo>
                    <a:pt x="7202" y="265"/>
                    <a:pt x="7202" y="265"/>
                    <a:pt x="7202" y="265"/>
                  </a:cubicBezTo>
                  <a:close/>
                  <a:moveTo>
                    <a:pt x="443" y="257"/>
                  </a:moveTo>
                  <a:cubicBezTo>
                    <a:pt x="443" y="257"/>
                    <a:pt x="443" y="257"/>
                    <a:pt x="443" y="257"/>
                  </a:cubicBezTo>
                  <a:cubicBezTo>
                    <a:pt x="443" y="257"/>
                    <a:pt x="442" y="257"/>
                    <a:pt x="441" y="257"/>
                  </a:cubicBezTo>
                  <a:cubicBezTo>
                    <a:pt x="439" y="256"/>
                    <a:pt x="437" y="255"/>
                    <a:pt x="436" y="253"/>
                  </a:cubicBezTo>
                  <a:cubicBezTo>
                    <a:pt x="435" y="251"/>
                    <a:pt x="434" y="249"/>
                    <a:pt x="435" y="247"/>
                  </a:cubicBezTo>
                  <a:cubicBezTo>
                    <a:pt x="436" y="242"/>
                    <a:pt x="440" y="240"/>
                    <a:pt x="444" y="240"/>
                  </a:cubicBezTo>
                  <a:cubicBezTo>
                    <a:pt x="444" y="240"/>
                    <a:pt x="444" y="240"/>
                    <a:pt x="444" y="240"/>
                  </a:cubicBezTo>
                  <a:cubicBezTo>
                    <a:pt x="445" y="240"/>
                    <a:pt x="445" y="240"/>
                    <a:pt x="445" y="240"/>
                  </a:cubicBezTo>
                  <a:cubicBezTo>
                    <a:pt x="450" y="241"/>
                    <a:pt x="453" y="246"/>
                    <a:pt x="452" y="250"/>
                  </a:cubicBezTo>
                  <a:cubicBezTo>
                    <a:pt x="451" y="254"/>
                    <a:pt x="447" y="257"/>
                    <a:pt x="443" y="257"/>
                  </a:cubicBezTo>
                  <a:close/>
                  <a:moveTo>
                    <a:pt x="7456" y="255"/>
                  </a:moveTo>
                  <a:cubicBezTo>
                    <a:pt x="7451" y="255"/>
                    <a:pt x="7448" y="251"/>
                    <a:pt x="7448" y="247"/>
                  </a:cubicBezTo>
                  <a:cubicBezTo>
                    <a:pt x="7447" y="244"/>
                    <a:pt x="7448" y="242"/>
                    <a:pt x="7450" y="241"/>
                  </a:cubicBezTo>
                  <a:cubicBezTo>
                    <a:pt x="7451" y="239"/>
                    <a:pt x="7454" y="238"/>
                    <a:pt x="7456" y="238"/>
                  </a:cubicBezTo>
                  <a:cubicBezTo>
                    <a:pt x="7460" y="238"/>
                    <a:pt x="7464" y="242"/>
                    <a:pt x="7464" y="246"/>
                  </a:cubicBezTo>
                  <a:cubicBezTo>
                    <a:pt x="7465" y="251"/>
                    <a:pt x="7461" y="255"/>
                    <a:pt x="7456" y="255"/>
                  </a:cubicBezTo>
                  <a:cubicBezTo>
                    <a:pt x="7456" y="255"/>
                    <a:pt x="7456" y="255"/>
                    <a:pt x="7456" y="255"/>
                  </a:cubicBezTo>
                  <a:close/>
                  <a:moveTo>
                    <a:pt x="7485" y="254"/>
                  </a:moveTo>
                  <a:cubicBezTo>
                    <a:pt x="7484" y="254"/>
                    <a:pt x="7484" y="254"/>
                    <a:pt x="7484" y="254"/>
                  </a:cubicBezTo>
                  <a:cubicBezTo>
                    <a:pt x="7480" y="254"/>
                    <a:pt x="7476" y="251"/>
                    <a:pt x="7476" y="246"/>
                  </a:cubicBezTo>
                  <a:cubicBezTo>
                    <a:pt x="7476" y="244"/>
                    <a:pt x="7477" y="242"/>
                    <a:pt x="7478" y="240"/>
                  </a:cubicBezTo>
                  <a:cubicBezTo>
                    <a:pt x="7480" y="238"/>
                    <a:pt x="7482" y="237"/>
                    <a:pt x="7484" y="237"/>
                  </a:cubicBezTo>
                  <a:cubicBezTo>
                    <a:pt x="7484" y="237"/>
                    <a:pt x="7484" y="237"/>
                    <a:pt x="7485" y="237"/>
                  </a:cubicBezTo>
                  <a:cubicBezTo>
                    <a:pt x="7504" y="237"/>
                    <a:pt x="7523" y="236"/>
                    <a:pt x="7541" y="236"/>
                  </a:cubicBezTo>
                  <a:cubicBezTo>
                    <a:pt x="7596" y="235"/>
                    <a:pt x="7653" y="234"/>
                    <a:pt x="7710" y="233"/>
                  </a:cubicBezTo>
                  <a:cubicBezTo>
                    <a:pt x="7711" y="233"/>
                    <a:pt x="7711" y="233"/>
                    <a:pt x="7711" y="233"/>
                  </a:cubicBezTo>
                  <a:cubicBezTo>
                    <a:pt x="7715" y="233"/>
                    <a:pt x="7719" y="237"/>
                    <a:pt x="7719" y="241"/>
                  </a:cubicBezTo>
                  <a:cubicBezTo>
                    <a:pt x="7719" y="244"/>
                    <a:pt x="7718" y="246"/>
                    <a:pt x="7717" y="247"/>
                  </a:cubicBezTo>
                  <a:cubicBezTo>
                    <a:pt x="7715" y="249"/>
                    <a:pt x="7713" y="250"/>
                    <a:pt x="7711" y="250"/>
                  </a:cubicBezTo>
                  <a:cubicBezTo>
                    <a:pt x="7653" y="251"/>
                    <a:pt x="7596" y="252"/>
                    <a:pt x="7541" y="253"/>
                  </a:cubicBezTo>
                  <a:cubicBezTo>
                    <a:pt x="7523" y="253"/>
                    <a:pt x="7505" y="254"/>
                    <a:pt x="7485" y="254"/>
                  </a:cubicBezTo>
                  <a:cubicBezTo>
                    <a:pt x="7485" y="254"/>
                    <a:pt x="7485" y="254"/>
                    <a:pt x="7485" y="254"/>
                  </a:cubicBezTo>
                  <a:close/>
                  <a:moveTo>
                    <a:pt x="415" y="252"/>
                  </a:moveTo>
                  <a:cubicBezTo>
                    <a:pt x="415" y="252"/>
                    <a:pt x="415" y="252"/>
                    <a:pt x="414" y="252"/>
                  </a:cubicBezTo>
                  <a:cubicBezTo>
                    <a:pt x="407" y="251"/>
                    <a:pt x="400" y="250"/>
                    <a:pt x="393" y="250"/>
                  </a:cubicBezTo>
                  <a:cubicBezTo>
                    <a:pt x="392" y="250"/>
                    <a:pt x="392" y="250"/>
                    <a:pt x="392" y="250"/>
                  </a:cubicBezTo>
                  <a:cubicBezTo>
                    <a:pt x="387" y="250"/>
                    <a:pt x="383" y="249"/>
                    <a:pt x="379" y="249"/>
                  </a:cubicBezTo>
                  <a:cubicBezTo>
                    <a:pt x="379" y="249"/>
                    <a:pt x="379" y="249"/>
                    <a:pt x="379" y="249"/>
                  </a:cubicBezTo>
                  <a:cubicBezTo>
                    <a:pt x="378" y="249"/>
                    <a:pt x="377" y="249"/>
                    <a:pt x="376" y="249"/>
                  </a:cubicBezTo>
                  <a:cubicBezTo>
                    <a:pt x="373" y="249"/>
                    <a:pt x="369" y="249"/>
                    <a:pt x="366" y="249"/>
                  </a:cubicBezTo>
                  <a:cubicBezTo>
                    <a:pt x="365" y="249"/>
                    <a:pt x="365" y="249"/>
                    <a:pt x="364" y="249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189" y="249"/>
                    <a:pt x="189" y="249"/>
                    <a:pt x="189" y="249"/>
                  </a:cubicBezTo>
                  <a:cubicBezTo>
                    <a:pt x="185" y="249"/>
                    <a:pt x="181" y="245"/>
                    <a:pt x="181" y="241"/>
                  </a:cubicBezTo>
                  <a:cubicBezTo>
                    <a:pt x="181" y="236"/>
                    <a:pt x="185" y="232"/>
                    <a:pt x="189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5" y="232"/>
                    <a:pt x="365" y="232"/>
                    <a:pt x="366" y="232"/>
                  </a:cubicBezTo>
                  <a:cubicBezTo>
                    <a:pt x="370" y="232"/>
                    <a:pt x="373" y="232"/>
                    <a:pt x="376" y="232"/>
                  </a:cubicBezTo>
                  <a:cubicBezTo>
                    <a:pt x="377" y="232"/>
                    <a:pt x="378" y="232"/>
                    <a:pt x="379" y="232"/>
                  </a:cubicBezTo>
                  <a:cubicBezTo>
                    <a:pt x="384" y="232"/>
                    <a:pt x="388" y="233"/>
                    <a:pt x="392" y="233"/>
                  </a:cubicBezTo>
                  <a:cubicBezTo>
                    <a:pt x="393" y="233"/>
                    <a:pt x="394" y="233"/>
                    <a:pt x="394" y="233"/>
                  </a:cubicBezTo>
                  <a:cubicBezTo>
                    <a:pt x="402" y="234"/>
                    <a:pt x="409" y="234"/>
                    <a:pt x="416" y="235"/>
                  </a:cubicBezTo>
                  <a:cubicBezTo>
                    <a:pt x="419" y="236"/>
                    <a:pt x="421" y="237"/>
                    <a:pt x="422" y="239"/>
                  </a:cubicBezTo>
                  <a:cubicBezTo>
                    <a:pt x="423" y="240"/>
                    <a:pt x="424" y="243"/>
                    <a:pt x="424" y="245"/>
                  </a:cubicBezTo>
                  <a:cubicBezTo>
                    <a:pt x="423" y="249"/>
                    <a:pt x="420" y="252"/>
                    <a:pt x="415" y="252"/>
                  </a:cubicBezTo>
                  <a:close/>
                  <a:moveTo>
                    <a:pt x="7738" y="250"/>
                  </a:moveTo>
                  <a:cubicBezTo>
                    <a:pt x="7738" y="250"/>
                    <a:pt x="7738" y="250"/>
                    <a:pt x="7738" y="250"/>
                  </a:cubicBezTo>
                  <a:cubicBezTo>
                    <a:pt x="7734" y="249"/>
                    <a:pt x="7730" y="246"/>
                    <a:pt x="7730" y="241"/>
                  </a:cubicBezTo>
                  <a:cubicBezTo>
                    <a:pt x="7730" y="239"/>
                    <a:pt x="7731" y="237"/>
                    <a:pt x="7733" y="235"/>
                  </a:cubicBezTo>
                  <a:cubicBezTo>
                    <a:pt x="7734" y="234"/>
                    <a:pt x="7736" y="233"/>
                    <a:pt x="7739" y="233"/>
                  </a:cubicBezTo>
                  <a:cubicBezTo>
                    <a:pt x="7739" y="233"/>
                    <a:pt x="7739" y="233"/>
                    <a:pt x="7739" y="233"/>
                  </a:cubicBezTo>
                  <a:cubicBezTo>
                    <a:pt x="7743" y="233"/>
                    <a:pt x="7747" y="236"/>
                    <a:pt x="7747" y="241"/>
                  </a:cubicBezTo>
                  <a:cubicBezTo>
                    <a:pt x="7747" y="243"/>
                    <a:pt x="7746" y="246"/>
                    <a:pt x="7745" y="247"/>
                  </a:cubicBezTo>
                  <a:cubicBezTo>
                    <a:pt x="7743" y="249"/>
                    <a:pt x="7741" y="250"/>
                    <a:pt x="7739" y="250"/>
                  </a:cubicBezTo>
                  <a:lnTo>
                    <a:pt x="7738" y="250"/>
                  </a:lnTo>
                  <a:close/>
                  <a:moveTo>
                    <a:pt x="7767" y="249"/>
                  </a:moveTo>
                  <a:cubicBezTo>
                    <a:pt x="7767" y="249"/>
                    <a:pt x="7767" y="249"/>
                    <a:pt x="7767" y="249"/>
                  </a:cubicBezTo>
                  <a:cubicBezTo>
                    <a:pt x="7762" y="249"/>
                    <a:pt x="7759" y="246"/>
                    <a:pt x="7759" y="241"/>
                  </a:cubicBezTo>
                  <a:cubicBezTo>
                    <a:pt x="7759" y="239"/>
                    <a:pt x="7759" y="237"/>
                    <a:pt x="7761" y="235"/>
                  </a:cubicBezTo>
                  <a:cubicBezTo>
                    <a:pt x="7763" y="233"/>
                    <a:pt x="7765" y="232"/>
                    <a:pt x="7767" y="232"/>
                  </a:cubicBezTo>
                  <a:cubicBezTo>
                    <a:pt x="7784" y="232"/>
                    <a:pt x="7802" y="232"/>
                    <a:pt x="7824" y="232"/>
                  </a:cubicBezTo>
                  <a:cubicBezTo>
                    <a:pt x="7824" y="232"/>
                    <a:pt x="7824" y="232"/>
                    <a:pt x="7824" y="232"/>
                  </a:cubicBezTo>
                  <a:cubicBezTo>
                    <a:pt x="7828" y="232"/>
                    <a:pt x="7832" y="236"/>
                    <a:pt x="7832" y="241"/>
                  </a:cubicBezTo>
                  <a:cubicBezTo>
                    <a:pt x="7832" y="245"/>
                    <a:pt x="7828" y="249"/>
                    <a:pt x="7824" y="249"/>
                  </a:cubicBezTo>
                  <a:cubicBezTo>
                    <a:pt x="7806" y="249"/>
                    <a:pt x="7788" y="249"/>
                    <a:pt x="7767" y="249"/>
                  </a:cubicBezTo>
                  <a:close/>
                  <a:moveTo>
                    <a:pt x="161" y="249"/>
                  </a:moveTo>
                  <a:cubicBezTo>
                    <a:pt x="156" y="249"/>
                    <a:pt x="152" y="245"/>
                    <a:pt x="152" y="241"/>
                  </a:cubicBezTo>
                  <a:cubicBezTo>
                    <a:pt x="152" y="236"/>
                    <a:pt x="156" y="232"/>
                    <a:pt x="161" y="232"/>
                  </a:cubicBezTo>
                  <a:cubicBezTo>
                    <a:pt x="166" y="232"/>
                    <a:pt x="169" y="236"/>
                    <a:pt x="169" y="241"/>
                  </a:cubicBezTo>
                  <a:cubicBezTo>
                    <a:pt x="169" y="245"/>
                    <a:pt x="166" y="249"/>
                    <a:pt x="161" y="249"/>
                  </a:cubicBezTo>
                  <a:close/>
                  <a:moveTo>
                    <a:pt x="133" y="249"/>
                  </a:moveTo>
                  <a:cubicBezTo>
                    <a:pt x="9" y="249"/>
                    <a:pt x="9" y="249"/>
                    <a:pt x="9" y="249"/>
                  </a:cubicBezTo>
                  <a:cubicBezTo>
                    <a:pt x="4" y="249"/>
                    <a:pt x="0" y="245"/>
                    <a:pt x="0" y="241"/>
                  </a:cubicBezTo>
                  <a:cubicBezTo>
                    <a:pt x="0" y="236"/>
                    <a:pt x="4" y="232"/>
                    <a:pt x="9" y="232"/>
                  </a:cubicBezTo>
                  <a:cubicBezTo>
                    <a:pt x="133" y="232"/>
                    <a:pt x="133" y="232"/>
                    <a:pt x="133" y="232"/>
                  </a:cubicBezTo>
                  <a:cubicBezTo>
                    <a:pt x="137" y="232"/>
                    <a:pt x="141" y="236"/>
                    <a:pt x="141" y="241"/>
                  </a:cubicBezTo>
                  <a:cubicBezTo>
                    <a:pt x="141" y="245"/>
                    <a:pt x="137" y="249"/>
                    <a:pt x="133" y="249"/>
                  </a:cubicBezTo>
                  <a:close/>
                  <a:moveTo>
                    <a:pt x="4428" y="196"/>
                  </a:moveTo>
                  <a:cubicBezTo>
                    <a:pt x="4426" y="196"/>
                    <a:pt x="4424" y="196"/>
                    <a:pt x="4423" y="195"/>
                  </a:cubicBezTo>
                  <a:cubicBezTo>
                    <a:pt x="4421" y="193"/>
                    <a:pt x="4420" y="191"/>
                    <a:pt x="4419" y="189"/>
                  </a:cubicBezTo>
                  <a:cubicBezTo>
                    <a:pt x="4419" y="187"/>
                    <a:pt x="4419" y="185"/>
                    <a:pt x="4421" y="183"/>
                  </a:cubicBezTo>
                  <a:cubicBezTo>
                    <a:pt x="4423" y="179"/>
                    <a:pt x="4429" y="178"/>
                    <a:pt x="4432" y="181"/>
                  </a:cubicBezTo>
                  <a:cubicBezTo>
                    <a:pt x="4436" y="183"/>
                    <a:pt x="4437" y="188"/>
                    <a:pt x="4435" y="192"/>
                  </a:cubicBezTo>
                  <a:cubicBezTo>
                    <a:pt x="4435" y="192"/>
                    <a:pt x="4435" y="192"/>
                    <a:pt x="4435" y="192"/>
                  </a:cubicBezTo>
                  <a:cubicBezTo>
                    <a:pt x="4435" y="193"/>
                    <a:pt x="4435" y="193"/>
                    <a:pt x="4435" y="193"/>
                  </a:cubicBezTo>
                  <a:cubicBezTo>
                    <a:pt x="4433" y="195"/>
                    <a:pt x="4430" y="196"/>
                    <a:pt x="4428" y="196"/>
                  </a:cubicBezTo>
                  <a:close/>
                  <a:moveTo>
                    <a:pt x="4444" y="173"/>
                  </a:moveTo>
                  <a:cubicBezTo>
                    <a:pt x="4442" y="173"/>
                    <a:pt x="4440" y="173"/>
                    <a:pt x="4439" y="172"/>
                  </a:cubicBezTo>
                  <a:cubicBezTo>
                    <a:pt x="4437" y="170"/>
                    <a:pt x="4436" y="168"/>
                    <a:pt x="4436" y="166"/>
                  </a:cubicBezTo>
                  <a:cubicBezTo>
                    <a:pt x="4435" y="164"/>
                    <a:pt x="4436" y="162"/>
                    <a:pt x="4437" y="160"/>
                  </a:cubicBezTo>
                  <a:cubicBezTo>
                    <a:pt x="4449" y="143"/>
                    <a:pt x="4461" y="129"/>
                    <a:pt x="4472" y="115"/>
                  </a:cubicBezTo>
                  <a:cubicBezTo>
                    <a:pt x="4473" y="115"/>
                    <a:pt x="4473" y="115"/>
                    <a:pt x="4473" y="115"/>
                  </a:cubicBezTo>
                  <a:cubicBezTo>
                    <a:pt x="4492" y="93"/>
                    <a:pt x="4510" y="74"/>
                    <a:pt x="4529" y="58"/>
                  </a:cubicBezTo>
                  <a:cubicBezTo>
                    <a:pt x="4551" y="41"/>
                    <a:pt x="4572" y="27"/>
                    <a:pt x="4594" y="18"/>
                  </a:cubicBezTo>
                  <a:cubicBezTo>
                    <a:pt x="4599" y="15"/>
                    <a:pt x="4605" y="13"/>
                    <a:pt x="4610" y="11"/>
                  </a:cubicBezTo>
                  <a:cubicBezTo>
                    <a:pt x="4610" y="11"/>
                    <a:pt x="4610" y="11"/>
                    <a:pt x="4610" y="11"/>
                  </a:cubicBezTo>
                  <a:cubicBezTo>
                    <a:pt x="4615" y="10"/>
                    <a:pt x="4620" y="12"/>
                    <a:pt x="4621" y="17"/>
                  </a:cubicBezTo>
                  <a:cubicBezTo>
                    <a:pt x="4622" y="21"/>
                    <a:pt x="4620" y="26"/>
                    <a:pt x="4616" y="27"/>
                  </a:cubicBezTo>
                  <a:cubicBezTo>
                    <a:pt x="4611" y="29"/>
                    <a:pt x="4606" y="31"/>
                    <a:pt x="4601" y="33"/>
                  </a:cubicBezTo>
                  <a:cubicBezTo>
                    <a:pt x="4581" y="42"/>
                    <a:pt x="4560" y="55"/>
                    <a:pt x="4540" y="71"/>
                  </a:cubicBezTo>
                  <a:cubicBezTo>
                    <a:pt x="4522" y="86"/>
                    <a:pt x="4504" y="105"/>
                    <a:pt x="4485" y="126"/>
                  </a:cubicBezTo>
                  <a:cubicBezTo>
                    <a:pt x="4485" y="126"/>
                    <a:pt x="4485" y="126"/>
                    <a:pt x="4485" y="126"/>
                  </a:cubicBezTo>
                  <a:cubicBezTo>
                    <a:pt x="4485" y="126"/>
                    <a:pt x="4485" y="126"/>
                    <a:pt x="4485" y="126"/>
                  </a:cubicBezTo>
                  <a:cubicBezTo>
                    <a:pt x="4485" y="126"/>
                    <a:pt x="4485" y="126"/>
                    <a:pt x="4485" y="126"/>
                  </a:cubicBezTo>
                  <a:cubicBezTo>
                    <a:pt x="4474" y="139"/>
                    <a:pt x="4463" y="154"/>
                    <a:pt x="4451" y="170"/>
                  </a:cubicBezTo>
                  <a:cubicBezTo>
                    <a:pt x="4449" y="172"/>
                    <a:pt x="4447" y="173"/>
                    <a:pt x="4444" y="173"/>
                  </a:cubicBezTo>
                  <a:close/>
                  <a:moveTo>
                    <a:pt x="4900" y="112"/>
                  </a:moveTo>
                  <a:cubicBezTo>
                    <a:pt x="4898" y="112"/>
                    <a:pt x="4897" y="111"/>
                    <a:pt x="4895" y="110"/>
                  </a:cubicBezTo>
                  <a:cubicBezTo>
                    <a:pt x="4893" y="109"/>
                    <a:pt x="4892" y="107"/>
                    <a:pt x="4892" y="104"/>
                  </a:cubicBezTo>
                  <a:cubicBezTo>
                    <a:pt x="4891" y="102"/>
                    <a:pt x="4892" y="100"/>
                    <a:pt x="4893" y="98"/>
                  </a:cubicBezTo>
                  <a:cubicBezTo>
                    <a:pt x="4896" y="94"/>
                    <a:pt x="4901" y="94"/>
                    <a:pt x="4905" y="96"/>
                  </a:cubicBezTo>
                  <a:cubicBezTo>
                    <a:pt x="4909" y="99"/>
                    <a:pt x="4910" y="104"/>
                    <a:pt x="4907" y="108"/>
                  </a:cubicBezTo>
                  <a:cubicBezTo>
                    <a:pt x="4905" y="110"/>
                    <a:pt x="4903" y="112"/>
                    <a:pt x="4900" y="112"/>
                  </a:cubicBezTo>
                  <a:close/>
                  <a:moveTo>
                    <a:pt x="4877" y="95"/>
                  </a:moveTo>
                  <a:cubicBezTo>
                    <a:pt x="4875" y="95"/>
                    <a:pt x="4874" y="95"/>
                    <a:pt x="4872" y="94"/>
                  </a:cubicBezTo>
                  <a:cubicBezTo>
                    <a:pt x="4850" y="79"/>
                    <a:pt x="4829" y="66"/>
                    <a:pt x="4808" y="55"/>
                  </a:cubicBezTo>
                  <a:cubicBezTo>
                    <a:pt x="4795" y="48"/>
                    <a:pt x="4795" y="48"/>
                    <a:pt x="4795" y="48"/>
                  </a:cubicBezTo>
                  <a:cubicBezTo>
                    <a:pt x="4772" y="38"/>
                    <a:pt x="4772" y="38"/>
                    <a:pt x="4772" y="38"/>
                  </a:cubicBezTo>
                  <a:cubicBezTo>
                    <a:pt x="4771" y="38"/>
                    <a:pt x="4769" y="37"/>
                    <a:pt x="4767" y="36"/>
                  </a:cubicBezTo>
                  <a:cubicBezTo>
                    <a:pt x="4766" y="36"/>
                    <a:pt x="4765" y="36"/>
                    <a:pt x="4764" y="35"/>
                  </a:cubicBezTo>
                  <a:cubicBezTo>
                    <a:pt x="4746" y="29"/>
                    <a:pt x="4746" y="29"/>
                    <a:pt x="4746" y="29"/>
                  </a:cubicBezTo>
                  <a:cubicBezTo>
                    <a:pt x="4738" y="27"/>
                    <a:pt x="4738" y="27"/>
                    <a:pt x="4738" y="27"/>
                  </a:cubicBezTo>
                  <a:cubicBezTo>
                    <a:pt x="4733" y="25"/>
                    <a:pt x="4728" y="24"/>
                    <a:pt x="4723" y="23"/>
                  </a:cubicBezTo>
                  <a:cubicBezTo>
                    <a:pt x="4723" y="23"/>
                    <a:pt x="4722" y="23"/>
                    <a:pt x="4722" y="23"/>
                  </a:cubicBezTo>
                  <a:cubicBezTo>
                    <a:pt x="4706" y="19"/>
                    <a:pt x="4691" y="17"/>
                    <a:pt x="4676" y="17"/>
                  </a:cubicBezTo>
                  <a:cubicBezTo>
                    <a:pt x="4673" y="17"/>
                    <a:pt x="4671" y="18"/>
                    <a:pt x="4669" y="18"/>
                  </a:cubicBezTo>
                  <a:cubicBezTo>
                    <a:pt x="4664" y="18"/>
                    <a:pt x="4660" y="14"/>
                    <a:pt x="4660" y="10"/>
                  </a:cubicBezTo>
                  <a:cubicBezTo>
                    <a:pt x="4660" y="7"/>
                    <a:pt x="4661" y="5"/>
                    <a:pt x="4662" y="3"/>
                  </a:cubicBezTo>
                  <a:cubicBezTo>
                    <a:pt x="4664" y="2"/>
                    <a:pt x="4666" y="1"/>
                    <a:pt x="4668" y="1"/>
                  </a:cubicBezTo>
                  <a:cubicBezTo>
                    <a:pt x="4671" y="1"/>
                    <a:pt x="4673" y="0"/>
                    <a:pt x="4676" y="0"/>
                  </a:cubicBezTo>
                  <a:cubicBezTo>
                    <a:pt x="4692" y="0"/>
                    <a:pt x="4709" y="2"/>
                    <a:pt x="4726" y="6"/>
                  </a:cubicBezTo>
                  <a:cubicBezTo>
                    <a:pt x="4731" y="8"/>
                    <a:pt x="4737" y="9"/>
                    <a:pt x="4742" y="10"/>
                  </a:cubicBezTo>
                  <a:cubicBezTo>
                    <a:pt x="4742" y="10"/>
                    <a:pt x="4742" y="10"/>
                    <a:pt x="4742" y="10"/>
                  </a:cubicBezTo>
                  <a:cubicBezTo>
                    <a:pt x="4752" y="13"/>
                    <a:pt x="4752" y="13"/>
                    <a:pt x="4752" y="13"/>
                  </a:cubicBezTo>
                  <a:cubicBezTo>
                    <a:pt x="4770" y="19"/>
                    <a:pt x="4770" y="19"/>
                    <a:pt x="4770" y="19"/>
                  </a:cubicBezTo>
                  <a:cubicBezTo>
                    <a:pt x="4771" y="20"/>
                    <a:pt x="4771" y="20"/>
                    <a:pt x="4772" y="20"/>
                  </a:cubicBezTo>
                  <a:cubicBezTo>
                    <a:pt x="4774" y="21"/>
                    <a:pt x="4777" y="22"/>
                    <a:pt x="4780" y="23"/>
                  </a:cubicBezTo>
                  <a:cubicBezTo>
                    <a:pt x="4802" y="33"/>
                    <a:pt x="4802" y="33"/>
                    <a:pt x="4802" y="33"/>
                  </a:cubicBezTo>
                  <a:cubicBezTo>
                    <a:pt x="4816" y="40"/>
                    <a:pt x="4816" y="40"/>
                    <a:pt x="4816" y="40"/>
                  </a:cubicBezTo>
                  <a:cubicBezTo>
                    <a:pt x="4837" y="51"/>
                    <a:pt x="4859" y="64"/>
                    <a:pt x="4882" y="80"/>
                  </a:cubicBezTo>
                  <a:cubicBezTo>
                    <a:pt x="4882" y="80"/>
                    <a:pt x="4882" y="80"/>
                    <a:pt x="4882" y="80"/>
                  </a:cubicBezTo>
                  <a:cubicBezTo>
                    <a:pt x="4886" y="82"/>
                    <a:pt x="4887" y="88"/>
                    <a:pt x="4884" y="91"/>
                  </a:cubicBezTo>
                  <a:cubicBezTo>
                    <a:pt x="4882" y="94"/>
                    <a:pt x="4880" y="95"/>
                    <a:pt x="4877" y="95"/>
                  </a:cubicBezTo>
                  <a:close/>
                  <a:moveTo>
                    <a:pt x="4640" y="21"/>
                  </a:moveTo>
                  <a:cubicBezTo>
                    <a:pt x="4636" y="21"/>
                    <a:pt x="4633" y="18"/>
                    <a:pt x="4632" y="14"/>
                  </a:cubicBezTo>
                  <a:cubicBezTo>
                    <a:pt x="4632" y="12"/>
                    <a:pt x="4632" y="9"/>
                    <a:pt x="4633" y="7"/>
                  </a:cubicBezTo>
                  <a:cubicBezTo>
                    <a:pt x="4635" y="6"/>
                    <a:pt x="4637" y="4"/>
                    <a:pt x="4639" y="4"/>
                  </a:cubicBezTo>
                  <a:cubicBezTo>
                    <a:pt x="4643" y="3"/>
                    <a:pt x="4648" y="6"/>
                    <a:pt x="4649" y="11"/>
                  </a:cubicBezTo>
                  <a:cubicBezTo>
                    <a:pt x="4649" y="13"/>
                    <a:pt x="4649" y="15"/>
                    <a:pt x="4647" y="17"/>
                  </a:cubicBezTo>
                  <a:cubicBezTo>
                    <a:pt x="4646" y="19"/>
                    <a:pt x="4644" y="20"/>
                    <a:pt x="4642" y="21"/>
                  </a:cubicBezTo>
                  <a:cubicBezTo>
                    <a:pt x="4642" y="21"/>
                    <a:pt x="4642" y="21"/>
                    <a:pt x="4642" y="21"/>
                  </a:cubicBezTo>
                  <a:cubicBezTo>
                    <a:pt x="4641" y="21"/>
                    <a:pt x="4641" y="21"/>
                    <a:pt x="4640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0" name="Freeform 36">
              <a:extLst>
                <a:ext uri="{FF2B5EF4-FFF2-40B4-BE49-F238E27FC236}">
                  <a16:creationId xmlns:a16="http://schemas.microsoft.com/office/drawing/2014/main" id="{CBDBFD9D-756A-423F-BF32-935E2F74D3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5197475"/>
              <a:ext cx="24006175" cy="3760788"/>
            </a:xfrm>
            <a:custGeom>
              <a:avLst/>
              <a:gdLst>
                <a:gd name="T0" fmla="*/ 3273 w 7832"/>
                <a:gd name="T1" fmla="*/ 1144 h 1224"/>
                <a:gd name="T2" fmla="*/ 3489 w 7832"/>
                <a:gd name="T3" fmla="*/ 1216 h 1224"/>
                <a:gd name="T4" fmla="*/ 3565 w 7832"/>
                <a:gd name="T5" fmla="*/ 1160 h 1224"/>
                <a:gd name="T6" fmla="*/ 3674 w 7832"/>
                <a:gd name="T7" fmla="*/ 1102 h 1224"/>
                <a:gd name="T8" fmla="*/ 3245 w 7832"/>
                <a:gd name="T9" fmla="*/ 1142 h 1224"/>
                <a:gd name="T10" fmla="*/ 3090 w 7832"/>
                <a:gd name="T11" fmla="*/ 954 h 1224"/>
                <a:gd name="T12" fmla="*/ 3716 w 7832"/>
                <a:gd name="T13" fmla="*/ 1068 h 1224"/>
                <a:gd name="T14" fmla="*/ 3732 w 7832"/>
                <a:gd name="T15" fmla="*/ 1052 h 1224"/>
                <a:gd name="T16" fmla="*/ 5845 w 7832"/>
                <a:gd name="T17" fmla="*/ 914 h 1224"/>
                <a:gd name="T18" fmla="*/ 5909 w 7832"/>
                <a:gd name="T19" fmla="*/ 919 h 1224"/>
                <a:gd name="T20" fmla="*/ 5792 w 7832"/>
                <a:gd name="T21" fmla="*/ 925 h 1224"/>
                <a:gd name="T22" fmla="*/ 5728 w 7832"/>
                <a:gd name="T23" fmla="*/ 908 h 1224"/>
                <a:gd name="T24" fmla="*/ 3046 w 7832"/>
                <a:gd name="T25" fmla="*/ 897 h 1224"/>
                <a:gd name="T26" fmla="*/ 6031 w 7832"/>
                <a:gd name="T27" fmla="*/ 858 h 1224"/>
                <a:gd name="T28" fmla="*/ 4057 w 7832"/>
                <a:gd name="T29" fmla="*/ 726 h 1224"/>
                <a:gd name="T30" fmla="*/ 6243 w 7832"/>
                <a:gd name="T31" fmla="*/ 739 h 1224"/>
                <a:gd name="T32" fmla="*/ 5552 w 7832"/>
                <a:gd name="T33" fmla="*/ 811 h 1224"/>
                <a:gd name="T34" fmla="*/ 5454 w 7832"/>
                <a:gd name="T35" fmla="*/ 711 h 1224"/>
                <a:gd name="T36" fmla="*/ 6254 w 7832"/>
                <a:gd name="T37" fmla="*/ 720 h 1224"/>
                <a:gd name="T38" fmla="*/ 2757 w 7832"/>
                <a:gd name="T39" fmla="*/ 532 h 1224"/>
                <a:gd name="T40" fmla="*/ 6448 w 7832"/>
                <a:gd name="T41" fmla="*/ 559 h 1224"/>
                <a:gd name="T42" fmla="*/ 1154 w 7832"/>
                <a:gd name="T43" fmla="*/ 682 h 1224"/>
                <a:gd name="T44" fmla="*/ 4077 w 7832"/>
                <a:gd name="T45" fmla="*/ 678 h 1224"/>
                <a:gd name="T46" fmla="*/ 1348 w 7832"/>
                <a:gd name="T47" fmla="*/ 671 h 1224"/>
                <a:gd name="T48" fmla="*/ 4108 w 7832"/>
                <a:gd name="T49" fmla="*/ 667 h 1224"/>
                <a:gd name="T50" fmla="*/ 1056 w 7832"/>
                <a:gd name="T51" fmla="*/ 665 h 1224"/>
                <a:gd name="T52" fmla="*/ 5367 w 7832"/>
                <a:gd name="T53" fmla="*/ 629 h 1224"/>
                <a:gd name="T54" fmla="*/ 5268 w 7832"/>
                <a:gd name="T55" fmla="*/ 485 h 1224"/>
                <a:gd name="T56" fmla="*/ 1605 w 7832"/>
                <a:gd name="T57" fmla="*/ 539 h 1224"/>
                <a:gd name="T58" fmla="*/ 6451 w 7832"/>
                <a:gd name="T59" fmla="*/ 539 h 1224"/>
                <a:gd name="T60" fmla="*/ 6563 w 7832"/>
                <a:gd name="T61" fmla="*/ 432 h 1224"/>
                <a:gd name="T62" fmla="*/ 2748 w 7832"/>
                <a:gd name="T63" fmla="*/ 520 h 1224"/>
                <a:gd name="T64" fmla="*/ 683 w 7832"/>
                <a:gd name="T65" fmla="*/ 364 h 1224"/>
                <a:gd name="T66" fmla="*/ 2597 w 7832"/>
                <a:gd name="T67" fmla="*/ 326 h 1224"/>
                <a:gd name="T68" fmla="*/ 4268 w 7832"/>
                <a:gd name="T69" fmla="*/ 463 h 1224"/>
                <a:gd name="T70" fmla="*/ 4275 w 7832"/>
                <a:gd name="T71" fmla="*/ 459 h 1224"/>
                <a:gd name="T72" fmla="*/ 1928 w 7832"/>
                <a:gd name="T73" fmla="*/ 378 h 1224"/>
                <a:gd name="T74" fmla="*/ 5207 w 7832"/>
                <a:gd name="T75" fmla="*/ 416 h 1224"/>
                <a:gd name="T76" fmla="*/ 5112 w 7832"/>
                <a:gd name="T77" fmla="*/ 303 h 1224"/>
                <a:gd name="T78" fmla="*/ 650 w 7832"/>
                <a:gd name="T79" fmla="*/ 361 h 1224"/>
                <a:gd name="T80" fmla="*/ 6735 w 7832"/>
                <a:gd name="T81" fmla="*/ 301 h 1224"/>
                <a:gd name="T82" fmla="*/ 6727 w 7832"/>
                <a:gd name="T83" fmla="*/ 321 h 1224"/>
                <a:gd name="T84" fmla="*/ 435 w 7832"/>
                <a:gd name="T85" fmla="*/ 247 h 1224"/>
                <a:gd name="T86" fmla="*/ 2086 w 7832"/>
                <a:gd name="T87" fmla="*/ 311 h 1224"/>
                <a:gd name="T88" fmla="*/ 2564 w 7832"/>
                <a:gd name="T89" fmla="*/ 309 h 1224"/>
                <a:gd name="T90" fmla="*/ 2338 w 7832"/>
                <a:gd name="T91" fmla="*/ 256 h 1224"/>
                <a:gd name="T92" fmla="*/ 6895 w 7832"/>
                <a:gd name="T93" fmla="*/ 281 h 1224"/>
                <a:gd name="T94" fmla="*/ 6931 w 7832"/>
                <a:gd name="T95" fmla="*/ 286 h 1224"/>
                <a:gd name="T96" fmla="*/ 2317 w 7832"/>
                <a:gd name="T97" fmla="*/ 250 h 1224"/>
                <a:gd name="T98" fmla="*/ 7196 w 7832"/>
                <a:gd name="T99" fmla="*/ 265 h 1224"/>
                <a:gd name="T100" fmla="*/ 7558 w 7832"/>
                <a:gd name="T101" fmla="*/ 236 h 1224"/>
                <a:gd name="T102" fmla="*/ 415 w 7832"/>
                <a:gd name="T103" fmla="*/ 253 h 1224"/>
                <a:gd name="T104" fmla="*/ 7830 w 7832"/>
                <a:gd name="T105" fmla="*/ 247 h 1224"/>
                <a:gd name="T106" fmla="*/ 150 w 7832"/>
                <a:gd name="T107" fmla="*/ 249 h 1224"/>
                <a:gd name="T108" fmla="*/ 4452 w 7832"/>
                <a:gd name="T109" fmla="*/ 165 h 1224"/>
                <a:gd name="T110" fmla="*/ 5025 w 7832"/>
                <a:gd name="T111" fmla="*/ 225 h 1224"/>
                <a:gd name="T112" fmla="*/ 4864 w 7832"/>
                <a:gd name="T113" fmla="*/ 75 h 1224"/>
                <a:gd name="T114" fmla="*/ 4805 w 7832"/>
                <a:gd name="T115" fmla="*/ 55 h 1224"/>
                <a:gd name="T116" fmla="*/ 4779 w 7832"/>
                <a:gd name="T117" fmla="*/ 45 h 1224"/>
                <a:gd name="T118" fmla="*/ 4668 w 7832"/>
                <a:gd name="T119" fmla="*/ 1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832" h="1224">
                  <a:moveTo>
                    <a:pt x="3434" y="1224"/>
                  </a:moveTo>
                  <a:cubicBezTo>
                    <a:pt x="3434" y="1224"/>
                    <a:pt x="3434" y="1224"/>
                    <a:pt x="3434" y="1224"/>
                  </a:cubicBezTo>
                  <a:cubicBezTo>
                    <a:pt x="3433" y="1224"/>
                    <a:pt x="3433" y="1224"/>
                    <a:pt x="3433" y="1224"/>
                  </a:cubicBezTo>
                  <a:cubicBezTo>
                    <a:pt x="3406" y="1224"/>
                    <a:pt x="3377" y="1218"/>
                    <a:pt x="3348" y="1206"/>
                  </a:cubicBezTo>
                  <a:cubicBezTo>
                    <a:pt x="3348" y="1206"/>
                    <a:pt x="3347" y="1206"/>
                    <a:pt x="3347" y="1206"/>
                  </a:cubicBezTo>
                  <a:cubicBezTo>
                    <a:pt x="3347" y="1206"/>
                    <a:pt x="3347" y="1206"/>
                    <a:pt x="3347" y="1206"/>
                  </a:cubicBezTo>
                  <a:cubicBezTo>
                    <a:pt x="3344" y="1205"/>
                    <a:pt x="3341" y="1204"/>
                    <a:pt x="3338" y="1202"/>
                  </a:cubicBezTo>
                  <a:cubicBezTo>
                    <a:pt x="3338" y="1202"/>
                    <a:pt x="3338" y="1202"/>
                    <a:pt x="3338" y="1202"/>
                  </a:cubicBezTo>
                  <a:cubicBezTo>
                    <a:pt x="3324" y="1196"/>
                    <a:pt x="3312" y="1190"/>
                    <a:pt x="3300" y="1183"/>
                  </a:cubicBezTo>
                  <a:cubicBezTo>
                    <a:pt x="3291" y="1177"/>
                    <a:pt x="3291" y="1177"/>
                    <a:pt x="3291" y="1177"/>
                  </a:cubicBezTo>
                  <a:cubicBezTo>
                    <a:pt x="3289" y="1176"/>
                    <a:pt x="3288" y="1175"/>
                    <a:pt x="3286" y="1174"/>
                  </a:cubicBezTo>
                  <a:cubicBezTo>
                    <a:pt x="3285" y="1173"/>
                    <a:pt x="3284" y="1173"/>
                    <a:pt x="3283" y="1172"/>
                  </a:cubicBezTo>
                  <a:cubicBezTo>
                    <a:pt x="3277" y="1168"/>
                    <a:pt x="3272" y="1164"/>
                    <a:pt x="3267" y="1161"/>
                  </a:cubicBezTo>
                  <a:cubicBezTo>
                    <a:pt x="3266" y="1160"/>
                    <a:pt x="3264" y="1158"/>
                    <a:pt x="3263" y="1157"/>
                  </a:cubicBezTo>
                  <a:cubicBezTo>
                    <a:pt x="3259" y="1155"/>
                    <a:pt x="3258" y="1149"/>
                    <a:pt x="3261" y="1145"/>
                  </a:cubicBezTo>
                  <a:cubicBezTo>
                    <a:pt x="3264" y="1142"/>
                    <a:pt x="3269" y="1141"/>
                    <a:pt x="3273" y="1144"/>
                  </a:cubicBezTo>
                  <a:cubicBezTo>
                    <a:pt x="3274" y="1145"/>
                    <a:pt x="3276" y="1146"/>
                    <a:pt x="3277" y="1147"/>
                  </a:cubicBezTo>
                  <a:cubicBezTo>
                    <a:pt x="3283" y="1151"/>
                    <a:pt x="3288" y="1155"/>
                    <a:pt x="3293" y="1158"/>
                  </a:cubicBezTo>
                  <a:cubicBezTo>
                    <a:pt x="3294" y="1159"/>
                    <a:pt x="3294" y="1159"/>
                    <a:pt x="3294" y="1159"/>
                  </a:cubicBezTo>
                  <a:cubicBezTo>
                    <a:pt x="3297" y="1160"/>
                    <a:pt x="3299" y="1162"/>
                    <a:pt x="3301" y="1163"/>
                  </a:cubicBezTo>
                  <a:cubicBezTo>
                    <a:pt x="3309" y="1168"/>
                    <a:pt x="3309" y="1168"/>
                    <a:pt x="3309" y="1168"/>
                  </a:cubicBezTo>
                  <a:cubicBezTo>
                    <a:pt x="3320" y="1175"/>
                    <a:pt x="3332" y="1181"/>
                    <a:pt x="3345" y="1187"/>
                  </a:cubicBezTo>
                  <a:cubicBezTo>
                    <a:pt x="3345" y="1187"/>
                    <a:pt x="3345" y="1187"/>
                    <a:pt x="3345" y="1187"/>
                  </a:cubicBezTo>
                  <a:cubicBezTo>
                    <a:pt x="3348" y="1188"/>
                    <a:pt x="3351" y="1189"/>
                    <a:pt x="3354" y="1191"/>
                  </a:cubicBezTo>
                  <a:cubicBezTo>
                    <a:pt x="3381" y="1201"/>
                    <a:pt x="3408" y="1207"/>
                    <a:pt x="3433" y="1207"/>
                  </a:cubicBezTo>
                  <a:cubicBezTo>
                    <a:pt x="3433" y="1207"/>
                    <a:pt x="3433" y="1207"/>
                    <a:pt x="3433" y="1207"/>
                  </a:cubicBezTo>
                  <a:cubicBezTo>
                    <a:pt x="3433" y="1207"/>
                    <a:pt x="3434" y="1207"/>
                    <a:pt x="3434" y="1207"/>
                  </a:cubicBezTo>
                  <a:cubicBezTo>
                    <a:pt x="3443" y="1207"/>
                    <a:pt x="3452" y="1206"/>
                    <a:pt x="3460" y="1205"/>
                  </a:cubicBezTo>
                  <a:cubicBezTo>
                    <a:pt x="3465" y="1204"/>
                    <a:pt x="3469" y="1207"/>
                    <a:pt x="3470" y="1212"/>
                  </a:cubicBezTo>
                  <a:cubicBezTo>
                    <a:pt x="3471" y="1217"/>
                    <a:pt x="3467" y="1221"/>
                    <a:pt x="3463" y="1222"/>
                  </a:cubicBezTo>
                  <a:cubicBezTo>
                    <a:pt x="3453" y="1223"/>
                    <a:pt x="3444" y="1224"/>
                    <a:pt x="3434" y="1224"/>
                  </a:cubicBezTo>
                  <a:close/>
                  <a:moveTo>
                    <a:pt x="3489" y="1216"/>
                  </a:moveTo>
                  <a:cubicBezTo>
                    <a:pt x="3486" y="1216"/>
                    <a:pt x="3482" y="1213"/>
                    <a:pt x="3481" y="1210"/>
                  </a:cubicBezTo>
                  <a:cubicBezTo>
                    <a:pt x="3480" y="1205"/>
                    <a:pt x="3482" y="1200"/>
                    <a:pt x="3487" y="1199"/>
                  </a:cubicBezTo>
                  <a:cubicBezTo>
                    <a:pt x="3491" y="1198"/>
                    <a:pt x="3496" y="1200"/>
                    <a:pt x="3497" y="1204"/>
                  </a:cubicBezTo>
                  <a:cubicBezTo>
                    <a:pt x="3498" y="1207"/>
                    <a:pt x="3498" y="1209"/>
                    <a:pt x="3497" y="1211"/>
                  </a:cubicBezTo>
                  <a:cubicBezTo>
                    <a:pt x="3496" y="1213"/>
                    <a:pt x="3494" y="1214"/>
                    <a:pt x="3492" y="1215"/>
                  </a:cubicBezTo>
                  <a:cubicBezTo>
                    <a:pt x="3491" y="1215"/>
                    <a:pt x="3490" y="1216"/>
                    <a:pt x="3489" y="1216"/>
                  </a:cubicBezTo>
                  <a:close/>
                  <a:moveTo>
                    <a:pt x="3516" y="1206"/>
                  </a:moveTo>
                  <a:cubicBezTo>
                    <a:pt x="3512" y="1206"/>
                    <a:pt x="3509" y="1204"/>
                    <a:pt x="3508" y="1200"/>
                  </a:cubicBezTo>
                  <a:cubicBezTo>
                    <a:pt x="3507" y="1198"/>
                    <a:pt x="3507" y="1196"/>
                    <a:pt x="3508" y="1194"/>
                  </a:cubicBezTo>
                  <a:cubicBezTo>
                    <a:pt x="3509" y="1192"/>
                    <a:pt x="3510" y="1190"/>
                    <a:pt x="3512" y="1189"/>
                  </a:cubicBezTo>
                  <a:cubicBezTo>
                    <a:pt x="3516" y="1188"/>
                    <a:pt x="3516" y="1188"/>
                    <a:pt x="3516" y="1188"/>
                  </a:cubicBezTo>
                  <a:cubicBezTo>
                    <a:pt x="3521" y="1185"/>
                    <a:pt x="3521" y="1185"/>
                    <a:pt x="3521" y="1185"/>
                  </a:cubicBezTo>
                  <a:cubicBezTo>
                    <a:pt x="3535" y="1178"/>
                    <a:pt x="3535" y="1178"/>
                    <a:pt x="3535" y="1178"/>
                  </a:cubicBezTo>
                  <a:cubicBezTo>
                    <a:pt x="3536" y="1177"/>
                    <a:pt x="3537" y="1177"/>
                    <a:pt x="3538" y="1176"/>
                  </a:cubicBezTo>
                  <a:cubicBezTo>
                    <a:pt x="3540" y="1175"/>
                    <a:pt x="3543" y="1174"/>
                    <a:pt x="3545" y="1172"/>
                  </a:cubicBezTo>
                  <a:cubicBezTo>
                    <a:pt x="3565" y="1160"/>
                    <a:pt x="3565" y="1160"/>
                    <a:pt x="3565" y="1160"/>
                  </a:cubicBezTo>
                  <a:cubicBezTo>
                    <a:pt x="3569" y="1157"/>
                    <a:pt x="3573" y="1155"/>
                    <a:pt x="3578" y="1152"/>
                  </a:cubicBezTo>
                  <a:cubicBezTo>
                    <a:pt x="3580" y="1150"/>
                    <a:pt x="3582" y="1149"/>
                    <a:pt x="3584" y="1148"/>
                  </a:cubicBezTo>
                  <a:cubicBezTo>
                    <a:pt x="3588" y="1145"/>
                    <a:pt x="3591" y="1143"/>
                    <a:pt x="3594" y="1141"/>
                  </a:cubicBezTo>
                  <a:cubicBezTo>
                    <a:pt x="3597" y="1139"/>
                    <a:pt x="3600" y="1137"/>
                    <a:pt x="3603" y="1135"/>
                  </a:cubicBezTo>
                  <a:cubicBezTo>
                    <a:pt x="3603" y="1135"/>
                    <a:pt x="3603" y="1135"/>
                    <a:pt x="3603" y="1135"/>
                  </a:cubicBezTo>
                  <a:cubicBezTo>
                    <a:pt x="3622" y="1122"/>
                    <a:pt x="3622" y="1122"/>
                    <a:pt x="3622" y="1122"/>
                  </a:cubicBezTo>
                  <a:cubicBezTo>
                    <a:pt x="3640" y="1108"/>
                    <a:pt x="3640" y="1108"/>
                    <a:pt x="3640" y="1108"/>
                  </a:cubicBezTo>
                  <a:cubicBezTo>
                    <a:pt x="3648" y="1102"/>
                    <a:pt x="3656" y="1095"/>
                    <a:pt x="3664" y="1089"/>
                  </a:cubicBezTo>
                  <a:cubicBezTo>
                    <a:pt x="3667" y="1086"/>
                    <a:pt x="3671" y="1083"/>
                    <a:pt x="3674" y="1081"/>
                  </a:cubicBezTo>
                  <a:cubicBezTo>
                    <a:pt x="3674" y="1081"/>
                    <a:pt x="3674" y="1081"/>
                    <a:pt x="3674" y="1081"/>
                  </a:cubicBezTo>
                  <a:cubicBezTo>
                    <a:pt x="3677" y="1078"/>
                    <a:pt x="3680" y="1076"/>
                    <a:pt x="3683" y="1073"/>
                  </a:cubicBezTo>
                  <a:cubicBezTo>
                    <a:pt x="3687" y="1071"/>
                    <a:pt x="3692" y="1071"/>
                    <a:pt x="3695" y="1075"/>
                  </a:cubicBezTo>
                  <a:cubicBezTo>
                    <a:pt x="3698" y="1078"/>
                    <a:pt x="3698" y="1084"/>
                    <a:pt x="3694" y="1087"/>
                  </a:cubicBezTo>
                  <a:cubicBezTo>
                    <a:pt x="3691" y="1089"/>
                    <a:pt x="3688" y="1091"/>
                    <a:pt x="3685" y="1094"/>
                  </a:cubicBezTo>
                  <a:cubicBezTo>
                    <a:pt x="3685" y="1094"/>
                    <a:pt x="3685" y="1094"/>
                    <a:pt x="3685" y="1094"/>
                  </a:cubicBezTo>
                  <a:cubicBezTo>
                    <a:pt x="3681" y="1097"/>
                    <a:pt x="3678" y="1099"/>
                    <a:pt x="3674" y="1102"/>
                  </a:cubicBezTo>
                  <a:cubicBezTo>
                    <a:pt x="3666" y="1109"/>
                    <a:pt x="3658" y="1115"/>
                    <a:pt x="3650" y="1122"/>
                  </a:cubicBezTo>
                  <a:cubicBezTo>
                    <a:pt x="3650" y="1122"/>
                    <a:pt x="3650" y="1122"/>
                    <a:pt x="3650" y="1122"/>
                  </a:cubicBezTo>
                  <a:cubicBezTo>
                    <a:pt x="3632" y="1135"/>
                    <a:pt x="3632" y="1135"/>
                    <a:pt x="3632" y="1135"/>
                  </a:cubicBezTo>
                  <a:cubicBezTo>
                    <a:pt x="3613" y="1148"/>
                    <a:pt x="3613" y="1148"/>
                    <a:pt x="3613" y="1148"/>
                  </a:cubicBezTo>
                  <a:cubicBezTo>
                    <a:pt x="3610" y="1151"/>
                    <a:pt x="3607" y="1153"/>
                    <a:pt x="3603" y="1155"/>
                  </a:cubicBezTo>
                  <a:cubicBezTo>
                    <a:pt x="3600" y="1158"/>
                    <a:pt x="3597" y="1160"/>
                    <a:pt x="3594" y="1162"/>
                  </a:cubicBezTo>
                  <a:cubicBezTo>
                    <a:pt x="3592" y="1163"/>
                    <a:pt x="3589" y="1164"/>
                    <a:pt x="3587" y="1166"/>
                  </a:cubicBezTo>
                  <a:cubicBezTo>
                    <a:pt x="3583" y="1169"/>
                    <a:pt x="3579" y="1172"/>
                    <a:pt x="3574" y="1175"/>
                  </a:cubicBezTo>
                  <a:cubicBezTo>
                    <a:pt x="3553" y="1187"/>
                    <a:pt x="3553" y="1187"/>
                    <a:pt x="3553" y="1187"/>
                  </a:cubicBezTo>
                  <a:cubicBezTo>
                    <a:pt x="3551" y="1188"/>
                    <a:pt x="3548" y="1190"/>
                    <a:pt x="3546" y="1191"/>
                  </a:cubicBezTo>
                  <a:cubicBezTo>
                    <a:pt x="3545" y="1192"/>
                    <a:pt x="3544" y="1192"/>
                    <a:pt x="3542" y="1193"/>
                  </a:cubicBezTo>
                  <a:cubicBezTo>
                    <a:pt x="3542" y="1193"/>
                    <a:pt x="3542" y="1193"/>
                    <a:pt x="3542" y="1193"/>
                  </a:cubicBezTo>
                  <a:cubicBezTo>
                    <a:pt x="3529" y="1200"/>
                    <a:pt x="3529" y="1200"/>
                    <a:pt x="3529" y="1200"/>
                  </a:cubicBezTo>
                  <a:cubicBezTo>
                    <a:pt x="3519" y="1205"/>
                    <a:pt x="3519" y="1205"/>
                    <a:pt x="3519" y="1205"/>
                  </a:cubicBezTo>
                  <a:cubicBezTo>
                    <a:pt x="3518" y="1205"/>
                    <a:pt x="3517" y="1206"/>
                    <a:pt x="3516" y="1206"/>
                  </a:cubicBezTo>
                  <a:close/>
                  <a:moveTo>
                    <a:pt x="3245" y="1142"/>
                  </a:moveTo>
                  <a:cubicBezTo>
                    <a:pt x="3244" y="1142"/>
                    <a:pt x="3242" y="1141"/>
                    <a:pt x="3240" y="1140"/>
                  </a:cubicBezTo>
                  <a:cubicBezTo>
                    <a:pt x="3240" y="1140"/>
                    <a:pt x="3240" y="1140"/>
                    <a:pt x="3240" y="1140"/>
                  </a:cubicBezTo>
                  <a:cubicBezTo>
                    <a:pt x="3240" y="1140"/>
                    <a:pt x="3240" y="1140"/>
                    <a:pt x="3240" y="1140"/>
                  </a:cubicBezTo>
                  <a:cubicBezTo>
                    <a:pt x="3236" y="1137"/>
                    <a:pt x="3236" y="1131"/>
                    <a:pt x="3239" y="1128"/>
                  </a:cubicBezTo>
                  <a:cubicBezTo>
                    <a:pt x="3242" y="1124"/>
                    <a:pt x="3247" y="1124"/>
                    <a:pt x="3251" y="1127"/>
                  </a:cubicBezTo>
                  <a:cubicBezTo>
                    <a:pt x="3254" y="1130"/>
                    <a:pt x="3255" y="1135"/>
                    <a:pt x="3252" y="1138"/>
                  </a:cubicBezTo>
                  <a:cubicBezTo>
                    <a:pt x="3250" y="1140"/>
                    <a:pt x="3248" y="1142"/>
                    <a:pt x="3245" y="1142"/>
                  </a:cubicBezTo>
                  <a:close/>
                  <a:moveTo>
                    <a:pt x="3224" y="1123"/>
                  </a:moveTo>
                  <a:cubicBezTo>
                    <a:pt x="3222" y="1123"/>
                    <a:pt x="3220" y="1122"/>
                    <a:pt x="3218" y="1121"/>
                  </a:cubicBezTo>
                  <a:cubicBezTo>
                    <a:pt x="3215" y="1118"/>
                    <a:pt x="3213" y="1115"/>
                    <a:pt x="3210" y="1113"/>
                  </a:cubicBezTo>
                  <a:cubicBezTo>
                    <a:pt x="3187" y="1091"/>
                    <a:pt x="3164" y="1067"/>
                    <a:pt x="3139" y="1039"/>
                  </a:cubicBezTo>
                  <a:cubicBezTo>
                    <a:pt x="3139" y="1039"/>
                    <a:pt x="3139" y="1039"/>
                    <a:pt x="3139" y="1039"/>
                  </a:cubicBezTo>
                  <a:cubicBezTo>
                    <a:pt x="3131" y="1030"/>
                    <a:pt x="3123" y="1021"/>
                    <a:pt x="3115" y="1012"/>
                  </a:cubicBezTo>
                  <a:cubicBezTo>
                    <a:pt x="3103" y="997"/>
                    <a:pt x="3090" y="982"/>
                    <a:pt x="3077" y="965"/>
                  </a:cubicBezTo>
                  <a:cubicBezTo>
                    <a:pt x="3074" y="961"/>
                    <a:pt x="3075" y="956"/>
                    <a:pt x="3078" y="953"/>
                  </a:cubicBezTo>
                  <a:cubicBezTo>
                    <a:pt x="3082" y="950"/>
                    <a:pt x="3087" y="951"/>
                    <a:pt x="3090" y="954"/>
                  </a:cubicBezTo>
                  <a:cubicBezTo>
                    <a:pt x="3103" y="971"/>
                    <a:pt x="3116" y="986"/>
                    <a:pt x="3128" y="1001"/>
                  </a:cubicBezTo>
                  <a:cubicBezTo>
                    <a:pt x="3136" y="1011"/>
                    <a:pt x="3144" y="1019"/>
                    <a:pt x="3152" y="1028"/>
                  </a:cubicBezTo>
                  <a:cubicBezTo>
                    <a:pt x="3176" y="1055"/>
                    <a:pt x="3199" y="1079"/>
                    <a:pt x="3222" y="1101"/>
                  </a:cubicBezTo>
                  <a:cubicBezTo>
                    <a:pt x="3224" y="1103"/>
                    <a:pt x="3227" y="1106"/>
                    <a:pt x="3229" y="1108"/>
                  </a:cubicBezTo>
                  <a:cubicBezTo>
                    <a:pt x="3230" y="1108"/>
                    <a:pt x="3230" y="1108"/>
                    <a:pt x="3230" y="1108"/>
                  </a:cubicBezTo>
                  <a:cubicBezTo>
                    <a:pt x="3231" y="1110"/>
                    <a:pt x="3232" y="1112"/>
                    <a:pt x="3233" y="1114"/>
                  </a:cubicBezTo>
                  <a:cubicBezTo>
                    <a:pt x="3233" y="1116"/>
                    <a:pt x="3232" y="1119"/>
                    <a:pt x="3230" y="1120"/>
                  </a:cubicBezTo>
                  <a:cubicBezTo>
                    <a:pt x="3229" y="1122"/>
                    <a:pt x="3226" y="1123"/>
                    <a:pt x="3224" y="1123"/>
                  </a:cubicBezTo>
                  <a:close/>
                  <a:moveTo>
                    <a:pt x="3710" y="1070"/>
                  </a:moveTo>
                  <a:cubicBezTo>
                    <a:pt x="3708" y="1070"/>
                    <a:pt x="3705" y="1069"/>
                    <a:pt x="3704" y="1067"/>
                  </a:cubicBezTo>
                  <a:cubicBezTo>
                    <a:pt x="3702" y="1066"/>
                    <a:pt x="3702" y="1063"/>
                    <a:pt x="3702" y="1061"/>
                  </a:cubicBezTo>
                  <a:cubicBezTo>
                    <a:pt x="3702" y="1059"/>
                    <a:pt x="3703" y="1057"/>
                    <a:pt x="3705" y="1055"/>
                  </a:cubicBezTo>
                  <a:cubicBezTo>
                    <a:pt x="3705" y="1055"/>
                    <a:pt x="3705" y="1055"/>
                    <a:pt x="3705" y="1055"/>
                  </a:cubicBezTo>
                  <a:cubicBezTo>
                    <a:pt x="3708" y="1052"/>
                    <a:pt x="3714" y="1053"/>
                    <a:pt x="3717" y="1056"/>
                  </a:cubicBezTo>
                  <a:cubicBezTo>
                    <a:pt x="3718" y="1058"/>
                    <a:pt x="3719" y="1060"/>
                    <a:pt x="3719" y="1062"/>
                  </a:cubicBezTo>
                  <a:cubicBezTo>
                    <a:pt x="3718" y="1065"/>
                    <a:pt x="3717" y="1067"/>
                    <a:pt x="3716" y="1068"/>
                  </a:cubicBezTo>
                  <a:cubicBezTo>
                    <a:pt x="3714" y="1070"/>
                    <a:pt x="3712" y="1070"/>
                    <a:pt x="3710" y="1070"/>
                  </a:cubicBezTo>
                  <a:close/>
                  <a:moveTo>
                    <a:pt x="3732" y="1052"/>
                  </a:moveTo>
                  <a:cubicBezTo>
                    <a:pt x="3729" y="1052"/>
                    <a:pt x="3727" y="1051"/>
                    <a:pt x="3725" y="1049"/>
                  </a:cubicBezTo>
                  <a:cubicBezTo>
                    <a:pt x="3722" y="1045"/>
                    <a:pt x="3723" y="1040"/>
                    <a:pt x="3726" y="1037"/>
                  </a:cubicBezTo>
                  <a:cubicBezTo>
                    <a:pt x="3748" y="1017"/>
                    <a:pt x="3771" y="996"/>
                    <a:pt x="3797" y="972"/>
                  </a:cubicBezTo>
                  <a:cubicBezTo>
                    <a:pt x="3798" y="971"/>
                    <a:pt x="3799" y="970"/>
                    <a:pt x="3800" y="969"/>
                  </a:cubicBezTo>
                  <a:cubicBezTo>
                    <a:pt x="3802" y="968"/>
                    <a:pt x="3803" y="966"/>
                    <a:pt x="3805" y="965"/>
                  </a:cubicBezTo>
                  <a:cubicBezTo>
                    <a:pt x="3829" y="942"/>
                    <a:pt x="3853" y="918"/>
                    <a:pt x="3877" y="894"/>
                  </a:cubicBezTo>
                  <a:cubicBezTo>
                    <a:pt x="3878" y="894"/>
                    <a:pt x="3878" y="894"/>
                    <a:pt x="3878" y="894"/>
                  </a:cubicBezTo>
                  <a:cubicBezTo>
                    <a:pt x="3881" y="890"/>
                    <a:pt x="3886" y="890"/>
                    <a:pt x="3890" y="893"/>
                  </a:cubicBezTo>
                  <a:cubicBezTo>
                    <a:pt x="3893" y="897"/>
                    <a:pt x="3893" y="902"/>
                    <a:pt x="3890" y="905"/>
                  </a:cubicBezTo>
                  <a:cubicBezTo>
                    <a:pt x="3865" y="930"/>
                    <a:pt x="3841" y="954"/>
                    <a:pt x="3817" y="977"/>
                  </a:cubicBezTo>
                  <a:cubicBezTo>
                    <a:pt x="3817" y="977"/>
                    <a:pt x="3817" y="977"/>
                    <a:pt x="3817" y="977"/>
                  </a:cubicBezTo>
                  <a:cubicBezTo>
                    <a:pt x="3814" y="980"/>
                    <a:pt x="3811" y="982"/>
                    <a:pt x="3809" y="985"/>
                  </a:cubicBezTo>
                  <a:cubicBezTo>
                    <a:pt x="3783" y="1009"/>
                    <a:pt x="3760" y="1030"/>
                    <a:pt x="3737" y="1050"/>
                  </a:cubicBezTo>
                  <a:cubicBezTo>
                    <a:pt x="3736" y="1051"/>
                    <a:pt x="3734" y="1052"/>
                    <a:pt x="3732" y="1052"/>
                  </a:cubicBezTo>
                  <a:close/>
                  <a:moveTo>
                    <a:pt x="3066" y="946"/>
                  </a:moveTo>
                  <a:cubicBezTo>
                    <a:pt x="3063" y="946"/>
                    <a:pt x="3061" y="945"/>
                    <a:pt x="3059" y="943"/>
                  </a:cubicBezTo>
                  <a:cubicBezTo>
                    <a:pt x="3056" y="939"/>
                    <a:pt x="3057" y="934"/>
                    <a:pt x="3061" y="931"/>
                  </a:cubicBezTo>
                  <a:cubicBezTo>
                    <a:pt x="3064" y="928"/>
                    <a:pt x="3070" y="929"/>
                    <a:pt x="3073" y="932"/>
                  </a:cubicBezTo>
                  <a:cubicBezTo>
                    <a:pt x="3074" y="934"/>
                    <a:pt x="3075" y="936"/>
                    <a:pt x="3074" y="939"/>
                  </a:cubicBezTo>
                  <a:cubicBezTo>
                    <a:pt x="3074" y="941"/>
                    <a:pt x="3073" y="943"/>
                    <a:pt x="3071" y="944"/>
                  </a:cubicBezTo>
                  <a:cubicBezTo>
                    <a:pt x="3070" y="945"/>
                    <a:pt x="3068" y="946"/>
                    <a:pt x="3066" y="946"/>
                  </a:cubicBezTo>
                  <a:close/>
                  <a:moveTo>
                    <a:pt x="5812" y="934"/>
                  </a:moveTo>
                  <a:cubicBezTo>
                    <a:pt x="5807" y="934"/>
                    <a:pt x="5804" y="930"/>
                    <a:pt x="5803" y="925"/>
                  </a:cubicBezTo>
                  <a:cubicBezTo>
                    <a:pt x="5803" y="923"/>
                    <a:pt x="5804" y="921"/>
                    <a:pt x="5806" y="919"/>
                  </a:cubicBezTo>
                  <a:cubicBezTo>
                    <a:pt x="5807" y="918"/>
                    <a:pt x="5809" y="917"/>
                    <a:pt x="5812" y="917"/>
                  </a:cubicBezTo>
                  <a:cubicBezTo>
                    <a:pt x="5818" y="916"/>
                    <a:pt x="5825" y="916"/>
                    <a:pt x="5832" y="915"/>
                  </a:cubicBezTo>
                  <a:cubicBezTo>
                    <a:pt x="5834" y="915"/>
                    <a:pt x="5835" y="915"/>
                    <a:pt x="5837" y="915"/>
                  </a:cubicBezTo>
                  <a:cubicBezTo>
                    <a:pt x="5840" y="915"/>
                    <a:pt x="5843" y="915"/>
                    <a:pt x="5845" y="914"/>
                  </a:cubicBezTo>
                  <a:cubicBezTo>
                    <a:pt x="5845" y="914"/>
                    <a:pt x="5845" y="914"/>
                    <a:pt x="5845" y="914"/>
                  </a:cubicBezTo>
                  <a:cubicBezTo>
                    <a:pt x="5845" y="914"/>
                    <a:pt x="5845" y="914"/>
                    <a:pt x="5845" y="914"/>
                  </a:cubicBezTo>
                  <a:cubicBezTo>
                    <a:pt x="5858" y="912"/>
                    <a:pt x="5858" y="912"/>
                    <a:pt x="5858" y="912"/>
                  </a:cubicBezTo>
                  <a:cubicBezTo>
                    <a:pt x="5859" y="912"/>
                    <a:pt x="5861" y="912"/>
                    <a:pt x="5863" y="911"/>
                  </a:cubicBezTo>
                  <a:cubicBezTo>
                    <a:pt x="5870" y="910"/>
                    <a:pt x="5876" y="909"/>
                    <a:pt x="5882" y="908"/>
                  </a:cubicBezTo>
                  <a:cubicBezTo>
                    <a:pt x="5882" y="908"/>
                    <a:pt x="5882" y="908"/>
                    <a:pt x="5882" y="908"/>
                  </a:cubicBezTo>
                  <a:cubicBezTo>
                    <a:pt x="5884" y="907"/>
                    <a:pt x="5887" y="907"/>
                    <a:pt x="5889" y="906"/>
                  </a:cubicBezTo>
                  <a:cubicBezTo>
                    <a:pt x="5894" y="905"/>
                    <a:pt x="5899" y="904"/>
                    <a:pt x="5905" y="903"/>
                  </a:cubicBezTo>
                  <a:cubicBezTo>
                    <a:pt x="5905" y="903"/>
                    <a:pt x="5905" y="903"/>
                    <a:pt x="5905" y="903"/>
                  </a:cubicBezTo>
                  <a:cubicBezTo>
                    <a:pt x="5905" y="902"/>
                    <a:pt x="5905" y="902"/>
                    <a:pt x="5906" y="902"/>
                  </a:cubicBezTo>
                  <a:cubicBezTo>
                    <a:pt x="5928" y="896"/>
                    <a:pt x="5928" y="896"/>
                    <a:pt x="5928" y="896"/>
                  </a:cubicBezTo>
                  <a:cubicBezTo>
                    <a:pt x="5957" y="887"/>
                    <a:pt x="5984" y="877"/>
                    <a:pt x="6010" y="865"/>
                  </a:cubicBezTo>
                  <a:cubicBezTo>
                    <a:pt x="6014" y="863"/>
                    <a:pt x="6019" y="865"/>
                    <a:pt x="6021" y="870"/>
                  </a:cubicBezTo>
                  <a:cubicBezTo>
                    <a:pt x="6023" y="874"/>
                    <a:pt x="6021" y="879"/>
                    <a:pt x="6017" y="881"/>
                  </a:cubicBezTo>
                  <a:cubicBezTo>
                    <a:pt x="5990" y="893"/>
                    <a:pt x="5962" y="903"/>
                    <a:pt x="5933" y="912"/>
                  </a:cubicBezTo>
                  <a:cubicBezTo>
                    <a:pt x="5933" y="912"/>
                    <a:pt x="5933" y="912"/>
                    <a:pt x="5933" y="912"/>
                  </a:cubicBezTo>
                  <a:cubicBezTo>
                    <a:pt x="5910" y="919"/>
                    <a:pt x="5910" y="919"/>
                    <a:pt x="5910" y="919"/>
                  </a:cubicBezTo>
                  <a:cubicBezTo>
                    <a:pt x="5910" y="919"/>
                    <a:pt x="5909" y="919"/>
                    <a:pt x="5909" y="919"/>
                  </a:cubicBezTo>
                  <a:cubicBezTo>
                    <a:pt x="5909" y="919"/>
                    <a:pt x="5909" y="919"/>
                    <a:pt x="5909" y="919"/>
                  </a:cubicBezTo>
                  <a:cubicBezTo>
                    <a:pt x="5903" y="920"/>
                    <a:pt x="5898" y="922"/>
                    <a:pt x="5893" y="923"/>
                  </a:cubicBezTo>
                  <a:cubicBezTo>
                    <a:pt x="5891" y="923"/>
                    <a:pt x="5888" y="924"/>
                    <a:pt x="5886" y="924"/>
                  </a:cubicBezTo>
                  <a:cubicBezTo>
                    <a:pt x="5880" y="926"/>
                    <a:pt x="5873" y="927"/>
                    <a:pt x="5866" y="928"/>
                  </a:cubicBezTo>
                  <a:cubicBezTo>
                    <a:pt x="5864" y="928"/>
                    <a:pt x="5862" y="929"/>
                    <a:pt x="5860" y="929"/>
                  </a:cubicBezTo>
                  <a:cubicBezTo>
                    <a:pt x="5847" y="931"/>
                    <a:pt x="5847" y="931"/>
                    <a:pt x="5847" y="931"/>
                  </a:cubicBezTo>
                  <a:cubicBezTo>
                    <a:pt x="5844" y="932"/>
                    <a:pt x="5841" y="932"/>
                    <a:pt x="5838" y="932"/>
                  </a:cubicBezTo>
                  <a:cubicBezTo>
                    <a:pt x="5837" y="932"/>
                    <a:pt x="5835" y="932"/>
                    <a:pt x="5834" y="932"/>
                  </a:cubicBezTo>
                  <a:cubicBezTo>
                    <a:pt x="5827" y="933"/>
                    <a:pt x="5819" y="933"/>
                    <a:pt x="5812" y="934"/>
                  </a:cubicBezTo>
                  <a:cubicBezTo>
                    <a:pt x="5812" y="934"/>
                    <a:pt x="5812" y="934"/>
                    <a:pt x="5812" y="934"/>
                  </a:cubicBezTo>
                  <a:close/>
                  <a:moveTo>
                    <a:pt x="5784" y="933"/>
                  </a:moveTo>
                  <a:cubicBezTo>
                    <a:pt x="5783" y="933"/>
                    <a:pt x="5783" y="933"/>
                    <a:pt x="5783" y="933"/>
                  </a:cubicBezTo>
                  <a:cubicBezTo>
                    <a:pt x="5781" y="933"/>
                    <a:pt x="5779" y="932"/>
                    <a:pt x="5777" y="931"/>
                  </a:cubicBezTo>
                  <a:cubicBezTo>
                    <a:pt x="5776" y="929"/>
                    <a:pt x="5775" y="927"/>
                    <a:pt x="5775" y="924"/>
                  </a:cubicBezTo>
                  <a:cubicBezTo>
                    <a:pt x="5775" y="920"/>
                    <a:pt x="5779" y="916"/>
                    <a:pt x="5784" y="916"/>
                  </a:cubicBezTo>
                  <a:cubicBezTo>
                    <a:pt x="5789" y="917"/>
                    <a:pt x="5792" y="921"/>
                    <a:pt x="5792" y="925"/>
                  </a:cubicBezTo>
                  <a:cubicBezTo>
                    <a:pt x="5792" y="930"/>
                    <a:pt x="5788" y="933"/>
                    <a:pt x="5784" y="933"/>
                  </a:cubicBezTo>
                  <a:close/>
                  <a:moveTo>
                    <a:pt x="5755" y="931"/>
                  </a:moveTo>
                  <a:cubicBezTo>
                    <a:pt x="5755" y="931"/>
                    <a:pt x="5755" y="931"/>
                    <a:pt x="5754" y="931"/>
                  </a:cubicBezTo>
                  <a:cubicBezTo>
                    <a:pt x="5744" y="929"/>
                    <a:pt x="5734" y="927"/>
                    <a:pt x="5724" y="925"/>
                  </a:cubicBezTo>
                  <a:cubicBezTo>
                    <a:pt x="5697" y="919"/>
                    <a:pt x="5671" y="909"/>
                    <a:pt x="5644" y="895"/>
                  </a:cubicBezTo>
                  <a:cubicBezTo>
                    <a:pt x="5638" y="892"/>
                    <a:pt x="5631" y="888"/>
                    <a:pt x="5624" y="884"/>
                  </a:cubicBezTo>
                  <a:cubicBezTo>
                    <a:pt x="5603" y="872"/>
                    <a:pt x="5582" y="858"/>
                    <a:pt x="5562" y="842"/>
                  </a:cubicBezTo>
                  <a:cubicBezTo>
                    <a:pt x="5561" y="841"/>
                    <a:pt x="5560" y="839"/>
                    <a:pt x="5559" y="836"/>
                  </a:cubicBezTo>
                  <a:cubicBezTo>
                    <a:pt x="5559" y="834"/>
                    <a:pt x="5560" y="832"/>
                    <a:pt x="5561" y="830"/>
                  </a:cubicBezTo>
                  <a:cubicBezTo>
                    <a:pt x="5564" y="827"/>
                    <a:pt x="5569" y="826"/>
                    <a:pt x="5573" y="829"/>
                  </a:cubicBezTo>
                  <a:cubicBezTo>
                    <a:pt x="5592" y="844"/>
                    <a:pt x="5612" y="858"/>
                    <a:pt x="5633" y="870"/>
                  </a:cubicBezTo>
                  <a:cubicBezTo>
                    <a:pt x="5639" y="873"/>
                    <a:pt x="5645" y="877"/>
                    <a:pt x="5652" y="880"/>
                  </a:cubicBezTo>
                  <a:cubicBezTo>
                    <a:pt x="5652" y="880"/>
                    <a:pt x="5652" y="880"/>
                    <a:pt x="5652" y="880"/>
                  </a:cubicBezTo>
                  <a:cubicBezTo>
                    <a:pt x="5652" y="880"/>
                    <a:pt x="5652" y="880"/>
                    <a:pt x="5652" y="880"/>
                  </a:cubicBezTo>
                  <a:cubicBezTo>
                    <a:pt x="5652" y="880"/>
                    <a:pt x="5652" y="880"/>
                    <a:pt x="5652" y="880"/>
                  </a:cubicBezTo>
                  <a:cubicBezTo>
                    <a:pt x="5677" y="893"/>
                    <a:pt x="5703" y="902"/>
                    <a:pt x="5728" y="908"/>
                  </a:cubicBezTo>
                  <a:cubicBezTo>
                    <a:pt x="5737" y="911"/>
                    <a:pt x="5747" y="912"/>
                    <a:pt x="5757" y="914"/>
                  </a:cubicBezTo>
                  <a:cubicBezTo>
                    <a:pt x="5759" y="914"/>
                    <a:pt x="5761" y="915"/>
                    <a:pt x="5762" y="917"/>
                  </a:cubicBezTo>
                  <a:cubicBezTo>
                    <a:pt x="5764" y="919"/>
                    <a:pt x="5764" y="921"/>
                    <a:pt x="5764" y="923"/>
                  </a:cubicBezTo>
                  <a:cubicBezTo>
                    <a:pt x="5763" y="928"/>
                    <a:pt x="5760" y="931"/>
                    <a:pt x="5755" y="931"/>
                  </a:cubicBezTo>
                  <a:close/>
                  <a:moveTo>
                    <a:pt x="3049" y="924"/>
                  </a:moveTo>
                  <a:cubicBezTo>
                    <a:pt x="3046" y="924"/>
                    <a:pt x="3044" y="922"/>
                    <a:pt x="3042" y="920"/>
                  </a:cubicBezTo>
                  <a:cubicBezTo>
                    <a:pt x="3039" y="916"/>
                    <a:pt x="3035" y="912"/>
                    <a:pt x="3032" y="907"/>
                  </a:cubicBezTo>
                  <a:cubicBezTo>
                    <a:pt x="3015" y="884"/>
                    <a:pt x="2996" y="859"/>
                    <a:pt x="2974" y="830"/>
                  </a:cubicBezTo>
                  <a:cubicBezTo>
                    <a:pt x="2956" y="804"/>
                    <a:pt x="2938" y="780"/>
                    <a:pt x="2917" y="752"/>
                  </a:cubicBezTo>
                  <a:cubicBezTo>
                    <a:pt x="2916" y="750"/>
                    <a:pt x="2916" y="748"/>
                    <a:pt x="2916" y="745"/>
                  </a:cubicBezTo>
                  <a:cubicBezTo>
                    <a:pt x="2916" y="743"/>
                    <a:pt x="2917" y="741"/>
                    <a:pt x="2919" y="740"/>
                  </a:cubicBezTo>
                  <a:cubicBezTo>
                    <a:pt x="2923" y="737"/>
                    <a:pt x="2928" y="738"/>
                    <a:pt x="2931" y="742"/>
                  </a:cubicBezTo>
                  <a:cubicBezTo>
                    <a:pt x="2949" y="767"/>
                    <a:pt x="2968" y="793"/>
                    <a:pt x="2988" y="819"/>
                  </a:cubicBezTo>
                  <a:cubicBezTo>
                    <a:pt x="2988" y="820"/>
                    <a:pt x="2988" y="820"/>
                    <a:pt x="2988" y="820"/>
                  </a:cubicBezTo>
                  <a:cubicBezTo>
                    <a:pt x="2988" y="820"/>
                    <a:pt x="2988" y="820"/>
                    <a:pt x="2988" y="820"/>
                  </a:cubicBezTo>
                  <a:cubicBezTo>
                    <a:pt x="3010" y="849"/>
                    <a:pt x="3028" y="874"/>
                    <a:pt x="3046" y="897"/>
                  </a:cubicBezTo>
                  <a:cubicBezTo>
                    <a:pt x="3047" y="899"/>
                    <a:pt x="3048" y="900"/>
                    <a:pt x="3049" y="902"/>
                  </a:cubicBezTo>
                  <a:cubicBezTo>
                    <a:pt x="3051" y="904"/>
                    <a:pt x="3053" y="907"/>
                    <a:pt x="3055" y="910"/>
                  </a:cubicBezTo>
                  <a:cubicBezTo>
                    <a:pt x="3057" y="912"/>
                    <a:pt x="3057" y="914"/>
                    <a:pt x="3057" y="916"/>
                  </a:cubicBezTo>
                  <a:cubicBezTo>
                    <a:pt x="3057" y="918"/>
                    <a:pt x="3056" y="920"/>
                    <a:pt x="3054" y="922"/>
                  </a:cubicBezTo>
                  <a:cubicBezTo>
                    <a:pt x="3052" y="923"/>
                    <a:pt x="3051" y="924"/>
                    <a:pt x="3049" y="924"/>
                  </a:cubicBezTo>
                  <a:close/>
                  <a:moveTo>
                    <a:pt x="3903" y="888"/>
                  </a:moveTo>
                  <a:cubicBezTo>
                    <a:pt x="3901" y="888"/>
                    <a:pt x="3899" y="887"/>
                    <a:pt x="3898" y="885"/>
                  </a:cubicBezTo>
                  <a:cubicBezTo>
                    <a:pt x="3894" y="882"/>
                    <a:pt x="3894" y="877"/>
                    <a:pt x="3897" y="873"/>
                  </a:cubicBezTo>
                  <a:cubicBezTo>
                    <a:pt x="3898" y="873"/>
                    <a:pt x="3898" y="873"/>
                    <a:pt x="3898" y="873"/>
                  </a:cubicBezTo>
                  <a:cubicBezTo>
                    <a:pt x="3898" y="873"/>
                    <a:pt x="3898" y="873"/>
                    <a:pt x="3898" y="873"/>
                  </a:cubicBezTo>
                  <a:cubicBezTo>
                    <a:pt x="3901" y="870"/>
                    <a:pt x="3906" y="870"/>
                    <a:pt x="3909" y="873"/>
                  </a:cubicBezTo>
                  <a:cubicBezTo>
                    <a:pt x="3913" y="877"/>
                    <a:pt x="3913" y="882"/>
                    <a:pt x="3910" y="885"/>
                  </a:cubicBezTo>
                  <a:cubicBezTo>
                    <a:pt x="3908" y="887"/>
                    <a:pt x="3906" y="888"/>
                    <a:pt x="3903" y="888"/>
                  </a:cubicBezTo>
                  <a:close/>
                  <a:moveTo>
                    <a:pt x="6039" y="869"/>
                  </a:moveTo>
                  <a:cubicBezTo>
                    <a:pt x="6036" y="869"/>
                    <a:pt x="6033" y="868"/>
                    <a:pt x="6031" y="865"/>
                  </a:cubicBezTo>
                  <a:cubicBezTo>
                    <a:pt x="6030" y="863"/>
                    <a:pt x="6030" y="860"/>
                    <a:pt x="6031" y="858"/>
                  </a:cubicBezTo>
                  <a:cubicBezTo>
                    <a:pt x="6032" y="856"/>
                    <a:pt x="6033" y="854"/>
                    <a:pt x="6035" y="853"/>
                  </a:cubicBezTo>
                  <a:cubicBezTo>
                    <a:pt x="6039" y="851"/>
                    <a:pt x="6044" y="853"/>
                    <a:pt x="6046" y="857"/>
                  </a:cubicBezTo>
                  <a:cubicBezTo>
                    <a:pt x="6048" y="861"/>
                    <a:pt x="6047" y="866"/>
                    <a:pt x="6043" y="869"/>
                  </a:cubicBezTo>
                  <a:cubicBezTo>
                    <a:pt x="6042" y="869"/>
                    <a:pt x="6042" y="869"/>
                    <a:pt x="6042" y="869"/>
                  </a:cubicBezTo>
                  <a:cubicBezTo>
                    <a:pt x="6042" y="869"/>
                    <a:pt x="6042" y="869"/>
                    <a:pt x="6042" y="869"/>
                  </a:cubicBezTo>
                  <a:cubicBezTo>
                    <a:pt x="6041" y="869"/>
                    <a:pt x="6040" y="869"/>
                    <a:pt x="6039" y="869"/>
                  </a:cubicBezTo>
                  <a:close/>
                  <a:moveTo>
                    <a:pt x="3923" y="868"/>
                  </a:moveTo>
                  <a:cubicBezTo>
                    <a:pt x="3921" y="868"/>
                    <a:pt x="3919" y="867"/>
                    <a:pt x="3917" y="865"/>
                  </a:cubicBezTo>
                  <a:cubicBezTo>
                    <a:pt x="3916" y="864"/>
                    <a:pt x="3915" y="861"/>
                    <a:pt x="3915" y="859"/>
                  </a:cubicBezTo>
                  <a:cubicBezTo>
                    <a:pt x="3915" y="857"/>
                    <a:pt x="3915" y="855"/>
                    <a:pt x="3917" y="853"/>
                  </a:cubicBezTo>
                  <a:cubicBezTo>
                    <a:pt x="3939" y="831"/>
                    <a:pt x="3961" y="807"/>
                    <a:pt x="3983" y="783"/>
                  </a:cubicBezTo>
                  <a:cubicBezTo>
                    <a:pt x="4003" y="762"/>
                    <a:pt x="4022" y="740"/>
                    <a:pt x="4044" y="715"/>
                  </a:cubicBezTo>
                  <a:cubicBezTo>
                    <a:pt x="4048" y="711"/>
                    <a:pt x="4053" y="705"/>
                    <a:pt x="4058" y="699"/>
                  </a:cubicBezTo>
                  <a:cubicBezTo>
                    <a:pt x="4061" y="696"/>
                    <a:pt x="4067" y="695"/>
                    <a:pt x="4070" y="698"/>
                  </a:cubicBezTo>
                  <a:cubicBezTo>
                    <a:pt x="4074" y="701"/>
                    <a:pt x="4074" y="707"/>
                    <a:pt x="4071" y="710"/>
                  </a:cubicBezTo>
                  <a:cubicBezTo>
                    <a:pt x="4066" y="716"/>
                    <a:pt x="4062" y="721"/>
                    <a:pt x="4057" y="726"/>
                  </a:cubicBezTo>
                  <a:cubicBezTo>
                    <a:pt x="4057" y="727"/>
                    <a:pt x="4057" y="727"/>
                    <a:pt x="4057" y="727"/>
                  </a:cubicBezTo>
                  <a:cubicBezTo>
                    <a:pt x="4036" y="750"/>
                    <a:pt x="4015" y="773"/>
                    <a:pt x="3995" y="795"/>
                  </a:cubicBezTo>
                  <a:cubicBezTo>
                    <a:pt x="3973" y="819"/>
                    <a:pt x="3951" y="843"/>
                    <a:pt x="3929" y="865"/>
                  </a:cubicBezTo>
                  <a:cubicBezTo>
                    <a:pt x="3928" y="867"/>
                    <a:pt x="3925" y="868"/>
                    <a:pt x="3923" y="868"/>
                  </a:cubicBezTo>
                  <a:close/>
                  <a:moveTo>
                    <a:pt x="6064" y="856"/>
                  </a:moveTo>
                  <a:cubicBezTo>
                    <a:pt x="6061" y="856"/>
                    <a:pt x="6058" y="855"/>
                    <a:pt x="6056" y="852"/>
                  </a:cubicBezTo>
                  <a:cubicBezTo>
                    <a:pt x="6054" y="848"/>
                    <a:pt x="6056" y="843"/>
                    <a:pt x="6060" y="840"/>
                  </a:cubicBezTo>
                  <a:cubicBezTo>
                    <a:pt x="6087" y="826"/>
                    <a:pt x="6114" y="810"/>
                    <a:pt x="6142" y="792"/>
                  </a:cubicBezTo>
                  <a:cubicBezTo>
                    <a:pt x="6152" y="785"/>
                    <a:pt x="6162" y="778"/>
                    <a:pt x="6172" y="771"/>
                  </a:cubicBezTo>
                  <a:cubicBezTo>
                    <a:pt x="6172" y="771"/>
                    <a:pt x="6172" y="771"/>
                    <a:pt x="6172" y="771"/>
                  </a:cubicBezTo>
                  <a:cubicBezTo>
                    <a:pt x="6180" y="765"/>
                    <a:pt x="6189" y="759"/>
                    <a:pt x="6197" y="753"/>
                  </a:cubicBezTo>
                  <a:cubicBezTo>
                    <a:pt x="6200" y="751"/>
                    <a:pt x="6204" y="748"/>
                    <a:pt x="6208" y="745"/>
                  </a:cubicBezTo>
                  <a:cubicBezTo>
                    <a:pt x="6212" y="742"/>
                    <a:pt x="6215" y="739"/>
                    <a:pt x="6219" y="737"/>
                  </a:cubicBezTo>
                  <a:cubicBezTo>
                    <a:pt x="6224" y="733"/>
                    <a:pt x="6228" y="729"/>
                    <a:pt x="6233" y="726"/>
                  </a:cubicBezTo>
                  <a:cubicBezTo>
                    <a:pt x="6237" y="723"/>
                    <a:pt x="6242" y="724"/>
                    <a:pt x="6245" y="727"/>
                  </a:cubicBezTo>
                  <a:cubicBezTo>
                    <a:pt x="6248" y="731"/>
                    <a:pt x="6247" y="736"/>
                    <a:pt x="6243" y="739"/>
                  </a:cubicBezTo>
                  <a:cubicBezTo>
                    <a:pt x="6239" y="743"/>
                    <a:pt x="6234" y="746"/>
                    <a:pt x="6229" y="750"/>
                  </a:cubicBezTo>
                  <a:cubicBezTo>
                    <a:pt x="6226" y="753"/>
                    <a:pt x="6222" y="756"/>
                    <a:pt x="6218" y="759"/>
                  </a:cubicBezTo>
                  <a:cubicBezTo>
                    <a:pt x="6218" y="759"/>
                    <a:pt x="6218" y="759"/>
                    <a:pt x="6218" y="759"/>
                  </a:cubicBezTo>
                  <a:cubicBezTo>
                    <a:pt x="6214" y="762"/>
                    <a:pt x="6210" y="764"/>
                    <a:pt x="6206" y="767"/>
                  </a:cubicBezTo>
                  <a:cubicBezTo>
                    <a:pt x="6198" y="773"/>
                    <a:pt x="6190" y="779"/>
                    <a:pt x="6182" y="785"/>
                  </a:cubicBezTo>
                  <a:cubicBezTo>
                    <a:pt x="6171" y="792"/>
                    <a:pt x="6161" y="799"/>
                    <a:pt x="6151" y="806"/>
                  </a:cubicBezTo>
                  <a:cubicBezTo>
                    <a:pt x="6123" y="824"/>
                    <a:pt x="6095" y="841"/>
                    <a:pt x="6068" y="855"/>
                  </a:cubicBezTo>
                  <a:cubicBezTo>
                    <a:pt x="6067" y="856"/>
                    <a:pt x="6065" y="856"/>
                    <a:pt x="6064" y="856"/>
                  </a:cubicBezTo>
                  <a:close/>
                  <a:moveTo>
                    <a:pt x="5546" y="826"/>
                  </a:moveTo>
                  <a:cubicBezTo>
                    <a:pt x="5544" y="826"/>
                    <a:pt x="5542" y="825"/>
                    <a:pt x="5540" y="824"/>
                  </a:cubicBezTo>
                  <a:cubicBezTo>
                    <a:pt x="5540" y="823"/>
                    <a:pt x="5540" y="823"/>
                    <a:pt x="5540" y="823"/>
                  </a:cubicBezTo>
                  <a:cubicBezTo>
                    <a:pt x="5540" y="823"/>
                    <a:pt x="5540" y="823"/>
                    <a:pt x="5540" y="823"/>
                  </a:cubicBezTo>
                  <a:cubicBezTo>
                    <a:pt x="5539" y="822"/>
                    <a:pt x="5538" y="820"/>
                    <a:pt x="5538" y="818"/>
                  </a:cubicBezTo>
                  <a:cubicBezTo>
                    <a:pt x="5537" y="816"/>
                    <a:pt x="5538" y="813"/>
                    <a:pt x="5540" y="812"/>
                  </a:cubicBezTo>
                  <a:cubicBezTo>
                    <a:pt x="5543" y="808"/>
                    <a:pt x="5548" y="808"/>
                    <a:pt x="5552" y="811"/>
                  </a:cubicBezTo>
                  <a:cubicBezTo>
                    <a:pt x="5552" y="811"/>
                    <a:pt x="5552" y="811"/>
                    <a:pt x="5552" y="811"/>
                  </a:cubicBezTo>
                  <a:cubicBezTo>
                    <a:pt x="5555" y="814"/>
                    <a:pt x="5556" y="819"/>
                    <a:pt x="5552" y="823"/>
                  </a:cubicBezTo>
                  <a:cubicBezTo>
                    <a:pt x="5551" y="825"/>
                    <a:pt x="5548" y="826"/>
                    <a:pt x="5546" y="826"/>
                  </a:cubicBezTo>
                  <a:close/>
                  <a:moveTo>
                    <a:pt x="5525" y="807"/>
                  </a:moveTo>
                  <a:cubicBezTo>
                    <a:pt x="5523" y="807"/>
                    <a:pt x="5521" y="806"/>
                    <a:pt x="5519" y="804"/>
                  </a:cubicBezTo>
                  <a:cubicBezTo>
                    <a:pt x="5504" y="790"/>
                    <a:pt x="5490" y="776"/>
                    <a:pt x="5476" y="761"/>
                  </a:cubicBezTo>
                  <a:cubicBezTo>
                    <a:pt x="5464" y="748"/>
                    <a:pt x="5452" y="735"/>
                    <a:pt x="5441" y="722"/>
                  </a:cubicBezTo>
                  <a:cubicBezTo>
                    <a:pt x="5441" y="722"/>
                    <a:pt x="5441" y="722"/>
                    <a:pt x="5441" y="722"/>
                  </a:cubicBezTo>
                  <a:cubicBezTo>
                    <a:pt x="5433" y="713"/>
                    <a:pt x="5425" y="703"/>
                    <a:pt x="5417" y="694"/>
                  </a:cubicBezTo>
                  <a:cubicBezTo>
                    <a:pt x="5403" y="678"/>
                    <a:pt x="5390" y="662"/>
                    <a:pt x="5379" y="648"/>
                  </a:cubicBezTo>
                  <a:cubicBezTo>
                    <a:pt x="5376" y="645"/>
                    <a:pt x="5376" y="639"/>
                    <a:pt x="5380" y="636"/>
                  </a:cubicBezTo>
                  <a:cubicBezTo>
                    <a:pt x="5383" y="633"/>
                    <a:pt x="5389" y="634"/>
                    <a:pt x="5392" y="637"/>
                  </a:cubicBezTo>
                  <a:cubicBezTo>
                    <a:pt x="5403" y="651"/>
                    <a:pt x="5416" y="667"/>
                    <a:pt x="5430" y="683"/>
                  </a:cubicBezTo>
                  <a:cubicBezTo>
                    <a:pt x="5438" y="693"/>
                    <a:pt x="5446" y="702"/>
                    <a:pt x="5453" y="710"/>
                  </a:cubicBezTo>
                  <a:cubicBezTo>
                    <a:pt x="5453" y="710"/>
                    <a:pt x="5453" y="710"/>
                    <a:pt x="5453" y="710"/>
                  </a:cubicBezTo>
                  <a:cubicBezTo>
                    <a:pt x="5453" y="711"/>
                    <a:pt x="5453" y="711"/>
                    <a:pt x="5453" y="711"/>
                  </a:cubicBezTo>
                  <a:cubicBezTo>
                    <a:pt x="5454" y="711"/>
                    <a:pt x="5454" y="711"/>
                    <a:pt x="5454" y="711"/>
                  </a:cubicBezTo>
                  <a:cubicBezTo>
                    <a:pt x="5465" y="724"/>
                    <a:pt x="5477" y="737"/>
                    <a:pt x="5488" y="749"/>
                  </a:cubicBezTo>
                  <a:cubicBezTo>
                    <a:pt x="5502" y="764"/>
                    <a:pt x="5516" y="778"/>
                    <a:pt x="5531" y="792"/>
                  </a:cubicBezTo>
                  <a:cubicBezTo>
                    <a:pt x="5531" y="792"/>
                    <a:pt x="5531" y="792"/>
                    <a:pt x="5531" y="792"/>
                  </a:cubicBezTo>
                  <a:cubicBezTo>
                    <a:pt x="5534" y="795"/>
                    <a:pt x="5535" y="801"/>
                    <a:pt x="5531" y="804"/>
                  </a:cubicBezTo>
                  <a:cubicBezTo>
                    <a:pt x="5530" y="806"/>
                    <a:pt x="5528" y="807"/>
                    <a:pt x="5525" y="807"/>
                  </a:cubicBezTo>
                  <a:close/>
                  <a:moveTo>
                    <a:pt x="2908" y="732"/>
                  </a:moveTo>
                  <a:cubicBezTo>
                    <a:pt x="2908" y="732"/>
                    <a:pt x="2908" y="732"/>
                    <a:pt x="2908" y="732"/>
                  </a:cubicBezTo>
                  <a:cubicBezTo>
                    <a:pt x="2905" y="732"/>
                    <a:pt x="2902" y="731"/>
                    <a:pt x="2901" y="729"/>
                  </a:cubicBezTo>
                  <a:cubicBezTo>
                    <a:pt x="2899" y="727"/>
                    <a:pt x="2899" y="725"/>
                    <a:pt x="2899" y="723"/>
                  </a:cubicBezTo>
                  <a:cubicBezTo>
                    <a:pt x="2900" y="720"/>
                    <a:pt x="2901" y="718"/>
                    <a:pt x="2903" y="717"/>
                  </a:cubicBezTo>
                  <a:cubicBezTo>
                    <a:pt x="2906" y="714"/>
                    <a:pt x="2912" y="715"/>
                    <a:pt x="2915" y="719"/>
                  </a:cubicBezTo>
                  <a:cubicBezTo>
                    <a:pt x="2916" y="721"/>
                    <a:pt x="2916" y="723"/>
                    <a:pt x="2916" y="725"/>
                  </a:cubicBezTo>
                  <a:cubicBezTo>
                    <a:pt x="2916" y="728"/>
                    <a:pt x="2914" y="729"/>
                    <a:pt x="2913" y="731"/>
                  </a:cubicBezTo>
                  <a:cubicBezTo>
                    <a:pt x="2911" y="732"/>
                    <a:pt x="2909" y="732"/>
                    <a:pt x="2908" y="732"/>
                  </a:cubicBezTo>
                  <a:close/>
                  <a:moveTo>
                    <a:pt x="6260" y="724"/>
                  </a:moveTo>
                  <a:cubicBezTo>
                    <a:pt x="6258" y="724"/>
                    <a:pt x="6255" y="722"/>
                    <a:pt x="6254" y="720"/>
                  </a:cubicBezTo>
                  <a:cubicBezTo>
                    <a:pt x="6252" y="719"/>
                    <a:pt x="6252" y="716"/>
                    <a:pt x="6252" y="714"/>
                  </a:cubicBezTo>
                  <a:cubicBezTo>
                    <a:pt x="6252" y="712"/>
                    <a:pt x="6253" y="710"/>
                    <a:pt x="6255" y="708"/>
                  </a:cubicBezTo>
                  <a:cubicBezTo>
                    <a:pt x="6255" y="708"/>
                    <a:pt x="6255" y="708"/>
                    <a:pt x="6255" y="708"/>
                  </a:cubicBezTo>
                  <a:cubicBezTo>
                    <a:pt x="6259" y="706"/>
                    <a:pt x="6264" y="706"/>
                    <a:pt x="6267" y="710"/>
                  </a:cubicBezTo>
                  <a:cubicBezTo>
                    <a:pt x="6269" y="711"/>
                    <a:pt x="6269" y="714"/>
                    <a:pt x="6269" y="716"/>
                  </a:cubicBezTo>
                  <a:cubicBezTo>
                    <a:pt x="6269" y="718"/>
                    <a:pt x="6268" y="720"/>
                    <a:pt x="6266" y="722"/>
                  </a:cubicBezTo>
                  <a:cubicBezTo>
                    <a:pt x="6265" y="722"/>
                    <a:pt x="6265" y="722"/>
                    <a:pt x="6265" y="722"/>
                  </a:cubicBezTo>
                  <a:cubicBezTo>
                    <a:pt x="6265" y="722"/>
                    <a:pt x="6265" y="722"/>
                    <a:pt x="6265" y="722"/>
                  </a:cubicBezTo>
                  <a:cubicBezTo>
                    <a:pt x="6264" y="723"/>
                    <a:pt x="6262" y="724"/>
                    <a:pt x="6260" y="724"/>
                  </a:cubicBezTo>
                  <a:close/>
                  <a:moveTo>
                    <a:pt x="2891" y="710"/>
                  </a:moveTo>
                  <a:cubicBezTo>
                    <a:pt x="2888" y="710"/>
                    <a:pt x="2886" y="708"/>
                    <a:pt x="2884" y="706"/>
                  </a:cubicBezTo>
                  <a:cubicBezTo>
                    <a:pt x="2883" y="705"/>
                    <a:pt x="2882" y="703"/>
                    <a:pt x="2881" y="702"/>
                  </a:cubicBezTo>
                  <a:cubicBezTo>
                    <a:pt x="2880" y="701"/>
                    <a:pt x="2879" y="699"/>
                    <a:pt x="2878" y="698"/>
                  </a:cubicBezTo>
                  <a:cubicBezTo>
                    <a:pt x="2860" y="673"/>
                    <a:pt x="2839" y="644"/>
                    <a:pt x="2817" y="615"/>
                  </a:cubicBezTo>
                  <a:cubicBezTo>
                    <a:pt x="2796" y="587"/>
                    <a:pt x="2777" y="562"/>
                    <a:pt x="2759" y="539"/>
                  </a:cubicBezTo>
                  <a:cubicBezTo>
                    <a:pt x="2757" y="537"/>
                    <a:pt x="2757" y="535"/>
                    <a:pt x="2757" y="532"/>
                  </a:cubicBezTo>
                  <a:cubicBezTo>
                    <a:pt x="2757" y="530"/>
                    <a:pt x="2759" y="528"/>
                    <a:pt x="2760" y="527"/>
                  </a:cubicBezTo>
                  <a:cubicBezTo>
                    <a:pt x="2764" y="524"/>
                    <a:pt x="2769" y="525"/>
                    <a:pt x="2772" y="528"/>
                  </a:cubicBezTo>
                  <a:cubicBezTo>
                    <a:pt x="2791" y="552"/>
                    <a:pt x="2810" y="577"/>
                    <a:pt x="2831" y="605"/>
                  </a:cubicBezTo>
                  <a:cubicBezTo>
                    <a:pt x="2849" y="629"/>
                    <a:pt x="2867" y="654"/>
                    <a:pt x="2892" y="688"/>
                  </a:cubicBezTo>
                  <a:cubicBezTo>
                    <a:pt x="2898" y="696"/>
                    <a:pt x="2898" y="696"/>
                    <a:pt x="2898" y="696"/>
                  </a:cubicBezTo>
                  <a:cubicBezTo>
                    <a:pt x="2899" y="698"/>
                    <a:pt x="2900" y="700"/>
                    <a:pt x="2899" y="702"/>
                  </a:cubicBezTo>
                  <a:cubicBezTo>
                    <a:pt x="2899" y="705"/>
                    <a:pt x="2898" y="707"/>
                    <a:pt x="2896" y="708"/>
                  </a:cubicBezTo>
                  <a:cubicBezTo>
                    <a:pt x="2895" y="709"/>
                    <a:pt x="2893" y="710"/>
                    <a:pt x="2891" y="710"/>
                  </a:cubicBezTo>
                  <a:close/>
                  <a:moveTo>
                    <a:pt x="6282" y="706"/>
                  </a:moveTo>
                  <a:cubicBezTo>
                    <a:pt x="6280" y="706"/>
                    <a:pt x="6277" y="705"/>
                    <a:pt x="6276" y="703"/>
                  </a:cubicBezTo>
                  <a:cubicBezTo>
                    <a:pt x="6273" y="699"/>
                    <a:pt x="6273" y="694"/>
                    <a:pt x="6277" y="691"/>
                  </a:cubicBezTo>
                  <a:cubicBezTo>
                    <a:pt x="6288" y="681"/>
                    <a:pt x="6299" y="672"/>
                    <a:pt x="6310" y="663"/>
                  </a:cubicBezTo>
                  <a:cubicBezTo>
                    <a:pt x="6323" y="652"/>
                    <a:pt x="6336" y="641"/>
                    <a:pt x="6350" y="628"/>
                  </a:cubicBezTo>
                  <a:cubicBezTo>
                    <a:pt x="6375" y="606"/>
                    <a:pt x="6402" y="582"/>
                    <a:pt x="6433" y="552"/>
                  </a:cubicBezTo>
                  <a:cubicBezTo>
                    <a:pt x="6437" y="549"/>
                    <a:pt x="6442" y="549"/>
                    <a:pt x="6445" y="553"/>
                  </a:cubicBezTo>
                  <a:cubicBezTo>
                    <a:pt x="6447" y="554"/>
                    <a:pt x="6448" y="557"/>
                    <a:pt x="6448" y="559"/>
                  </a:cubicBezTo>
                  <a:cubicBezTo>
                    <a:pt x="6448" y="561"/>
                    <a:pt x="6447" y="563"/>
                    <a:pt x="6445" y="565"/>
                  </a:cubicBezTo>
                  <a:cubicBezTo>
                    <a:pt x="6413" y="594"/>
                    <a:pt x="6386" y="619"/>
                    <a:pt x="6361" y="641"/>
                  </a:cubicBezTo>
                  <a:cubicBezTo>
                    <a:pt x="6348" y="653"/>
                    <a:pt x="6334" y="664"/>
                    <a:pt x="6321" y="676"/>
                  </a:cubicBezTo>
                  <a:cubicBezTo>
                    <a:pt x="6311" y="684"/>
                    <a:pt x="6300" y="694"/>
                    <a:pt x="6288" y="704"/>
                  </a:cubicBezTo>
                  <a:cubicBezTo>
                    <a:pt x="6286" y="705"/>
                    <a:pt x="6284" y="706"/>
                    <a:pt x="6282" y="706"/>
                  </a:cubicBezTo>
                  <a:close/>
                  <a:moveTo>
                    <a:pt x="1203" y="704"/>
                  </a:moveTo>
                  <a:cubicBezTo>
                    <a:pt x="1202" y="704"/>
                    <a:pt x="1202" y="704"/>
                    <a:pt x="1202" y="704"/>
                  </a:cubicBezTo>
                  <a:cubicBezTo>
                    <a:pt x="1200" y="704"/>
                    <a:pt x="1198" y="704"/>
                    <a:pt x="1196" y="704"/>
                  </a:cubicBezTo>
                  <a:cubicBezTo>
                    <a:pt x="1196" y="704"/>
                    <a:pt x="1196" y="704"/>
                    <a:pt x="1196" y="704"/>
                  </a:cubicBezTo>
                  <a:cubicBezTo>
                    <a:pt x="1179" y="703"/>
                    <a:pt x="1165" y="702"/>
                    <a:pt x="1151" y="699"/>
                  </a:cubicBezTo>
                  <a:cubicBezTo>
                    <a:pt x="1151" y="699"/>
                    <a:pt x="1151" y="699"/>
                    <a:pt x="1151" y="699"/>
                  </a:cubicBezTo>
                  <a:cubicBezTo>
                    <a:pt x="1151" y="699"/>
                    <a:pt x="1151" y="699"/>
                    <a:pt x="1151" y="699"/>
                  </a:cubicBezTo>
                  <a:cubicBezTo>
                    <a:pt x="1136" y="696"/>
                    <a:pt x="1121" y="692"/>
                    <a:pt x="1106" y="687"/>
                  </a:cubicBezTo>
                  <a:cubicBezTo>
                    <a:pt x="1101" y="685"/>
                    <a:pt x="1099" y="680"/>
                    <a:pt x="1100" y="676"/>
                  </a:cubicBezTo>
                  <a:cubicBezTo>
                    <a:pt x="1102" y="672"/>
                    <a:pt x="1107" y="669"/>
                    <a:pt x="1111" y="671"/>
                  </a:cubicBezTo>
                  <a:cubicBezTo>
                    <a:pt x="1126" y="676"/>
                    <a:pt x="1140" y="680"/>
                    <a:pt x="1154" y="682"/>
                  </a:cubicBezTo>
                  <a:cubicBezTo>
                    <a:pt x="1154" y="682"/>
                    <a:pt x="1154" y="682"/>
                    <a:pt x="1154" y="682"/>
                  </a:cubicBezTo>
                  <a:cubicBezTo>
                    <a:pt x="1167" y="685"/>
                    <a:pt x="1181" y="686"/>
                    <a:pt x="1197" y="687"/>
                  </a:cubicBezTo>
                  <a:cubicBezTo>
                    <a:pt x="1197" y="687"/>
                    <a:pt x="1197" y="687"/>
                    <a:pt x="1197" y="687"/>
                  </a:cubicBezTo>
                  <a:cubicBezTo>
                    <a:pt x="1199" y="687"/>
                    <a:pt x="1201" y="687"/>
                    <a:pt x="1202" y="687"/>
                  </a:cubicBezTo>
                  <a:cubicBezTo>
                    <a:pt x="1203" y="687"/>
                    <a:pt x="1203" y="687"/>
                    <a:pt x="1203" y="687"/>
                  </a:cubicBezTo>
                  <a:cubicBezTo>
                    <a:pt x="1203" y="687"/>
                    <a:pt x="1203" y="687"/>
                    <a:pt x="1203" y="687"/>
                  </a:cubicBezTo>
                  <a:cubicBezTo>
                    <a:pt x="1216" y="687"/>
                    <a:pt x="1228" y="686"/>
                    <a:pt x="1241" y="684"/>
                  </a:cubicBezTo>
                  <a:cubicBezTo>
                    <a:pt x="1263" y="681"/>
                    <a:pt x="1285" y="675"/>
                    <a:pt x="1311" y="667"/>
                  </a:cubicBezTo>
                  <a:cubicBezTo>
                    <a:pt x="1316" y="666"/>
                    <a:pt x="1320" y="669"/>
                    <a:pt x="1322" y="673"/>
                  </a:cubicBezTo>
                  <a:cubicBezTo>
                    <a:pt x="1323" y="678"/>
                    <a:pt x="1320" y="682"/>
                    <a:pt x="1316" y="684"/>
                  </a:cubicBezTo>
                  <a:cubicBezTo>
                    <a:pt x="1289" y="692"/>
                    <a:pt x="1266" y="697"/>
                    <a:pt x="1243" y="701"/>
                  </a:cubicBezTo>
                  <a:cubicBezTo>
                    <a:pt x="1230" y="703"/>
                    <a:pt x="1217" y="704"/>
                    <a:pt x="1203" y="704"/>
                  </a:cubicBezTo>
                  <a:cubicBezTo>
                    <a:pt x="1203" y="704"/>
                    <a:pt x="1203" y="704"/>
                    <a:pt x="1203" y="704"/>
                  </a:cubicBezTo>
                  <a:close/>
                  <a:moveTo>
                    <a:pt x="4083" y="692"/>
                  </a:moveTo>
                  <a:cubicBezTo>
                    <a:pt x="4081" y="692"/>
                    <a:pt x="4079" y="691"/>
                    <a:pt x="4078" y="690"/>
                  </a:cubicBezTo>
                  <a:cubicBezTo>
                    <a:pt x="4074" y="687"/>
                    <a:pt x="4074" y="681"/>
                    <a:pt x="4077" y="678"/>
                  </a:cubicBezTo>
                  <a:cubicBezTo>
                    <a:pt x="4077" y="678"/>
                    <a:pt x="4077" y="678"/>
                    <a:pt x="4077" y="678"/>
                  </a:cubicBezTo>
                  <a:cubicBezTo>
                    <a:pt x="4080" y="674"/>
                    <a:pt x="4085" y="674"/>
                    <a:pt x="4089" y="677"/>
                  </a:cubicBezTo>
                  <a:cubicBezTo>
                    <a:pt x="4092" y="680"/>
                    <a:pt x="4093" y="685"/>
                    <a:pt x="4090" y="689"/>
                  </a:cubicBezTo>
                  <a:cubicBezTo>
                    <a:pt x="4088" y="691"/>
                    <a:pt x="4086" y="692"/>
                    <a:pt x="4083" y="692"/>
                  </a:cubicBezTo>
                  <a:close/>
                  <a:moveTo>
                    <a:pt x="1082" y="677"/>
                  </a:moveTo>
                  <a:cubicBezTo>
                    <a:pt x="1081" y="677"/>
                    <a:pt x="1080" y="677"/>
                    <a:pt x="1079" y="676"/>
                  </a:cubicBezTo>
                  <a:cubicBezTo>
                    <a:pt x="1077" y="675"/>
                    <a:pt x="1075" y="674"/>
                    <a:pt x="1074" y="672"/>
                  </a:cubicBezTo>
                  <a:cubicBezTo>
                    <a:pt x="1073" y="670"/>
                    <a:pt x="1073" y="667"/>
                    <a:pt x="1074" y="665"/>
                  </a:cubicBezTo>
                  <a:cubicBezTo>
                    <a:pt x="1076" y="661"/>
                    <a:pt x="1081" y="659"/>
                    <a:pt x="1085" y="661"/>
                  </a:cubicBezTo>
                  <a:cubicBezTo>
                    <a:pt x="1090" y="663"/>
                    <a:pt x="1092" y="668"/>
                    <a:pt x="1090" y="672"/>
                  </a:cubicBezTo>
                  <a:cubicBezTo>
                    <a:pt x="1089" y="675"/>
                    <a:pt x="1085" y="677"/>
                    <a:pt x="1082" y="677"/>
                  </a:cubicBezTo>
                  <a:close/>
                  <a:moveTo>
                    <a:pt x="1340" y="675"/>
                  </a:moveTo>
                  <a:cubicBezTo>
                    <a:pt x="1337" y="675"/>
                    <a:pt x="1334" y="673"/>
                    <a:pt x="1332" y="670"/>
                  </a:cubicBezTo>
                  <a:cubicBezTo>
                    <a:pt x="1331" y="665"/>
                    <a:pt x="1333" y="660"/>
                    <a:pt x="1338" y="659"/>
                  </a:cubicBezTo>
                  <a:cubicBezTo>
                    <a:pt x="1342" y="657"/>
                    <a:pt x="1347" y="660"/>
                    <a:pt x="1349" y="664"/>
                  </a:cubicBezTo>
                  <a:cubicBezTo>
                    <a:pt x="1349" y="666"/>
                    <a:pt x="1349" y="669"/>
                    <a:pt x="1348" y="671"/>
                  </a:cubicBezTo>
                  <a:cubicBezTo>
                    <a:pt x="1347" y="673"/>
                    <a:pt x="1345" y="674"/>
                    <a:pt x="1343" y="675"/>
                  </a:cubicBezTo>
                  <a:cubicBezTo>
                    <a:pt x="1342" y="675"/>
                    <a:pt x="1341" y="675"/>
                    <a:pt x="1340" y="675"/>
                  </a:cubicBezTo>
                  <a:close/>
                  <a:moveTo>
                    <a:pt x="4102" y="670"/>
                  </a:moveTo>
                  <a:cubicBezTo>
                    <a:pt x="4099" y="670"/>
                    <a:pt x="4098" y="670"/>
                    <a:pt x="4096" y="668"/>
                  </a:cubicBezTo>
                  <a:cubicBezTo>
                    <a:pt x="4094" y="667"/>
                    <a:pt x="4093" y="665"/>
                    <a:pt x="4093" y="663"/>
                  </a:cubicBezTo>
                  <a:cubicBezTo>
                    <a:pt x="4093" y="660"/>
                    <a:pt x="4094" y="658"/>
                    <a:pt x="4095" y="656"/>
                  </a:cubicBezTo>
                  <a:cubicBezTo>
                    <a:pt x="4116" y="632"/>
                    <a:pt x="4137" y="607"/>
                    <a:pt x="4157" y="583"/>
                  </a:cubicBezTo>
                  <a:cubicBezTo>
                    <a:pt x="4157" y="583"/>
                    <a:pt x="4157" y="583"/>
                    <a:pt x="4157" y="583"/>
                  </a:cubicBezTo>
                  <a:cubicBezTo>
                    <a:pt x="4157" y="583"/>
                    <a:pt x="4157" y="583"/>
                    <a:pt x="4157" y="583"/>
                  </a:cubicBezTo>
                  <a:cubicBezTo>
                    <a:pt x="4181" y="554"/>
                    <a:pt x="4204" y="524"/>
                    <a:pt x="4227" y="494"/>
                  </a:cubicBezTo>
                  <a:cubicBezTo>
                    <a:pt x="4230" y="491"/>
                    <a:pt x="4235" y="490"/>
                    <a:pt x="4239" y="493"/>
                  </a:cubicBezTo>
                  <a:cubicBezTo>
                    <a:pt x="4241" y="494"/>
                    <a:pt x="4242" y="496"/>
                    <a:pt x="4242" y="499"/>
                  </a:cubicBezTo>
                  <a:cubicBezTo>
                    <a:pt x="4242" y="501"/>
                    <a:pt x="4242" y="503"/>
                    <a:pt x="4240" y="505"/>
                  </a:cubicBezTo>
                  <a:cubicBezTo>
                    <a:pt x="4218" y="534"/>
                    <a:pt x="4194" y="564"/>
                    <a:pt x="4170" y="594"/>
                  </a:cubicBezTo>
                  <a:cubicBezTo>
                    <a:pt x="4170" y="594"/>
                    <a:pt x="4170" y="594"/>
                    <a:pt x="4170" y="594"/>
                  </a:cubicBezTo>
                  <a:cubicBezTo>
                    <a:pt x="4150" y="618"/>
                    <a:pt x="4129" y="643"/>
                    <a:pt x="4108" y="667"/>
                  </a:cubicBezTo>
                  <a:cubicBezTo>
                    <a:pt x="4106" y="669"/>
                    <a:pt x="4104" y="670"/>
                    <a:pt x="4102" y="670"/>
                  </a:cubicBezTo>
                  <a:close/>
                  <a:moveTo>
                    <a:pt x="1367" y="666"/>
                  </a:moveTo>
                  <a:cubicBezTo>
                    <a:pt x="1364" y="666"/>
                    <a:pt x="1360" y="664"/>
                    <a:pt x="1359" y="660"/>
                  </a:cubicBezTo>
                  <a:cubicBezTo>
                    <a:pt x="1358" y="658"/>
                    <a:pt x="1358" y="656"/>
                    <a:pt x="1359" y="654"/>
                  </a:cubicBezTo>
                  <a:cubicBezTo>
                    <a:pt x="1360" y="652"/>
                    <a:pt x="1362" y="650"/>
                    <a:pt x="1364" y="649"/>
                  </a:cubicBezTo>
                  <a:cubicBezTo>
                    <a:pt x="1387" y="641"/>
                    <a:pt x="1411" y="631"/>
                    <a:pt x="1440" y="618"/>
                  </a:cubicBezTo>
                  <a:cubicBezTo>
                    <a:pt x="1444" y="616"/>
                    <a:pt x="1448" y="615"/>
                    <a:pt x="1452" y="613"/>
                  </a:cubicBezTo>
                  <a:cubicBezTo>
                    <a:pt x="1484" y="599"/>
                    <a:pt x="1517" y="583"/>
                    <a:pt x="1554" y="564"/>
                  </a:cubicBezTo>
                  <a:cubicBezTo>
                    <a:pt x="1559" y="562"/>
                    <a:pt x="1564" y="564"/>
                    <a:pt x="1566" y="568"/>
                  </a:cubicBezTo>
                  <a:cubicBezTo>
                    <a:pt x="1568" y="572"/>
                    <a:pt x="1566" y="578"/>
                    <a:pt x="1562" y="580"/>
                  </a:cubicBezTo>
                  <a:cubicBezTo>
                    <a:pt x="1524" y="598"/>
                    <a:pt x="1491" y="614"/>
                    <a:pt x="1459" y="628"/>
                  </a:cubicBezTo>
                  <a:cubicBezTo>
                    <a:pt x="1459" y="628"/>
                    <a:pt x="1459" y="628"/>
                    <a:pt x="1459" y="628"/>
                  </a:cubicBezTo>
                  <a:cubicBezTo>
                    <a:pt x="1454" y="631"/>
                    <a:pt x="1450" y="632"/>
                    <a:pt x="1447" y="634"/>
                  </a:cubicBezTo>
                  <a:cubicBezTo>
                    <a:pt x="1417" y="647"/>
                    <a:pt x="1393" y="657"/>
                    <a:pt x="1370" y="665"/>
                  </a:cubicBezTo>
                  <a:cubicBezTo>
                    <a:pt x="1369" y="666"/>
                    <a:pt x="1368" y="666"/>
                    <a:pt x="1367" y="666"/>
                  </a:cubicBezTo>
                  <a:close/>
                  <a:moveTo>
                    <a:pt x="1056" y="665"/>
                  </a:moveTo>
                  <a:cubicBezTo>
                    <a:pt x="1055" y="665"/>
                    <a:pt x="1054" y="665"/>
                    <a:pt x="1053" y="664"/>
                  </a:cubicBezTo>
                  <a:cubicBezTo>
                    <a:pt x="1037" y="657"/>
                    <a:pt x="1022" y="648"/>
                    <a:pt x="1006" y="638"/>
                  </a:cubicBezTo>
                  <a:cubicBezTo>
                    <a:pt x="989" y="628"/>
                    <a:pt x="973" y="617"/>
                    <a:pt x="955" y="604"/>
                  </a:cubicBezTo>
                  <a:cubicBezTo>
                    <a:pt x="932" y="587"/>
                    <a:pt x="910" y="570"/>
                    <a:pt x="893" y="557"/>
                  </a:cubicBezTo>
                  <a:cubicBezTo>
                    <a:pt x="888" y="553"/>
                    <a:pt x="883" y="549"/>
                    <a:pt x="879" y="545"/>
                  </a:cubicBezTo>
                  <a:cubicBezTo>
                    <a:pt x="875" y="542"/>
                    <a:pt x="875" y="537"/>
                    <a:pt x="877" y="533"/>
                  </a:cubicBezTo>
                  <a:cubicBezTo>
                    <a:pt x="880" y="530"/>
                    <a:pt x="886" y="529"/>
                    <a:pt x="889" y="532"/>
                  </a:cubicBezTo>
                  <a:cubicBezTo>
                    <a:pt x="894" y="536"/>
                    <a:pt x="899" y="539"/>
                    <a:pt x="904" y="543"/>
                  </a:cubicBezTo>
                  <a:cubicBezTo>
                    <a:pt x="920" y="556"/>
                    <a:pt x="942" y="574"/>
                    <a:pt x="965" y="590"/>
                  </a:cubicBezTo>
                  <a:cubicBezTo>
                    <a:pt x="982" y="602"/>
                    <a:pt x="998" y="613"/>
                    <a:pt x="1015" y="623"/>
                  </a:cubicBezTo>
                  <a:cubicBezTo>
                    <a:pt x="1031" y="633"/>
                    <a:pt x="1046" y="642"/>
                    <a:pt x="1060" y="649"/>
                  </a:cubicBezTo>
                  <a:cubicBezTo>
                    <a:pt x="1060" y="649"/>
                    <a:pt x="1060" y="649"/>
                    <a:pt x="1060" y="649"/>
                  </a:cubicBezTo>
                  <a:cubicBezTo>
                    <a:pt x="1062" y="650"/>
                    <a:pt x="1064" y="652"/>
                    <a:pt x="1064" y="654"/>
                  </a:cubicBezTo>
                  <a:cubicBezTo>
                    <a:pt x="1065" y="656"/>
                    <a:pt x="1065" y="658"/>
                    <a:pt x="1064" y="660"/>
                  </a:cubicBezTo>
                  <a:cubicBezTo>
                    <a:pt x="1063" y="663"/>
                    <a:pt x="1060" y="665"/>
                    <a:pt x="1056" y="665"/>
                  </a:cubicBezTo>
                  <a:close/>
                  <a:moveTo>
                    <a:pt x="5367" y="629"/>
                  </a:moveTo>
                  <a:cubicBezTo>
                    <a:pt x="5365" y="629"/>
                    <a:pt x="5362" y="628"/>
                    <a:pt x="5361" y="626"/>
                  </a:cubicBezTo>
                  <a:cubicBezTo>
                    <a:pt x="5359" y="624"/>
                    <a:pt x="5359" y="622"/>
                    <a:pt x="5359" y="620"/>
                  </a:cubicBezTo>
                  <a:cubicBezTo>
                    <a:pt x="5359" y="618"/>
                    <a:pt x="5360" y="616"/>
                    <a:pt x="5362" y="614"/>
                  </a:cubicBezTo>
                  <a:cubicBezTo>
                    <a:pt x="5365" y="611"/>
                    <a:pt x="5371" y="612"/>
                    <a:pt x="5374" y="616"/>
                  </a:cubicBezTo>
                  <a:cubicBezTo>
                    <a:pt x="5377" y="619"/>
                    <a:pt x="5376" y="625"/>
                    <a:pt x="5373" y="628"/>
                  </a:cubicBezTo>
                  <a:cubicBezTo>
                    <a:pt x="5371" y="629"/>
                    <a:pt x="5369" y="629"/>
                    <a:pt x="5367" y="629"/>
                  </a:cubicBezTo>
                  <a:close/>
                  <a:moveTo>
                    <a:pt x="5349" y="607"/>
                  </a:moveTo>
                  <a:cubicBezTo>
                    <a:pt x="5347" y="607"/>
                    <a:pt x="5345" y="606"/>
                    <a:pt x="5343" y="604"/>
                  </a:cubicBezTo>
                  <a:cubicBezTo>
                    <a:pt x="5335" y="594"/>
                    <a:pt x="5327" y="584"/>
                    <a:pt x="5319" y="574"/>
                  </a:cubicBezTo>
                  <a:cubicBezTo>
                    <a:pt x="5303" y="555"/>
                    <a:pt x="5288" y="535"/>
                    <a:pt x="5272" y="516"/>
                  </a:cubicBezTo>
                  <a:cubicBezTo>
                    <a:pt x="5266" y="509"/>
                    <a:pt x="5261" y="503"/>
                    <a:pt x="5255" y="496"/>
                  </a:cubicBezTo>
                  <a:cubicBezTo>
                    <a:pt x="5239" y="476"/>
                    <a:pt x="5225" y="459"/>
                    <a:pt x="5211" y="442"/>
                  </a:cubicBezTo>
                  <a:cubicBezTo>
                    <a:pt x="5209" y="440"/>
                    <a:pt x="5209" y="438"/>
                    <a:pt x="5209" y="436"/>
                  </a:cubicBezTo>
                  <a:cubicBezTo>
                    <a:pt x="5209" y="434"/>
                    <a:pt x="5210" y="432"/>
                    <a:pt x="5212" y="430"/>
                  </a:cubicBezTo>
                  <a:cubicBezTo>
                    <a:pt x="5215" y="427"/>
                    <a:pt x="5221" y="428"/>
                    <a:pt x="5224" y="431"/>
                  </a:cubicBezTo>
                  <a:cubicBezTo>
                    <a:pt x="5238" y="448"/>
                    <a:pt x="5252" y="465"/>
                    <a:pt x="5268" y="485"/>
                  </a:cubicBezTo>
                  <a:cubicBezTo>
                    <a:pt x="5274" y="491"/>
                    <a:pt x="5279" y="498"/>
                    <a:pt x="5285" y="505"/>
                  </a:cubicBezTo>
                  <a:cubicBezTo>
                    <a:pt x="5301" y="526"/>
                    <a:pt x="5318" y="546"/>
                    <a:pt x="5334" y="566"/>
                  </a:cubicBezTo>
                  <a:cubicBezTo>
                    <a:pt x="5341" y="575"/>
                    <a:pt x="5349" y="584"/>
                    <a:pt x="5356" y="594"/>
                  </a:cubicBezTo>
                  <a:cubicBezTo>
                    <a:pt x="5359" y="597"/>
                    <a:pt x="5358" y="603"/>
                    <a:pt x="5355" y="606"/>
                  </a:cubicBezTo>
                  <a:cubicBezTo>
                    <a:pt x="5353" y="607"/>
                    <a:pt x="5351" y="607"/>
                    <a:pt x="5349" y="607"/>
                  </a:cubicBezTo>
                  <a:close/>
                  <a:moveTo>
                    <a:pt x="1583" y="568"/>
                  </a:moveTo>
                  <a:cubicBezTo>
                    <a:pt x="1580" y="568"/>
                    <a:pt x="1577" y="566"/>
                    <a:pt x="1576" y="563"/>
                  </a:cubicBezTo>
                  <a:cubicBezTo>
                    <a:pt x="1574" y="559"/>
                    <a:pt x="1575" y="554"/>
                    <a:pt x="1580" y="552"/>
                  </a:cubicBezTo>
                  <a:cubicBezTo>
                    <a:pt x="1584" y="550"/>
                    <a:pt x="1589" y="552"/>
                    <a:pt x="1591" y="556"/>
                  </a:cubicBezTo>
                  <a:cubicBezTo>
                    <a:pt x="1593" y="560"/>
                    <a:pt x="1591" y="565"/>
                    <a:pt x="1587" y="567"/>
                  </a:cubicBezTo>
                  <a:cubicBezTo>
                    <a:pt x="1587" y="567"/>
                    <a:pt x="1587" y="567"/>
                    <a:pt x="1587" y="567"/>
                  </a:cubicBezTo>
                  <a:cubicBezTo>
                    <a:pt x="1586" y="568"/>
                    <a:pt x="1585" y="568"/>
                    <a:pt x="1583" y="568"/>
                  </a:cubicBezTo>
                  <a:close/>
                  <a:moveTo>
                    <a:pt x="1609" y="555"/>
                  </a:moveTo>
                  <a:cubicBezTo>
                    <a:pt x="1606" y="555"/>
                    <a:pt x="1603" y="553"/>
                    <a:pt x="1601" y="551"/>
                  </a:cubicBezTo>
                  <a:cubicBezTo>
                    <a:pt x="1600" y="548"/>
                    <a:pt x="1600" y="546"/>
                    <a:pt x="1601" y="544"/>
                  </a:cubicBezTo>
                  <a:cubicBezTo>
                    <a:pt x="1601" y="542"/>
                    <a:pt x="1603" y="540"/>
                    <a:pt x="1605" y="539"/>
                  </a:cubicBezTo>
                  <a:cubicBezTo>
                    <a:pt x="1624" y="529"/>
                    <a:pt x="1643" y="520"/>
                    <a:pt x="1662" y="510"/>
                  </a:cubicBezTo>
                  <a:cubicBezTo>
                    <a:pt x="1691" y="495"/>
                    <a:pt x="1691" y="495"/>
                    <a:pt x="1691" y="495"/>
                  </a:cubicBezTo>
                  <a:cubicBezTo>
                    <a:pt x="1691" y="495"/>
                    <a:pt x="1691" y="495"/>
                    <a:pt x="1691" y="495"/>
                  </a:cubicBezTo>
                  <a:cubicBezTo>
                    <a:pt x="1723" y="479"/>
                    <a:pt x="1758" y="461"/>
                    <a:pt x="1791" y="444"/>
                  </a:cubicBezTo>
                  <a:cubicBezTo>
                    <a:pt x="1795" y="442"/>
                    <a:pt x="1801" y="444"/>
                    <a:pt x="1803" y="448"/>
                  </a:cubicBezTo>
                  <a:cubicBezTo>
                    <a:pt x="1805" y="452"/>
                    <a:pt x="1803" y="457"/>
                    <a:pt x="1799" y="459"/>
                  </a:cubicBezTo>
                  <a:cubicBezTo>
                    <a:pt x="1767" y="476"/>
                    <a:pt x="1734" y="492"/>
                    <a:pt x="1699" y="510"/>
                  </a:cubicBezTo>
                  <a:cubicBezTo>
                    <a:pt x="1698" y="510"/>
                    <a:pt x="1698" y="510"/>
                    <a:pt x="1698" y="511"/>
                  </a:cubicBezTo>
                  <a:cubicBezTo>
                    <a:pt x="1693" y="513"/>
                    <a:pt x="1693" y="513"/>
                    <a:pt x="1693" y="513"/>
                  </a:cubicBezTo>
                  <a:cubicBezTo>
                    <a:pt x="1690" y="515"/>
                    <a:pt x="1686" y="517"/>
                    <a:pt x="1683" y="518"/>
                  </a:cubicBezTo>
                  <a:cubicBezTo>
                    <a:pt x="1669" y="526"/>
                    <a:pt x="1669" y="526"/>
                    <a:pt x="1669" y="526"/>
                  </a:cubicBezTo>
                  <a:cubicBezTo>
                    <a:pt x="1650" y="535"/>
                    <a:pt x="1631" y="545"/>
                    <a:pt x="1613" y="554"/>
                  </a:cubicBezTo>
                  <a:cubicBezTo>
                    <a:pt x="1611" y="555"/>
                    <a:pt x="1610" y="555"/>
                    <a:pt x="1609" y="555"/>
                  </a:cubicBezTo>
                  <a:close/>
                  <a:moveTo>
                    <a:pt x="6460" y="548"/>
                  </a:moveTo>
                  <a:cubicBezTo>
                    <a:pt x="6458" y="548"/>
                    <a:pt x="6455" y="547"/>
                    <a:pt x="6454" y="545"/>
                  </a:cubicBezTo>
                  <a:cubicBezTo>
                    <a:pt x="6452" y="543"/>
                    <a:pt x="6451" y="541"/>
                    <a:pt x="6451" y="539"/>
                  </a:cubicBezTo>
                  <a:cubicBezTo>
                    <a:pt x="6451" y="537"/>
                    <a:pt x="6452" y="535"/>
                    <a:pt x="6454" y="533"/>
                  </a:cubicBezTo>
                  <a:cubicBezTo>
                    <a:pt x="6457" y="530"/>
                    <a:pt x="6463" y="530"/>
                    <a:pt x="6466" y="534"/>
                  </a:cubicBezTo>
                  <a:cubicBezTo>
                    <a:pt x="6469" y="537"/>
                    <a:pt x="6469" y="542"/>
                    <a:pt x="6466" y="546"/>
                  </a:cubicBezTo>
                  <a:cubicBezTo>
                    <a:pt x="6464" y="547"/>
                    <a:pt x="6462" y="548"/>
                    <a:pt x="6460" y="548"/>
                  </a:cubicBezTo>
                  <a:close/>
                  <a:moveTo>
                    <a:pt x="862" y="529"/>
                  </a:moveTo>
                  <a:cubicBezTo>
                    <a:pt x="860" y="529"/>
                    <a:pt x="858" y="528"/>
                    <a:pt x="857" y="527"/>
                  </a:cubicBezTo>
                  <a:cubicBezTo>
                    <a:pt x="853" y="524"/>
                    <a:pt x="853" y="519"/>
                    <a:pt x="856" y="515"/>
                  </a:cubicBezTo>
                  <a:cubicBezTo>
                    <a:pt x="859" y="512"/>
                    <a:pt x="864" y="511"/>
                    <a:pt x="868" y="514"/>
                  </a:cubicBezTo>
                  <a:cubicBezTo>
                    <a:pt x="871" y="517"/>
                    <a:pt x="872" y="522"/>
                    <a:pt x="869" y="526"/>
                  </a:cubicBezTo>
                  <a:cubicBezTo>
                    <a:pt x="867" y="528"/>
                    <a:pt x="865" y="529"/>
                    <a:pt x="862" y="529"/>
                  </a:cubicBezTo>
                  <a:close/>
                  <a:moveTo>
                    <a:pt x="6481" y="528"/>
                  </a:moveTo>
                  <a:cubicBezTo>
                    <a:pt x="6478" y="528"/>
                    <a:pt x="6476" y="528"/>
                    <a:pt x="6474" y="526"/>
                  </a:cubicBezTo>
                  <a:cubicBezTo>
                    <a:pt x="6471" y="522"/>
                    <a:pt x="6471" y="517"/>
                    <a:pt x="6475" y="514"/>
                  </a:cubicBezTo>
                  <a:cubicBezTo>
                    <a:pt x="6481" y="508"/>
                    <a:pt x="6486" y="503"/>
                    <a:pt x="6492" y="497"/>
                  </a:cubicBezTo>
                  <a:cubicBezTo>
                    <a:pt x="6510" y="481"/>
                    <a:pt x="6527" y="464"/>
                    <a:pt x="6545" y="448"/>
                  </a:cubicBezTo>
                  <a:cubicBezTo>
                    <a:pt x="6551" y="443"/>
                    <a:pt x="6557" y="437"/>
                    <a:pt x="6563" y="432"/>
                  </a:cubicBezTo>
                  <a:cubicBezTo>
                    <a:pt x="6581" y="414"/>
                    <a:pt x="6601" y="396"/>
                    <a:pt x="6625" y="375"/>
                  </a:cubicBezTo>
                  <a:cubicBezTo>
                    <a:pt x="6625" y="375"/>
                    <a:pt x="6625" y="375"/>
                    <a:pt x="6625" y="375"/>
                  </a:cubicBezTo>
                  <a:cubicBezTo>
                    <a:pt x="6625" y="375"/>
                    <a:pt x="6626" y="374"/>
                    <a:pt x="6627" y="373"/>
                  </a:cubicBezTo>
                  <a:cubicBezTo>
                    <a:pt x="6627" y="373"/>
                    <a:pt x="6628" y="372"/>
                    <a:pt x="6629" y="372"/>
                  </a:cubicBezTo>
                  <a:cubicBezTo>
                    <a:pt x="6632" y="369"/>
                    <a:pt x="6638" y="369"/>
                    <a:pt x="6641" y="372"/>
                  </a:cubicBezTo>
                  <a:cubicBezTo>
                    <a:pt x="6642" y="374"/>
                    <a:pt x="6643" y="376"/>
                    <a:pt x="6643" y="379"/>
                  </a:cubicBezTo>
                  <a:cubicBezTo>
                    <a:pt x="6643" y="381"/>
                    <a:pt x="6642" y="383"/>
                    <a:pt x="6640" y="384"/>
                  </a:cubicBezTo>
                  <a:cubicBezTo>
                    <a:pt x="6639" y="386"/>
                    <a:pt x="6639" y="386"/>
                    <a:pt x="6639" y="386"/>
                  </a:cubicBezTo>
                  <a:cubicBezTo>
                    <a:pt x="6638" y="386"/>
                    <a:pt x="6637" y="387"/>
                    <a:pt x="6636" y="388"/>
                  </a:cubicBezTo>
                  <a:cubicBezTo>
                    <a:pt x="6636" y="388"/>
                    <a:pt x="6636" y="388"/>
                    <a:pt x="6636" y="388"/>
                  </a:cubicBezTo>
                  <a:cubicBezTo>
                    <a:pt x="6612" y="409"/>
                    <a:pt x="6593" y="427"/>
                    <a:pt x="6574" y="444"/>
                  </a:cubicBezTo>
                  <a:cubicBezTo>
                    <a:pt x="6569" y="449"/>
                    <a:pt x="6563" y="455"/>
                    <a:pt x="6557" y="461"/>
                  </a:cubicBezTo>
                  <a:cubicBezTo>
                    <a:pt x="6540" y="476"/>
                    <a:pt x="6523" y="492"/>
                    <a:pt x="6507" y="507"/>
                  </a:cubicBezTo>
                  <a:cubicBezTo>
                    <a:pt x="6500" y="513"/>
                    <a:pt x="6493" y="520"/>
                    <a:pt x="6486" y="526"/>
                  </a:cubicBezTo>
                  <a:cubicBezTo>
                    <a:pt x="6485" y="528"/>
                    <a:pt x="6483" y="528"/>
                    <a:pt x="6481" y="528"/>
                  </a:cubicBezTo>
                  <a:close/>
                  <a:moveTo>
                    <a:pt x="2748" y="520"/>
                  </a:moveTo>
                  <a:cubicBezTo>
                    <a:pt x="2745" y="520"/>
                    <a:pt x="2743" y="519"/>
                    <a:pt x="2741" y="517"/>
                  </a:cubicBezTo>
                  <a:cubicBezTo>
                    <a:pt x="2740" y="515"/>
                    <a:pt x="2739" y="513"/>
                    <a:pt x="2740" y="510"/>
                  </a:cubicBezTo>
                  <a:cubicBezTo>
                    <a:pt x="2740" y="508"/>
                    <a:pt x="2741" y="506"/>
                    <a:pt x="2743" y="505"/>
                  </a:cubicBezTo>
                  <a:cubicBezTo>
                    <a:pt x="2746" y="502"/>
                    <a:pt x="2752" y="502"/>
                    <a:pt x="2755" y="506"/>
                  </a:cubicBezTo>
                  <a:cubicBezTo>
                    <a:pt x="2758" y="510"/>
                    <a:pt x="2757" y="515"/>
                    <a:pt x="2753" y="518"/>
                  </a:cubicBezTo>
                  <a:cubicBezTo>
                    <a:pt x="2752" y="519"/>
                    <a:pt x="2750" y="520"/>
                    <a:pt x="2748" y="520"/>
                  </a:cubicBezTo>
                  <a:close/>
                  <a:moveTo>
                    <a:pt x="840" y="511"/>
                  </a:moveTo>
                  <a:cubicBezTo>
                    <a:pt x="838" y="511"/>
                    <a:pt x="836" y="510"/>
                    <a:pt x="835" y="509"/>
                  </a:cubicBezTo>
                  <a:cubicBezTo>
                    <a:pt x="826" y="502"/>
                    <a:pt x="817" y="494"/>
                    <a:pt x="808" y="486"/>
                  </a:cubicBezTo>
                  <a:cubicBezTo>
                    <a:pt x="787" y="469"/>
                    <a:pt x="768" y="453"/>
                    <a:pt x="748" y="437"/>
                  </a:cubicBezTo>
                  <a:cubicBezTo>
                    <a:pt x="748" y="437"/>
                    <a:pt x="748" y="437"/>
                    <a:pt x="748" y="437"/>
                  </a:cubicBezTo>
                  <a:cubicBezTo>
                    <a:pt x="728" y="421"/>
                    <a:pt x="710" y="407"/>
                    <a:pt x="694" y="394"/>
                  </a:cubicBezTo>
                  <a:cubicBezTo>
                    <a:pt x="686" y="388"/>
                    <a:pt x="679" y="383"/>
                    <a:pt x="673" y="378"/>
                  </a:cubicBezTo>
                  <a:cubicBezTo>
                    <a:pt x="671" y="377"/>
                    <a:pt x="669" y="375"/>
                    <a:pt x="669" y="372"/>
                  </a:cubicBezTo>
                  <a:cubicBezTo>
                    <a:pt x="669" y="370"/>
                    <a:pt x="669" y="368"/>
                    <a:pt x="671" y="366"/>
                  </a:cubicBezTo>
                  <a:cubicBezTo>
                    <a:pt x="673" y="362"/>
                    <a:pt x="679" y="362"/>
                    <a:pt x="683" y="364"/>
                  </a:cubicBezTo>
                  <a:cubicBezTo>
                    <a:pt x="690" y="370"/>
                    <a:pt x="697" y="375"/>
                    <a:pt x="704" y="381"/>
                  </a:cubicBezTo>
                  <a:cubicBezTo>
                    <a:pt x="721" y="393"/>
                    <a:pt x="739" y="407"/>
                    <a:pt x="759" y="424"/>
                  </a:cubicBezTo>
                  <a:cubicBezTo>
                    <a:pt x="778" y="440"/>
                    <a:pt x="799" y="457"/>
                    <a:pt x="818" y="473"/>
                  </a:cubicBezTo>
                  <a:cubicBezTo>
                    <a:pt x="827" y="481"/>
                    <a:pt x="837" y="488"/>
                    <a:pt x="846" y="496"/>
                  </a:cubicBezTo>
                  <a:cubicBezTo>
                    <a:pt x="848" y="497"/>
                    <a:pt x="849" y="500"/>
                    <a:pt x="849" y="502"/>
                  </a:cubicBezTo>
                  <a:cubicBezTo>
                    <a:pt x="849" y="504"/>
                    <a:pt x="848" y="506"/>
                    <a:pt x="847" y="508"/>
                  </a:cubicBezTo>
                  <a:cubicBezTo>
                    <a:pt x="845" y="510"/>
                    <a:pt x="843" y="511"/>
                    <a:pt x="840" y="511"/>
                  </a:cubicBezTo>
                  <a:close/>
                  <a:moveTo>
                    <a:pt x="2730" y="498"/>
                  </a:moveTo>
                  <a:cubicBezTo>
                    <a:pt x="2728" y="498"/>
                    <a:pt x="2725" y="497"/>
                    <a:pt x="2724" y="495"/>
                  </a:cubicBezTo>
                  <a:cubicBezTo>
                    <a:pt x="2698" y="463"/>
                    <a:pt x="2675" y="435"/>
                    <a:pt x="2651" y="408"/>
                  </a:cubicBezTo>
                  <a:cubicBezTo>
                    <a:pt x="2649" y="406"/>
                    <a:pt x="2646" y="403"/>
                    <a:pt x="2643" y="400"/>
                  </a:cubicBezTo>
                  <a:cubicBezTo>
                    <a:pt x="2631" y="386"/>
                    <a:pt x="2617" y="371"/>
                    <a:pt x="2601" y="355"/>
                  </a:cubicBezTo>
                  <a:cubicBezTo>
                    <a:pt x="2588" y="341"/>
                    <a:pt x="2588" y="341"/>
                    <a:pt x="2588" y="341"/>
                  </a:cubicBezTo>
                  <a:cubicBezTo>
                    <a:pt x="2587" y="340"/>
                    <a:pt x="2586" y="339"/>
                    <a:pt x="2586" y="339"/>
                  </a:cubicBezTo>
                  <a:cubicBezTo>
                    <a:pt x="2582" y="336"/>
                    <a:pt x="2582" y="331"/>
                    <a:pt x="2585" y="327"/>
                  </a:cubicBezTo>
                  <a:cubicBezTo>
                    <a:pt x="2588" y="324"/>
                    <a:pt x="2594" y="323"/>
                    <a:pt x="2597" y="326"/>
                  </a:cubicBezTo>
                  <a:cubicBezTo>
                    <a:pt x="2598" y="327"/>
                    <a:pt x="2599" y="328"/>
                    <a:pt x="2600" y="329"/>
                  </a:cubicBezTo>
                  <a:cubicBezTo>
                    <a:pt x="2614" y="343"/>
                    <a:pt x="2614" y="343"/>
                    <a:pt x="2614" y="343"/>
                  </a:cubicBezTo>
                  <a:cubicBezTo>
                    <a:pt x="2629" y="359"/>
                    <a:pt x="2643" y="374"/>
                    <a:pt x="2656" y="389"/>
                  </a:cubicBezTo>
                  <a:cubicBezTo>
                    <a:pt x="2658" y="391"/>
                    <a:pt x="2661" y="394"/>
                    <a:pt x="2664" y="397"/>
                  </a:cubicBezTo>
                  <a:cubicBezTo>
                    <a:pt x="2688" y="424"/>
                    <a:pt x="2712" y="452"/>
                    <a:pt x="2737" y="484"/>
                  </a:cubicBezTo>
                  <a:cubicBezTo>
                    <a:pt x="2738" y="486"/>
                    <a:pt x="2739" y="488"/>
                    <a:pt x="2739" y="490"/>
                  </a:cubicBezTo>
                  <a:cubicBezTo>
                    <a:pt x="2739" y="492"/>
                    <a:pt x="2737" y="494"/>
                    <a:pt x="2736" y="496"/>
                  </a:cubicBezTo>
                  <a:cubicBezTo>
                    <a:pt x="2734" y="497"/>
                    <a:pt x="2732" y="498"/>
                    <a:pt x="2730" y="498"/>
                  </a:cubicBezTo>
                  <a:close/>
                  <a:moveTo>
                    <a:pt x="4251" y="486"/>
                  </a:moveTo>
                  <a:cubicBezTo>
                    <a:pt x="4249" y="486"/>
                    <a:pt x="4247" y="485"/>
                    <a:pt x="4246" y="484"/>
                  </a:cubicBezTo>
                  <a:cubicBezTo>
                    <a:pt x="4244" y="483"/>
                    <a:pt x="4243" y="481"/>
                    <a:pt x="4243" y="478"/>
                  </a:cubicBezTo>
                  <a:cubicBezTo>
                    <a:pt x="4242" y="476"/>
                    <a:pt x="4243" y="474"/>
                    <a:pt x="4244" y="472"/>
                  </a:cubicBezTo>
                  <a:cubicBezTo>
                    <a:pt x="4247" y="469"/>
                    <a:pt x="4252" y="468"/>
                    <a:pt x="4256" y="471"/>
                  </a:cubicBezTo>
                  <a:cubicBezTo>
                    <a:pt x="4260" y="473"/>
                    <a:pt x="4261" y="479"/>
                    <a:pt x="4258" y="482"/>
                  </a:cubicBezTo>
                  <a:cubicBezTo>
                    <a:pt x="4256" y="485"/>
                    <a:pt x="4254" y="486"/>
                    <a:pt x="4251" y="486"/>
                  </a:cubicBezTo>
                  <a:close/>
                  <a:moveTo>
                    <a:pt x="4268" y="463"/>
                  </a:moveTo>
                  <a:cubicBezTo>
                    <a:pt x="4266" y="463"/>
                    <a:pt x="4264" y="463"/>
                    <a:pt x="4263" y="461"/>
                  </a:cubicBezTo>
                  <a:cubicBezTo>
                    <a:pt x="4261" y="460"/>
                    <a:pt x="4260" y="458"/>
                    <a:pt x="4260" y="456"/>
                  </a:cubicBezTo>
                  <a:cubicBezTo>
                    <a:pt x="4259" y="454"/>
                    <a:pt x="4260" y="451"/>
                    <a:pt x="4261" y="450"/>
                  </a:cubicBezTo>
                  <a:cubicBezTo>
                    <a:pt x="4261" y="449"/>
                    <a:pt x="4262" y="449"/>
                    <a:pt x="4262" y="449"/>
                  </a:cubicBezTo>
                  <a:cubicBezTo>
                    <a:pt x="4262" y="449"/>
                    <a:pt x="4262" y="449"/>
                    <a:pt x="4262" y="449"/>
                  </a:cubicBezTo>
                  <a:cubicBezTo>
                    <a:pt x="4282" y="421"/>
                    <a:pt x="4301" y="396"/>
                    <a:pt x="4318" y="372"/>
                  </a:cubicBezTo>
                  <a:cubicBezTo>
                    <a:pt x="4333" y="350"/>
                    <a:pt x="4348" y="327"/>
                    <a:pt x="4362" y="306"/>
                  </a:cubicBezTo>
                  <a:cubicBezTo>
                    <a:pt x="4374" y="288"/>
                    <a:pt x="4374" y="288"/>
                    <a:pt x="4374" y="288"/>
                  </a:cubicBezTo>
                  <a:cubicBezTo>
                    <a:pt x="4380" y="278"/>
                    <a:pt x="4380" y="278"/>
                    <a:pt x="4380" y="278"/>
                  </a:cubicBezTo>
                  <a:cubicBezTo>
                    <a:pt x="4382" y="274"/>
                    <a:pt x="4388" y="273"/>
                    <a:pt x="4391" y="275"/>
                  </a:cubicBezTo>
                  <a:cubicBezTo>
                    <a:pt x="4395" y="278"/>
                    <a:pt x="4397" y="283"/>
                    <a:pt x="4394" y="287"/>
                  </a:cubicBezTo>
                  <a:cubicBezTo>
                    <a:pt x="4388" y="297"/>
                    <a:pt x="4388" y="297"/>
                    <a:pt x="4388" y="297"/>
                  </a:cubicBezTo>
                  <a:cubicBezTo>
                    <a:pt x="4376" y="315"/>
                    <a:pt x="4376" y="315"/>
                    <a:pt x="4376" y="315"/>
                  </a:cubicBezTo>
                  <a:cubicBezTo>
                    <a:pt x="4362" y="337"/>
                    <a:pt x="4347" y="359"/>
                    <a:pt x="4331" y="382"/>
                  </a:cubicBezTo>
                  <a:cubicBezTo>
                    <a:pt x="4314" y="406"/>
                    <a:pt x="4296" y="431"/>
                    <a:pt x="4276" y="459"/>
                  </a:cubicBezTo>
                  <a:cubicBezTo>
                    <a:pt x="4275" y="459"/>
                    <a:pt x="4275" y="459"/>
                    <a:pt x="4275" y="459"/>
                  </a:cubicBezTo>
                  <a:cubicBezTo>
                    <a:pt x="4275" y="459"/>
                    <a:pt x="4275" y="460"/>
                    <a:pt x="4275" y="460"/>
                  </a:cubicBezTo>
                  <a:cubicBezTo>
                    <a:pt x="4273" y="462"/>
                    <a:pt x="4271" y="463"/>
                    <a:pt x="4268" y="463"/>
                  </a:cubicBezTo>
                  <a:close/>
                  <a:moveTo>
                    <a:pt x="1821" y="447"/>
                  </a:moveTo>
                  <a:cubicBezTo>
                    <a:pt x="1817" y="447"/>
                    <a:pt x="1814" y="446"/>
                    <a:pt x="1813" y="443"/>
                  </a:cubicBezTo>
                  <a:cubicBezTo>
                    <a:pt x="1812" y="441"/>
                    <a:pt x="1812" y="438"/>
                    <a:pt x="1812" y="436"/>
                  </a:cubicBezTo>
                  <a:cubicBezTo>
                    <a:pt x="1813" y="434"/>
                    <a:pt x="1815" y="432"/>
                    <a:pt x="1817" y="431"/>
                  </a:cubicBezTo>
                  <a:cubicBezTo>
                    <a:pt x="1821" y="429"/>
                    <a:pt x="1826" y="431"/>
                    <a:pt x="1828" y="435"/>
                  </a:cubicBezTo>
                  <a:cubicBezTo>
                    <a:pt x="1830" y="439"/>
                    <a:pt x="1828" y="445"/>
                    <a:pt x="1824" y="447"/>
                  </a:cubicBezTo>
                  <a:cubicBezTo>
                    <a:pt x="1823" y="447"/>
                    <a:pt x="1822" y="447"/>
                    <a:pt x="1821" y="447"/>
                  </a:cubicBezTo>
                  <a:close/>
                  <a:moveTo>
                    <a:pt x="1846" y="435"/>
                  </a:moveTo>
                  <a:cubicBezTo>
                    <a:pt x="1843" y="435"/>
                    <a:pt x="1840" y="433"/>
                    <a:pt x="1838" y="430"/>
                  </a:cubicBezTo>
                  <a:cubicBezTo>
                    <a:pt x="1837" y="428"/>
                    <a:pt x="1837" y="426"/>
                    <a:pt x="1838" y="424"/>
                  </a:cubicBezTo>
                  <a:cubicBezTo>
                    <a:pt x="1839" y="422"/>
                    <a:pt x="1840" y="420"/>
                    <a:pt x="1842" y="419"/>
                  </a:cubicBezTo>
                  <a:cubicBezTo>
                    <a:pt x="1865" y="408"/>
                    <a:pt x="1885" y="398"/>
                    <a:pt x="1905" y="389"/>
                  </a:cubicBezTo>
                  <a:cubicBezTo>
                    <a:pt x="1913" y="385"/>
                    <a:pt x="1921" y="381"/>
                    <a:pt x="1928" y="378"/>
                  </a:cubicBezTo>
                  <a:cubicBezTo>
                    <a:pt x="1928" y="378"/>
                    <a:pt x="1928" y="378"/>
                    <a:pt x="1928" y="378"/>
                  </a:cubicBezTo>
                  <a:cubicBezTo>
                    <a:pt x="1929" y="377"/>
                    <a:pt x="1929" y="377"/>
                    <a:pt x="1929" y="377"/>
                  </a:cubicBezTo>
                  <a:cubicBezTo>
                    <a:pt x="1929" y="377"/>
                    <a:pt x="1929" y="377"/>
                    <a:pt x="1929" y="377"/>
                  </a:cubicBezTo>
                  <a:cubicBezTo>
                    <a:pt x="1966" y="360"/>
                    <a:pt x="2000" y="345"/>
                    <a:pt x="2033" y="332"/>
                  </a:cubicBezTo>
                  <a:cubicBezTo>
                    <a:pt x="2037" y="330"/>
                    <a:pt x="2042" y="332"/>
                    <a:pt x="2044" y="336"/>
                  </a:cubicBezTo>
                  <a:cubicBezTo>
                    <a:pt x="2045" y="339"/>
                    <a:pt x="2045" y="341"/>
                    <a:pt x="2044" y="343"/>
                  </a:cubicBezTo>
                  <a:cubicBezTo>
                    <a:pt x="2043" y="345"/>
                    <a:pt x="2042" y="347"/>
                    <a:pt x="2039" y="347"/>
                  </a:cubicBezTo>
                  <a:cubicBezTo>
                    <a:pt x="2007" y="361"/>
                    <a:pt x="1973" y="376"/>
                    <a:pt x="1936" y="393"/>
                  </a:cubicBezTo>
                  <a:cubicBezTo>
                    <a:pt x="1928" y="396"/>
                    <a:pt x="1920" y="400"/>
                    <a:pt x="1912" y="404"/>
                  </a:cubicBezTo>
                  <a:cubicBezTo>
                    <a:pt x="1892" y="413"/>
                    <a:pt x="1872" y="423"/>
                    <a:pt x="1850" y="434"/>
                  </a:cubicBezTo>
                  <a:cubicBezTo>
                    <a:pt x="1848" y="435"/>
                    <a:pt x="1847" y="435"/>
                    <a:pt x="1846" y="435"/>
                  </a:cubicBezTo>
                  <a:close/>
                  <a:moveTo>
                    <a:pt x="5199" y="424"/>
                  </a:moveTo>
                  <a:cubicBezTo>
                    <a:pt x="5197" y="424"/>
                    <a:pt x="5194" y="422"/>
                    <a:pt x="5193" y="421"/>
                  </a:cubicBezTo>
                  <a:cubicBezTo>
                    <a:pt x="5191" y="419"/>
                    <a:pt x="5190" y="417"/>
                    <a:pt x="5191" y="414"/>
                  </a:cubicBezTo>
                  <a:cubicBezTo>
                    <a:pt x="5191" y="412"/>
                    <a:pt x="5192" y="410"/>
                    <a:pt x="5194" y="409"/>
                  </a:cubicBezTo>
                  <a:cubicBezTo>
                    <a:pt x="5197" y="406"/>
                    <a:pt x="5203" y="406"/>
                    <a:pt x="5205" y="410"/>
                  </a:cubicBezTo>
                  <a:cubicBezTo>
                    <a:pt x="5207" y="411"/>
                    <a:pt x="5208" y="413"/>
                    <a:pt x="5207" y="416"/>
                  </a:cubicBezTo>
                  <a:cubicBezTo>
                    <a:pt x="5207" y="418"/>
                    <a:pt x="5206" y="420"/>
                    <a:pt x="5205" y="422"/>
                  </a:cubicBezTo>
                  <a:cubicBezTo>
                    <a:pt x="5203" y="423"/>
                    <a:pt x="5201" y="424"/>
                    <a:pt x="5199" y="424"/>
                  </a:cubicBezTo>
                  <a:close/>
                  <a:moveTo>
                    <a:pt x="5181" y="402"/>
                  </a:moveTo>
                  <a:cubicBezTo>
                    <a:pt x="5178" y="402"/>
                    <a:pt x="5176" y="401"/>
                    <a:pt x="5174" y="399"/>
                  </a:cubicBezTo>
                  <a:cubicBezTo>
                    <a:pt x="5164" y="388"/>
                    <a:pt x="5156" y="378"/>
                    <a:pt x="5147" y="368"/>
                  </a:cubicBezTo>
                  <a:cubicBezTo>
                    <a:pt x="5132" y="350"/>
                    <a:pt x="5115" y="332"/>
                    <a:pt x="5099" y="315"/>
                  </a:cubicBezTo>
                  <a:cubicBezTo>
                    <a:pt x="5099" y="315"/>
                    <a:pt x="5099" y="315"/>
                    <a:pt x="5099" y="315"/>
                  </a:cubicBezTo>
                  <a:cubicBezTo>
                    <a:pt x="5078" y="292"/>
                    <a:pt x="5056" y="269"/>
                    <a:pt x="5035" y="247"/>
                  </a:cubicBezTo>
                  <a:cubicBezTo>
                    <a:pt x="5034" y="247"/>
                    <a:pt x="5034" y="247"/>
                    <a:pt x="5034" y="246"/>
                  </a:cubicBezTo>
                  <a:cubicBezTo>
                    <a:pt x="5034" y="246"/>
                    <a:pt x="5033" y="246"/>
                    <a:pt x="5033" y="245"/>
                  </a:cubicBezTo>
                  <a:cubicBezTo>
                    <a:pt x="5030" y="242"/>
                    <a:pt x="5030" y="237"/>
                    <a:pt x="5033" y="233"/>
                  </a:cubicBezTo>
                  <a:cubicBezTo>
                    <a:pt x="5036" y="230"/>
                    <a:pt x="5042" y="230"/>
                    <a:pt x="5045" y="234"/>
                  </a:cubicBezTo>
                  <a:cubicBezTo>
                    <a:pt x="5046" y="234"/>
                    <a:pt x="5046" y="235"/>
                    <a:pt x="5047" y="235"/>
                  </a:cubicBezTo>
                  <a:cubicBezTo>
                    <a:pt x="5047" y="235"/>
                    <a:pt x="5047" y="235"/>
                    <a:pt x="5047" y="235"/>
                  </a:cubicBezTo>
                  <a:cubicBezTo>
                    <a:pt x="5068" y="257"/>
                    <a:pt x="5090" y="280"/>
                    <a:pt x="5111" y="303"/>
                  </a:cubicBezTo>
                  <a:cubicBezTo>
                    <a:pt x="5112" y="303"/>
                    <a:pt x="5112" y="303"/>
                    <a:pt x="5112" y="303"/>
                  </a:cubicBezTo>
                  <a:cubicBezTo>
                    <a:pt x="5112" y="303"/>
                    <a:pt x="5112" y="303"/>
                    <a:pt x="5112" y="304"/>
                  </a:cubicBezTo>
                  <a:cubicBezTo>
                    <a:pt x="5128" y="321"/>
                    <a:pt x="5144" y="339"/>
                    <a:pt x="5160" y="357"/>
                  </a:cubicBezTo>
                  <a:cubicBezTo>
                    <a:pt x="5170" y="368"/>
                    <a:pt x="5179" y="378"/>
                    <a:pt x="5187" y="388"/>
                  </a:cubicBezTo>
                  <a:cubicBezTo>
                    <a:pt x="5189" y="390"/>
                    <a:pt x="5189" y="392"/>
                    <a:pt x="5189" y="394"/>
                  </a:cubicBezTo>
                  <a:cubicBezTo>
                    <a:pt x="5189" y="396"/>
                    <a:pt x="5188" y="399"/>
                    <a:pt x="5186" y="400"/>
                  </a:cubicBezTo>
                  <a:cubicBezTo>
                    <a:pt x="5185" y="401"/>
                    <a:pt x="5183" y="402"/>
                    <a:pt x="5181" y="402"/>
                  </a:cubicBezTo>
                  <a:close/>
                  <a:moveTo>
                    <a:pt x="6656" y="368"/>
                  </a:moveTo>
                  <a:cubicBezTo>
                    <a:pt x="6653" y="368"/>
                    <a:pt x="6651" y="367"/>
                    <a:pt x="6649" y="365"/>
                  </a:cubicBezTo>
                  <a:cubicBezTo>
                    <a:pt x="6648" y="363"/>
                    <a:pt x="6647" y="361"/>
                    <a:pt x="6647" y="359"/>
                  </a:cubicBezTo>
                  <a:cubicBezTo>
                    <a:pt x="6647" y="356"/>
                    <a:pt x="6648" y="354"/>
                    <a:pt x="6650" y="353"/>
                  </a:cubicBezTo>
                  <a:cubicBezTo>
                    <a:pt x="6650" y="353"/>
                    <a:pt x="6650" y="353"/>
                    <a:pt x="6650" y="353"/>
                  </a:cubicBezTo>
                  <a:cubicBezTo>
                    <a:pt x="6653" y="350"/>
                    <a:pt x="6659" y="350"/>
                    <a:pt x="6662" y="354"/>
                  </a:cubicBezTo>
                  <a:cubicBezTo>
                    <a:pt x="6665" y="357"/>
                    <a:pt x="6665" y="363"/>
                    <a:pt x="6661" y="366"/>
                  </a:cubicBezTo>
                  <a:cubicBezTo>
                    <a:pt x="6660" y="367"/>
                    <a:pt x="6658" y="368"/>
                    <a:pt x="6656" y="368"/>
                  </a:cubicBezTo>
                  <a:close/>
                  <a:moveTo>
                    <a:pt x="655" y="363"/>
                  </a:moveTo>
                  <a:cubicBezTo>
                    <a:pt x="653" y="363"/>
                    <a:pt x="651" y="362"/>
                    <a:pt x="650" y="361"/>
                  </a:cubicBezTo>
                  <a:cubicBezTo>
                    <a:pt x="648" y="360"/>
                    <a:pt x="647" y="358"/>
                    <a:pt x="646" y="356"/>
                  </a:cubicBezTo>
                  <a:cubicBezTo>
                    <a:pt x="646" y="354"/>
                    <a:pt x="646" y="351"/>
                    <a:pt x="648" y="350"/>
                  </a:cubicBezTo>
                  <a:cubicBezTo>
                    <a:pt x="650" y="346"/>
                    <a:pt x="656" y="345"/>
                    <a:pt x="660" y="348"/>
                  </a:cubicBezTo>
                  <a:cubicBezTo>
                    <a:pt x="663" y="350"/>
                    <a:pt x="664" y="356"/>
                    <a:pt x="662" y="359"/>
                  </a:cubicBezTo>
                  <a:cubicBezTo>
                    <a:pt x="660" y="362"/>
                    <a:pt x="657" y="363"/>
                    <a:pt x="655" y="363"/>
                  </a:cubicBezTo>
                  <a:close/>
                  <a:moveTo>
                    <a:pt x="6677" y="349"/>
                  </a:moveTo>
                  <a:cubicBezTo>
                    <a:pt x="6674" y="349"/>
                    <a:pt x="6672" y="348"/>
                    <a:pt x="6670" y="346"/>
                  </a:cubicBezTo>
                  <a:cubicBezTo>
                    <a:pt x="6667" y="343"/>
                    <a:pt x="6668" y="337"/>
                    <a:pt x="6671" y="334"/>
                  </a:cubicBezTo>
                  <a:cubicBezTo>
                    <a:pt x="6672" y="334"/>
                    <a:pt x="6672" y="334"/>
                    <a:pt x="6672" y="334"/>
                  </a:cubicBezTo>
                  <a:cubicBezTo>
                    <a:pt x="6686" y="322"/>
                    <a:pt x="6686" y="322"/>
                    <a:pt x="6686" y="322"/>
                  </a:cubicBezTo>
                  <a:cubicBezTo>
                    <a:pt x="6693" y="316"/>
                    <a:pt x="6701" y="312"/>
                    <a:pt x="6707" y="310"/>
                  </a:cubicBezTo>
                  <a:cubicBezTo>
                    <a:pt x="6709" y="309"/>
                    <a:pt x="6710" y="309"/>
                    <a:pt x="6712" y="308"/>
                  </a:cubicBezTo>
                  <a:cubicBezTo>
                    <a:pt x="6712" y="308"/>
                    <a:pt x="6713" y="308"/>
                    <a:pt x="6714" y="307"/>
                  </a:cubicBezTo>
                  <a:cubicBezTo>
                    <a:pt x="6714" y="307"/>
                    <a:pt x="6714" y="307"/>
                    <a:pt x="6714" y="307"/>
                  </a:cubicBezTo>
                  <a:cubicBezTo>
                    <a:pt x="6717" y="306"/>
                    <a:pt x="6719" y="305"/>
                    <a:pt x="6722" y="305"/>
                  </a:cubicBezTo>
                  <a:cubicBezTo>
                    <a:pt x="6726" y="303"/>
                    <a:pt x="6731" y="302"/>
                    <a:pt x="6735" y="301"/>
                  </a:cubicBezTo>
                  <a:cubicBezTo>
                    <a:pt x="6737" y="300"/>
                    <a:pt x="6738" y="300"/>
                    <a:pt x="6739" y="300"/>
                  </a:cubicBezTo>
                  <a:cubicBezTo>
                    <a:pt x="6740" y="299"/>
                    <a:pt x="6740" y="299"/>
                    <a:pt x="6740" y="299"/>
                  </a:cubicBezTo>
                  <a:cubicBezTo>
                    <a:pt x="6746" y="298"/>
                    <a:pt x="6754" y="296"/>
                    <a:pt x="6762" y="294"/>
                  </a:cubicBezTo>
                  <a:cubicBezTo>
                    <a:pt x="6778" y="290"/>
                    <a:pt x="6797" y="287"/>
                    <a:pt x="6817" y="284"/>
                  </a:cubicBezTo>
                  <a:cubicBezTo>
                    <a:pt x="6835" y="281"/>
                    <a:pt x="6854" y="278"/>
                    <a:pt x="6874" y="275"/>
                  </a:cubicBezTo>
                  <a:cubicBezTo>
                    <a:pt x="6878" y="275"/>
                    <a:pt x="6883" y="278"/>
                    <a:pt x="6883" y="283"/>
                  </a:cubicBezTo>
                  <a:cubicBezTo>
                    <a:pt x="6884" y="285"/>
                    <a:pt x="6883" y="287"/>
                    <a:pt x="6882" y="289"/>
                  </a:cubicBezTo>
                  <a:cubicBezTo>
                    <a:pt x="6880" y="291"/>
                    <a:pt x="6878" y="292"/>
                    <a:pt x="6876" y="292"/>
                  </a:cubicBezTo>
                  <a:cubicBezTo>
                    <a:pt x="6856" y="295"/>
                    <a:pt x="6837" y="298"/>
                    <a:pt x="6820" y="300"/>
                  </a:cubicBezTo>
                  <a:cubicBezTo>
                    <a:pt x="6800" y="304"/>
                    <a:pt x="6782" y="307"/>
                    <a:pt x="6766" y="311"/>
                  </a:cubicBezTo>
                  <a:cubicBezTo>
                    <a:pt x="6765" y="311"/>
                    <a:pt x="6765" y="311"/>
                    <a:pt x="6765" y="311"/>
                  </a:cubicBezTo>
                  <a:cubicBezTo>
                    <a:pt x="6757" y="313"/>
                    <a:pt x="6750" y="314"/>
                    <a:pt x="6744" y="316"/>
                  </a:cubicBezTo>
                  <a:cubicBezTo>
                    <a:pt x="6744" y="316"/>
                    <a:pt x="6744" y="316"/>
                    <a:pt x="6744" y="316"/>
                  </a:cubicBezTo>
                  <a:cubicBezTo>
                    <a:pt x="6742" y="316"/>
                    <a:pt x="6741" y="317"/>
                    <a:pt x="6739" y="317"/>
                  </a:cubicBezTo>
                  <a:cubicBezTo>
                    <a:pt x="6735" y="318"/>
                    <a:pt x="6731" y="319"/>
                    <a:pt x="6727" y="321"/>
                  </a:cubicBezTo>
                  <a:cubicBezTo>
                    <a:pt x="6727" y="321"/>
                    <a:pt x="6727" y="321"/>
                    <a:pt x="6727" y="321"/>
                  </a:cubicBezTo>
                  <a:cubicBezTo>
                    <a:pt x="6725" y="321"/>
                    <a:pt x="6722" y="322"/>
                    <a:pt x="6720" y="323"/>
                  </a:cubicBezTo>
                  <a:cubicBezTo>
                    <a:pt x="6720" y="323"/>
                    <a:pt x="6720" y="323"/>
                    <a:pt x="6720" y="323"/>
                  </a:cubicBezTo>
                  <a:cubicBezTo>
                    <a:pt x="6719" y="324"/>
                    <a:pt x="6718" y="324"/>
                    <a:pt x="6717" y="324"/>
                  </a:cubicBezTo>
                  <a:cubicBezTo>
                    <a:pt x="6715" y="325"/>
                    <a:pt x="6714" y="325"/>
                    <a:pt x="6714" y="325"/>
                  </a:cubicBezTo>
                  <a:cubicBezTo>
                    <a:pt x="6714" y="325"/>
                    <a:pt x="6714" y="325"/>
                    <a:pt x="6714" y="325"/>
                  </a:cubicBezTo>
                  <a:cubicBezTo>
                    <a:pt x="6706" y="328"/>
                    <a:pt x="6701" y="331"/>
                    <a:pt x="6697" y="335"/>
                  </a:cubicBezTo>
                  <a:cubicBezTo>
                    <a:pt x="6682" y="347"/>
                    <a:pt x="6682" y="347"/>
                    <a:pt x="6682" y="347"/>
                  </a:cubicBezTo>
                  <a:cubicBezTo>
                    <a:pt x="6681" y="349"/>
                    <a:pt x="6679" y="349"/>
                    <a:pt x="6677" y="349"/>
                  </a:cubicBezTo>
                  <a:close/>
                  <a:moveTo>
                    <a:pt x="631" y="347"/>
                  </a:moveTo>
                  <a:cubicBezTo>
                    <a:pt x="630" y="347"/>
                    <a:pt x="628" y="346"/>
                    <a:pt x="627" y="345"/>
                  </a:cubicBezTo>
                  <a:cubicBezTo>
                    <a:pt x="616" y="338"/>
                    <a:pt x="605" y="331"/>
                    <a:pt x="595" y="325"/>
                  </a:cubicBezTo>
                  <a:cubicBezTo>
                    <a:pt x="573" y="311"/>
                    <a:pt x="551" y="299"/>
                    <a:pt x="530" y="289"/>
                  </a:cubicBezTo>
                  <a:cubicBezTo>
                    <a:pt x="517" y="283"/>
                    <a:pt x="505" y="278"/>
                    <a:pt x="493" y="274"/>
                  </a:cubicBezTo>
                  <a:cubicBezTo>
                    <a:pt x="476" y="267"/>
                    <a:pt x="458" y="262"/>
                    <a:pt x="441" y="258"/>
                  </a:cubicBezTo>
                  <a:cubicBezTo>
                    <a:pt x="439" y="257"/>
                    <a:pt x="437" y="256"/>
                    <a:pt x="436" y="254"/>
                  </a:cubicBezTo>
                  <a:cubicBezTo>
                    <a:pt x="435" y="252"/>
                    <a:pt x="434" y="250"/>
                    <a:pt x="435" y="247"/>
                  </a:cubicBezTo>
                  <a:cubicBezTo>
                    <a:pt x="436" y="243"/>
                    <a:pt x="441" y="240"/>
                    <a:pt x="445" y="241"/>
                  </a:cubicBezTo>
                  <a:cubicBezTo>
                    <a:pt x="463" y="245"/>
                    <a:pt x="481" y="251"/>
                    <a:pt x="499" y="258"/>
                  </a:cubicBezTo>
                  <a:cubicBezTo>
                    <a:pt x="512" y="263"/>
                    <a:pt x="524" y="268"/>
                    <a:pt x="537" y="274"/>
                  </a:cubicBezTo>
                  <a:cubicBezTo>
                    <a:pt x="559" y="284"/>
                    <a:pt x="581" y="296"/>
                    <a:pt x="604" y="311"/>
                  </a:cubicBezTo>
                  <a:cubicBezTo>
                    <a:pt x="614" y="317"/>
                    <a:pt x="625" y="324"/>
                    <a:pt x="636" y="331"/>
                  </a:cubicBezTo>
                  <a:cubicBezTo>
                    <a:pt x="640" y="334"/>
                    <a:pt x="641" y="339"/>
                    <a:pt x="638" y="343"/>
                  </a:cubicBezTo>
                  <a:cubicBezTo>
                    <a:pt x="637" y="345"/>
                    <a:pt x="634" y="347"/>
                    <a:pt x="631" y="347"/>
                  </a:cubicBezTo>
                  <a:close/>
                  <a:moveTo>
                    <a:pt x="2062" y="338"/>
                  </a:moveTo>
                  <a:cubicBezTo>
                    <a:pt x="2059" y="338"/>
                    <a:pt x="2056" y="335"/>
                    <a:pt x="2055" y="332"/>
                  </a:cubicBezTo>
                  <a:cubicBezTo>
                    <a:pt x="2053" y="328"/>
                    <a:pt x="2055" y="323"/>
                    <a:pt x="2059" y="321"/>
                  </a:cubicBezTo>
                  <a:cubicBezTo>
                    <a:pt x="2064" y="320"/>
                    <a:pt x="2069" y="322"/>
                    <a:pt x="2070" y="326"/>
                  </a:cubicBezTo>
                  <a:cubicBezTo>
                    <a:pt x="2072" y="330"/>
                    <a:pt x="2070" y="335"/>
                    <a:pt x="2066" y="337"/>
                  </a:cubicBezTo>
                  <a:cubicBezTo>
                    <a:pt x="2065" y="337"/>
                    <a:pt x="2064" y="338"/>
                    <a:pt x="2062" y="338"/>
                  </a:cubicBezTo>
                  <a:close/>
                  <a:moveTo>
                    <a:pt x="2089" y="327"/>
                  </a:moveTo>
                  <a:cubicBezTo>
                    <a:pt x="2085" y="327"/>
                    <a:pt x="2082" y="325"/>
                    <a:pt x="2081" y="322"/>
                  </a:cubicBezTo>
                  <a:cubicBezTo>
                    <a:pt x="2079" y="318"/>
                    <a:pt x="2082" y="313"/>
                    <a:pt x="2086" y="311"/>
                  </a:cubicBezTo>
                  <a:cubicBezTo>
                    <a:pt x="2103" y="305"/>
                    <a:pt x="2120" y="298"/>
                    <a:pt x="2137" y="293"/>
                  </a:cubicBezTo>
                  <a:cubicBezTo>
                    <a:pt x="2151" y="288"/>
                    <a:pt x="2165" y="284"/>
                    <a:pt x="2178" y="280"/>
                  </a:cubicBezTo>
                  <a:cubicBezTo>
                    <a:pt x="2205" y="272"/>
                    <a:pt x="2230" y="265"/>
                    <a:pt x="2254" y="260"/>
                  </a:cubicBezTo>
                  <a:cubicBezTo>
                    <a:pt x="2265" y="258"/>
                    <a:pt x="2276" y="256"/>
                    <a:pt x="2289" y="254"/>
                  </a:cubicBezTo>
                  <a:cubicBezTo>
                    <a:pt x="2293" y="253"/>
                    <a:pt x="2298" y="256"/>
                    <a:pt x="2298" y="261"/>
                  </a:cubicBezTo>
                  <a:cubicBezTo>
                    <a:pt x="2299" y="265"/>
                    <a:pt x="2296" y="270"/>
                    <a:pt x="2291" y="271"/>
                  </a:cubicBezTo>
                  <a:cubicBezTo>
                    <a:pt x="2279" y="273"/>
                    <a:pt x="2268" y="275"/>
                    <a:pt x="2258" y="277"/>
                  </a:cubicBezTo>
                  <a:cubicBezTo>
                    <a:pt x="2258" y="277"/>
                    <a:pt x="2258" y="277"/>
                    <a:pt x="2258" y="277"/>
                  </a:cubicBezTo>
                  <a:cubicBezTo>
                    <a:pt x="2234" y="282"/>
                    <a:pt x="2210" y="288"/>
                    <a:pt x="2182" y="296"/>
                  </a:cubicBezTo>
                  <a:cubicBezTo>
                    <a:pt x="2170" y="300"/>
                    <a:pt x="2156" y="304"/>
                    <a:pt x="2142" y="309"/>
                  </a:cubicBezTo>
                  <a:cubicBezTo>
                    <a:pt x="2126" y="315"/>
                    <a:pt x="2109" y="321"/>
                    <a:pt x="2092" y="327"/>
                  </a:cubicBezTo>
                  <a:cubicBezTo>
                    <a:pt x="2091" y="327"/>
                    <a:pt x="2090" y="327"/>
                    <a:pt x="2089" y="327"/>
                  </a:cubicBezTo>
                  <a:close/>
                  <a:moveTo>
                    <a:pt x="2570" y="322"/>
                  </a:moveTo>
                  <a:cubicBezTo>
                    <a:pt x="2568" y="322"/>
                    <a:pt x="2566" y="322"/>
                    <a:pt x="2565" y="321"/>
                  </a:cubicBezTo>
                  <a:cubicBezTo>
                    <a:pt x="2563" y="319"/>
                    <a:pt x="2562" y="317"/>
                    <a:pt x="2562" y="315"/>
                  </a:cubicBezTo>
                  <a:cubicBezTo>
                    <a:pt x="2562" y="313"/>
                    <a:pt x="2562" y="310"/>
                    <a:pt x="2564" y="309"/>
                  </a:cubicBezTo>
                  <a:cubicBezTo>
                    <a:pt x="2567" y="305"/>
                    <a:pt x="2572" y="305"/>
                    <a:pt x="2576" y="307"/>
                  </a:cubicBezTo>
                  <a:cubicBezTo>
                    <a:pt x="2579" y="310"/>
                    <a:pt x="2580" y="316"/>
                    <a:pt x="2577" y="319"/>
                  </a:cubicBezTo>
                  <a:cubicBezTo>
                    <a:pt x="2575" y="321"/>
                    <a:pt x="2573" y="322"/>
                    <a:pt x="2570" y="322"/>
                  </a:cubicBezTo>
                  <a:close/>
                  <a:moveTo>
                    <a:pt x="2547" y="306"/>
                  </a:moveTo>
                  <a:cubicBezTo>
                    <a:pt x="2546" y="306"/>
                    <a:pt x="2544" y="306"/>
                    <a:pt x="2543" y="305"/>
                  </a:cubicBezTo>
                  <a:cubicBezTo>
                    <a:pt x="2536" y="300"/>
                    <a:pt x="2528" y="296"/>
                    <a:pt x="2521" y="292"/>
                  </a:cubicBezTo>
                  <a:cubicBezTo>
                    <a:pt x="2521" y="292"/>
                    <a:pt x="2521" y="292"/>
                    <a:pt x="2521" y="292"/>
                  </a:cubicBezTo>
                  <a:cubicBezTo>
                    <a:pt x="2507" y="285"/>
                    <a:pt x="2491" y="279"/>
                    <a:pt x="2475" y="274"/>
                  </a:cubicBezTo>
                  <a:cubicBezTo>
                    <a:pt x="2465" y="271"/>
                    <a:pt x="2453" y="269"/>
                    <a:pt x="2441" y="267"/>
                  </a:cubicBezTo>
                  <a:cubicBezTo>
                    <a:pt x="2441" y="267"/>
                    <a:pt x="2441" y="267"/>
                    <a:pt x="2441" y="267"/>
                  </a:cubicBezTo>
                  <a:cubicBezTo>
                    <a:pt x="2436" y="266"/>
                    <a:pt x="2430" y="265"/>
                    <a:pt x="2425" y="265"/>
                  </a:cubicBezTo>
                  <a:cubicBezTo>
                    <a:pt x="2412" y="263"/>
                    <a:pt x="2398" y="263"/>
                    <a:pt x="2380" y="263"/>
                  </a:cubicBezTo>
                  <a:cubicBezTo>
                    <a:pt x="2380" y="263"/>
                    <a:pt x="2380" y="263"/>
                    <a:pt x="2380" y="263"/>
                  </a:cubicBezTo>
                  <a:cubicBezTo>
                    <a:pt x="2376" y="263"/>
                    <a:pt x="2374" y="263"/>
                    <a:pt x="2371" y="263"/>
                  </a:cubicBezTo>
                  <a:cubicBezTo>
                    <a:pt x="2363" y="263"/>
                    <a:pt x="2355" y="263"/>
                    <a:pt x="2347" y="264"/>
                  </a:cubicBezTo>
                  <a:cubicBezTo>
                    <a:pt x="2342" y="264"/>
                    <a:pt x="2338" y="261"/>
                    <a:pt x="2338" y="256"/>
                  </a:cubicBezTo>
                  <a:cubicBezTo>
                    <a:pt x="2337" y="251"/>
                    <a:pt x="2341" y="247"/>
                    <a:pt x="2346" y="247"/>
                  </a:cubicBezTo>
                  <a:cubicBezTo>
                    <a:pt x="2354" y="246"/>
                    <a:pt x="2363" y="246"/>
                    <a:pt x="2371" y="246"/>
                  </a:cubicBezTo>
                  <a:cubicBezTo>
                    <a:pt x="2374" y="246"/>
                    <a:pt x="2377" y="246"/>
                    <a:pt x="2380" y="246"/>
                  </a:cubicBezTo>
                  <a:cubicBezTo>
                    <a:pt x="2398" y="246"/>
                    <a:pt x="2413" y="246"/>
                    <a:pt x="2427" y="248"/>
                  </a:cubicBezTo>
                  <a:cubicBezTo>
                    <a:pt x="2433" y="249"/>
                    <a:pt x="2438" y="249"/>
                    <a:pt x="2443" y="250"/>
                  </a:cubicBezTo>
                  <a:cubicBezTo>
                    <a:pt x="2457" y="252"/>
                    <a:pt x="2469" y="255"/>
                    <a:pt x="2480" y="258"/>
                  </a:cubicBezTo>
                  <a:cubicBezTo>
                    <a:pt x="2497" y="263"/>
                    <a:pt x="2513" y="269"/>
                    <a:pt x="2529" y="277"/>
                  </a:cubicBezTo>
                  <a:cubicBezTo>
                    <a:pt x="2529" y="277"/>
                    <a:pt x="2529" y="277"/>
                    <a:pt x="2529" y="277"/>
                  </a:cubicBezTo>
                  <a:cubicBezTo>
                    <a:pt x="2537" y="281"/>
                    <a:pt x="2544" y="285"/>
                    <a:pt x="2552" y="290"/>
                  </a:cubicBezTo>
                  <a:cubicBezTo>
                    <a:pt x="2553" y="291"/>
                    <a:pt x="2553" y="291"/>
                    <a:pt x="2553" y="291"/>
                  </a:cubicBezTo>
                  <a:cubicBezTo>
                    <a:pt x="2553" y="291"/>
                    <a:pt x="2553" y="291"/>
                    <a:pt x="2553" y="291"/>
                  </a:cubicBezTo>
                  <a:cubicBezTo>
                    <a:pt x="2554" y="292"/>
                    <a:pt x="2555" y="294"/>
                    <a:pt x="2556" y="296"/>
                  </a:cubicBezTo>
                  <a:cubicBezTo>
                    <a:pt x="2556" y="298"/>
                    <a:pt x="2556" y="300"/>
                    <a:pt x="2555" y="302"/>
                  </a:cubicBezTo>
                  <a:cubicBezTo>
                    <a:pt x="2553" y="305"/>
                    <a:pt x="2550" y="306"/>
                    <a:pt x="2547" y="306"/>
                  </a:cubicBezTo>
                  <a:close/>
                  <a:moveTo>
                    <a:pt x="6903" y="289"/>
                  </a:moveTo>
                  <a:cubicBezTo>
                    <a:pt x="6899" y="289"/>
                    <a:pt x="6895" y="286"/>
                    <a:pt x="6895" y="281"/>
                  </a:cubicBezTo>
                  <a:cubicBezTo>
                    <a:pt x="6894" y="277"/>
                    <a:pt x="6897" y="272"/>
                    <a:pt x="6902" y="272"/>
                  </a:cubicBezTo>
                  <a:cubicBezTo>
                    <a:pt x="6907" y="271"/>
                    <a:pt x="6911" y="275"/>
                    <a:pt x="6911" y="279"/>
                  </a:cubicBezTo>
                  <a:cubicBezTo>
                    <a:pt x="6912" y="284"/>
                    <a:pt x="6909" y="288"/>
                    <a:pt x="6904" y="289"/>
                  </a:cubicBezTo>
                  <a:cubicBezTo>
                    <a:pt x="6904" y="289"/>
                    <a:pt x="6903" y="289"/>
                    <a:pt x="6903" y="289"/>
                  </a:cubicBezTo>
                  <a:close/>
                  <a:moveTo>
                    <a:pt x="6931" y="286"/>
                  </a:moveTo>
                  <a:cubicBezTo>
                    <a:pt x="6927" y="286"/>
                    <a:pt x="6923" y="282"/>
                    <a:pt x="6923" y="278"/>
                  </a:cubicBezTo>
                  <a:cubicBezTo>
                    <a:pt x="6922" y="273"/>
                    <a:pt x="6926" y="269"/>
                    <a:pt x="6930" y="269"/>
                  </a:cubicBezTo>
                  <a:cubicBezTo>
                    <a:pt x="6946" y="267"/>
                    <a:pt x="6964" y="265"/>
                    <a:pt x="6981" y="264"/>
                  </a:cubicBezTo>
                  <a:cubicBezTo>
                    <a:pt x="6996" y="262"/>
                    <a:pt x="7011" y="261"/>
                    <a:pt x="7026" y="260"/>
                  </a:cubicBezTo>
                  <a:cubicBezTo>
                    <a:pt x="7062" y="257"/>
                    <a:pt x="7099" y="254"/>
                    <a:pt x="7139" y="252"/>
                  </a:cubicBezTo>
                  <a:cubicBezTo>
                    <a:pt x="7144" y="251"/>
                    <a:pt x="7148" y="255"/>
                    <a:pt x="7148" y="260"/>
                  </a:cubicBezTo>
                  <a:cubicBezTo>
                    <a:pt x="7148" y="264"/>
                    <a:pt x="7145" y="268"/>
                    <a:pt x="7140" y="269"/>
                  </a:cubicBezTo>
                  <a:cubicBezTo>
                    <a:pt x="7100" y="271"/>
                    <a:pt x="7063" y="274"/>
                    <a:pt x="7028" y="277"/>
                  </a:cubicBezTo>
                  <a:cubicBezTo>
                    <a:pt x="7013" y="278"/>
                    <a:pt x="6998" y="279"/>
                    <a:pt x="6983" y="281"/>
                  </a:cubicBezTo>
                  <a:cubicBezTo>
                    <a:pt x="6964" y="282"/>
                    <a:pt x="6948" y="284"/>
                    <a:pt x="6932" y="286"/>
                  </a:cubicBezTo>
                  <a:cubicBezTo>
                    <a:pt x="6932" y="286"/>
                    <a:pt x="6931" y="286"/>
                    <a:pt x="6931" y="286"/>
                  </a:cubicBezTo>
                  <a:close/>
                  <a:moveTo>
                    <a:pt x="7168" y="267"/>
                  </a:moveTo>
                  <a:cubicBezTo>
                    <a:pt x="7163" y="267"/>
                    <a:pt x="7160" y="263"/>
                    <a:pt x="7159" y="259"/>
                  </a:cubicBezTo>
                  <a:cubicBezTo>
                    <a:pt x="7159" y="257"/>
                    <a:pt x="7160" y="255"/>
                    <a:pt x="7162" y="253"/>
                  </a:cubicBezTo>
                  <a:cubicBezTo>
                    <a:pt x="7163" y="251"/>
                    <a:pt x="7165" y="250"/>
                    <a:pt x="7167" y="250"/>
                  </a:cubicBezTo>
                  <a:cubicBezTo>
                    <a:pt x="7172" y="250"/>
                    <a:pt x="7176" y="253"/>
                    <a:pt x="7176" y="258"/>
                  </a:cubicBezTo>
                  <a:cubicBezTo>
                    <a:pt x="7177" y="263"/>
                    <a:pt x="7173" y="267"/>
                    <a:pt x="7168" y="267"/>
                  </a:cubicBezTo>
                  <a:cubicBezTo>
                    <a:pt x="7168" y="267"/>
                    <a:pt x="7168" y="267"/>
                    <a:pt x="7168" y="267"/>
                  </a:cubicBezTo>
                  <a:close/>
                  <a:moveTo>
                    <a:pt x="4402" y="267"/>
                  </a:moveTo>
                  <a:cubicBezTo>
                    <a:pt x="4400" y="267"/>
                    <a:pt x="4399" y="267"/>
                    <a:pt x="4397" y="266"/>
                  </a:cubicBezTo>
                  <a:cubicBezTo>
                    <a:pt x="4393" y="263"/>
                    <a:pt x="4392" y="258"/>
                    <a:pt x="4395" y="254"/>
                  </a:cubicBezTo>
                  <a:cubicBezTo>
                    <a:pt x="4397" y="250"/>
                    <a:pt x="4402" y="249"/>
                    <a:pt x="4406" y="251"/>
                  </a:cubicBezTo>
                  <a:cubicBezTo>
                    <a:pt x="4410" y="254"/>
                    <a:pt x="4412" y="259"/>
                    <a:pt x="4409" y="263"/>
                  </a:cubicBezTo>
                  <a:cubicBezTo>
                    <a:pt x="4408" y="265"/>
                    <a:pt x="4405" y="267"/>
                    <a:pt x="4402" y="267"/>
                  </a:cubicBezTo>
                  <a:close/>
                  <a:moveTo>
                    <a:pt x="2318" y="267"/>
                  </a:moveTo>
                  <a:cubicBezTo>
                    <a:pt x="2314" y="267"/>
                    <a:pt x="2310" y="263"/>
                    <a:pt x="2310" y="259"/>
                  </a:cubicBezTo>
                  <a:cubicBezTo>
                    <a:pt x="2309" y="254"/>
                    <a:pt x="2312" y="250"/>
                    <a:pt x="2317" y="250"/>
                  </a:cubicBezTo>
                  <a:cubicBezTo>
                    <a:pt x="2322" y="249"/>
                    <a:pt x="2326" y="253"/>
                    <a:pt x="2326" y="257"/>
                  </a:cubicBezTo>
                  <a:cubicBezTo>
                    <a:pt x="2327" y="259"/>
                    <a:pt x="2326" y="262"/>
                    <a:pt x="2325" y="263"/>
                  </a:cubicBezTo>
                  <a:cubicBezTo>
                    <a:pt x="2323" y="265"/>
                    <a:pt x="2321" y="266"/>
                    <a:pt x="2319" y="267"/>
                  </a:cubicBezTo>
                  <a:cubicBezTo>
                    <a:pt x="2319" y="267"/>
                    <a:pt x="2318" y="267"/>
                    <a:pt x="2318" y="267"/>
                  </a:cubicBezTo>
                  <a:close/>
                  <a:moveTo>
                    <a:pt x="7196" y="265"/>
                  </a:moveTo>
                  <a:cubicBezTo>
                    <a:pt x="7192" y="265"/>
                    <a:pt x="7188" y="262"/>
                    <a:pt x="7188" y="257"/>
                  </a:cubicBezTo>
                  <a:cubicBezTo>
                    <a:pt x="7188" y="255"/>
                    <a:pt x="7188" y="253"/>
                    <a:pt x="7190" y="251"/>
                  </a:cubicBezTo>
                  <a:cubicBezTo>
                    <a:pt x="7191" y="250"/>
                    <a:pt x="7193" y="249"/>
                    <a:pt x="7196" y="248"/>
                  </a:cubicBezTo>
                  <a:cubicBezTo>
                    <a:pt x="7226" y="247"/>
                    <a:pt x="7259" y="245"/>
                    <a:pt x="7292" y="244"/>
                  </a:cubicBezTo>
                  <a:cubicBezTo>
                    <a:pt x="7328" y="242"/>
                    <a:pt x="7365" y="241"/>
                    <a:pt x="7405" y="240"/>
                  </a:cubicBezTo>
                  <a:cubicBezTo>
                    <a:pt x="7410" y="239"/>
                    <a:pt x="7414" y="243"/>
                    <a:pt x="7414" y="248"/>
                  </a:cubicBezTo>
                  <a:cubicBezTo>
                    <a:pt x="7414" y="250"/>
                    <a:pt x="7413" y="252"/>
                    <a:pt x="7411" y="254"/>
                  </a:cubicBezTo>
                  <a:cubicBezTo>
                    <a:pt x="7410" y="256"/>
                    <a:pt x="7408" y="256"/>
                    <a:pt x="7406" y="257"/>
                  </a:cubicBezTo>
                  <a:cubicBezTo>
                    <a:pt x="7367" y="258"/>
                    <a:pt x="7329" y="259"/>
                    <a:pt x="7293" y="261"/>
                  </a:cubicBezTo>
                  <a:cubicBezTo>
                    <a:pt x="7260" y="262"/>
                    <a:pt x="7228" y="264"/>
                    <a:pt x="7197" y="265"/>
                  </a:cubicBezTo>
                  <a:cubicBezTo>
                    <a:pt x="7196" y="265"/>
                    <a:pt x="7196" y="265"/>
                    <a:pt x="7196" y="265"/>
                  </a:cubicBezTo>
                  <a:close/>
                  <a:moveTo>
                    <a:pt x="7434" y="256"/>
                  </a:moveTo>
                  <a:cubicBezTo>
                    <a:pt x="7429" y="256"/>
                    <a:pt x="7425" y="252"/>
                    <a:pt x="7425" y="247"/>
                  </a:cubicBezTo>
                  <a:cubicBezTo>
                    <a:pt x="7425" y="245"/>
                    <a:pt x="7426" y="243"/>
                    <a:pt x="7427" y="241"/>
                  </a:cubicBezTo>
                  <a:cubicBezTo>
                    <a:pt x="7429" y="240"/>
                    <a:pt x="7431" y="239"/>
                    <a:pt x="7433" y="239"/>
                  </a:cubicBezTo>
                  <a:cubicBezTo>
                    <a:pt x="7438" y="239"/>
                    <a:pt x="7442" y="242"/>
                    <a:pt x="7442" y="247"/>
                  </a:cubicBezTo>
                  <a:cubicBezTo>
                    <a:pt x="7442" y="252"/>
                    <a:pt x="7438" y="256"/>
                    <a:pt x="7434" y="256"/>
                  </a:cubicBezTo>
                  <a:cubicBezTo>
                    <a:pt x="7434" y="256"/>
                    <a:pt x="7434" y="256"/>
                    <a:pt x="7434" y="256"/>
                  </a:cubicBezTo>
                  <a:close/>
                  <a:moveTo>
                    <a:pt x="7462" y="255"/>
                  </a:moveTo>
                  <a:cubicBezTo>
                    <a:pt x="7457" y="255"/>
                    <a:pt x="7453" y="251"/>
                    <a:pt x="7453" y="247"/>
                  </a:cubicBezTo>
                  <a:cubicBezTo>
                    <a:pt x="7453" y="244"/>
                    <a:pt x="7454" y="242"/>
                    <a:pt x="7456" y="241"/>
                  </a:cubicBezTo>
                  <a:cubicBezTo>
                    <a:pt x="7457" y="239"/>
                    <a:pt x="7459" y="238"/>
                    <a:pt x="7462" y="238"/>
                  </a:cubicBezTo>
                  <a:cubicBezTo>
                    <a:pt x="7466" y="238"/>
                    <a:pt x="7470" y="238"/>
                    <a:pt x="7474" y="238"/>
                  </a:cubicBezTo>
                  <a:cubicBezTo>
                    <a:pt x="7478" y="237"/>
                    <a:pt x="7482" y="237"/>
                    <a:pt x="7486" y="237"/>
                  </a:cubicBezTo>
                  <a:cubicBezTo>
                    <a:pt x="7509" y="237"/>
                    <a:pt x="7533" y="236"/>
                    <a:pt x="7558" y="236"/>
                  </a:cubicBezTo>
                  <a:cubicBezTo>
                    <a:pt x="7558" y="235"/>
                    <a:pt x="7558" y="235"/>
                    <a:pt x="7558" y="235"/>
                  </a:cubicBezTo>
                  <a:cubicBezTo>
                    <a:pt x="7558" y="235"/>
                    <a:pt x="7558" y="235"/>
                    <a:pt x="7558" y="236"/>
                  </a:cubicBezTo>
                  <a:cubicBezTo>
                    <a:pt x="7596" y="235"/>
                    <a:pt x="7634" y="234"/>
                    <a:pt x="7671" y="234"/>
                  </a:cubicBezTo>
                  <a:cubicBezTo>
                    <a:pt x="7671" y="234"/>
                    <a:pt x="7671" y="234"/>
                    <a:pt x="7671" y="234"/>
                  </a:cubicBezTo>
                  <a:cubicBezTo>
                    <a:pt x="7676" y="234"/>
                    <a:pt x="7680" y="237"/>
                    <a:pt x="7680" y="242"/>
                  </a:cubicBezTo>
                  <a:cubicBezTo>
                    <a:pt x="7680" y="247"/>
                    <a:pt x="7676" y="250"/>
                    <a:pt x="7671" y="250"/>
                  </a:cubicBezTo>
                  <a:cubicBezTo>
                    <a:pt x="7633" y="251"/>
                    <a:pt x="7595" y="252"/>
                    <a:pt x="7558" y="252"/>
                  </a:cubicBezTo>
                  <a:cubicBezTo>
                    <a:pt x="7534" y="253"/>
                    <a:pt x="7510" y="254"/>
                    <a:pt x="7486" y="254"/>
                  </a:cubicBezTo>
                  <a:cubicBezTo>
                    <a:pt x="7478" y="254"/>
                    <a:pt x="7470" y="255"/>
                    <a:pt x="7462" y="255"/>
                  </a:cubicBezTo>
                  <a:cubicBezTo>
                    <a:pt x="7462" y="255"/>
                    <a:pt x="7462" y="255"/>
                    <a:pt x="7462" y="255"/>
                  </a:cubicBezTo>
                  <a:close/>
                  <a:moveTo>
                    <a:pt x="415" y="253"/>
                  </a:moveTo>
                  <a:cubicBezTo>
                    <a:pt x="415" y="253"/>
                    <a:pt x="415" y="252"/>
                    <a:pt x="414" y="252"/>
                  </a:cubicBezTo>
                  <a:cubicBezTo>
                    <a:pt x="412" y="252"/>
                    <a:pt x="410" y="251"/>
                    <a:pt x="409" y="249"/>
                  </a:cubicBezTo>
                  <a:cubicBezTo>
                    <a:pt x="407" y="247"/>
                    <a:pt x="407" y="245"/>
                    <a:pt x="407" y="243"/>
                  </a:cubicBezTo>
                  <a:cubicBezTo>
                    <a:pt x="408" y="238"/>
                    <a:pt x="412" y="235"/>
                    <a:pt x="417" y="236"/>
                  </a:cubicBezTo>
                  <a:cubicBezTo>
                    <a:pt x="419" y="236"/>
                    <a:pt x="421" y="237"/>
                    <a:pt x="422" y="239"/>
                  </a:cubicBezTo>
                  <a:cubicBezTo>
                    <a:pt x="424" y="241"/>
                    <a:pt x="424" y="243"/>
                    <a:pt x="424" y="245"/>
                  </a:cubicBezTo>
                  <a:cubicBezTo>
                    <a:pt x="423" y="249"/>
                    <a:pt x="420" y="253"/>
                    <a:pt x="415" y="253"/>
                  </a:cubicBezTo>
                  <a:close/>
                  <a:moveTo>
                    <a:pt x="7699" y="250"/>
                  </a:moveTo>
                  <a:cubicBezTo>
                    <a:pt x="7699" y="250"/>
                    <a:pt x="7699" y="250"/>
                    <a:pt x="7699" y="250"/>
                  </a:cubicBezTo>
                  <a:cubicBezTo>
                    <a:pt x="7695" y="250"/>
                    <a:pt x="7691" y="246"/>
                    <a:pt x="7691" y="242"/>
                  </a:cubicBezTo>
                  <a:cubicBezTo>
                    <a:pt x="7691" y="239"/>
                    <a:pt x="7692" y="237"/>
                    <a:pt x="7693" y="236"/>
                  </a:cubicBezTo>
                  <a:cubicBezTo>
                    <a:pt x="7695" y="234"/>
                    <a:pt x="7697" y="233"/>
                    <a:pt x="7699" y="233"/>
                  </a:cubicBezTo>
                  <a:cubicBezTo>
                    <a:pt x="7699" y="233"/>
                    <a:pt x="7699" y="233"/>
                    <a:pt x="7699" y="233"/>
                  </a:cubicBezTo>
                  <a:cubicBezTo>
                    <a:pt x="7704" y="233"/>
                    <a:pt x="7708" y="237"/>
                    <a:pt x="7708" y="242"/>
                  </a:cubicBezTo>
                  <a:cubicBezTo>
                    <a:pt x="7708" y="246"/>
                    <a:pt x="7704" y="250"/>
                    <a:pt x="7699" y="250"/>
                  </a:cubicBezTo>
                  <a:close/>
                  <a:moveTo>
                    <a:pt x="7728" y="250"/>
                  </a:moveTo>
                  <a:cubicBezTo>
                    <a:pt x="7728" y="250"/>
                    <a:pt x="7728" y="250"/>
                    <a:pt x="7728" y="250"/>
                  </a:cubicBezTo>
                  <a:cubicBezTo>
                    <a:pt x="7723" y="250"/>
                    <a:pt x="7719" y="246"/>
                    <a:pt x="7719" y="241"/>
                  </a:cubicBezTo>
                  <a:cubicBezTo>
                    <a:pt x="7719" y="237"/>
                    <a:pt x="7723" y="233"/>
                    <a:pt x="7728" y="233"/>
                  </a:cubicBezTo>
                  <a:cubicBezTo>
                    <a:pt x="7759" y="232"/>
                    <a:pt x="7791" y="232"/>
                    <a:pt x="7824" y="232"/>
                  </a:cubicBezTo>
                  <a:cubicBezTo>
                    <a:pt x="7824" y="232"/>
                    <a:pt x="7824" y="232"/>
                    <a:pt x="7824" y="232"/>
                  </a:cubicBezTo>
                  <a:cubicBezTo>
                    <a:pt x="7828" y="232"/>
                    <a:pt x="7832" y="236"/>
                    <a:pt x="7832" y="241"/>
                  </a:cubicBezTo>
                  <a:cubicBezTo>
                    <a:pt x="7832" y="243"/>
                    <a:pt x="7831" y="245"/>
                    <a:pt x="7830" y="247"/>
                  </a:cubicBezTo>
                  <a:cubicBezTo>
                    <a:pt x="7828" y="248"/>
                    <a:pt x="7826" y="249"/>
                    <a:pt x="7824" y="249"/>
                  </a:cubicBezTo>
                  <a:cubicBezTo>
                    <a:pt x="7793" y="249"/>
                    <a:pt x="7762" y="249"/>
                    <a:pt x="7728" y="250"/>
                  </a:cubicBezTo>
                  <a:close/>
                  <a:moveTo>
                    <a:pt x="387" y="250"/>
                  </a:moveTo>
                  <a:cubicBezTo>
                    <a:pt x="387" y="250"/>
                    <a:pt x="387" y="250"/>
                    <a:pt x="387" y="250"/>
                  </a:cubicBezTo>
                  <a:cubicBezTo>
                    <a:pt x="384" y="249"/>
                    <a:pt x="381" y="249"/>
                    <a:pt x="378" y="249"/>
                  </a:cubicBezTo>
                  <a:cubicBezTo>
                    <a:pt x="274" y="249"/>
                    <a:pt x="274" y="249"/>
                    <a:pt x="274" y="249"/>
                  </a:cubicBezTo>
                  <a:cubicBezTo>
                    <a:pt x="274" y="249"/>
                    <a:pt x="274" y="249"/>
                    <a:pt x="274" y="249"/>
                  </a:cubicBezTo>
                  <a:cubicBezTo>
                    <a:pt x="178" y="249"/>
                    <a:pt x="178" y="249"/>
                    <a:pt x="178" y="249"/>
                  </a:cubicBezTo>
                  <a:cubicBezTo>
                    <a:pt x="173" y="249"/>
                    <a:pt x="170" y="245"/>
                    <a:pt x="170" y="241"/>
                  </a:cubicBezTo>
                  <a:cubicBezTo>
                    <a:pt x="170" y="236"/>
                    <a:pt x="173" y="232"/>
                    <a:pt x="178" y="232"/>
                  </a:cubicBezTo>
                  <a:cubicBezTo>
                    <a:pt x="378" y="232"/>
                    <a:pt x="378" y="232"/>
                    <a:pt x="378" y="232"/>
                  </a:cubicBezTo>
                  <a:cubicBezTo>
                    <a:pt x="381" y="232"/>
                    <a:pt x="384" y="232"/>
                    <a:pt x="388" y="233"/>
                  </a:cubicBezTo>
                  <a:cubicBezTo>
                    <a:pt x="388" y="233"/>
                    <a:pt x="388" y="233"/>
                    <a:pt x="388" y="233"/>
                  </a:cubicBezTo>
                  <a:cubicBezTo>
                    <a:pt x="393" y="233"/>
                    <a:pt x="396" y="237"/>
                    <a:pt x="396" y="242"/>
                  </a:cubicBezTo>
                  <a:cubicBezTo>
                    <a:pt x="396" y="246"/>
                    <a:pt x="392" y="250"/>
                    <a:pt x="387" y="250"/>
                  </a:cubicBezTo>
                  <a:close/>
                  <a:moveTo>
                    <a:pt x="150" y="249"/>
                  </a:moveTo>
                  <a:cubicBezTo>
                    <a:pt x="145" y="249"/>
                    <a:pt x="141" y="245"/>
                    <a:pt x="141" y="241"/>
                  </a:cubicBezTo>
                  <a:cubicBezTo>
                    <a:pt x="141" y="236"/>
                    <a:pt x="145" y="232"/>
                    <a:pt x="150" y="232"/>
                  </a:cubicBezTo>
                  <a:cubicBezTo>
                    <a:pt x="154" y="232"/>
                    <a:pt x="158" y="236"/>
                    <a:pt x="158" y="241"/>
                  </a:cubicBezTo>
                  <a:cubicBezTo>
                    <a:pt x="158" y="245"/>
                    <a:pt x="154" y="249"/>
                    <a:pt x="150" y="249"/>
                  </a:cubicBezTo>
                  <a:close/>
                  <a:moveTo>
                    <a:pt x="121" y="249"/>
                  </a:moveTo>
                  <a:cubicBezTo>
                    <a:pt x="8" y="249"/>
                    <a:pt x="8" y="249"/>
                    <a:pt x="8" y="249"/>
                  </a:cubicBezTo>
                  <a:cubicBezTo>
                    <a:pt x="4" y="249"/>
                    <a:pt x="0" y="245"/>
                    <a:pt x="0" y="241"/>
                  </a:cubicBezTo>
                  <a:cubicBezTo>
                    <a:pt x="0" y="236"/>
                    <a:pt x="4" y="232"/>
                    <a:pt x="8" y="232"/>
                  </a:cubicBezTo>
                  <a:cubicBezTo>
                    <a:pt x="121" y="232"/>
                    <a:pt x="121" y="232"/>
                    <a:pt x="121" y="232"/>
                  </a:cubicBezTo>
                  <a:cubicBezTo>
                    <a:pt x="126" y="232"/>
                    <a:pt x="130" y="236"/>
                    <a:pt x="130" y="241"/>
                  </a:cubicBezTo>
                  <a:cubicBezTo>
                    <a:pt x="130" y="245"/>
                    <a:pt x="126" y="249"/>
                    <a:pt x="121" y="249"/>
                  </a:cubicBezTo>
                  <a:close/>
                  <a:moveTo>
                    <a:pt x="4417" y="243"/>
                  </a:moveTo>
                  <a:cubicBezTo>
                    <a:pt x="4415" y="243"/>
                    <a:pt x="4413" y="242"/>
                    <a:pt x="4412" y="242"/>
                  </a:cubicBezTo>
                  <a:cubicBezTo>
                    <a:pt x="4410" y="240"/>
                    <a:pt x="4409" y="238"/>
                    <a:pt x="4408" y="236"/>
                  </a:cubicBezTo>
                  <a:cubicBezTo>
                    <a:pt x="4408" y="234"/>
                    <a:pt x="4408" y="232"/>
                    <a:pt x="4409" y="230"/>
                  </a:cubicBezTo>
                  <a:cubicBezTo>
                    <a:pt x="4425" y="204"/>
                    <a:pt x="4439" y="184"/>
                    <a:pt x="4452" y="165"/>
                  </a:cubicBezTo>
                  <a:cubicBezTo>
                    <a:pt x="4456" y="159"/>
                    <a:pt x="4459" y="154"/>
                    <a:pt x="4463" y="149"/>
                  </a:cubicBezTo>
                  <a:cubicBezTo>
                    <a:pt x="4476" y="132"/>
                    <a:pt x="4488" y="116"/>
                    <a:pt x="4500" y="102"/>
                  </a:cubicBezTo>
                  <a:cubicBezTo>
                    <a:pt x="4512" y="88"/>
                    <a:pt x="4525" y="74"/>
                    <a:pt x="4538" y="63"/>
                  </a:cubicBezTo>
                  <a:cubicBezTo>
                    <a:pt x="4541" y="60"/>
                    <a:pt x="4547" y="60"/>
                    <a:pt x="4550" y="63"/>
                  </a:cubicBezTo>
                  <a:cubicBezTo>
                    <a:pt x="4553" y="66"/>
                    <a:pt x="4553" y="72"/>
                    <a:pt x="4549" y="75"/>
                  </a:cubicBezTo>
                  <a:cubicBezTo>
                    <a:pt x="4537" y="86"/>
                    <a:pt x="4525" y="99"/>
                    <a:pt x="4513" y="113"/>
                  </a:cubicBezTo>
                  <a:cubicBezTo>
                    <a:pt x="4501" y="127"/>
                    <a:pt x="4489" y="142"/>
                    <a:pt x="4477" y="159"/>
                  </a:cubicBezTo>
                  <a:cubicBezTo>
                    <a:pt x="4473" y="164"/>
                    <a:pt x="4470" y="169"/>
                    <a:pt x="4466" y="174"/>
                  </a:cubicBezTo>
                  <a:cubicBezTo>
                    <a:pt x="4453" y="193"/>
                    <a:pt x="4440" y="213"/>
                    <a:pt x="4424" y="239"/>
                  </a:cubicBezTo>
                  <a:cubicBezTo>
                    <a:pt x="4422" y="241"/>
                    <a:pt x="4420" y="243"/>
                    <a:pt x="4417" y="243"/>
                  </a:cubicBezTo>
                  <a:close/>
                  <a:moveTo>
                    <a:pt x="5019" y="228"/>
                  </a:moveTo>
                  <a:cubicBezTo>
                    <a:pt x="5017" y="228"/>
                    <a:pt x="5015" y="227"/>
                    <a:pt x="5013" y="225"/>
                  </a:cubicBezTo>
                  <a:cubicBezTo>
                    <a:pt x="5012" y="224"/>
                    <a:pt x="5011" y="222"/>
                    <a:pt x="5011" y="219"/>
                  </a:cubicBezTo>
                  <a:cubicBezTo>
                    <a:pt x="5011" y="217"/>
                    <a:pt x="5012" y="215"/>
                    <a:pt x="5013" y="213"/>
                  </a:cubicBezTo>
                  <a:cubicBezTo>
                    <a:pt x="5016" y="210"/>
                    <a:pt x="5022" y="210"/>
                    <a:pt x="5025" y="213"/>
                  </a:cubicBezTo>
                  <a:cubicBezTo>
                    <a:pt x="5028" y="217"/>
                    <a:pt x="5028" y="222"/>
                    <a:pt x="5025" y="225"/>
                  </a:cubicBezTo>
                  <a:cubicBezTo>
                    <a:pt x="5024" y="227"/>
                    <a:pt x="5021" y="228"/>
                    <a:pt x="5019" y="228"/>
                  </a:cubicBezTo>
                  <a:close/>
                  <a:moveTo>
                    <a:pt x="4999" y="208"/>
                  </a:moveTo>
                  <a:cubicBezTo>
                    <a:pt x="4997" y="208"/>
                    <a:pt x="4995" y="207"/>
                    <a:pt x="4993" y="206"/>
                  </a:cubicBezTo>
                  <a:cubicBezTo>
                    <a:pt x="4988" y="201"/>
                    <a:pt x="4983" y="196"/>
                    <a:pt x="4978" y="191"/>
                  </a:cubicBezTo>
                  <a:cubicBezTo>
                    <a:pt x="4977" y="190"/>
                    <a:pt x="4977" y="190"/>
                    <a:pt x="4977" y="190"/>
                  </a:cubicBezTo>
                  <a:cubicBezTo>
                    <a:pt x="4947" y="163"/>
                    <a:pt x="4947" y="163"/>
                    <a:pt x="4947" y="163"/>
                  </a:cubicBezTo>
                  <a:cubicBezTo>
                    <a:pt x="4917" y="137"/>
                    <a:pt x="4917" y="137"/>
                    <a:pt x="4917" y="137"/>
                  </a:cubicBezTo>
                  <a:cubicBezTo>
                    <a:pt x="4914" y="135"/>
                    <a:pt x="4912" y="133"/>
                    <a:pt x="4909" y="131"/>
                  </a:cubicBezTo>
                  <a:cubicBezTo>
                    <a:pt x="4905" y="128"/>
                    <a:pt x="4901" y="124"/>
                    <a:pt x="4897" y="121"/>
                  </a:cubicBezTo>
                  <a:cubicBezTo>
                    <a:pt x="4894" y="118"/>
                    <a:pt x="4890" y="115"/>
                    <a:pt x="4886" y="112"/>
                  </a:cubicBezTo>
                  <a:cubicBezTo>
                    <a:pt x="4876" y="105"/>
                    <a:pt x="4865" y="97"/>
                    <a:pt x="4855" y="90"/>
                  </a:cubicBezTo>
                  <a:cubicBezTo>
                    <a:pt x="4855" y="89"/>
                    <a:pt x="4855" y="89"/>
                    <a:pt x="4855" y="89"/>
                  </a:cubicBezTo>
                  <a:cubicBezTo>
                    <a:pt x="4846" y="84"/>
                    <a:pt x="4839" y="79"/>
                    <a:pt x="4832" y="75"/>
                  </a:cubicBezTo>
                  <a:cubicBezTo>
                    <a:pt x="4828" y="72"/>
                    <a:pt x="4827" y="67"/>
                    <a:pt x="4830" y="63"/>
                  </a:cubicBezTo>
                  <a:cubicBezTo>
                    <a:pt x="4832" y="59"/>
                    <a:pt x="4838" y="58"/>
                    <a:pt x="4842" y="60"/>
                  </a:cubicBezTo>
                  <a:cubicBezTo>
                    <a:pt x="4850" y="66"/>
                    <a:pt x="4858" y="71"/>
                    <a:pt x="4864" y="75"/>
                  </a:cubicBezTo>
                  <a:cubicBezTo>
                    <a:pt x="4865" y="76"/>
                    <a:pt x="4865" y="76"/>
                    <a:pt x="4865" y="76"/>
                  </a:cubicBezTo>
                  <a:cubicBezTo>
                    <a:pt x="4875" y="83"/>
                    <a:pt x="4886" y="91"/>
                    <a:pt x="4896" y="99"/>
                  </a:cubicBezTo>
                  <a:cubicBezTo>
                    <a:pt x="4897" y="99"/>
                    <a:pt x="4897" y="99"/>
                    <a:pt x="4897" y="99"/>
                  </a:cubicBezTo>
                  <a:cubicBezTo>
                    <a:pt x="4901" y="102"/>
                    <a:pt x="4905" y="105"/>
                    <a:pt x="4909" y="108"/>
                  </a:cubicBezTo>
                  <a:cubicBezTo>
                    <a:pt x="4912" y="111"/>
                    <a:pt x="4916" y="114"/>
                    <a:pt x="4920" y="118"/>
                  </a:cubicBezTo>
                  <a:cubicBezTo>
                    <a:pt x="4923" y="120"/>
                    <a:pt x="4925" y="122"/>
                    <a:pt x="4928" y="124"/>
                  </a:cubicBezTo>
                  <a:cubicBezTo>
                    <a:pt x="4928" y="124"/>
                    <a:pt x="4928" y="124"/>
                    <a:pt x="4928" y="124"/>
                  </a:cubicBezTo>
                  <a:cubicBezTo>
                    <a:pt x="4958" y="150"/>
                    <a:pt x="4958" y="150"/>
                    <a:pt x="4958" y="150"/>
                  </a:cubicBezTo>
                  <a:cubicBezTo>
                    <a:pt x="4988" y="178"/>
                    <a:pt x="4988" y="178"/>
                    <a:pt x="4988" y="178"/>
                  </a:cubicBezTo>
                  <a:cubicBezTo>
                    <a:pt x="4994" y="183"/>
                    <a:pt x="5000" y="188"/>
                    <a:pt x="5005" y="193"/>
                  </a:cubicBezTo>
                  <a:cubicBezTo>
                    <a:pt x="5008" y="197"/>
                    <a:pt x="5008" y="202"/>
                    <a:pt x="5005" y="205"/>
                  </a:cubicBezTo>
                  <a:cubicBezTo>
                    <a:pt x="5003" y="207"/>
                    <a:pt x="5001" y="208"/>
                    <a:pt x="4999" y="208"/>
                  </a:cubicBezTo>
                  <a:close/>
                  <a:moveTo>
                    <a:pt x="4813" y="61"/>
                  </a:moveTo>
                  <a:cubicBezTo>
                    <a:pt x="4811" y="61"/>
                    <a:pt x="4810" y="61"/>
                    <a:pt x="4809" y="60"/>
                  </a:cubicBezTo>
                  <a:cubicBezTo>
                    <a:pt x="4809" y="60"/>
                    <a:pt x="4809" y="60"/>
                    <a:pt x="4809" y="60"/>
                  </a:cubicBezTo>
                  <a:cubicBezTo>
                    <a:pt x="4807" y="59"/>
                    <a:pt x="4805" y="57"/>
                    <a:pt x="4805" y="55"/>
                  </a:cubicBezTo>
                  <a:cubicBezTo>
                    <a:pt x="4804" y="53"/>
                    <a:pt x="4804" y="51"/>
                    <a:pt x="4805" y="49"/>
                  </a:cubicBezTo>
                  <a:cubicBezTo>
                    <a:pt x="4808" y="45"/>
                    <a:pt x="4813" y="43"/>
                    <a:pt x="4817" y="45"/>
                  </a:cubicBezTo>
                  <a:cubicBezTo>
                    <a:pt x="4821" y="48"/>
                    <a:pt x="4823" y="53"/>
                    <a:pt x="4820" y="57"/>
                  </a:cubicBezTo>
                  <a:cubicBezTo>
                    <a:pt x="4819" y="60"/>
                    <a:pt x="4816" y="61"/>
                    <a:pt x="4813" y="61"/>
                  </a:cubicBezTo>
                  <a:close/>
                  <a:moveTo>
                    <a:pt x="4565" y="59"/>
                  </a:moveTo>
                  <a:cubicBezTo>
                    <a:pt x="4563" y="59"/>
                    <a:pt x="4560" y="58"/>
                    <a:pt x="4558" y="56"/>
                  </a:cubicBezTo>
                  <a:cubicBezTo>
                    <a:pt x="4556" y="52"/>
                    <a:pt x="4556" y="47"/>
                    <a:pt x="4560" y="44"/>
                  </a:cubicBezTo>
                  <a:cubicBezTo>
                    <a:pt x="4560" y="44"/>
                    <a:pt x="4560" y="44"/>
                    <a:pt x="4560" y="44"/>
                  </a:cubicBezTo>
                  <a:cubicBezTo>
                    <a:pt x="4560" y="44"/>
                    <a:pt x="4560" y="44"/>
                    <a:pt x="4560" y="44"/>
                  </a:cubicBezTo>
                  <a:cubicBezTo>
                    <a:pt x="4564" y="41"/>
                    <a:pt x="4569" y="42"/>
                    <a:pt x="4572" y="45"/>
                  </a:cubicBezTo>
                  <a:cubicBezTo>
                    <a:pt x="4573" y="47"/>
                    <a:pt x="4574" y="49"/>
                    <a:pt x="4574" y="52"/>
                  </a:cubicBezTo>
                  <a:cubicBezTo>
                    <a:pt x="4573" y="54"/>
                    <a:pt x="4572" y="56"/>
                    <a:pt x="4570" y="57"/>
                  </a:cubicBezTo>
                  <a:cubicBezTo>
                    <a:pt x="4569" y="58"/>
                    <a:pt x="4567" y="59"/>
                    <a:pt x="4565" y="59"/>
                  </a:cubicBezTo>
                  <a:close/>
                  <a:moveTo>
                    <a:pt x="4788" y="48"/>
                  </a:moveTo>
                  <a:cubicBezTo>
                    <a:pt x="4786" y="48"/>
                    <a:pt x="4785" y="48"/>
                    <a:pt x="4784" y="47"/>
                  </a:cubicBezTo>
                  <a:cubicBezTo>
                    <a:pt x="4779" y="45"/>
                    <a:pt x="4779" y="45"/>
                    <a:pt x="4779" y="45"/>
                  </a:cubicBezTo>
                  <a:cubicBezTo>
                    <a:pt x="4759" y="36"/>
                    <a:pt x="4759" y="36"/>
                    <a:pt x="4759" y="36"/>
                  </a:cubicBezTo>
                  <a:cubicBezTo>
                    <a:pt x="4758" y="35"/>
                    <a:pt x="4756" y="35"/>
                    <a:pt x="4754" y="34"/>
                  </a:cubicBezTo>
                  <a:cubicBezTo>
                    <a:pt x="4753" y="34"/>
                    <a:pt x="4752" y="33"/>
                    <a:pt x="4752" y="33"/>
                  </a:cubicBezTo>
                  <a:cubicBezTo>
                    <a:pt x="4736" y="27"/>
                    <a:pt x="4736" y="27"/>
                    <a:pt x="4736" y="27"/>
                  </a:cubicBezTo>
                  <a:cubicBezTo>
                    <a:pt x="4728" y="25"/>
                    <a:pt x="4728" y="25"/>
                    <a:pt x="4728" y="25"/>
                  </a:cubicBezTo>
                  <a:cubicBezTo>
                    <a:pt x="4710" y="20"/>
                    <a:pt x="4694" y="18"/>
                    <a:pt x="4680" y="17"/>
                  </a:cubicBezTo>
                  <a:cubicBezTo>
                    <a:pt x="4676" y="17"/>
                    <a:pt x="4672" y="17"/>
                    <a:pt x="4669" y="18"/>
                  </a:cubicBezTo>
                  <a:cubicBezTo>
                    <a:pt x="4669" y="18"/>
                    <a:pt x="4669" y="18"/>
                    <a:pt x="4669" y="18"/>
                  </a:cubicBezTo>
                  <a:cubicBezTo>
                    <a:pt x="4650" y="19"/>
                    <a:pt x="4633" y="23"/>
                    <a:pt x="4615" y="30"/>
                  </a:cubicBezTo>
                  <a:cubicBezTo>
                    <a:pt x="4608" y="33"/>
                    <a:pt x="4600" y="37"/>
                    <a:pt x="4593" y="42"/>
                  </a:cubicBezTo>
                  <a:cubicBezTo>
                    <a:pt x="4589" y="44"/>
                    <a:pt x="4584" y="43"/>
                    <a:pt x="4581" y="39"/>
                  </a:cubicBezTo>
                  <a:cubicBezTo>
                    <a:pt x="4580" y="37"/>
                    <a:pt x="4580" y="35"/>
                    <a:pt x="4580" y="32"/>
                  </a:cubicBezTo>
                  <a:cubicBezTo>
                    <a:pt x="4581" y="30"/>
                    <a:pt x="4582" y="28"/>
                    <a:pt x="4584" y="27"/>
                  </a:cubicBezTo>
                  <a:cubicBezTo>
                    <a:pt x="4592" y="22"/>
                    <a:pt x="4601" y="18"/>
                    <a:pt x="4608" y="15"/>
                  </a:cubicBezTo>
                  <a:cubicBezTo>
                    <a:pt x="4628" y="6"/>
                    <a:pt x="4647" y="2"/>
                    <a:pt x="4668" y="1"/>
                  </a:cubicBezTo>
                  <a:cubicBezTo>
                    <a:pt x="4668" y="1"/>
                    <a:pt x="4668" y="1"/>
                    <a:pt x="4668" y="1"/>
                  </a:cubicBezTo>
                  <a:cubicBezTo>
                    <a:pt x="4671" y="1"/>
                    <a:pt x="4673" y="0"/>
                    <a:pt x="4676" y="0"/>
                  </a:cubicBezTo>
                  <a:cubicBezTo>
                    <a:pt x="4678" y="0"/>
                    <a:pt x="4679" y="1"/>
                    <a:pt x="4680" y="1"/>
                  </a:cubicBezTo>
                  <a:cubicBezTo>
                    <a:pt x="4696" y="1"/>
                    <a:pt x="4713" y="4"/>
                    <a:pt x="4732" y="9"/>
                  </a:cubicBezTo>
                  <a:cubicBezTo>
                    <a:pt x="4732" y="9"/>
                    <a:pt x="4732" y="9"/>
                    <a:pt x="4732" y="9"/>
                  </a:cubicBezTo>
                  <a:cubicBezTo>
                    <a:pt x="4741" y="11"/>
                    <a:pt x="4741" y="11"/>
                    <a:pt x="4741" y="11"/>
                  </a:cubicBezTo>
                  <a:cubicBezTo>
                    <a:pt x="4757" y="17"/>
                    <a:pt x="4757" y="17"/>
                    <a:pt x="4757" y="17"/>
                  </a:cubicBezTo>
                  <a:cubicBezTo>
                    <a:pt x="4758" y="17"/>
                    <a:pt x="4759" y="18"/>
                    <a:pt x="4759" y="18"/>
                  </a:cubicBezTo>
                  <a:cubicBezTo>
                    <a:pt x="4761" y="19"/>
                    <a:pt x="4764" y="19"/>
                    <a:pt x="4766" y="20"/>
                  </a:cubicBezTo>
                  <a:cubicBezTo>
                    <a:pt x="4766" y="20"/>
                    <a:pt x="4766" y="20"/>
                    <a:pt x="4766" y="20"/>
                  </a:cubicBezTo>
                  <a:cubicBezTo>
                    <a:pt x="4787" y="29"/>
                    <a:pt x="4787" y="29"/>
                    <a:pt x="4787" y="29"/>
                  </a:cubicBezTo>
                  <a:cubicBezTo>
                    <a:pt x="4792" y="32"/>
                    <a:pt x="4792" y="32"/>
                    <a:pt x="4792" y="32"/>
                  </a:cubicBezTo>
                  <a:cubicBezTo>
                    <a:pt x="4796" y="34"/>
                    <a:pt x="4798" y="39"/>
                    <a:pt x="4795" y="44"/>
                  </a:cubicBezTo>
                  <a:cubicBezTo>
                    <a:pt x="4794" y="46"/>
                    <a:pt x="4791" y="48"/>
                    <a:pt x="4788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1" name="Freeform 37">
              <a:extLst>
                <a:ext uri="{FF2B5EF4-FFF2-40B4-BE49-F238E27FC236}">
                  <a16:creationId xmlns:a16="http://schemas.microsoft.com/office/drawing/2014/main" id="{3F24F28C-AFC1-4545-8ED8-B7D9B00791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350" y="5311775"/>
              <a:ext cx="23936325" cy="3756025"/>
            </a:xfrm>
            <a:custGeom>
              <a:avLst/>
              <a:gdLst>
                <a:gd name="T0" fmla="*/ 3477 w 7809"/>
                <a:gd name="T1" fmla="*/ 1195 h 1223"/>
                <a:gd name="T2" fmla="*/ 3561 w 7809"/>
                <a:gd name="T3" fmla="*/ 1154 h 1223"/>
                <a:gd name="T4" fmla="*/ 3601 w 7809"/>
                <a:gd name="T5" fmla="*/ 1148 h 1223"/>
                <a:gd name="T6" fmla="*/ 3508 w 7809"/>
                <a:gd name="T7" fmla="*/ 1202 h 1223"/>
                <a:gd name="T8" fmla="*/ 3274 w 7809"/>
                <a:gd name="T9" fmla="*/ 1185 h 1223"/>
                <a:gd name="T10" fmla="*/ 3210 w 7809"/>
                <a:gd name="T11" fmla="*/ 1141 h 1223"/>
                <a:gd name="T12" fmla="*/ 2994 w 7809"/>
                <a:gd name="T13" fmla="*/ 882 h 1223"/>
                <a:gd name="T14" fmla="*/ 3690 w 7809"/>
                <a:gd name="T15" fmla="*/ 1058 h 1223"/>
                <a:gd name="T16" fmla="*/ 3912 w 7809"/>
                <a:gd name="T17" fmla="*/ 850 h 1223"/>
                <a:gd name="T18" fmla="*/ 5778 w 7809"/>
                <a:gd name="T19" fmla="*/ 933 h 1223"/>
                <a:gd name="T20" fmla="*/ 5814 w 7809"/>
                <a:gd name="T21" fmla="*/ 923 h 1223"/>
                <a:gd name="T22" fmla="*/ 6149 w 7809"/>
                <a:gd name="T23" fmla="*/ 777 h 1223"/>
                <a:gd name="T24" fmla="*/ 5829 w 7809"/>
                <a:gd name="T25" fmla="*/ 930 h 1223"/>
                <a:gd name="T26" fmla="*/ 5559 w 7809"/>
                <a:gd name="T27" fmla="*/ 864 h 1223"/>
                <a:gd name="T28" fmla="*/ 5415 w 7809"/>
                <a:gd name="T29" fmla="*/ 736 h 1223"/>
                <a:gd name="T30" fmla="*/ 5455 w 7809"/>
                <a:gd name="T31" fmla="*/ 754 h 1223"/>
                <a:gd name="T32" fmla="*/ 5580 w 7809"/>
                <a:gd name="T33" fmla="*/ 857 h 1223"/>
                <a:gd name="T34" fmla="*/ 2927 w 7809"/>
                <a:gd name="T35" fmla="*/ 807 h 1223"/>
                <a:gd name="T36" fmla="*/ 2819 w 7809"/>
                <a:gd name="T37" fmla="*/ 672 h 1223"/>
                <a:gd name="T38" fmla="*/ 2902 w 7809"/>
                <a:gd name="T39" fmla="*/ 758 h 1223"/>
                <a:gd name="T40" fmla="*/ 6217 w 7809"/>
                <a:gd name="T41" fmla="*/ 750 h 1223"/>
                <a:gd name="T42" fmla="*/ 4061 w 7809"/>
                <a:gd name="T43" fmla="*/ 714 h 1223"/>
                <a:gd name="T44" fmla="*/ 6519 w 7809"/>
                <a:gd name="T45" fmla="*/ 464 h 1223"/>
                <a:gd name="T46" fmla="*/ 1172 w 7809"/>
                <a:gd name="T47" fmla="*/ 703 h 1223"/>
                <a:gd name="T48" fmla="*/ 1041 w 7809"/>
                <a:gd name="T49" fmla="*/ 654 h 1223"/>
                <a:gd name="T50" fmla="*/ 1267 w 7809"/>
                <a:gd name="T51" fmla="*/ 674 h 1223"/>
                <a:gd name="T52" fmla="*/ 5366 w 7809"/>
                <a:gd name="T53" fmla="*/ 681 h 1223"/>
                <a:gd name="T54" fmla="*/ 4076 w 7809"/>
                <a:gd name="T55" fmla="*/ 671 h 1223"/>
                <a:gd name="T56" fmla="*/ 4082 w 7809"/>
                <a:gd name="T57" fmla="*/ 685 h 1223"/>
                <a:gd name="T58" fmla="*/ 1379 w 7809"/>
                <a:gd name="T59" fmla="*/ 645 h 1223"/>
                <a:gd name="T60" fmla="*/ 1611 w 7809"/>
                <a:gd name="T61" fmla="*/ 547 h 1223"/>
                <a:gd name="T62" fmla="*/ 5245 w 7809"/>
                <a:gd name="T63" fmla="*/ 531 h 1223"/>
                <a:gd name="T64" fmla="*/ 5282 w 7809"/>
                <a:gd name="T65" fmla="*/ 551 h 1223"/>
                <a:gd name="T66" fmla="*/ 903 w 7809"/>
                <a:gd name="T67" fmla="*/ 569 h 1223"/>
                <a:gd name="T68" fmla="*/ 540 w 7809"/>
                <a:gd name="T69" fmla="*/ 311 h 1223"/>
                <a:gd name="T70" fmla="*/ 831 w 7809"/>
                <a:gd name="T71" fmla="*/ 532 h 1223"/>
                <a:gd name="T72" fmla="*/ 2647 w 7809"/>
                <a:gd name="T73" fmla="*/ 448 h 1223"/>
                <a:gd name="T74" fmla="*/ 1897 w 7809"/>
                <a:gd name="T75" fmla="*/ 384 h 1223"/>
                <a:gd name="T76" fmla="*/ 1824 w 7809"/>
                <a:gd name="T77" fmla="*/ 437 h 1223"/>
                <a:gd name="T78" fmla="*/ 6616 w 7809"/>
                <a:gd name="T79" fmla="*/ 394 h 1223"/>
                <a:gd name="T80" fmla="*/ 6703 w 7809"/>
                <a:gd name="T81" fmla="*/ 304 h 1223"/>
                <a:gd name="T82" fmla="*/ 6956 w 7809"/>
                <a:gd name="T83" fmla="*/ 272 h 1223"/>
                <a:gd name="T84" fmla="*/ 6708 w 7809"/>
                <a:gd name="T85" fmla="*/ 320 h 1223"/>
                <a:gd name="T86" fmla="*/ 6616 w 7809"/>
                <a:gd name="T87" fmla="*/ 394 h 1223"/>
                <a:gd name="T88" fmla="*/ 2508 w 7809"/>
                <a:gd name="T89" fmla="*/ 303 h 1223"/>
                <a:gd name="T90" fmla="*/ 2277 w 7809"/>
                <a:gd name="T91" fmla="*/ 251 h 1223"/>
                <a:gd name="T92" fmla="*/ 2536 w 7809"/>
                <a:gd name="T93" fmla="*/ 303 h 1223"/>
                <a:gd name="T94" fmla="*/ 4339 w 7809"/>
                <a:gd name="T95" fmla="*/ 349 h 1223"/>
                <a:gd name="T96" fmla="*/ 5047 w 7809"/>
                <a:gd name="T97" fmla="*/ 287 h 1223"/>
                <a:gd name="T98" fmla="*/ 4459 w 7809"/>
                <a:gd name="T99" fmla="*/ 148 h 1223"/>
                <a:gd name="T100" fmla="*/ 4521 w 7809"/>
                <a:gd name="T101" fmla="*/ 95 h 1223"/>
                <a:gd name="T102" fmla="*/ 482 w 7809"/>
                <a:gd name="T103" fmla="*/ 271 h 1223"/>
                <a:gd name="T104" fmla="*/ 2241 w 7809"/>
                <a:gd name="T105" fmla="*/ 275 h 1223"/>
                <a:gd name="T106" fmla="*/ 7010 w 7809"/>
                <a:gd name="T107" fmla="*/ 275 h 1223"/>
                <a:gd name="T108" fmla="*/ 7315 w 7809"/>
                <a:gd name="T109" fmla="*/ 258 h 1223"/>
                <a:gd name="T110" fmla="*/ 70 w 7809"/>
                <a:gd name="T111" fmla="*/ 248 h 1223"/>
                <a:gd name="T112" fmla="*/ 431 w 7809"/>
                <a:gd name="T113" fmla="*/ 261 h 1223"/>
                <a:gd name="T114" fmla="*/ 4841 w 7809"/>
                <a:gd name="T115" fmla="*/ 104 h 1223"/>
                <a:gd name="T116" fmla="*/ 4821 w 7809"/>
                <a:gd name="T117" fmla="*/ 68 h 1223"/>
                <a:gd name="T118" fmla="*/ 5010 w 7809"/>
                <a:gd name="T119" fmla="*/ 257 h 1223"/>
                <a:gd name="T120" fmla="*/ 7549 w 7809"/>
                <a:gd name="T121" fmla="*/ 243 h 1223"/>
                <a:gd name="T122" fmla="*/ 0 w 7809"/>
                <a:gd name="T123" fmla="*/ 240 h 1223"/>
                <a:gd name="T124" fmla="*/ 4692 w 7809"/>
                <a:gd name="T125" fmla="*/ 5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809" h="1223">
                  <a:moveTo>
                    <a:pt x="3410" y="1223"/>
                  </a:moveTo>
                  <a:cubicBezTo>
                    <a:pt x="3379" y="1223"/>
                    <a:pt x="3346" y="1216"/>
                    <a:pt x="3314" y="1204"/>
                  </a:cubicBezTo>
                  <a:cubicBezTo>
                    <a:pt x="3309" y="1202"/>
                    <a:pt x="3307" y="1197"/>
                    <a:pt x="3309" y="1193"/>
                  </a:cubicBezTo>
                  <a:cubicBezTo>
                    <a:pt x="3310" y="1188"/>
                    <a:pt x="3315" y="1186"/>
                    <a:pt x="3320" y="1188"/>
                  </a:cubicBezTo>
                  <a:cubicBezTo>
                    <a:pt x="3351" y="1200"/>
                    <a:pt x="3381" y="1206"/>
                    <a:pt x="3410" y="1206"/>
                  </a:cubicBezTo>
                  <a:cubicBezTo>
                    <a:pt x="3411" y="1206"/>
                    <a:pt x="3411" y="1206"/>
                    <a:pt x="3411" y="1206"/>
                  </a:cubicBezTo>
                  <a:cubicBezTo>
                    <a:pt x="3429" y="1206"/>
                    <a:pt x="3447" y="1203"/>
                    <a:pt x="3463" y="1199"/>
                  </a:cubicBezTo>
                  <a:cubicBezTo>
                    <a:pt x="3470" y="1198"/>
                    <a:pt x="3470" y="1198"/>
                    <a:pt x="3470" y="1198"/>
                  </a:cubicBezTo>
                  <a:cubicBezTo>
                    <a:pt x="3471" y="1197"/>
                    <a:pt x="3473" y="1197"/>
                    <a:pt x="3474" y="1196"/>
                  </a:cubicBezTo>
                  <a:cubicBezTo>
                    <a:pt x="3477" y="1195"/>
                    <a:pt x="3477" y="1195"/>
                    <a:pt x="3477" y="1195"/>
                  </a:cubicBezTo>
                  <a:cubicBezTo>
                    <a:pt x="3481" y="1194"/>
                    <a:pt x="3485" y="1193"/>
                    <a:pt x="3489" y="1192"/>
                  </a:cubicBezTo>
                  <a:cubicBezTo>
                    <a:pt x="3493" y="1190"/>
                    <a:pt x="3497" y="1188"/>
                    <a:pt x="3501" y="1186"/>
                  </a:cubicBezTo>
                  <a:cubicBezTo>
                    <a:pt x="3502" y="1186"/>
                    <a:pt x="3503" y="1186"/>
                    <a:pt x="3503" y="1185"/>
                  </a:cubicBezTo>
                  <a:cubicBezTo>
                    <a:pt x="3505" y="1185"/>
                    <a:pt x="3506" y="1184"/>
                    <a:pt x="3507" y="1184"/>
                  </a:cubicBezTo>
                  <a:cubicBezTo>
                    <a:pt x="3513" y="1181"/>
                    <a:pt x="3513" y="1181"/>
                    <a:pt x="3513" y="1181"/>
                  </a:cubicBezTo>
                  <a:cubicBezTo>
                    <a:pt x="3532" y="1171"/>
                    <a:pt x="3532" y="1171"/>
                    <a:pt x="3532" y="1171"/>
                  </a:cubicBezTo>
                  <a:cubicBezTo>
                    <a:pt x="3535" y="1169"/>
                    <a:pt x="3537" y="1168"/>
                    <a:pt x="3540" y="1167"/>
                  </a:cubicBezTo>
                  <a:cubicBezTo>
                    <a:pt x="3545" y="1164"/>
                    <a:pt x="3545" y="1164"/>
                    <a:pt x="3545" y="1164"/>
                  </a:cubicBezTo>
                  <a:cubicBezTo>
                    <a:pt x="3545" y="1164"/>
                    <a:pt x="3545" y="1164"/>
                    <a:pt x="3545" y="1164"/>
                  </a:cubicBezTo>
                  <a:cubicBezTo>
                    <a:pt x="3561" y="1154"/>
                    <a:pt x="3561" y="1154"/>
                    <a:pt x="3561" y="1154"/>
                  </a:cubicBezTo>
                  <a:cubicBezTo>
                    <a:pt x="3565" y="1152"/>
                    <a:pt x="3568" y="1150"/>
                    <a:pt x="3571" y="1147"/>
                  </a:cubicBezTo>
                  <a:cubicBezTo>
                    <a:pt x="3591" y="1134"/>
                    <a:pt x="3591" y="1134"/>
                    <a:pt x="3591" y="1134"/>
                  </a:cubicBezTo>
                  <a:cubicBezTo>
                    <a:pt x="3593" y="1132"/>
                    <a:pt x="3595" y="1131"/>
                    <a:pt x="3597" y="1130"/>
                  </a:cubicBezTo>
                  <a:cubicBezTo>
                    <a:pt x="3620" y="1113"/>
                    <a:pt x="3620" y="1113"/>
                    <a:pt x="3620" y="1113"/>
                  </a:cubicBezTo>
                  <a:cubicBezTo>
                    <a:pt x="3642" y="1097"/>
                    <a:pt x="3642" y="1097"/>
                    <a:pt x="3642" y="1097"/>
                  </a:cubicBezTo>
                  <a:cubicBezTo>
                    <a:pt x="3646" y="1094"/>
                    <a:pt x="3651" y="1095"/>
                    <a:pt x="3654" y="1099"/>
                  </a:cubicBezTo>
                  <a:cubicBezTo>
                    <a:pt x="3657" y="1102"/>
                    <a:pt x="3656" y="1108"/>
                    <a:pt x="3652" y="1111"/>
                  </a:cubicBezTo>
                  <a:cubicBezTo>
                    <a:pt x="3630" y="1127"/>
                    <a:pt x="3630" y="1127"/>
                    <a:pt x="3630" y="1127"/>
                  </a:cubicBezTo>
                  <a:cubicBezTo>
                    <a:pt x="3607" y="1143"/>
                    <a:pt x="3607" y="1143"/>
                    <a:pt x="3607" y="1143"/>
                  </a:cubicBezTo>
                  <a:cubicBezTo>
                    <a:pt x="3605" y="1145"/>
                    <a:pt x="3603" y="1146"/>
                    <a:pt x="3601" y="1148"/>
                  </a:cubicBezTo>
                  <a:cubicBezTo>
                    <a:pt x="3581" y="1161"/>
                    <a:pt x="3581" y="1161"/>
                    <a:pt x="3581" y="1161"/>
                  </a:cubicBezTo>
                  <a:cubicBezTo>
                    <a:pt x="3577" y="1164"/>
                    <a:pt x="3574" y="1166"/>
                    <a:pt x="3570" y="1168"/>
                  </a:cubicBezTo>
                  <a:cubicBezTo>
                    <a:pt x="3553" y="1178"/>
                    <a:pt x="3553" y="1178"/>
                    <a:pt x="3553" y="1178"/>
                  </a:cubicBezTo>
                  <a:cubicBezTo>
                    <a:pt x="3553" y="1178"/>
                    <a:pt x="3553" y="1178"/>
                    <a:pt x="3553" y="1178"/>
                  </a:cubicBezTo>
                  <a:cubicBezTo>
                    <a:pt x="3548" y="1181"/>
                    <a:pt x="3548" y="1181"/>
                    <a:pt x="3548" y="1181"/>
                  </a:cubicBezTo>
                  <a:cubicBezTo>
                    <a:pt x="3546" y="1183"/>
                    <a:pt x="3543" y="1184"/>
                    <a:pt x="3540" y="1186"/>
                  </a:cubicBezTo>
                  <a:cubicBezTo>
                    <a:pt x="3521" y="1196"/>
                    <a:pt x="3521" y="1196"/>
                    <a:pt x="3521" y="1196"/>
                  </a:cubicBezTo>
                  <a:cubicBezTo>
                    <a:pt x="3514" y="1199"/>
                    <a:pt x="3514" y="1199"/>
                    <a:pt x="3514" y="1199"/>
                  </a:cubicBezTo>
                  <a:cubicBezTo>
                    <a:pt x="3512" y="1200"/>
                    <a:pt x="3511" y="1200"/>
                    <a:pt x="3510" y="1201"/>
                  </a:cubicBezTo>
                  <a:cubicBezTo>
                    <a:pt x="3509" y="1201"/>
                    <a:pt x="3508" y="1202"/>
                    <a:pt x="3508" y="1202"/>
                  </a:cubicBezTo>
                  <a:cubicBezTo>
                    <a:pt x="3503" y="1204"/>
                    <a:pt x="3499" y="1206"/>
                    <a:pt x="3495" y="1207"/>
                  </a:cubicBezTo>
                  <a:cubicBezTo>
                    <a:pt x="3491" y="1209"/>
                    <a:pt x="3487" y="1210"/>
                    <a:pt x="3483" y="1211"/>
                  </a:cubicBezTo>
                  <a:cubicBezTo>
                    <a:pt x="3479" y="1213"/>
                    <a:pt x="3479" y="1213"/>
                    <a:pt x="3479" y="1213"/>
                  </a:cubicBezTo>
                  <a:cubicBezTo>
                    <a:pt x="3478" y="1213"/>
                    <a:pt x="3476" y="1214"/>
                    <a:pt x="3474" y="1214"/>
                  </a:cubicBezTo>
                  <a:cubicBezTo>
                    <a:pt x="3467" y="1216"/>
                    <a:pt x="3467" y="1216"/>
                    <a:pt x="3467" y="1216"/>
                  </a:cubicBezTo>
                  <a:cubicBezTo>
                    <a:pt x="3450" y="1220"/>
                    <a:pt x="3431" y="1223"/>
                    <a:pt x="3411" y="1223"/>
                  </a:cubicBezTo>
                  <a:lnTo>
                    <a:pt x="3410" y="1223"/>
                  </a:lnTo>
                  <a:close/>
                  <a:moveTo>
                    <a:pt x="3281" y="1188"/>
                  </a:moveTo>
                  <a:cubicBezTo>
                    <a:pt x="3279" y="1188"/>
                    <a:pt x="3278" y="1187"/>
                    <a:pt x="3277" y="1187"/>
                  </a:cubicBezTo>
                  <a:cubicBezTo>
                    <a:pt x="3274" y="1185"/>
                    <a:pt x="3274" y="1185"/>
                    <a:pt x="3274" y="1185"/>
                  </a:cubicBezTo>
                  <a:cubicBezTo>
                    <a:pt x="3269" y="1183"/>
                    <a:pt x="3264" y="1180"/>
                    <a:pt x="3259" y="1177"/>
                  </a:cubicBezTo>
                  <a:cubicBezTo>
                    <a:pt x="3257" y="1175"/>
                    <a:pt x="3257" y="1175"/>
                    <a:pt x="3257" y="1175"/>
                  </a:cubicBezTo>
                  <a:cubicBezTo>
                    <a:pt x="3253" y="1173"/>
                    <a:pt x="3251" y="1168"/>
                    <a:pt x="3254" y="1164"/>
                  </a:cubicBezTo>
                  <a:cubicBezTo>
                    <a:pt x="3256" y="1160"/>
                    <a:pt x="3261" y="1158"/>
                    <a:pt x="3265" y="1161"/>
                  </a:cubicBezTo>
                  <a:cubicBezTo>
                    <a:pt x="3267" y="1162"/>
                    <a:pt x="3267" y="1162"/>
                    <a:pt x="3267" y="1162"/>
                  </a:cubicBezTo>
                  <a:cubicBezTo>
                    <a:pt x="3272" y="1165"/>
                    <a:pt x="3277" y="1168"/>
                    <a:pt x="3282" y="1170"/>
                  </a:cubicBezTo>
                  <a:cubicBezTo>
                    <a:pt x="3285" y="1172"/>
                    <a:pt x="3285" y="1172"/>
                    <a:pt x="3285" y="1172"/>
                  </a:cubicBezTo>
                  <a:cubicBezTo>
                    <a:pt x="3289" y="1174"/>
                    <a:pt x="3290" y="1179"/>
                    <a:pt x="3288" y="1183"/>
                  </a:cubicBezTo>
                  <a:cubicBezTo>
                    <a:pt x="3287" y="1186"/>
                    <a:pt x="3284" y="1188"/>
                    <a:pt x="3281" y="1188"/>
                  </a:cubicBezTo>
                  <a:close/>
                  <a:moveTo>
                    <a:pt x="3210" y="1141"/>
                  </a:moveTo>
                  <a:cubicBezTo>
                    <a:pt x="3208" y="1141"/>
                    <a:pt x="3206" y="1140"/>
                    <a:pt x="3205" y="1139"/>
                  </a:cubicBezTo>
                  <a:cubicBezTo>
                    <a:pt x="3191" y="1128"/>
                    <a:pt x="3177" y="1116"/>
                    <a:pt x="3163" y="1102"/>
                  </a:cubicBezTo>
                  <a:cubicBezTo>
                    <a:pt x="3147" y="1088"/>
                    <a:pt x="3133" y="1073"/>
                    <a:pt x="3117" y="1057"/>
                  </a:cubicBezTo>
                  <a:cubicBezTo>
                    <a:pt x="3117" y="1057"/>
                    <a:pt x="3117" y="1057"/>
                    <a:pt x="3117" y="1057"/>
                  </a:cubicBezTo>
                  <a:cubicBezTo>
                    <a:pt x="3101" y="1039"/>
                    <a:pt x="3084" y="1021"/>
                    <a:pt x="3065" y="998"/>
                  </a:cubicBezTo>
                  <a:cubicBezTo>
                    <a:pt x="3039" y="968"/>
                    <a:pt x="3012" y="934"/>
                    <a:pt x="2981" y="892"/>
                  </a:cubicBezTo>
                  <a:cubicBezTo>
                    <a:pt x="2974" y="884"/>
                    <a:pt x="2968" y="876"/>
                    <a:pt x="2963" y="868"/>
                  </a:cubicBezTo>
                  <a:cubicBezTo>
                    <a:pt x="2960" y="865"/>
                    <a:pt x="2960" y="859"/>
                    <a:pt x="2964" y="857"/>
                  </a:cubicBezTo>
                  <a:cubicBezTo>
                    <a:pt x="2968" y="854"/>
                    <a:pt x="2973" y="854"/>
                    <a:pt x="2976" y="858"/>
                  </a:cubicBezTo>
                  <a:cubicBezTo>
                    <a:pt x="2982" y="866"/>
                    <a:pt x="2988" y="874"/>
                    <a:pt x="2994" y="882"/>
                  </a:cubicBezTo>
                  <a:cubicBezTo>
                    <a:pt x="3026" y="923"/>
                    <a:pt x="3052" y="957"/>
                    <a:pt x="3078" y="987"/>
                  </a:cubicBezTo>
                  <a:cubicBezTo>
                    <a:pt x="3097" y="1010"/>
                    <a:pt x="3113" y="1028"/>
                    <a:pt x="3130" y="1046"/>
                  </a:cubicBezTo>
                  <a:cubicBezTo>
                    <a:pt x="3130" y="1046"/>
                    <a:pt x="3130" y="1046"/>
                    <a:pt x="3130" y="1046"/>
                  </a:cubicBezTo>
                  <a:cubicBezTo>
                    <a:pt x="3145" y="1062"/>
                    <a:pt x="3159" y="1076"/>
                    <a:pt x="3174" y="1090"/>
                  </a:cubicBezTo>
                  <a:cubicBezTo>
                    <a:pt x="3188" y="1103"/>
                    <a:pt x="3202" y="1115"/>
                    <a:pt x="3215" y="1126"/>
                  </a:cubicBezTo>
                  <a:cubicBezTo>
                    <a:pt x="3219" y="1129"/>
                    <a:pt x="3220" y="1134"/>
                    <a:pt x="3217" y="1138"/>
                  </a:cubicBezTo>
                  <a:cubicBezTo>
                    <a:pt x="3215" y="1140"/>
                    <a:pt x="3213" y="1141"/>
                    <a:pt x="3210" y="1141"/>
                  </a:cubicBezTo>
                  <a:close/>
                  <a:moveTo>
                    <a:pt x="3696" y="1073"/>
                  </a:moveTo>
                  <a:cubicBezTo>
                    <a:pt x="3693" y="1073"/>
                    <a:pt x="3691" y="1072"/>
                    <a:pt x="3689" y="1070"/>
                  </a:cubicBezTo>
                  <a:cubicBezTo>
                    <a:pt x="3686" y="1067"/>
                    <a:pt x="3687" y="1061"/>
                    <a:pt x="3690" y="1058"/>
                  </a:cubicBezTo>
                  <a:cubicBezTo>
                    <a:pt x="3696" y="1054"/>
                    <a:pt x="3702" y="1049"/>
                    <a:pt x="3707" y="1044"/>
                  </a:cubicBezTo>
                  <a:cubicBezTo>
                    <a:pt x="3711" y="1041"/>
                    <a:pt x="3716" y="1041"/>
                    <a:pt x="3719" y="1045"/>
                  </a:cubicBezTo>
                  <a:cubicBezTo>
                    <a:pt x="3722" y="1048"/>
                    <a:pt x="3722" y="1054"/>
                    <a:pt x="3718" y="1057"/>
                  </a:cubicBezTo>
                  <a:cubicBezTo>
                    <a:pt x="3713" y="1062"/>
                    <a:pt x="3707" y="1067"/>
                    <a:pt x="3701" y="1071"/>
                  </a:cubicBezTo>
                  <a:cubicBezTo>
                    <a:pt x="3699" y="1073"/>
                    <a:pt x="3697" y="1073"/>
                    <a:pt x="3696" y="1073"/>
                  </a:cubicBezTo>
                  <a:close/>
                  <a:moveTo>
                    <a:pt x="3743" y="1033"/>
                  </a:moveTo>
                  <a:cubicBezTo>
                    <a:pt x="3740" y="1033"/>
                    <a:pt x="3738" y="1032"/>
                    <a:pt x="3736" y="1030"/>
                  </a:cubicBezTo>
                  <a:cubicBezTo>
                    <a:pt x="3733" y="1026"/>
                    <a:pt x="3734" y="1021"/>
                    <a:pt x="3737" y="1018"/>
                  </a:cubicBezTo>
                  <a:cubicBezTo>
                    <a:pt x="3759" y="999"/>
                    <a:pt x="3782" y="978"/>
                    <a:pt x="3807" y="954"/>
                  </a:cubicBezTo>
                  <a:cubicBezTo>
                    <a:pt x="3841" y="921"/>
                    <a:pt x="3877" y="886"/>
                    <a:pt x="3912" y="850"/>
                  </a:cubicBezTo>
                  <a:cubicBezTo>
                    <a:pt x="3912" y="850"/>
                    <a:pt x="3912" y="850"/>
                    <a:pt x="3912" y="849"/>
                  </a:cubicBezTo>
                  <a:cubicBezTo>
                    <a:pt x="3938" y="822"/>
                    <a:pt x="3966" y="793"/>
                    <a:pt x="3993" y="763"/>
                  </a:cubicBezTo>
                  <a:cubicBezTo>
                    <a:pt x="3996" y="760"/>
                    <a:pt x="4001" y="760"/>
                    <a:pt x="4005" y="763"/>
                  </a:cubicBezTo>
                  <a:cubicBezTo>
                    <a:pt x="4008" y="766"/>
                    <a:pt x="4009" y="771"/>
                    <a:pt x="4005" y="775"/>
                  </a:cubicBezTo>
                  <a:cubicBezTo>
                    <a:pt x="3978" y="805"/>
                    <a:pt x="3951" y="834"/>
                    <a:pt x="3924" y="861"/>
                  </a:cubicBezTo>
                  <a:cubicBezTo>
                    <a:pt x="3924" y="861"/>
                    <a:pt x="3924" y="862"/>
                    <a:pt x="3924" y="862"/>
                  </a:cubicBezTo>
                  <a:cubicBezTo>
                    <a:pt x="3889" y="898"/>
                    <a:pt x="3853" y="933"/>
                    <a:pt x="3819" y="966"/>
                  </a:cubicBezTo>
                  <a:cubicBezTo>
                    <a:pt x="3793" y="990"/>
                    <a:pt x="3770" y="1011"/>
                    <a:pt x="3748" y="1031"/>
                  </a:cubicBezTo>
                  <a:cubicBezTo>
                    <a:pt x="3747" y="1032"/>
                    <a:pt x="3745" y="1033"/>
                    <a:pt x="3743" y="1033"/>
                  </a:cubicBezTo>
                  <a:close/>
                  <a:moveTo>
                    <a:pt x="5778" y="933"/>
                  </a:moveTo>
                  <a:cubicBezTo>
                    <a:pt x="5772" y="933"/>
                    <a:pt x="5766" y="933"/>
                    <a:pt x="5760" y="932"/>
                  </a:cubicBezTo>
                  <a:cubicBezTo>
                    <a:pt x="5756" y="932"/>
                    <a:pt x="5752" y="928"/>
                    <a:pt x="5752" y="924"/>
                  </a:cubicBezTo>
                  <a:cubicBezTo>
                    <a:pt x="5752" y="919"/>
                    <a:pt x="5756" y="915"/>
                    <a:pt x="5761" y="915"/>
                  </a:cubicBezTo>
                  <a:cubicBezTo>
                    <a:pt x="5768" y="916"/>
                    <a:pt x="5776" y="916"/>
                    <a:pt x="5783" y="916"/>
                  </a:cubicBezTo>
                  <a:cubicBezTo>
                    <a:pt x="5783" y="916"/>
                    <a:pt x="5783" y="916"/>
                    <a:pt x="5783" y="916"/>
                  </a:cubicBezTo>
                  <a:cubicBezTo>
                    <a:pt x="5788" y="916"/>
                    <a:pt x="5792" y="920"/>
                    <a:pt x="5792" y="924"/>
                  </a:cubicBezTo>
                  <a:cubicBezTo>
                    <a:pt x="5792" y="929"/>
                    <a:pt x="5788" y="933"/>
                    <a:pt x="5783" y="933"/>
                  </a:cubicBezTo>
                  <a:cubicBezTo>
                    <a:pt x="5782" y="933"/>
                    <a:pt x="5780" y="933"/>
                    <a:pt x="5778" y="933"/>
                  </a:cubicBezTo>
                  <a:close/>
                  <a:moveTo>
                    <a:pt x="5823" y="930"/>
                  </a:moveTo>
                  <a:cubicBezTo>
                    <a:pt x="5818" y="930"/>
                    <a:pt x="5815" y="927"/>
                    <a:pt x="5814" y="923"/>
                  </a:cubicBezTo>
                  <a:cubicBezTo>
                    <a:pt x="5814" y="918"/>
                    <a:pt x="5817" y="914"/>
                    <a:pt x="5822" y="913"/>
                  </a:cubicBezTo>
                  <a:cubicBezTo>
                    <a:pt x="5824" y="913"/>
                    <a:pt x="5825" y="913"/>
                    <a:pt x="5826" y="913"/>
                  </a:cubicBezTo>
                  <a:cubicBezTo>
                    <a:pt x="5845" y="910"/>
                    <a:pt x="5845" y="910"/>
                    <a:pt x="5845" y="910"/>
                  </a:cubicBezTo>
                  <a:cubicBezTo>
                    <a:pt x="5853" y="909"/>
                    <a:pt x="5860" y="908"/>
                    <a:pt x="5866" y="906"/>
                  </a:cubicBezTo>
                  <a:cubicBezTo>
                    <a:pt x="5873" y="905"/>
                    <a:pt x="5873" y="905"/>
                    <a:pt x="5873" y="905"/>
                  </a:cubicBezTo>
                  <a:cubicBezTo>
                    <a:pt x="5879" y="903"/>
                    <a:pt x="5885" y="902"/>
                    <a:pt x="5892" y="900"/>
                  </a:cubicBezTo>
                  <a:cubicBezTo>
                    <a:pt x="5916" y="893"/>
                    <a:pt x="5916" y="893"/>
                    <a:pt x="5916" y="893"/>
                  </a:cubicBezTo>
                  <a:cubicBezTo>
                    <a:pt x="5948" y="884"/>
                    <a:pt x="5979" y="872"/>
                    <a:pt x="6008" y="858"/>
                  </a:cubicBezTo>
                  <a:cubicBezTo>
                    <a:pt x="6021" y="852"/>
                    <a:pt x="6035" y="845"/>
                    <a:pt x="6048" y="838"/>
                  </a:cubicBezTo>
                  <a:cubicBezTo>
                    <a:pt x="6082" y="821"/>
                    <a:pt x="6115" y="801"/>
                    <a:pt x="6149" y="777"/>
                  </a:cubicBezTo>
                  <a:cubicBezTo>
                    <a:pt x="6153" y="775"/>
                    <a:pt x="6159" y="776"/>
                    <a:pt x="6161" y="780"/>
                  </a:cubicBezTo>
                  <a:cubicBezTo>
                    <a:pt x="6164" y="784"/>
                    <a:pt x="6163" y="789"/>
                    <a:pt x="6159" y="791"/>
                  </a:cubicBezTo>
                  <a:cubicBezTo>
                    <a:pt x="6124" y="815"/>
                    <a:pt x="6090" y="835"/>
                    <a:pt x="6056" y="853"/>
                  </a:cubicBezTo>
                  <a:cubicBezTo>
                    <a:pt x="6043" y="860"/>
                    <a:pt x="6029" y="867"/>
                    <a:pt x="6015" y="874"/>
                  </a:cubicBezTo>
                  <a:cubicBezTo>
                    <a:pt x="5985" y="887"/>
                    <a:pt x="5953" y="900"/>
                    <a:pt x="5921" y="910"/>
                  </a:cubicBezTo>
                  <a:cubicBezTo>
                    <a:pt x="5896" y="917"/>
                    <a:pt x="5896" y="917"/>
                    <a:pt x="5896" y="917"/>
                  </a:cubicBezTo>
                  <a:cubicBezTo>
                    <a:pt x="5889" y="918"/>
                    <a:pt x="5883" y="920"/>
                    <a:pt x="5877" y="921"/>
                  </a:cubicBezTo>
                  <a:cubicBezTo>
                    <a:pt x="5870" y="923"/>
                    <a:pt x="5870" y="923"/>
                    <a:pt x="5870" y="923"/>
                  </a:cubicBezTo>
                  <a:cubicBezTo>
                    <a:pt x="5864" y="924"/>
                    <a:pt x="5856" y="926"/>
                    <a:pt x="5848" y="927"/>
                  </a:cubicBezTo>
                  <a:cubicBezTo>
                    <a:pt x="5829" y="930"/>
                    <a:pt x="5829" y="930"/>
                    <a:pt x="5829" y="930"/>
                  </a:cubicBezTo>
                  <a:cubicBezTo>
                    <a:pt x="5827" y="930"/>
                    <a:pt x="5825" y="930"/>
                    <a:pt x="5824" y="930"/>
                  </a:cubicBezTo>
                  <a:cubicBezTo>
                    <a:pt x="5823" y="930"/>
                    <a:pt x="5823" y="930"/>
                    <a:pt x="5823" y="930"/>
                  </a:cubicBezTo>
                  <a:close/>
                  <a:moveTo>
                    <a:pt x="5699" y="924"/>
                  </a:moveTo>
                  <a:cubicBezTo>
                    <a:pt x="5698" y="924"/>
                    <a:pt x="5698" y="924"/>
                    <a:pt x="5697" y="924"/>
                  </a:cubicBezTo>
                  <a:cubicBezTo>
                    <a:pt x="5696" y="924"/>
                    <a:pt x="5694" y="923"/>
                    <a:pt x="5693" y="923"/>
                  </a:cubicBezTo>
                  <a:cubicBezTo>
                    <a:pt x="5656" y="914"/>
                    <a:pt x="5620" y="900"/>
                    <a:pt x="5585" y="880"/>
                  </a:cubicBezTo>
                  <a:cubicBezTo>
                    <a:pt x="5585" y="880"/>
                    <a:pt x="5585" y="880"/>
                    <a:pt x="5585" y="880"/>
                  </a:cubicBezTo>
                  <a:cubicBezTo>
                    <a:pt x="5571" y="872"/>
                    <a:pt x="5571" y="872"/>
                    <a:pt x="5571" y="872"/>
                  </a:cubicBezTo>
                  <a:cubicBezTo>
                    <a:pt x="5568" y="870"/>
                    <a:pt x="5565" y="868"/>
                    <a:pt x="5563" y="866"/>
                  </a:cubicBezTo>
                  <a:cubicBezTo>
                    <a:pt x="5562" y="865"/>
                    <a:pt x="5560" y="865"/>
                    <a:pt x="5559" y="864"/>
                  </a:cubicBezTo>
                  <a:cubicBezTo>
                    <a:pt x="5542" y="852"/>
                    <a:pt x="5542" y="852"/>
                    <a:pt x="5542" y="852"/>
                  </a:cubicBezTo>
                  <a:cubicBezTo>
                    <a:pt x="5533" y="845"/>
                    <a:pt x="5533" y="845"/>
                    <a:pt x="5533" y="845"/>
                  </a:cubicBezTo>
                  <a:cubicBezTo>
                    <a:pt x="5527" y="841"/>
                    <a:pt x="5522" y="837"/>
                    <a:pt x="5516" y="833"/>
                  </a:cubicBezTo>
                  <a:cubicBezTo>
                    <a:pt x="5497" y="816"/>
                    <a:pt x="5497" y="816"/>
                    <a:pt x="5497" y="816"/>
                  </a:cubicBezTo>
                  <a:cubicBezTo>
                    <a:pt x="5493" y="813"/>
                    <a:pt x="5489" y="810"/>
                    <a:pt x="5487" y="808"/>
                  </a:cubicBezTo>
                  <a:cubicBezTo>
                    <a:pt x="5469" y="791"/>
                    <a:pt x="5469" y="791"/>
                    <a:pt x="5469" y="791"/>
                  </a:cubicBezTo>
                  <a:cubicBezTo>
                    <a:pt x="5455" y="777"/>
                    <a:pt x="5455" y="777"/>
                    <a:pt x="5455" y="777"/>
                  </a:cubicBezTo>
                  <a:cubicBezTo>
                    <a:pt x="5451" y="773"/>
                    <a:pt x="5447" y="770"/>
                    <a:pt x="5443" y="766"/>
                  </a:cubicBezTo>
                  <a:cubicBezTo>
                    <a:pt x="5427" y="749"/>
                    <a:pt x="5427" y="749"/>
                    <a:pt x="5427" y="749"/>
                  </a:cubicBezTo>
                  <a:cubicBezTo>
                    <a:pt x="5423" y="745"/>
                    <a:pt x="5419" y="740"/>
                    <a:pt x="5415" y="736"/>
                  </a:cubicBezTo>
                  <a:cubicBezTo>
                    <a:pt x="5411" y="732"/>
                    <a:pt x="5411" y="732"/>
                    <a:pt x="5411" y="732"/>
                  </a:cubicBezTo>
                  <a:cubicBezTo>
                    <a:pt x="5409" y="730"/>
                    <a:pt x="5408" y="728"/>
                    <a:pt x="5406" y="726"/>
                  </a:cubicBezTo>
                  <a:cubicBezTo>
                    <a:pt x="5404" y="724"/>
                    <a:pt x="5402" y="721"/>
                    <a:pt x="5400" y="719"/>
                  </a:cubicBezTo>
                  <a:cubicBezTo>
                    <a:pt x="5397" y="716"/>
                    <a:pt x="5397" y="710"/>
                    <a:pt x="5400" y="707"/>
                  </a:cubicBezTo>
                  <a:cubicBezTo>
                    <a:pt x="5404" y="704"/>
                    <a:pt x="5409" y="704"/>
                    <a:pt x="5412" y="708"/>
                  </a:cubicBezTo>
                  <a:cubicBezTo>
                    <a:pt x="5414" y="710"/>
                    <a:pt x="5416" y="712"/>
                    <a:pt x="5419" y="715"/>
                  </a:cubicBezTo>
                  <a:cubicBezTo>
                    <a:pt x="5420" y="716"/>
                    <a:pt x="5422" y="718"/>
                    <a:pt x="5424" y="720"/>
                  </a:cubicBezTo>
                  <a:cubicBezTo>
                    <a:pt x="5428" y="725"/>
                    <a:pt x="5428" y="725"/>
                    <a:pt x="5428" y="725"/>
                  </a:cubicBezTo>
                  <a:cubicBezTo>
                    <a:pt x="5432" y="729"/>
                    <a:pt x="5435" y="733"/>
                    <a:pt x="5439" y="737"/>
                  </a:cubicBezTo>
                  <a:cubicBezTo>
                    <a:pt x="5455" y="754"/>
                    <a:pt x="5455" y="754"/>
                    <a:pt x="5455" y="754"/>
                  </a:cubicBezTo>
                  <a:cubicBezTo>
                    <a:pt x="5459" y="758"/>
                    <a:pt x="5463" y="761"/>
                    <a:pt x="5467" y="765"/>
                  </a:cubicBezTo>
                  <a:cubicBezTo>
                    <a:pt x="5481" y="779"/>
                    <a:pt x="5481" y="779"/>
                    <a:pt x="5481" y="779"/>
                  </a:cubicBezTo>
                  <a:cubicBezTo>
                    <a:pt x="5498" y="795"/>
                    <a:pt x="5498" y="795"/>
                    <a:pt x="5498" y="795"/>
                  </a:cubicBezTo>
                  <a:cubicBezTo>
                    <a:pt x="5501" y="798"/>
                    <a:pt x="5504" y="800"/>
                    <a:pt x="5507" y="803"/>
                  </a:cubicBezTo>
                  <a:cubicBezTo>
                    <a:pt x="5527" y="819"/>
                    <a:pt x="5527" y="819"/>
                    <a:pt x="5527" y="819"/>
                  </a:cubicBezTo>
                  <a:cubicBezTo>
                    <a:pt x="5532" y="823"/>
                    <a:pt x="5537" y="827"/>
                    <a:pt x="5543" y="832"/>
                  </a:cubicBezTo>
                  <a:cubicBezTo>
                    <a:pt x="5552" y="839"/>
                    <a:pt x="5552" y="839"/>
                    <a:pt x="5552" y="839"/>
                  </a:cubicBezTo>
                  <a:cubicBezTo>
                    <a:pt x="5569" y="850"/>
                    <a:pt x="5569" y="850"/>
                    <a:pt x="5569" y="850"/>
                  </a:cubicBezTo>
                  <a:cubicBezTo>
                    <a:pt x="5570" y="851"/>
                    <a:pt x="5571" y="851"/>
                    <a:pt x="5572" y="852"/>
                  </a:cubicBezTo>
                  <a:cubicBezTo>
                    <a:pt x="5575" y="854"/>
                    <a:pt x="5577" y="855"/>
                    <a:pt x="5580" y="857"/>
                  </a:cubicBezTo>
                  <a:cubicBezTo>
                    <a:pt x="5593" y="865"/>
                    <a:pt x="5593" y="865"/>
                    <a:pt x="5593" y="865"/>
                  </a:cubicBezTo>
                  <a:cubicBezTo>
                    <a:pt x="5593" y="865"/>
                    <a:pt x="5593" y="865"/>
                    <a:pt x="5593" y="865"/>
                  </a:cubicBezTo>
                  <a:cubicBezTo>
                    <a:pt x="5627" y="884"/>
                    <a:pt x="5662" y="898"/>
                    <a:pt x="5697" y="906"/>
                  </a:cubicBezTo>
                  <a:cubicBezTo>
                    <a:pt x="5698" y="907"/>
                    <a:pt x="5700" y="907"/>
                    <a:pt x="5701" y="907"/>
                  </a:cubicBezTo>
                  <a:cubicBezTo>
                    <a:pt x="5706" y="908"/>
                    <a:pt x="5708" y="913"/>
                    <a:pt x="5707" y="918"/>
                  </a:cubicBezTo>
                  <a:cubicBezTo>
                    <a:pt x="5706" y="921"/>
                    <a:pt x="5703" y="924"/>
                    <a:pt x="5699" y="924"/>
                  </a:cubicBezTo>
                  <a:close/>
                  <a:moveTo>
                    <a:pt x="2946" y="840"/>
                  </a:moveTo>
                  <a:cubicBezTo>
                    <a:pt x="2943" y="840"/>
                    <a:pt x="2941" y="839"/>
                    <a:pt x="2939" y="837"/>
                  </a:cubicBezTo>
                  <a:cubicBezTo>
                    <a:pt x="2934" y="831"/>
                    <a:pt x="2930" y="824"/>
                    <a:pt x="2925" y="818"/>
                  </a:cubicBezTo>
                  <a:cubicBezTo>
                    <a:pt x="2923" y="815"/>
                    <a:pt x="2923" y="809"/>
                    <a:pt x="2927" y="807"/>
                  </a:cubicBezTo>
                  <a:cubicBezTo>
                    <a:pt x="2931" y="804"/>
                    <a:pt x="2936" y="805"/>
                    <a:pt x="2939" y="808"/>
                  </a:cubicBezTo>
                  <a:cubicBezTo>
                    <a:pt x="2944" y="814"/>
                    <a:pt x="2948" y="820"/>
                    <a:pt x="2952" y="827"/>
                  </a:cubicBezTo>
                  <a:cubicBezTo>
                    <a:pt x="2955" y="830"/>
                    <a:pt x="2954" y="836"/>
                    <a:pt x="2951" y="838"/>
                  </a:cubicBezTo>
                  <a:cubicBezTo>
                    <a:pt x="2949" y="839"/>
                    <a:pt x="2947" y="840"/>
                    <a:pt x="2946" y="840"/>
                  </a:cubicBezTo>
                  <a:close/>
                  <a:moveTo>
                    <a:pt x="2896" y="772"/>
                  </a:moveTo>
                  <a:cubicBezTo>
                    <a:pt x="2893" y="772"/>
                    <a:pt x="2890" y="770"/>
                    <a:pt x="2889" y="768"/>
                  </a:cubicBezTo>
                  <a:cubicBezTo>
                    <a:pt x="2866" y="737"/>
                    <a:pt x="2866" y="737"/>
                    <a:pt x="2866" y="737"/>
                  </a:cubicBezTo>
                  <a:cubicBezTo>
                    <a:pt x="2852" y="718"/>
                    <a:pt x="2839" y="700"/>
                    <a:pt x="2826" y="682"/>
                  </a:cubicBezTo>
                  <a:cubicBezTo>
                    <a:pt x="2819" y="672"/>
                    <a:pt x="2819" y="672"/>
                    <a:pt x="2819" y="672"/>
                  </a:cubicBezTo>
                  <a:cubicBezTo>
                    <a:pt x="2819" y="672"/>
                    <a:pt x="2819" y="672"/>
                    <a:pt x="2819" y="672"/>
                  </a:cubicBezTo>
                  <a:cubicBezTo>
                    <a:pt x="2774" y="610"/>
                    <a:pt x="2725" y="545"/>
                    <a:pt x="2673" y="481"/>
                  </a:cubicBezTo>
                  <a:cubicBezTo>
                    <a:pt x="2672" y="479"/>
                    <a:pt x="2672" y="479"/>
                    <a:pt x="2672" y="479"/>
                  </a:cubicBezTo>
                  <a:cubicBezTo>
                    <a:pt x="2669" y="475"/>
                    <a:pt x="2669" y="470"/>
                    <a:pt x="2673" y="467"/>
                  </a:cubicBezTo>
                  <a:cubicBezTo>
                    <a:pt x="2677" y="464"/>
                    <a:pt x="2682" y="465"/>
                    <a:pt x="2685" y="468"/>
                  </a:cubicBezTo>
                  <a:cubicBezTo>
                    <a:pt x="2686" y="470"/>
                    <a:pt x="2686" y="470"/>
                    <a:pt x="2686" y="470"/>
                  </a:cubicBezTo>
                  <a:cubicBezTo>
                    <a:pt x="2738" y="534"/>
                    <a:pt x="2787" y="600"/>
                    <a:pt x="2832" y="662"/>
                  </a:cubicBezTo>
                  <a:cubicBezTo>
                    <a:pt x="2832" y="662"/>
                    <a:pt x="2832" y="662"/>
                    <a:pt x="2832" y="662"/>
                  </a:cubicBezTo>
                  <a:cubicBezTo>
                    <a:pt x="2840" y="672"/>
                    <a:pt x="2840" y="672"/>
                    <a:pt x="2840" y="672"/>
                  </a:cubicBezTo>
                  <a:cubicBezTo>
                    <a:pt x="2853" y="690"/>
                    <a:pt x="2866" y="708"/>
                    <a:pt x="2879" y="727"/>
                  </a:cubicBezTo>
                  <a:cubicBezTo>
                    <a:pt x="2902" y="758"/>
                    <a:pt x="2902" y="758"/>
                    <a:pt x="2902" y="758"/>
                  </a:cubicBezTo>
                  <a:cubicBezTo>
                    <a:pt x="2905" y="762"/>
                    <a:pt x="2904" y="767"/>
                    <a:pt x="2900" y="770"/>
                  </a:cubicBezTo>
                  <a:cubicBezTo>
                    <a:pt x="2899" y="771"/>
                    <a:pt x="2897" y="772"/>
                    <a:pt x="2896" y="772"/>
                  </a:cubicBezTo>
                  <a:close/>
                  <a:moveTo>
                    <a:pt x="6205" y="757"/>
                  </a:moveTo>
                  <a:cubicBezTo>
                    <a:pt x="6202" y="757"/>
                    <a:pt x="6200" y="756"/>
                    <a:pt x="6198" y="754"/>
                  </a:cubicBezTo>
                  <a:cubicBezTo>
                    <a:pt x="6195" y="750"/>
                    <a:pt x="6196" y="744"/>
                    <a:pt x="6200" y="742"/>
                  </a:cubicBezTo>
                  <a:cubicBezTo>
                    <a:pt x="6202" y="740"/>
                    <a:pt x="6204" y="738"/>
                    <a:pt x="6207" y="737"/>
                  </a:cubicBezTo>
                  <a:cubicBezTo>
                    <a:pt x="6210" y="734"/>
                    <a:pt x="6214" y="731"/>
                    <a:pt x="6218" y="728"/>
                  </a:cubicBezTo>
                  <a:cubicBezTo>
                    <a:pt x="6222" y="725"/>
                    <a:pt x="6227" y="726"/>
                    <a:pt x="6230" y="730"/>
                  </a:cubicBezTo>
                  <a:cubicBezTo>
                    <a:pt x="6233" y="734"/>
                    <a:pt x="6232" y="739"/>
                    <a:pt x="6228" y="742"/>
                  </a:cubicBezTo>
                  <a:cubicBezTo>
                    <a:pt x="6224" y="745"/>
                    <a:pt x="6221" y="747"/>
                    <a:pt x="6217" y="750"/>
                  </a:cubicBezTo>
                  <a:cubicBezTo>
                    <a:pt x="6214" y="752"/>
                    <a:pt x="6212" y="754"/>
                    <a:pt x="6210" y="755"/>
                  </a:cubicBezTo>
                  <a:cubicBezTo>
                    <a:pt x="6208" y="756"/>
                    <a:pt x="6207" y="757"/>
                    <a:pt x="6205" y="757"/>
                  </a:cubicBezTo>
                  <a:close/>
                  <a:moveTo>
                    <a:pt x="4041" y="731"/>
                  </a:moveTo>
                  <a:cubicBezTo>
                    <a:pt x="4039" y="731"/>
                    <a:pt x="4037" y="731"/>
                    <a:pt x="4035" y="729"/>
                  </a:cubicBezTo>
                  <a:cubicBezTo>
                    <a:pt x="4032" y="726"/>
                    <a:pt x="4031" y="721"/>
                    <a:pt x="4035" y="717"/>
                  </a:cubicBezTo>
                  <a:cubicBezTo>
                    <a:pt x="4039" y="712"/>
                    <a:pt x="4043" y="707"/>
                    <a:pt x="4048" y="702"/>
                  </a:cubicBezTo>
                  <a:cubicBezTo>
                    <a:pt x="4050" y="700"/>
                    <a:pt x="4050" y="700"/>
                    <a:pt x="4050" y="700"/>
                  </a:cubicBezTo>
                  <a:cubicBezTo>
                    <a:pt x="4053" y="697"/>
                    <a:pt x="4058" y="696"/>
                    <a:pt x="4062" y="700"/>
                  </a:cubicBezTo>
                  <a:cubicBezTo>
                    <a:pt x="4065" y="703"/>
                    <a:pt x="4065" y="708"/>
                    <a:pt x="4062" y="712"/>
                  </a:cubicBezTo>
                  <a:cubicBezTo>
                    <a:pt x="4061" y="714"/>
                    <a:pt x="4061" y="714"/>
                    <a:pt x="4061" y="714"/>
                  </a:cubicBezTo>
                  <a:cubicBezTo>
                    <a:pt x="4056" y="719"/>
                    <a:pt x="4052" y="724"/>
                    <a:pt x="4047" y="728"/>
                  </a:cubicBezTo>
                  <a:cubicBezTo>
                    <a:pt x="4046" y="730"/>
                    <a:pt x="4043" y="731"/>
                    <a:pt x="4041" y="731"/>
                  </a:cubicBezTo>
                  <a:close/>
                  <a:moveTo>
                    <a:pt x="6254" y="719"/>
                  </a:moveTo>
                  <a:cubicBezTo>
                    <a:pt x="6252" y="719"/>
                    <a:pt x="6249" y="718"/>
                    <a:pt x="6248" y="716"/>
                  </a:cubicBezTo>
                  <a:cubicBezTo>
                    <a:pt x="6245" y="712"/>
                    <a:pt x="6245" y="707"/>
                    <a:pt x="6249" y="704"/>
                  </a:cubicBezTo>
                  <a:cubicBezTo>
                    <a:pt x="6270" y="687"/>
                    <a:pt x="6291" y="670"/>
                    <a:pt x="6311" y="653"/>
                  </a:cubicBezTo>
                  <a:cubicBezTo>
                    <a:pt x="6347" y="622"/>
                    <a:pt x="6385" y="588"/>
                    <a:pt x="6432" y="545"/>
                  </a:cubicBezTo>
                  <a:cubicBezTo>
                    <a:pt x="6432" y="545"/>
                    <a:pt x="6432" y="545"/>
                    <a:pt x="6432" y="545"/>
                  </a:cubicBezTo>
                  <a:cubicBezTo>
                    <a:pt x="6454" y="524"/>
                    <a:pt x="6476" y="504"/>
                    <a:pt x="6498" y="483"/>
                  </a:cubicBezTo>
                  <a:cubicBezTo>
                    <a:pt x="6519" y="464"/>
                    <a:pt x="6519" y="464"/>
                    <a:pt x="6519" y="464"/>
                  </a:cubicBezTo>
                  <a:cubicBezTo>
                    <a:pt x="6522" y="460"/>
                    <a:pt x="6527" y="461"/>
                    <a:pt x="6531" y="464"/>
                  </a:cubicBezTo>
                  <a:cubicBezTo>
                    <a:pt x="6534" y="467"/>
                    <a:pt x="6534" y="473"/>
                    <a:pt x="6530" y="476"/>
                  </a:cubicBezTo>
                  <a:cubicBezTo>
                    <a:pt x="6509" y="496"/>
                    <a:pt x="6509" y="496"/>
                    <a:pt x="6509" y="496"/>
                  </a:cubicBezTo>
                  <a:cubicBezTo>
                    <a:pt x="6487" y="516"/>
                    <a:pt x="6466" y="536"/>
                    <a:pt x="6443" y="557"/>
                  </a:cubicBezTo>
                  <a:cubicBezTo>
                    <a:pt x="6443" y="557"/>
                    <a:pt x="6443" y="557"/>
                    <a:pt x="6443" y="557"/>
                  </a:cubicBezTo>
                  <a:cubicBezTo>
                    <a:pt x="6396" y="601"/>
                    <a:pt x="6358" y="635"/>
                    <a:pt x="6322" y="666"/>
                  </a:cubicBezTo>
                  <a:cubicBezTo>
                    <a:pt x="6302" y="683"/>
                    <a:pt x="6281" y="700"/>
                    <a:pt x="6260" y="717"/>
                  </a:cubicBezTo>
                  <a:cubicBezTo>
                    <a:pt x="6258" y="719"/>
                    <a:pt x="6256" y="719"/>
                    <a:pt x="6254" y="719"/>
                  </a:cubicBezTo>
                  <a:close/>
                  <a:moveTo>
                    <a:pt x="1179" y="703"/>
                  </a:moveTo>
                  <a:cubicBezTo>
                    <a:pt x="1177" y="703"/>
                    <a:pt x="1175" y="703"/>
                    <a:pt x="1172" y="703"/>
                  </a:cubicBezTo>
                  <a:cubicBezTo>
                    <a:pt x="1165" y="703"/>
                    <a:pt x="1158" y="702"/>
                    <a:pt x="1151" y="702"/>
                  </a:cubicBezTo>
                  <a:cubicBezTo>
                    <a:pt x="1151" y="702"/>
                    <a:pt x="1151" y="702"/>
                    <a:pt x="1151" y="702"/>
                  </a:cubicBezTo>
                  <a:cubicBezTo>
                    <a:pt x="1140" y="701"/>
                    <a:pt x="1130" y="699"/>
                    <a:pt x="1121" y="697"/>
                  </a:cubicBezTo>
                  <a:cubicBezTo>
                    <a:pt x="1093" y="692"/>
                    <a:pt x="1066" y="683"/>
                    <a:pt x="1035" y="669"/>
                  </a:cubicBezTo>
                  <a:cubicBezTo>
                    <a:pt x="1012" y="659"/>
                    <a:pt x="989" y="647"/>
                    <a:pt x="964" y="631"/>
                  </a:cubicBezTo>
                  <a:cubicBezTo>
                    <a:pt x="951" y="623"/>
                    <a:pt x="938" y="615"/>
                    <a:pt x="925" y="606"/>
                  </a:cubicBezTo>
                  <a:cubicBezTo>
                    <a:pt x="921" y="603"/>
                    <a:pt x="920" y="598"/>
                    <a:pt x="923" y="594"/>
                  </a:cubicBezTo>
                  <a:cubicBezTo>
                    <a:pt x="926" y="590"/>
                    <a:pt x="931" y="589"/>
                    <a:pt x="935" y="592"/>
                  </a:cubicBezTo>
                  <a:cubicBezTo>
                    <a:pt x="948" y="601"/>
                    <a:pt x="960" y="609"/>
                    <a:pt x="973" y="617"/>
                  </a:cubicBezTo>
                  <a:cubicBezTo>
                    <a:pt x="997" y="632"/>
                    <a:pt x="1019" y="644"/>
                    <a:pt x="1041" y="654"/>
                  </a:cubicBezTo>
                  <a:cubicBezTo>
                    <a:pt x="1071" y="667"/>
                    <a:pt x="1098" y="676"/>
                    <a:pt x="1125" y="681"/>
                  </a:cubicBezTo>
                  <a:cubicBezTo>
                    <a:pt x="1133" y="682"/>
                    <a:pt x="1143" y="684"/>
                    <a:pt x="1152" y="685"/>
                  </a:cubicBezTo>
                  <a:cubicBezTo>
                    <a:pt x="1152" y="685"/>
                    <a:pt x="1152" y="685"/>
                    <a:pt x="1152" y="685"/>
                  </a:cubicBezTo>
                  <a:cubicBezTo>
                    <a:pt x="1159" y="685"/>
                    <a:pt x="1166" y="686"/>
                    <a:pt x="1173" y="686"/>
                  </a:cubicBezTo>
                  <a:cubicBezTo>
                    <a:pt x="1175" y="686"/>
                    <a:pt x="1177" y="686"/>
                    <a:pt x="1179" y="686"/>
                  </a:cubicBezTo>
                  <a:cubicBezTo>
                    <a:pt x="1194" y="686"/>
                    <a:pt x="1209" y="685"/>
                    <a:pt x="1224" y="683"/>
                  </a:cubicBezTo>
                  <a:cubicBezTo>
                    <a:pt x="1225" y="683"/>
                    <a:pt x="1225" y="682"/>
                    <a:pt x="1226" y="682"/>
                  </a:cubicBezTo>
                  <a:cubicBezTo>
                    <a:pt x="1244" y="679"/>
                    <a:pt x="1244" y="679"/>
                    <a:pt x="1244" y="679"/>
                  </a:cubicBezTo>
                  <a:cubicBezTo>
                    <a:pt x="1248" y="678"/>
                    <a:pt x="1253" y="677"/>
                    <a:pt x="1258" y="676"/>
                  </a:cubicBezTo>
                  <a:cubicBezTo>
                    <a:pt x="1267" y="674"/>
                    <a:pt x="1267" y="674"/>
                    <a:pt x="1267" y="674"/>
                  </a:cubicBezTo>
                  <a:cubicBezTo>
                    <a:pt x="1272" y="672"/>
                    <a:pt x="1276" y="675"/>
                    <a:pt x="1277" y="680"/>
                  </a:cubicBezTo>
                  <a:cubicBezTo>
                    <a:pt x="1279" y="684"/>
                    <a:pt x="1276" y="689"/>
                    <a:pt x="1271" y="690"/>
                  </a:cubicBezTo>
                  <a:cubicBezTo>
                    <a:pt x="1262" y="692"/>
                    <a:pt x="1262" y="692"/>
                    <a:pt x="1262" y="692"/>
                  </a:cubicBezTo>
                  <a:cubicBezTo>
                    <a:pt x="1257" y="693"/>
                    <a:pt x="1252" y="695"/>
                    <a:pt x="1247" y="696"/>
                  </a:cubicBezTo>
                  <a:cubicBezTo>
                    <a:pt x="1229" y="699"/>
                    <a:pt x="1229" y="699"/>
                    <a:pt x="1229" y="699"/>
                  </a:cubicBezTo>
                  <a:cubicBezTo>
                    <a:pt x="1228" y="699"/>
                    <a:pt x="1227" y="699"/>
                    <a:pt x="1226" y="700"/>
                  </a:cubicBezTo>
                  <a:cubicBezTo>
                    <a:pt x="1211" y="702"/>
                    <a:pt x="1195" y="703"/>
                    <a:pt x="1179" y="703"/>
                  </a:cubicBezTo>
                  <a:close/>
                  <a:moveTo>
                    <a:pt x="5380" y="692"/>
                  </a:moveTo>
                  <a:cubicBezTo>
                    <a:pt x="5378" y="692"/>
                    <a:pt x="5375" y="691"/>
                    <a:pt x="5374" y="689"/>
                  </a:cubicBezTo>
                  <a:cubicBezTo>
                    <a:pt x="5371" y="686"/>
                    <a:pt x="5369" y="683"/>
                    <a:pt x="5366" y="681"/>
                  </a:cubicBezTo>
                  <a:cubicBezTo>
                    <a:pt x="5364" y="678"/>
                    <a:pt x="5361" y="675"/>
                    <a:pt x="5359" y="672"/>
                  </a:cubicBezTo>
                  <a:cubicBezTo>
                    <a:pt x="5356" y="668"/>
                    <a:pt x="5356" y="663"/>
                    <a:pt x="5360" y="660"/>
                  </a:cubicBezTo>
                  <a:cubicBezTo>
                    <a:pt x="5364" y="657"/>
                    <a:pt x="5369" y="657"/>
                    <a:pt x="5372" y="661"/>
                  </a:cubicBezTo>
                  <a:cubicBezTo>
                    <a:pt x="5374" y="664"/>
                    <a:pt x="5377" y="667"/>
                    <a:pt x="5379" y="670"/>
                  </a:cubicBezTo>
                  <a:cubicBezTo>
                    <a:pt x="5382" y="673"/>
                    <a:pt x="5384" y="675"/>
                    <a:pt x="5387" y="678"/>
                  </a:cubicBezTo>
                  <a:cubicBezTo>
                    <a:pt x="5390" y="682"/>
                    <a:pt x="5389" y="687"/>
                    <a:pt x="5386" y="690"/>
                  </a:cubicBezTo>
                  <a:cubicBezTo>
                    <a:pt x="5384" y="691"/>
                    <a:pt x="5382" y="692"/>
                    <a:pt x="5380" y="692"/>
                  </a:cubicBezTo>
                  <a:close/>
                  <a:moveTo>
                    <a:pt x="4082" y="685"/>
                  </a:moveTo>
                  <a:cubicBezTo>
                    <a:pt x="4080" y="685"/>
                    <a:pt x="4078" y="684"/>
                    <a:pt x="4076" y="683"/>
                  </a:cubicBezTo>
                  <a:cubicBezTo>
                    <a:pt x="4073" y="679"/>
                    <a:pt x="4073" y="674"/>
                    <a:pt x="4076" y="671"/>
                  </a:cubicBezTo>
                  <a:cubicBezTo>
                    <a:pt x="4131" y="607"/>
                    <a:pt x="4181" y="545"/>
                    <a:pt x="4230" y="483"/>
                  </a:cubicBezTo>
                  <a:cubicBezTo>
                    <a:pt x="4230" y="483"/>
                    <a:pt x="4230" y="483"/>
                    <a:pt x="4230" y="483"/>
                  </a:cubicBezTo>
                  <a:cubicBezTo>
                    <a:pt x="4243" y="467"/>
                    <a:pt x="4255" y="450"/>
                    <a:pt x="4268" y="433"/>
                  </a:cubicBezTo>
                  <a:cubicBezTo>
                    <a:pt x="4280" y="417"/>
                    <a:pt x="4290" y="403"/>
                    <a:pt x="4301" y="388"/>
                  </a:cubicBezTo>
                  <a:cubicBezTo>
                    <a:pt x="4304" y="384"/>
                    <a:pt x="4309" y="384"/>
                    <a:pt x="4313" y="386"/>
                  </a:cubicBezTo>
                  <a:cubicBezTo>
                    <a:pt x="4317" y="389"/>
                    <a:pt x="4317" y="394"/>
                    <a:pt x="4315" y="398"/>
                  </a:cubicBezTo>
                  <a:cubicBezTo>
                    <a:pt x="4304" y="413"/>
                    <a:pt x="4293" y="428"/>
                    <a:pt x="4281" y="443"/>
                  </a:cubicBezTo>
                  <a:cubicBezTo>
                    <a:pt x="4269" y="460"/>
                    <a:pt x="4256" y="477"/>
                    <a:pt x="4243" y="493"/>
                  </a:cubicBezTo>
                  <a:cubicBezTo>
                    <a:pt x="4195" y="556"/>
                    <a:pt x="4144" y="618"/>
                    <a:pt x="4088" y="682"/>
                  </a:cubicBezTo>
                  <a:cubicBezTo>
                    <a:pt x="4087" y="684"/>
                    <a:pt x="4084" y="685"/>
                    <a:pt x="4082" y="685"/>
                  </a:cubicBezTo>
                  <a:close/>
                  <a:moveTo>
                    <a:pt x="1329" y="672"/>
                  </a:moveTo>
                  <a:cubicBezTo>
                    <a:pt x="1325" y="672"/>
                    <a:pt x="1322" y="670"/>
                    <a:pt x="1321" y="667"/>
                  </a:cubicBezTo>
                  <a:cubicBezTo>
                    <a:pt x="1319" y="662"/>
                    <a:pt x="1322" y="657"/>
                    <a:pt x="1326" y="656"/>
                  </a:cubicBezTo>
                  <a:cubicBezTo>
                    <a:pt x="1333" y="654"/>
                    <a:pt x="1340" y="651"/>
                    <a:pt x="1347" y="649"/>
                  </a:cubicBezTo>
                  <a:cubicBezTo>
                    <a:pt x="1352" y="647"/>
                    <a:pt x="1356" y="649"/>
                    <a:pt x="1358" y="654"/>
                  </a:cubicBezTo>
                  <a:cubicBezTo>
                    <a:pt x="1360" y="658"/>
                    <a:pt x="1357" y="663"/>
                    <a:pt x="1353" y="664"/>
                  </a:cubicBezTo>
                  <a:cubicBezTo>
                    <a:pt x="1346" y="667"/>
                    <a:pt x="1339" y="670"/>
                    <a:pt x="1331" y="672"/>
                  </a:cubicBezTo>
                  <a:cubicBezTo>
                    <a:pt x="1331" y="672"/>
                    <a:pt x="1330" y="672"/>
                    <a:pt x="1329" y="672"/>
                  </a:cubicBezTo>
                  <a:close/>
                  <a:moveTo>
                    <a:pt x="1387" y="651"/>
                  </a:moveTo>
                  <a:cubicBezTo>
                    <a:pt x="1384" y="651"/>
                    <a:pt x="1380" y="649"/>
                    <a:pt x="1379" y="645"/>
                  </a:cubicBezTo>
                  <a:cubicBezTo>
                    <a:pt x="1377" y="641"/>
                    <a:pt x="1379" y="636"/>
                    <a:pt x="1384" y="634"/>
                  </a:cubicBezTo>
                  <a:cubicBezTo>
                    <a:pt x="1398" y="629"/>
                    <a:pt x="1413" y="622"/>
                    <a:pt x="1431" y="614"/>
                  </a:cubicBezTo>
                  <a:cubicBezTo>
                    <a:pt x="1493" y="587"/>
                    <a:pt x="1553" y="557"/>
                    <a:pt x="1603" y="532"/>
                  </a:cubicBezTo>
                  <a:cubicBezTo>
                    <a:pt x="1603" y="532"/>
                    <a:pt x="1603" y="532"/>
                    <a:pt x="1603" y="532"/>
                  </a:cubicBezTo>
                  <a:cubicBezTo>
                    <a:pt x="1620" y="523"/>
                    <a:pt x="1636" y="515"/>
                    <a:pt x="1652" y="507"/>
                  </a:cubicBezTo>
                  <a:cubicBezTo>
                    <a:pt x="1709" y="478"/>
                    <a:pt x="1709" y="478"/>
                    <a:pt x="1709" y="478"/>
                  </a:cubicBezTo>
                  <a:cubicBezTo>
                    <a:pt x="1713" y="475"/>
                    <a:pt x="1718" y="477"/>
                    <a:pt x="1721" y="481"/>
                  </a:cubicBezTo>
                  <a:cubicBezTo>
                    <a:pt x="1723" y="485"/>
                    <a:pt x="1721" y="491"/>
                    <a:pt x="1717" y="493"/>
                  </a:cubicBezTo>
                  <a:cubicBezTo>
                    <a:pt x="1660" y="522"/>
                    <a:pt x="1660" y="522"/>
                    <a:pt x="1660" y="522"/>
                  </a:cubicBezTo>
                  <a:cubicBezTo>
                    <a:pt x="1644" y="530"/>
                    <a:pt x="1627" y="538"/>
                    <a:pt x="1611" y="547"/>
                  </a:cubicBezTo>
                  <a:cubicBezTo>
                    <a:pt x="1611" y="547"/>
                    <a:pt x="1611" y="547"/>
                    <a:pt x="1611" y="547"/>
                  </a:cubicBezTo>
                  <a:cubicBezTo>
                    <a:pt x="1561" y="572"/>
                    <a:pt x="1501" y="602"/>
                    <a:pt x="1438" y="630"/>
                  </a:cubicBezTo>
                  <a:cubicBezTo>
                    <a:pt x="1420" y="638"/>
                    <a:pt x="1405" y="644"/>
                    <a:pt x="1390" y="650"/>
                  </a:cubicBezTo>
                  <a:cubicBezTo>
                    <a:pt x="1389" y="651"/>
                    <a:pt x="1388" y="651"/>
                    <a:pt x="1387" y="651"/>
                  </a:cubicBezTo>
                  <a:close/>
                  <a:moveTo>
                    <a:pt x="5326" y="627"/>
                  </a:moveTo>
                  <a:cubicBezTo>
                    <a:pt x="5323" y="627"/>
                    <a:pt x="5321" y="626"/>
                    <a:pt x="5319" y="624"/>
                  </a:cubicBezTo>
                  <a:cubicBezTo>
                    <a:pt x="5311" y="613"/>
                    <a:pt x="5311" y="613"/>
                    <a:pt x="5311" y="613"/>
                  </a:cubicBezTo>
                  <a:cubicBezTo>
                    <a:pt x="5297" y="596"/>
                    <a:pt x="5283" y="579"/>
                    <a:pt x="5269" y="561"/>
                  </a:cubicBezTo>
                  <a:cubicBezTo>
                    <a:pt x="5261" y="551"/>
                    <a:pt x="5253" y="541"/>
                    <a:pt x="5245" y="531"/>
                  </a:cubicBezTo>
                  <a:cubicBezTo>
                    <a:pt x="5245" y="531"/>
                    <a:pt x="5245" y="531"/>
                    <a:pt x="5245" y="531"/>
                  </a:cubicBezTo>
                  <a:cubicBezTo>
                    <a:pt x="5231" y="515"/>
                    <a:pt x="5218" y="498"/>
                    <a:pt x="5204" y="482"/>
                  </a:cubicBezTo>
                  <a:cubicBezTo>
                    <a:pt x="5166" y="434"/>
                    <a:pt x="5131" y="393"/>
                    <a:pt x="5097" y="355"/>
                  </a:cubicBezTo>
                  <a:cubicBezTo>
                    <a:pt x="5095" y="352"/>
                    <a:pt x="5092" y="349"/>
                    <a:pt x="5089" y="345"/>
                  </a:cubicBezTo>
                  <a:cubicBezTo>
                    <a:pt x="5085" y="342"/>
                    <a:pt x="5086" y="336"/>
                    <a:pt x="5089" y="333"/>
                  </a:cubicBezTo>
                  <a:cubicBezTo>
                    <a:pt x="5093" y="330"/>
                    <a:pt x="5098" y="330"/>
                    <a:pt x="5101" y="334"/>
                  </a:cubicBezTo>
                  <a:cubicBezTo>
                    <a:pt x="5104" y="337"/>
                    <a:pt x="5107" y="341"/>
                    <a:pt x="5110" y="344"/>
                  </a:cubicBezTo>
                  <a:cubicBezTo>
                    <a:pt x="5143" y="382"/>
                    <a:pt x="5179" y="423"/>
                    <a:pt x="5217" y="471"/>
                  </a:cubicBezTo>
                  <a:cubicBezTo>
                    <a:pt x="5231" y="487"/>
                    <a:pt x="5244" y="504"/>
                    <a:pt x="5258" y="521"/>
                  </a:cubicBezTo>
                  <a:cubicBezTo>
                    <a:pt x="5258" y="521"/>
                    <a:pt x="5258" y="521"/>
                    <a:pt x="5258" y="521"/>
                  </a:cubicBezTo>
                  <a:cubicBezTo>
                    <a:pt x="5266" y="531"/>
                    <a:pt x="5274" y="541"/>
                    <a:pt x="5282" y="551"/>
                  </a:cubicBezTo>
                  <a:cubicBezTo>
                    <a:pt x="5296" y="568"/>
                    <a:pt x="5310" y="585"/>
                    <a:pt x="5324" y="603"/>
                  </a:cubicBezTo>
                  <a:cubicBezTo>
                    <a:pt x="5332" y="613"/>
                    <a:pt x="5332" y="613"/>
                    <a:pt x="5332" y="613"/>
                  </a:cubicBezTo>
                  <a:cubicBezTo>
                    <a:pt x="5335" y="617"/>
                    <a:pt x="5335" y="622"/>
                    <a:pt x="5331" y="625"/>
                  </a:cubicBezTo>
                  <a:cubicBezTo>
                    <a:pt x="5330" y="626"/>
                    <a:pt x="5328" y="627"/>
                    <a:pt x="5326" y="627"/>
                  </a:cubicBezTo>
                  <a:close/>
                  <a:moveTo>
                    <a:pt x="898" y="584"/>
                  </a:moveTo>
                  <a:cubicBezTo>
                    <a:pt x="896" y="584"/>
                    <a:pt x="894" y="584"/>
                    <a:pt x="893" y="583"/>
                  </a:cubicBezTo>
                  <a:cubicBezTo>
                    <a:pt x="887" y="578"/>
                    <a:pt x="881" y="574"/>
                    <a:pt x="875" y="569"/>
                  </a:cubicBezTo>
                  <a:cubicBezTo>
                    <a:pt x="871" y="566"/>
                    <a:pt x="870" y="561"/>
                    <a:pt x="873" y="557"/>
                  </a:cubicBezTo>
                  <a:cubicBezTo>
                    <a:pt x="876" y="553"/>
                    <a:pt x="881" y="553"/>
                    <a:pt x="885" y="556"/>
                  </a:cubicBezTo>
                  <a:cubicBezTo>
                    <a:pt x="891" y="560"/>
                    <a:pt x="897" y="565"/>
                    <a:pt x="903" y="569"/>
                  </a:cubicBezTo>
                  <a:cubicBezTo>
                    <a:pt x="907" y="572"/>
                    <a:pt x="908" y="577"/>
                    <a:pt x="905" y="581"/>
                  </a:cubicBezTo>
                  <a:cubicBezTo>
                    <a:pt x="903" y="583"/>
                    <a:pt x="901" y="584"/>
                    <a:pt x="898" y="584"/>
                  </a:cubicBezTo>
                  <a:close/>
                  <a:moveTo>
                    <a:pt x="831" y="532"/>
                  </a:moveTo>
                  <a:cubicBezTo>
                    <a:pt x="829" y="532"/>
                    <a:pt x="827" y="531"/>
                    <a:pt x="826" y="530"/>
                  </a:cubicBezTo>
                  <a:cubicBezTo>
                    <a:pt x="805" y="513"/>
                    <a:pt x="785" y="497"/>
                    <a:pt x="766" y="480"/>
                  </a:cubicBezTo>
                  <a:cubicBezTo>
                    <a:pt x="734" y="454"/>
                    <a:pt x="734" y="454"/>
                    <a:pt x="734" y="454"/>
                  </a:cubicBezTo>
                  <a:cubicBezTo>
                    <a:pt x="734" y="454"/>
                    <a:pt x="734" y="454"/>
                    <a:pt x="734" y="454"/>
                  </a:cubicBezTo>
                  <a:cubicBezTo>
                    <a:pt x="709" y="434"/>
                    <a:pt x="680" y="409"/>
                    <a:pt x="649" y="386"/>
                  </a:cubicBezTo>
                  <a:cubicBezTo>
                    <a:pt x="614" y="359"/>
                    <a:pt x="583" y="337"/>
                    <a:pt x="553" y="319"/>
                  </a:cubicBezTo>
                  <a:cubicBezTo>
                    <a:pt x="549" y="316"/>
                    <a:pt x="544" y="313"/>
                    <a:pt x="540" y="311"/>
                  </a:cubicBezTo>
                  <a:cubicBezTo>
                    <a:pt x="536" y="308"/>
                    <a:pt x="535" y="303"/>
                    <a:pt x="537" y="299"/>
                  </a:cubicBezTo>
                  <a:cubicBezTo>
                    <a:pt x="539" y="295"/>
                    <a:pt x="545" y="294"/>
                    <a:pt x="549" y="296"/>
                  </a:cubicBezTo>
                  <a:cubicBezTo>
                    <a:pt x="553" y="299"/>
                    <a:pt x="557" y="301"/>
                    <a:pt x="562" y="304"/>
                  </a:cubicBezTo>
                  <a:cubicBezTo>
                    <a:pt x="592" y="323"/>
                    <a:pt x="624" y="345"/>
                    <a:pt x="660" y="372"/>
                  </a:cubicBezTo>
                  <a:cubicBezTo>
                    <a:pt x="690" y="396"/>
                    <a:pt x="720" y="420"/>
                    <a:pt x="745" y="441"/>
                  </a:cubicBezTo>
                  <a:cubicBezTo>
                    <a:pt x="745" y="441"/>
                    <a:pt x="745" y="441"/>
                    <a:pt x="745" y="441"/>
                  </a:cubicBezTo>
                  <a:cubicBezTo>
                    <a:pt x="777" y="467"/>
                    <a:pt x="777" y="467"/>
                    <a:pt x="777" y="467"/>
                  </a:cubicBezTo>
                  <a:cubicBezTo>
                    <a:pt x="796" y="484"/>
                    <a:pt x="816" y="500"/>
                    <a:pt x="837" y="517"/>
                  </a:cubicBezTo>
                  <a:cubicBezTo>
                    <a:pt x="840" y="520"/>
                    <a:pt x="841" y="525"/>
                    <a:pt x="838" y="529"/>
                  </a:cubicBezTo>
                  <a:cubicBezTo>
                    <a:pt x="836" y="531"/>
                    <a:pt x="834" y="532"/>
                    <a:pt x="831" y="532"/>
                  </a:cubicBezTo>
                  <a:close/>
                  <a:moveTo>
                    <a:pt x="1768" y="465"/>
                  </a:moveTo>
                  <a:cubicBezTo>
                    <a:pt x="1765" y="465"/>
                    <a:pt x="1762" y="464"/>
                    <a:pt x="1761" y="461"/>
                  </a:cubicBezTo>
                  <a:cubicBezTo>
                    <a:pt x="1759" y="457"/>
                    <a:pt x="1760" y="451"/>
                    <a:pt x="1765" y="449"/>
                  </a:cubicBezTo>
                  <a:cubicBezTo>
                    <a:pt x="1771" y="446"/>
                    <a:pt x="1778" y="442"/>
                    <a:pt x="1785" y="439"/>
                  </a:cubicBezTo>
                  <a:cubicBezTo>
                    <a:pt x="1789" y="437"/>
                    <a:pt x="1794" y="439"/>
                    <a:pt x="1796" y="443"/>
                  </a:cubicBezTo>
                  <a:cubicBezTo>
                    <a:pt x="1798" y="447"/>
                    <a:pt x="1797" y="452"/>
                    <a:pt x="1792" y="454"/>
                  </a:cubicBezTo>
                  <a:cubicBezTo>
                    <a:pt x="1786" y="458"/>
                    <a:pt x="1779" y="461"/>
                    <a:pt x="1772" y="464"/>
                  </a:cubicBezTo>
                  <a:cubicBezTo>
                    <a:pt x="1771" y="465"/>
                    <a:pt x="1770" y="465"/>
                    <a:pt x="1768" y="465"/>
                  </a:cubicBezTo>
                  <a:close/>
                  <a:moveTo>
                    <a:pt x="2653" y="451"/>
                  </a:moveTo>
                  <a:cubicBezTo>
                    <a:pt x="2651" y="451"/>
                    <a:pt x="2648" y="450"/>
                    <a:pt x="2647" y="448"/>
                  </a:cubicBezTo>
                  <a:cubicBezTo>
                    <a:pt x="2642" y="443"/>
                    <a:pt x="2637" y="437"/>
                    <a:pt x="2632" y="431"/>
                  </a:cubicBezTo>
                  <a:cubicBezTo>
                    <a:pt x="2629" y="427"/>
                    <a:pt x="2630" y="422"/>
                    <a:pt x="2633" y="419"/>
                  </a:cubicBezTo>
                  <a:cubicBezTo>
                    <a:pt x="2637" y="416"/>
                    <a:pt x="2642" y="417"/>
                    <a:pt x="2645" y="420"/>
                  </a:cubicBezTo>
                  <a:cubicBezTo>
                    <a:pt x="2650" y="426"/>
                    <a:pt x="2655" y="432"/>
                    <a:pt x="2660" y="437"/>
                  </a:cubicBezTo>
                  <a:cubicBezTo>
                    <a:pt x="2663" y="441"/>
                    <a:pt x="2662" y="446"/>
                    <a:pt x="2659" y="449"/>
                  </a:cubicBezTo>
                  <a:cubicBezTo>
                    <a:pt x="2657" y="451"/>
                    <a:pt x="2655" y="451"/>
                    <a:pt x="2653" y="451"/>
                  </a:cubicBezTo>
                  <a:close/>
                  <a:moveTo>
                    <a:pt x="1824" y="437"/>
                  </a:moveTo>
                  <a:cubicBezTo>
                    <a:pt x="1821" y="437"/>
                    <a:pt x="1818" y="436"/>
                    <a:pt x="1816" y="433"/>
                  </a:cubicBezTo>
                  <a:cubicBezTo>
                    <a:pt x="1814" y="429"/>
                    <a:pt x="1816" y="423"/>
                    <a:pt x="1820" y="421"/>
                  </a:cubicBezTo>
                  <a:cubicBezTo>
                    <a:pt x="1848" y="408"/>
                    <a:pt x="1873" y="396"/>
                    <a:pt x="1897" y="384"/>
                  </a:cubicBezTo>
                  <a:cubicBezTo>
                    <a:pt x="1950" y="359"/>
                    <a:pt x="1998" y="338"/>
                    <a:pt x="2042" y="321"/>
                  </a:cubicBezTo>
                  <a:cubicBezTo>
                    <a:pt x="2071" y="309"/>
                    <a:pt x="2099" y="299"/>
                    <a:pt x="2125" y="290"/>
                  </a:cubicBezTo>
                  <a:cubicBezTo>
                    <a:pt x="2135" y="287"/>
                    <a:pt x="2145" y="283"/>
                    <a:pt x="2155" y="281"/>
                  </a:cubicBezTo>
                  <a:cubicBezTo>
                    <a:pt x="2159" y="279"/>
                    <a:pt x="2164" y="282"/>
                    <a:pt x="2166" y="286"/>
                  </a:cubicBezTo>
                  <a:cubicBezTo>
                    <a:pt x="2167" y="291"/>
                    <a:pt x="2164" y="295"/>
                    <a:pt x="2160" y="297"/>
                  </a:cubicBezTo>
                  <a:cubicBezTo>
                    <a:pt x="2151" y="300"/>
                    <a:pt x="2141" y="303"/>
                    <a:pt x="2131" y="306"/>
                  </a:cubicBezTo>
                  <a:cubicBezTo>
                    <a:pt x="2104" y="315"/>
                    <a:pt x="2077" y="325"/>
                    <a:pt x="2049" y="336"/>
                  </a:cubicBezTo>
                  <a:cubicBezTo>
                    <a:pt x="2005" y="354"/>
                    <a:pt x="1957" y="375"/>
                    <a:pt x="1904" y="400"/>
                  </a:cubicBezTo>
                  <a:cubicBezTo>
                    <a:pt x="1880" y="411"/>
                    <a:pt x="1855" y="423"/>
                    <a:pt x="1828" y="437"/>
                  </a:cubicBezTo>
                  <a:cubicBezTo>
                    <a:pt x="1827" y="437"/>
                    <a:pt x="1825" y="437"/>
                    <a:pt x="1824" y="437"/>
                  </a:cubicBezTo>
                  <a:close/>
                  <a:moveTo>
                    <a:pt x="6570" y="436"/>
                  </a:moveTo>
                  <a:cubicBezTo>
                    <a:pt x="6567" y="436"/>
                    <a:pt x="6565" y="435"/>
                    <a:pt x="6563" y="433"/>
                  </a:cubicBezTo>
                  <a:cubicBezTo>
                    <a:pt x="6560" y="429"/>
                    <a:pt x="6561" y="424"/>
                    <a:pt x="6564" y="421"/>
                  </a:cubicBezTo>
                  <a:cubicBezTo>
                    <a:pt x="6570" y="416"/>
                    <a:pt x="6575" y="411"/>
                    <a:pt x="6581" y="406"/>
                  </a:cubicBezTo>
                  <a:cubicBezTo>
                    <a:pt x="6584" y="403"/>
                    <a:pt x="6590" y="403"/>
                    <a:pt x="6593" y="406"/>
                  </a:cubicBezTo>
                  <a:cubicBezTo>
                    <a:pt x="6596" y="410"/>
                    <a:pt x="6596" y="415"/>
                    <a:pt x="6592" y="418"/>
                  </a:cubicBezTo>
                  <a:cubicBezTo>
                    <a:pt x="6587" y="423"/>
                    <a:pt x="6581" y="428"/>
                    <a:pt x="6576" y="433"/>
                  </a:cubicBezTo>
                  <a:cubicBezTo>
                    <a:pt x="6575" y="434"/>
                    <a:pt x="6575" y="434"/>
                    <a:pt x="6575" y="434"/>
                  </a:cubicBezTo>
                  <a:cubicBezTo>
                    <a:pt x="6574" y="435"/>
                    <a:pt x="6572" y="436"/>
                    <a:pt x="6570" y="436"/>
                  </a:cubicBezTo>
                  <a:close/>
                  <a:moveTo>
                    <a:pt x="6616" y="394"/>
                  </a:moveTo>
                  <a:cubicBezTo>
                    <a:pt x="6614" y="394"/>
                    <a:pt x="6611" y="393"/>
                    <a:pt x="6610" y="391"/>
                  </a:cubicBezTo>
                  <a:cubicBezTo>
                    <a:pt x="6606" y="388"/>
                    <a:pt x="6607" y="382"/>
                    <a:pt x="6610" y="379"/>
                  </a:cubicBezTo>
                  <a:cubicBezTo>
                    <a:pt x="6615" y="374"/>
                    <a:pt x="6621" y="370"/>
                    <a:pt x="6626" y="365"/>
                  </a:cubicBezTo>
                  <a:cubicBezTo>
                    <a:pt x="6629" y="362"/>
                    <a:pt x="6632" y="359"/>
                    <a:pt x="6636" y="356"/>
                  </a:cubicBezTo>
                  <a:cubicBezTo>
                    <a:pt x="6643" y="350"/>
                    <a:pt x="6650" y="344"/>
                    <a:pt x="6657" y="338"/>
                  </a:cubicBezTo>
                  <a:cubicBezTo>
                    <a:pt x="6672" y="325"/>
                    <a:pt x="6672" y="325"/>
                    <a:pt x="6672" y="325"/>
                  </a:cubicBezTo>
                  <a:cubicBezTo>
                    <a:pt x="6685" y="314"/>
                    <a:pt x="6685" y="314"/>
                    <a:pt x="6685" y="314"/>
                  </a:cubicBezTo>
                  <a:cubicBezTo>
                    <a:pt x="6689" y="310"/>
                    <a:pt x="6694" y="308"/>
                    <a:pt x="6698" y="306"/>
                  </a:cubicBezTo>
                  <a:cubicBezTo>
                    <a:pt x="6699" y="306"/>
                    <a:pt x="6700" y="305"/>
                    <a:pt x="6701" y="305"/>
                  </a:cubicBezTo>
                  <a:cubicBezTo>
                    <a:pt x="6701" y="305"/>
                    <a:pt x="6702" y="305"/>
                    <a:pt x="6703" y="304"/>
                  </a:cubicBezTo>
                  <a:cubicBezTo>
                    <a:pt x="6704" y="304"/>
                    <a:pt x="6704" y="304"/>
                    <a:pt x="6704" y="304"/>
                  </a:cubicBezTo>
                  <a:cubicBezTo>
                    <a:pt x="6705" y="304"/>
                    <a:pt x="6705" y="303"/>
                    <a:pt x="6706" y="303"/>
                  </a:cubicBezTo>
                  <a:cubicBezTo>
                    <a:pt x="6710" y="302"/>
                    <a:pt x="6710" y="302"/>
                    <a:pt x="6710" y="302"/>
                  </a:cubicBezTo>
                  <a:cubicBezTo>
                    <a:pt x="6713" y="301"/>
                    <a:pt x="6717" y="300"/>
                    <a:pt x="6721" y="299"/>
                  </a:cubicBezTo>
                  <a:cubicBezTo>
                    <a:pt x="6726" y="297"/>
                    <a:pt x="6726" y="297"/>
                    <a:pt x="6726" y="297"/>
                  </a:cubicBezTo>
                  <a:cubicBezTo>
                    <a:pt x="6747" y="292"/>
                    <a:pt x="6772" y="287"/>
                    <a:pt x="6800" y="282"/>
                  </a:cubicBezTo>
                  <a:cubicBezTo>
                    <a:pt x="6809" y="281"/>
                    <a:pt x="6819" y="279"/>
                    <a:pt x="6828" y="278"/>
                  </a:cubicBezTo>
                  <a:cubicBezTo>
                    <a:pt x="6828" y="278"/>
                    <a:pt x="6828" y="278"/>
                    <a:pt x="6828" y="278"/>
                  </a:cubicBezTo>
                  <a:cubicBezTo>
                    <a:pt x="6863" y="273"/>
                    <a:pt x="6902" y="268"/>
                    <a:pt x="6947" y="264"/>
                  </a:cubicBezTo>
                  <a:cubicBezTo>
                    <a:pt x="6952" y="263"/>
                    <a:pt x="6956" y="267"/>
                    <a:pt x="6956" y="272"/>
                  </a:cubicBezTo>
                  <a:cubicBezTo>
                    <a:pt x="6957" y="276"/>
                    <a:pt x="6953" y="280"/>
                    <a:pt x="6948" y="281"/>
                  </a:cubicBezTo>
                  <a:cubicBezTo>
                    <a:pt x="6904" y="285"/>
                    <a:pt x="6865" y="290"/>
                    <a:pt x="6831" y="295"/>
                  </a:cubicBezTo>
                  <a:cubicBezTo>
                    <a:pt x="6831" y="295"/>
                    <a:pt x="6831" y="295"/>
                    <a:pt x="6831" y="295"/>
                  </a:cubicBezTo>
                  <a:cubicBezTo>
                    <a:pt x="6821" y="296"/>
                    <a:pt x="6812" y="297"/>
                    <a:pt x="6802" y="299"/>
                  </a:cubicBezTo>
                  <a:cubicBezTo>
                    <a:pt x="6775" y="303"/>
                    <a:pt x="6751" y="308"/>
                    <a:pt x="6730" y="314"/>
                  </a:cubicBezTo>
                  <a:cubicBezTo>
                    <a:pt x="6726" y="315"/>
                    <a:pt x="6726" y="315"/>
                    <a:pt x="6726" y="315"/>
                  </a:cubicBezTo>
                  <a:cubicBezTo>
                    <a:pt x="6722" y="316"/>
                    <a:pt x="6718" y="317"/>
                    <a:pt x="6715" y="318"/>
                  </a:cubicBezTo>
                  <a:cubicBezTo>
                    <a:pt x="6711" y="319"/>
                    <a:pt x="6711" y="319"/>
                    <a:pt x="6711" y="319"/>
                  </a:cubicBezTo>
                  <a:cubicBezTo>
                    <a:pt x="6711" y="319"/>
                    <a:pt x="6710" y="320"/>
                    <a:pt x="6710" y="320"/>
                  </a:cubicBezTo>
                  <a:cubicBezTo>
                    <a:pt x="6708" y="320"/>
                    <a:pt x="6708" y="320"/>
                    <a:pt x="6708" y="320"/>
                  </a:cubicBezTo>
                  <a:cubicBezTo>
                    <a:pt x="6708" y="320"/>
                    <a:pt x="6707" y="321"/>
                    <a:pt x="6706" y="321"/>
                  </a:cubicBezTo>
                  <a:cubicBezTo>
                    <a:pt x="6706" y="321"/>
                    <a:pt x="6705" y="321"/>
                    <a:pt x="6705" y="321"/>
                  </a:cubicBezTo>
                  <a:cubicBezTo>
                    <a:pt x="6704" y="322"/>
                    <a:pt x="6704" y="322"/>
                    <a:pt x="6704" y="322"/>
                  </a:cubicBezTo>
                  <a:cubicBezTo>
                    <a:pt x="6701" y="323"/>
                    <a:pt x="6698" y="325"/>
                    <a:pt x="6696" y="326"/>
                  </a:cubicBezTo>
                  <a:cubicBezTo>
                    <a:pt x="6683" y="337"/>
                    <a:pt x="6683" y="337"/>
                    <a:pt x="6683" y="337"/>
                  </a:cubicBezTo>
                  <a:cubicBezTo>
                    <a:pt x="6668" y="351"/>
                    <a:pt x="6668" y="351"/>
                    <a:pt x="6668" y="351"/>
                  </a:cubicBezTo>
                  <a:cubicBezTo>
                    <a:pt x="6661" y="357"/>
                    <a:pt x="6654" y="363"/>
                    <a:pt x="6647" y="369"/>
                  </a:cubicBezTo>
                  <a:cubicBezTo>
                    <a:pt x="6644" y="372"/>
                    <a:pt x="6640" y="375"/>
                    <a:pt x="6637" y="378"/>
                  </a:cubicBezTo>
                  <a:cubicBezTo>
                    <a:pt x="6632" y="382"/>
                    <a:pt x="6627" y="387"/>
                    <a:pt x="6622" y="392"/>
                  </a:cubicBezTo>
                  <a:cubicBezTo>
                    <a:pt x="6620" y="393"/>
                    <a:pt x="6618" y="394"/>
                    <a:pt x="6616" y="394"/>
                  </a:cubicBezTo>
                  <a:close/>
                  <a:moveTo>
                    <a:pt x="2598" y="387"/>
                  </a:moveTo>
                  <a:cubicBezTo>
                    <a:pt x="2595" y="387"/>
                    <a:pt x="2593" y="386"/>
                    <a:pt x="2591" y="384"/>
                  </a:cubicBezTo>
                  <a:cubicBezTo>
                    <a:pt x="2580" y="372"/>
                    <a:pt x="2567" y="358"/>
                    <a:pt x="2552" y="343"/>
                  </a:cubicBezTo>
                  <a:cubicBezTo>
                    <a:pt x="2539" y="330"/>
                    <a:pt x="2539" y="330"/>
                    <a:pt x="2539" y="330"/>
                  </a:cubicBezTo>
                  <a:cubicBezTo>
                    <a:pt x="2539" y="329"/>
                    <a:pt x="2538" y="328"/>
                    <a:pt x="2538" y="328"/>
                  </a:cubicBezTo>
                  <a:cubicBezTo>
                    <a:pt x="2533" y="324"/>
                    <a:pt x="2533" y="324"/>
                    <a:pt x="2533" y="324"/>
                  </a:cubicBezTo>
                  <a:cubicBezTo>
                    <a:pt x="2532" y="323"/>
                    <a:pt x="2531" y="322"/>
                    <a:pt x="2530" y="321"/>
                  </a:cubicBezTo>
                  <a:cubicBezTo>
                    <a:pt x="2528" y="319"/>
                    <a:pt x="2527" y="318"/>
                    <a:pt x="2526" y="317"/>
                  </a:cubicBezTo>
                  <a:cubicBezTo>
                    <a:pt x="2517" y="309"/>
                    <a:pt x="2517" y="309"/>
                    <a:pt x="2517" y="309"/>
                  </a:cubicBezTo>
                  <a:cubicBezTo>
                    <a:pt x="2514" y="307"/>
                    <a:pt x="2511" y="305"/>
                    <a:pt x="2508" y="303"/>
                  </a:cubicBezTo>
                  <a:cubicBezTo>
                    <a:pt x="2508" y="303"/>
                    <a:pt x="2508" y="303"/>
                    <a:pt x="2508" y="303"/>
                  </a:cubicBezTo>
                  <a:cubicBezTo>
                    <a:pt x="2499" y="297"/>
                    <a:pt x="2491" y="292"/>
                    <a:pt x="2482" y="287"/>
                  </a:cubicBezTo>
                  <a:cubicBezTo>
                    <a:pt x="2470" y="281"/>
                    <a:pt x="2456" y="276"/>
                    <a:pt x="2442" y="272"/>
                  </a:cubicBezTo>
                  <a:cubicBezTo>
                    <a:pt x="2430" y="268"/>
                    <a:pt x="2415" y="266"/>
                    <a:pt x="2398" y="264"/>
                  </a:cubicBezTo>
                  <a:cubicBezTo>
                    <a:pt x="2386" y="262"/>
                    <a:pt x="2373" y="262"/>
                    <a:pt x="2357" y="262"/>
                  </a:cubicBezTo>
                  <a:cubicBezTo>
                    <a:pt x="2354" y="262"/>
                    <a:pt x="2352" y="262"/>
                    <a:pt x="2349" y="262"/>
                  </a:cubicBezTo>
                  <a:cubicBezTo>
                    <a:pt x="2334" y="262"/>
                    <a:pt x="2317" y="263"/>
                    <a:pt x="2296" y="266"/>
                  </a:cubicBezTo>
                  <a:cubicBezTo>
                    <a:pt x="2291" y="266"/>
                    <a:pt x="2285" y="267"/>
                    <a:pt x="2280" y="268"/>
                  </a:cubicBezTo>
                  <a:cubicBezTo>
                    <a:pt x="2275" y="269"/>
                    <a:pt x="2271" y="266"/>
                    <a:pt x="2270" y="261"/>
                  </a:cubicBezTo>
                  <a:cubicBezTo>
                    <a:pt x="2269" y="256"/>
                    <a:pt x="2272" y="252"/>
                    <a:pt x="2277" y="251"/>
                  </a:cubicBezTo>
                  <a:cubicBezTo>
                    <a:pt x="2283" y="251"/>
                    <a:pt x="2289" y="250"/>
                    <a:pt x="2294" y="249"/>
                  </a:cubicBezTo>
                  <a:cubicBezTo>
                    <a:pt x="2316" y="246"/>
                    <a:pt x="2333" y="245"/>
                    <a:pt x="2348" y="245"/>
                  </a:cubicBezTo>
                  <a:cubicBezTo>
                    <a:pt x="2351" y="245"/>
                    <a:pt x="2354" y="245"/>
                    <a:pt x="2357" y="245"/>
                  </a:cubicBezTo>
                  <a:cubicBezTo>
                    <a:pt x="2374" y="245"/>
                    <a:pt x="2388" y="245"/>
                    <a:pt x="2400" y="247"/>
                  </a:cubicBezTo>
                  <a:cubicBezTo>
                    <a:pt x="2418" y="249"/>
                    <a:pt x="2433" y="252"/>
                    <a:pt x="2447" y="256"/>
                  </a:cubicBezTo>
                  <a:cubicBezTo>
                    <a:pt x="2462" y="260"/>
                    <a:pt x="2476" y="266"/>
                    <a:pt x="2490" y="272"/>
                  </a:cubicBezTo>
                  <a:cubicBezTo>
                    <a:pt x="2499" y="277"/>
                    <a:pt x="2508" y="283"/>
                    <a:pt x="2518" y="289"/>
                  </a:cubicBezTo>
                  <a:cubicBezTo>
                    <a:pt x="2518" y="289"/>
                    <a:pt x="2518" y="289"/>
                    <a:pt x="2518" y="289"/>
                  </a:cubicBezTo>
                  <a:cubicBezTo>
                    <a:pt x="2521" y="291"/>
                    <a:pt x="2524" y="294"/>
                    <a:pt x="2527" y="296"/>
                  </a:cubicBezTo>
                  <a:cubicBezTo>
                    <a:pt x="2536" y="303"/>
                    <a:pt x="2536" y="303"/>
                    <a:pt x="2536" y="303"/>
                  </a:cubicBezTo>
                  <a:cubicBezTo>
                    <a:pt x="2538" y="305"/>
                    <a:pt x="2540" y="307"/>
                    <a:pt x="2542" y="308"/>
                  </a:cubicBezTo>
                  <a:cubicBezTo>
                    <a:pt x="2543" y="309"/>
                    <a:pt x="2544" y="310"/>
                    <a:pt x="2545" y="311"/>
                  </a:cubicBezTo>
                  <a:cubicBezTo>
                    <a:pt x="2549" y="315"/>
                    <a:pt x="2549" y="315"/>
                    <a:pt x="2549" y="315"/>
                  </a:cubicBezTo>
                  <a:cubicBezTo>
                    <a:pt x="2549" y="315"/>
                    <a:pt x="2550" y="317"/>
                    <a:pt x="2551" y="318"/>
                  </a:cubicBezTo>
                  <a:cubicBezTo>
                    <a:pt x="2565" y="331"/>
                    <a:pt x="2565" y="331"/>
                    <a:pt x="2565" y="331"/>
                  </a:cubicBezTo>
                  <a:cubicBezTo>
                    <a:pt x="2579" y="346"/>
                    <a:pt x="2592" y="360"/>
                    <a:pt x="2604" y="373"/>
                  </a:cubicBezTo>
                  <a:cubicBezTo>
                    <a:pt x="2607" y="377"/>
                    <a:pt x="2607" y="382"/>
                    <a:pt x="2603" y="385"/>
                  </a:cubicBezTo>
                  <a:cubicBezTo>
                    <a:pt x="2602" y="387"/>
                    <a:pt x="2600" y="387"/>
                    <a:pt x="2598" y="387"/>
                  </a:cubicBezTo>
                  <a:close/>
                  <a:moveTo>
                    <a:pt x="4344" y="351"/>
                  </a:moveTo>
                  <a:cubicBezTo>
                    <a:pt x="4342" y="351"/>
                    <a:pt x="4340" y="350"/>
                    <a:pt x="4339" y="349"/>
                  </a:cubicBezTo>
                  <a:cubicBezTo>
                    <a:pt x="4335" y="347"/>
                    <a:pt x="4334" y="341"/>
                    <a:pt x="4337" y="338"/>
                  </a:cubicBezTo>
                  <a:cubicBezTo>
                    <a:pt x="4341" y="331"/>
                    <a:pt x="4345" y="325"/>
                    <a:pt x="4349" y="319"/>
                  </a:cubicBezTo>
                  <a:cubicBezTo>
                    <a:pt x="4352" y="315"/>
                    <a:pt x="4357" y="314"/>
                    <a:pt x="4361" y="317"/>
                  </a:cubicBezTo>
                  <a:cubicBezTo>
                    <a:pt x="4365" y="319"/>
                    <a:pt x="4366" y="325"/>
                    <a:pt x="4363" y="328"/>
                  </a:cubicBezTo>
                  <a:cubicBezTo>
                    <a:pt x="4359" y="335"/>
                    <a:pt x="4355" y="341"/>
                    <a:pt x="4351" y="347"/>
                  </a:cubicBezTo>
                  <a:cubicBezTo>
                    <a:pt x="4349" y="350"/>
                    <a:pt x="4346" y="351"/>
                    <a:pt x="4344" y="351"/>
                  </a:cubicBezTo>
                  <a:close/>
                  <a:moveTo>
                    <a:pt x="5068" y="319"/>
                  </a:moveTo>
                  <a:cubicBezTo>
                    <a:pt x="5066" y="319"/>
                    <a:pt x="5064" y="318"/>
                    <a:pt x="5062" y="316"/>
                  </a:cubicBezTo>
                  <a:cubicBezTo>
                    <a:pt x="5057" y="310"/>
                    <a:pt x="5052" y="305"/>
                    <a:pt x="5047" y="299"/>
                  </a:cubicBezTo>
                  <a:cubicBezTo>
                    <a:pt x="5044" y="296"/>
                    <a:pt x="5044" y="290"/>
                    <a:pt x="5047" y="287"/>
                  </a:cubicBezTo>
                  <a:cubicBezTo>
                    <a:pt x="5051" y="284"/>
                    <a:pt x="5056" y="284"/>
                    <a:pt x="5059" y="288"/>
                  </a:cubicBezTo>
                  <a:cubicBezTo>
                    <a:pt x="5064" y="293"/>
                    <a:pt x="5070" y="299"/>
                    <a:pt x="5075" y="304"/>
                  </a:cubicBezTo>
                  <a:cubicBezTo>
                    <a:pt x="5078" y="308"/>
                    <a:pt x="5078" y="313"/>
                    <a:pt x="5074" y="316"/>
                  </a:cubicBezTo>
                  <a:cubicBezTo>
                    <a:pt x="5073" y="318"/>
                    <a:pt x="5070" y="319"/>
                    <a:pt x="5068" y="319"/>
                  </a:cubicBezTo>
                  <a:close/>
                  <a:moveTo>
                    <a:pt x="4378" y="299"/>
                  </a:moveTo>
                  <a:cubicBezTo>
                    <a:pt x="4377" y="299"/>
                    <a:pt x="4375" y="299"/>
                    <a:pt x="4374" y="298"/>
                  </a:cubicBezTo>
                  <a:cubicBezTo>
                    <a:pt x="4370" y="295"/>
                    <a:pt x="4368" y="290"/>
                    <a:pt x="4371" y="286"/>
                  </a:cubicBezTo>
                  <a:cubicBezTo>
                    <a:pt x="4381" y="270"/>
                    <a:pt x="4381" y="270"/>
                    <a:pt x="4381" y="270"/>
                  </a:cubicBezTo>
                  <a:cubicBezTo>
                    <a:pt x="4415" y="215"/>
                    <a:pt x="4415" y="215"/>
                    <a:pt x="4415" y="215"/>
                  </a:cubicBezTo>
                  <a:cubicBezTo>
                    <a:pt x="4432" y="188"/>
                    <a:pt x="4445" y="167"/>
                    <a:pt x="4459" y="148"/>
                  </a:cubicBezTo>
                  <a:cubicBezTo>
                    <a:pt x="4475" y="125"/>
                    <a:pt x="4490" y="106"/>
                    <a:pt x="4504" y="89"/>
                  </a:cubicBezTo>
                  <a:cubicBezTo>
                    <a:pt x="4506" y="87"/>
                    <a:pt x="4507" y="86"/>
                    <a:pt x="4508" y="84"/>
                  </a:cubicBezTo>
                  <a:cubicBezTo>
                    <a:pt x="4523" y="67"/>
                    <a:pt x="4538" y="53"/>
                    <a:pt x="4552" y="41"/>
                  </a:cubicBezTo>
                  <a:cubicBezTo>
                    <a:pt x="4568" y="28"/>
                    <a:pt x="4584" y="17"/>
                    <a:pt x="4600" y="11"/>
                  </a:cubicBezTo>
                  <a:cubicBezTo>
                    <a:pt x="4601" y="10"/>
                    <a:pt x="4603" y="9"/>
                    <a:pt x="4604" y="9"/>
                  </a:cubicBezTo>
                  <a:cubicBezTo>
                    <a:pt x="4608" y="7"/>
                    <a:pt x="4613" y="9"/>
                    <a:pt x="4615" y="14"/>
                  </a:cubicBezTo>
                  <a:cubicBezTo>
                    <a:pt x="4617" y="18"/>
                    <a:pt x="4615" y="23"/>
                    <a:pt x="4610" y="25"/>
                  </a:cubicBezTo>
                  <a:cubicBezTo>
                    <a:pt x="4609" y="25"/>
                    <a:pt x="4608" y="26"/>
                    <a:pt x="4606" y="26"/>
                  </a:cubicBezTo>
                  <a:cubicBezTo>
                    <a:pt x="4592" y="32"/>
                    <a:pt x="4578" y="42"/>
                    <a:pt x="4563" y="54"/>
                  </a:cubicBezTo>
                  <a:cubicBezTo>
                    <a:pt x="4549" y="65"/>
                    <a:pt x="4535" y="79"/>
                    <a:pt x="4521" y="95"/>
                  </a:cubicBezTo>
                  <a:cubicBezTo>
                    <a:pt x="4520" y="97"/>
                    <a:pt x="4518" y="98"/>
                    <a:pt x="4517" y="100"/>
                  </a:cubicBezTo>
                  <a:cubicBezTo>
                    <a:pt x="4503" y="117"/>
                    <a:pt x="4488" y="136"/>
                    <a:pt x="4472" y="158"/>
                  </a:cubicBezTo>
                  <a:cubicBezTo>
                    <a:pt x="4459" y="177"/>
                    <a:pt x="4446" y="198"/>
                    <a:pt x="4430" y="224"/>
                  </a:cubicBezTo>
                  <a:cubicBezTo>
                    <a:pt x="4396" y="279"/>
                    <a:pt x="4396" y="279"/>
                    <a:pt x="4396" y="279"/>
                  </a:cubicBezTo>
                  <a:cubicBezTo>
                    <a:pt x="4385" y="295"/>
                    <a:pt x="4385" y="295"/>
                    <a:pt x="4385" y="295"/>
                  </a:cubicBezTo>
                  <a:cubicBezTo>
                    <a:pt x="4384" y="298"/>
                    <a:pt x="4381" y="299"/>
                    <a:pt x="4378" y="299"/>
                  </a:cubicBezTo>
                  <a:close/>
                  <a:moveTo>
                    <a:pt x="510" y="293"/>
                  </a:moveTo>
                  <a:cubicBezTo>
                    <a:pt x="508" y="293"/>
                    <a:pt x="507" y="293"/>
                    <a:pt x="506" y="292"/>
                  </a:cubicBezTo>
                  <a:cubicBezTo>
                    <a:pt x="499" y="288"/>
                    <a:pt x="492" y="285"/>
                    <a:pt x="486" y="282"/>
                  </a:cubicBezTo>
                  <a:cubicBezTo>
                    <a:pt x="481" y="280"/>
                    <a:pt x="480" y="275"/>
                    <a:pt x="482" y="271"/>
                  </a:cubicBezTo>
                  <a:cubicBezTo>
                    <a:pt x="483" y="267"/>
                    <a:pt x="489" y="265"/>
                    <a:pt x="493" y="267"/>
                  </a:cubicBezTo>
                  <a:cubicBezTo>
                    <a:pt x="500" y="270"/>
                    <a:pt x="506" y="273"/>
                    <a:pt x="513" y="277"/>
                  </a:cubicBezTo>
                  <a:cubicBezTo>
                    <a:pt x="518" y="279"/>
                    <a:pt x="519" y="284"/>
                    <a:pt x="517" y="288"/>
                  </a:cubicBezTo>
                  <a:cubicBezTo>
                    <a:pt x="516" y="291"/>
                    <a:pt x="513" y="293"/>
                    <a:pt x="510" y="293"/>
                  </a:cubicBezTo>
                  <a:close/>
                  <a:moveTo>
                    <a:pt x="2217" y="281"/>
                  </a:moveTo>
                  <a:cubicBezTo>
                    <a:pt x="2214" y="281"/>
                    <a:pt x="2210" y="278"/>
                    <a:pt x="2209" y="274"/>
                  </a:cubicBezTo>
                  <a:cubicBezTo>
                    <a:pt x="2208" y="269"/>
                    <a:pt x="2211" y="265"/>
                    <a:pt x="2215" y="264"/>
                  </a:cubicBezTo>
                  <a:cubicBezTo>
                    <a:pt x="2223" y="262"/>
                    <a:pt x="2230" y="260"/>
                    <a:pt x="2238" y="259"/>
                  </a:cubicBezTo>
                  <a:cubicBezTo>
                    <a:pt x="2242" y="258"/>
                    <a:pt x="2247" y="261"/>
                    <a:pt x="2248" y="265"/>
                  </a:cubicBezTo>
                  <a:cubicBezTo>
                    <a:pt x="2249" y="270"/>
                    <a:pt x="2246" y="274"/>
                    <a:pt x="2241" y="275"/>
                  </a:cubicBezTo>
                  <a:cubicBezTo>
                    <a:pt x="2234" y="277"/>
                    <a:pt x="2227" y="278"/>
                    <a:pt x="2219" y="280"/>
                  </a:cubicBezTo>
                  <a:cubicBezTo>
                    <a:pt x="2219" y="280"/>
                    <a:pt x="2218" y="281"/>
                    <a:pt x="2217" y="281"/>
                  </a:cubicBezTo>
                  <a:close/>
                  <a:moveTo>
                    <a:pt x="7010" y="275"/>
                  </a:moveTo>
                  <a:cubicBezTo>
                    <a:pt x="7005" y="275"/>
                    <a:pt x="7002" y="272"/>
                    <a:pt x="7001" y="268"/>
                  </a:cubicBezTo>
                  <a:cubicBezTo>
                    <a:pt x="7001" y="263"/>
                    <a:pt x="7004" y="259"/>
                    <a:pt x="7009" y="258"/>
                  </a:cubicBezTo>
                  <a:cubicBezTo>
                    <a:pt x="7016" y="258"/>
                    <a:pt x="7024" y="257"/>
                    <a:pt x="7032" y="257"/>
                  </a:cubicBezTo>
                  <a:cubicBezTo>
                    <a:pt x="7036" y="256"/>
                    <a:pt x="7040" y="260"/>
                    <a:pt x="7041" y="264"/>
                  </a:cubicBezTo>
                  <a:cubicBezTo>
                    <a:pt x="7041" y="269"/>
                    <a:pt x="7038" y="273"/>
                    <a:pt x="7033" y="274"/>
                  </a:cubicBezTo>
                  <a:cubicBezTo>
                    <a:pt x="7025" y="274"/>
                    <a:pt x="7018" y="275"/>
                    <a:pt x="7010" y="275"/>
                  </a:cubicBezTo>
                  <a:cubicBezTo>
                    <a:pt x="7010" y="275"/>
                    <a:pt x="7010" y="275"/>
                    <a:pt x="7010" y="275"/>
                  </a:cubicBezTo>
                  <a:close/>
                  <a:moveTo>
                    <a:pt x="7072" y="271"/>
                  </a:moveTo>
                  <a:cubicBezTo>
                    <a:pt x="7067" y="271"/>
                    <a:pt x="7064" y="267"/>
                    <a:pt x="7063" y="263"/>
                  </a:cubicBezTo>
                  <a:cubicBezTo>
                    <a:pt x="7063" y="258"/>
                    <a:pt x="7066" y="254"/>
                    <a:pt x="7071" y="254"/>
                  </a:cubicBezTo>
                  <a:cubicBezTo>
                    <a:pt x="7090" y="252"/>
                    <a:pt x="7109" y="251"/>
                    <a:pt x="7128" y="250"/>
                  </a:cubicBezTo>
                  <a:cubicBezTo>
                    <a:pt x="7187" y="247"/>
                    <a:pt x="7248" y="244"/>
                    <a:pt x="7314" y="241"/>
                  </a:cubicBezTo>
                  <a:cubicBezTo>
                    <a:pt x="7314" y="241"/>
                    <a:pt x="7314" y="241"/>
                    <a:pt x="7315" y="241"/>
                  </a:cubicBezTo>
                  <a:cubicBezTo>
                    <a:pt x="7352" y="240"/>
                    <a:pt x="7391" y="238"/>
                    <a:pt x="7433" y="237"/>
                  </a:cubicBezTo>
                  <a:cubicBezTo>
                    <a:pt x="7438" y="237"/>
                    <a:pt x="7442" y="241"/>
                    <a:pt x="7442" y="245"/>
                  </a:cubicBezTo>
                  <a:cubicBezTo>
                    <a:pt x="7442" y="250"/>
                    <a:pt x="7438" y="254"/>
                    <a:pt x="7434" y="254"/>
                  </a:cubicBezTo>
                  <a:cubicBezTo>
                    <a:pt x="7392" y="255"/>
                    <a:pt x="7353" y="257"/>
                    <a:pt x="7315" y="258"/>
                  </a:cubicBezTo>
                  <a:cubicBezTo>
                    <a:pt x="7315" y="258"/>
                    <a:pt x="7315" y="258"/>
                    <a:pt x="7315" y="258"/>
                  </a:cubicBezTo>
                  <a:cubicBezTo>
                    <a:pt x="7248" y="261"/>
                    <a:pt x="7188" y="264"/>
                    <a:pt x="7129" y="267"/>
                  </a:cubicBezTo>
                  <a:cubicBezTo>
                    <a:pt x="7110" y="268"/>
                    <a:pt x="7091" y="269"/>
                    <a:pt x="7072" y="271"/>
                  </a:cubicBezTo>
                  <a:cubicBezTo>
                    <a:pt x="7072" y="271"/>
                    <a:pt x="7072" y="271"/>
                    <a:pt x="7072" y="271"/>
                  </a:cubicBezTo>
                  <a:close/>
                  <a:moveTo>
                    <a:pt x="431" y="261"/>
                  </a:moveTo>
                  <a:cubicBezTo>
                    <a:pt x="430" y="261"/>
                    <a:pt x="430" y="261"/>
                    <a:pt x="429" y="261"/>
                  </a:cubicBezTo>
                  <a:cubicBezTo>
                    <a:pt x="407" y="254"/>
                    <a:pt x="386" y="250"/>
                    <a:pt x="365" y="249"/>
                  </a:cubicBezTo>
                  <a:cubicBezTo>
                    <a:pt x="363" y="249"/>
                    <a:pt x="363" y="249"/>
                    <a:pt x="363" y="249"/>
                  </a:cubicBezTo>
                  <a:cubicBezTo>
                    <a:pt x="360" y="248"/>
                    <a:pt x="357" y="248"/>
                    <a:pt x="355" y="248"/>
                  </a:cubicBezTo>
                  <a:cubicBezTo>
                    <a:pt x="70" y="248"/>
                    <a:pt x="70" y="248"/>
                    <a:pt x="70" y="248"/>
                  </a:cubicBezTo>
                  <a:cubicBezTo>
                    <a:pt x="66" y="248"/>
                    <a:pt x="62" y="244"/>
                    <a:pt x="62" y="240"/>
                  </a:cubicBezTo>
                  <a:cubicBezTo>
                    <a:pt x="62" y="235"/>
                    <a:pt x="66" y="231"/>
                    <a:pt x="70" y="231"/>
                  </a:cubicBezTo>
                  <a:cubicBezTo>
                    <a:pt x="349" y="231"/>
                    <a:pt x="349" y="231"/>
                    <a:pt x="349" y="231"/>
                  </a:cubicBezTo>
                  <a:cubicBezTo>
                    <a:pt x="354" y="231"/>
                    <a:pt x="354" y="231"/>
                    <a:pt x="354" y="231"/>
                  </a:cubicBezTo>
                  <a:cubicBezTo>
                    <a:pt x="354" y="231"/>
                    <a:pt x="354" y="231"/>
                    <a:pt x="354" y="231"/>
                  </a:cubicBezTo>
                  <a:cubicBezTo>
                    <a:pt x="358" y="231"/>
                    <a:pt x="361" y="231"/>
                    <a:pt x="364" y="232"/>
                  </a:cubicBezTo>
                  <a:cubicBezTo>
                    <a:pt x="366" y="232"/>
                    <a:pt x="366" y="232"/>
                    <a:pt x="366" y="232"/>
                  </a:cubicBezTo>
                  <a:cubicBezTo>
                    <a:pt x="388" y="233"/>
                    <a:pt x="411" y="238"/>
                    <a:pt x="434" y="244"/>
                  </a:cubicBezTo>
                  <a:cubicBezTo>
                    <a:pt x="438" y="246"/>
                    <a:pt x="441" y="250"/>
                    <a:pt x="439" y="255"/>
                  </a:cubicBezTo>
                  <a:cubicBezTo>
                    <a:pt x="438" y="259"/>
                    <a:pt x="435" y="261"/>
                    <a:pt x="431" y="261"/>
                  </a:cubicBezTo>
                  <a:close/>
                  <a:moveTo>
                    <a:pt x="5010" y="257"/>
                  </a:moveTo>
                  <a:cubicBezTo>
                    <a:pt x="5008" y="257"/>
                    <a:pt x="5006" y="256"/>
                    <a:pt x="5004" y="254"/>
                  </a:cubicBezTo>
                  <a:cubicBezTo>
                    <a:pt x="4998" y="248"/>
                    <a:pt x="4992" y="242"/>
                    <a:pt x="4986" y="235"/>
                  </a:cubicBezTo>
                  <a:cubicBezTo>
                    <a:pt x="4967" y="216"/>
                    <a:pt x="4949" y="198"/>
                    <a:pt x="4929" y="179"/>
                  </a:cubicBezTo>
                  <a:cubicBezTo>
                    <a:pt x="4920" y="171"/>
                    <a:pt x="4920" y="171"/>
                    <a:pt x="4920" y="171"/>
                  </a:cubicBezTo>
                  <a:cubicBezTo>
                    <a:pt x="4920" y="171"/>
                    <a:pt x="4920" y="171"/>
                    <a:pt x="4920" y="171"/>
                  </a:cubicBezTo>
                  <a:cubicBezTo>
                    <a:pt x="4900" y="153"/>
                    <a:pt x="4900" y="153"/>
                    <a:pt x="4900" y="153"/>
                  </a:cubicBezTo>
                  <a:cubicBezTo>
                    <a:pt x="4871" y="127"/>
                    <a:pt x="4871" y="127"/>
                    <a:pt x="4871" y="127"/>
                  </a:cubicBezTo>
                  <a:cubicBezTo>
                    <a:pt x="4865" y="123"/>
                    <a:pt x="4859" y="118"/>
                    <a:pt x="4853" y="113"/>
                  </a:cubicBezTo>
                  <a:cubicBezTo>
                    <a:pt x="4849" y="110"/>
                    <a:pt x="4845" y="107"/>
                    <a:pt x="4841" y="104"/>
                  </a:cubicBezTo>
                  <a:cubicBezTo>
                    <a:pt x="4832" y="97"/>
                    <a:pt x="4822" y="90"/>
                    <a:pt x="4812" y="83"/>
                  </a:cubicBezTo>
                  <a:cubicBezTo>
                    <a:pt x="4811" y="82"/>
                    <a:pt x="4811" y="82"/>
                    <a:pt x="4811" y="82"/>
                  </a:cubicBezTo>
                  <a:cubicBezTo>
                    <a:pt x="4792" y="69"/>
                    <a:pt x="4772" y="56"/>
                    <a:pt x="4752" y="46"/>
                  </a:cubicBezTo>
                  <a:cubicBezTo>
                    <a:pt x="4741" y="40"/>
                    <a:pt x="4741" y="40"/>
                    <a:pt x="4741" y="40"/>
                  </a:cubicBezTo>
                  <a:cubicBezTo>
                    <a:pt x="4725" y="33"/>
                    <a:pt x="4725" y="33"/>
                    <a:pt x="4725" y="33"/>
                  </a:cubicBezTo>
                  <a:cubicBezTo>
                    <a:pt x="4720" y="31"/>
                    <a:pt x="4718" y="26"/>
                    <a:pt x="4720" y="22"/>
                  </a:cubicBezTo>
                  <a:cubicBezTo>
                    <a:pt x="4722" y="18"/>
                    <a:pt x="4727" y="16"/>
                    <a:pt x="4731" y="18"/>
                  </a:cubicBezTo>
                  <a:cubicBezTo>
                    <a:pt x="4748" y="25"/>
                    <a:pt x="4748" y="25"/>
                    <a:pt x="4748" y="25"/>
                  </a:cubicBezTo>
                  <a:cubicBezTo>
                    <a:pt x="4760" y="31"/>
                    <a:pt x="4760" y="31"/>
                    <a:pt x="4760" y="31"/>
                  </a:cubicBezTo>
                  <a:cubicBezTo>
                    <a:pt x="4780" y="41"/>
                    <a:pt x="4801" y="55"/>
                    <a:pt x="4821" y="68"/>
                  </a:cubicBezTo>
                  <a:cubicBezTo>
                    <a:pt x="4822" y="69"/>
                    <a:pt x="4822" y="69"/>
                    <a:pt x="4822" y="69"/>
                  </a:cubicBezTo>
                  <a:cubicBezTo>
                    <a:pt x="4832" y="76"/>
                    <a:pt x="4842" y="83"/>
                    <a:pt x="4851" y="90"/>
                  </a:cubicBezTo>
                  <a:cubicBezTo>
                    <a:pt x="4856" y="94"/>
                    <a:pt x="4860" y="97"/>
                    <a:pt x="4864" y="100"/>
                  </a:cubicBezTo>
                  <a:cubicBezTo>
                    <a:pt x="4870" y="105"/>
                    <a:pt x="4876" y="110"/>
                    <a:pt x="4882" y="114"/>
                  </a:cubicBezTo>
                  <a:cubicBezTo>
                    <a:pt x="4911" y="140"/>
                    <a:pt x="4911" y="140"/>
                    <a:pt x="4911" y="140"/>
                  </a:cubicBezTo>
                  <a:cubicBezTo>
                    <a:pt x="4940" y="167"/>
                    <a:pt x="4940" y="167"/>
                    <a:pt x="4940" y="167"/>
                  </a:cubicBezTo>
                  <a:cubicBezTo>
                    <a:pt x="4961" y="186"/>
                    <a:pt x="4979" y="204"/>
                    <a:pt x="4998" y="223"/>
                  </a:cubicBezTo>
                  <a:cubicBezTo>
                    <a:pt x="5004" y="230"/>
                    <a:pt x="5010" y="236"/>
                    <a:pt x="5017" y="242"/>
                  </a:cubicBezTo>
                  <a:cubicBezTo>
                    <a:pt x="5020" y="246"/>
                    <a:pt x="5020" y="251"/>
                    <a:pt x="5016" y="254"/>
                  </a:cubicBezTo>
                  <a:cubicBezTo>
                    <a:pt x="5015" y="256"/>
                    <a:pt x="5013" y="257"/>
                    <a:pt x="5010" y="257"/>
                  </a:cubicBezTo>
                  <a:close/>
                  <a:moveTo>
                    <a:pt x="7496" y="252"/>
                  </a:moveTo>
                  <a:cubicBezTo>
                    <a:pt x="7491" y="252"/>
                    <a:pt x="7487" y="249"/>
                    <a:pt x="7487" y="244"/>
                  </a:cubicBezTo>
                  <a:cubicBezTo>
                    <a:pt x="7487" y="239"/>
                    <a:pt x="7491" y="236"/>
                    <a:pt x="7495" y="235"/>
                  </a:cubicBezTo>
                  <a:cubicBezTo>
                    <a:pt x="7518" y="235"/>
                    <a:pt x="7518" y="235"/>
                    <a:pt x="7518" y="235"/>
                  </a:cubicBezTo>
                  <a:cubicBezTo>
                    <a:pt x="7523" y="235"/>
                    <a:pt x="7527" y="238"/>
                    <a:pt x="7527" y="243"/>
                  </a:cubicBezTo>
                  <a:cubicBezTo>
                    <a:pt x="7527" y="248"/>
                    <a:pt x="7523" y="252"/>
                    <a:pt x="7518" y="252"/>
                  </a:cubicBezTo>
                  <a:cubicBezTo>
                    <a:pt x="7496" y="252"/>
                    <a:pt x="7496" y="252"/>
                    <a:pt x="7496" y="252"/>
                  </a:cubicBezTo>
                  <a:cubicBezTo>
                    <a:pt x="7496" y="252"/>
                    <a:pt x="7496" y="252"/>
                    <a:pt x="7496" y="252"/>
                  </a:cubicBezTo>
                  <a:close/>
                  <a:moveTo>
                    <a:pt x="7558" y="251"/>
                  </a:moveTo>
                  <a:cubicBezTo>
                    <a:pt x="7553" y="251"/>
                    <a:pt x="7549" y="247"/>
                    <a:pt x="7549" y="243"/>
                  </a:cubicBezTo>
                  <a:cubicBezTo>
                    <a:pt x="7549" y="238"/>
                    <a:pt x="7553" y="234"/>
                    <a:pt x="7558" y="234"/>
                  </a:cubicBezTo>
                  <a:cubicBezTo>
                    <a:pt x="7637" y="232"/>
                    <a:pt x="7719" y="231"/>
                    <a:pt x="7801" y="231"/>
                  </a:cubicBezTo>
                  <a:cubicBezTo>
                    <a:pt x="7801" y="231"/>
                    <a:pt x="7801" y="231"/>
                    <a:pt x="7801" y="231"/>
                  </a:cubicBezTo>
                  <a:cubicBezTo>
                    <a:pt x="7806" y="231"/>
                    <a:pt x="7809" y="235"/>
                    <a:pt x="7809" y="240"/>
                  </a:cubicBezTo>
                  <a:cubicBezTo>
                    <a:pt x="7809" y="244"/>
                    <a:pt x="7806" y="248"/>
                    <a:pt x="7801" y="248"/>
                  </a:cubicBezTo>
                  <a:cubicBezTo>
                    <a:pt x="7719" y="248"/>
                    <a:pt x="7637" y="249"/>
                    <a:pt x="7558" y="251"/>
                  </a:cubicBezTo>
                  <a:cubicBezTo>
                    <a:pt x="7558" y="251"/>
                    <a:pt x="7558" y="251"/>
                    <a:pt x="7558" y="251"/>
                  </a:cubicBezTo>
                  <a:close/>
                  <a:moveTo>
                    <a:pt x="31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3" y="248"/>
                    <a:pt x="0" y="244"/>
                    <a:pt x="0" y="240"/>
                  </a:cubicBezTo>
                  <a:cubicBezTo>
                    <a:pt x="0" y="235"/>
                    <a:pt x="3" y="231"/>
                    <a:pt x="8" y="231"/>
                  </a:cubicBezTo>
                  <a:cubicBezTo>
                    <a:pt x="31" y="231"/>
                    <a:pt x="31" y="231"/>
                    <a:pt x="31" y="231"/>
                  </a:cubicBezTo>
                  <a:cubicBezTo>
                    <a:pt x="35" y="231"/>
                    <a:pt x="39" y="235"/>
                    <a:pt x="39" y="240"/>
                  </a:cubicBezTo>
                  <a:cubicBezTo>
                    <a:pt x="39" y="244"/>
                    <a:pt x="35" y="248"/>
                    <a:pt x="31" y="248"/>
                  </a:cubicBezTo>
                  <a:close/>
                  <a:moveTo>
                    <a:pt x="4690" y="22"/>
                  </a:moveTo>
                  <a:cubicBezTo>
                    <a:pt x="4690" y="22"/>
                    <a:pt x="4689" y="21"/>
                    <a:pt x="4688" y="21"/>
                  </a:cubicBezTo>
                  <a:cubicBezTo>
                    <a:pt x="4681" y="19"/>
                    <a:pt x="4674" y="18"/>
                    <a:pt x="4667" y="17"/>
                  </a:cubicBezTo>
                  <a:cubicBezTo>
                    <a:pt x="4663" y="17"/>
                    <a:pt x="4659" y="13"/>
                    <a:pt x="4660" y="8"/>
                  </a:cubicBezTo>
                  <a:cubicBezTo>
                    <a:pt x="4660" y="3"/>
                    <a:pt x="4665" y="0"/>
                    <a:pt x="4669" y="0"/>
                  </a:cubicBezTo>
                  <a:cubicBezTo>
                    <a:pt x="4677" y="1"/>
                    <a:pt x="4684" y="3"/>
                    <a:pt x="4692" y="5"/>
                  </a:cubicBezTo>
                  <a:cubicBezTo>
                    <a:pt x="4697" y="6"/>
                    <a:pt x="4700" y="10"/>
                    <a:pt x="4699" y="15"/>
                  </a:cubicBezTo>
                  <a:cubicBezTo>
                    <a:pt x="4698" y="19"/>
                    <a:pt x="4694" y="22"/>
                    <a:pt x="4690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22" name="Freeform 38">
              <a:extLst>
                <a:ext uri="{FF2B5EF4-FFF2-40B4-BE49-F238E27FC236}">
                  <a16:creationId xmlns:a16="http://schemas.microsoft.com/office/drawing/2014/main" id="{CAD7F14B-1ADD-437D-8096-396BEA9257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500" y="5421313"/>
              <a:ext cx="24009350" cy="3757613"/>
            </a:xfrm>
            <a:custGeom>
              <a:avLst/>
              <a:gdLst>
                <a:gd name="T0" fmla="*/ 3287 w 7833"/>
                <a:gd name="T1" fmla="*/ 1165 h 1223"/>
                <a:gd name="T2" fmla="*/ 3494 w 7833"/>
                <a:gd name="T3" fmla="*/ 1198 h 1223"/>
                <a:gd name="T4" fmla="*/ 3576 w 7833"/>
                <a:gd name="T5" fmla="*/ 1174 h 1223"/>
                <a:gd name="T6" fmla="*/ 3239 w 7833"/>
                <a:gd name="T7" fmla="*/ 1156 h 1223"/>
                <a:gd name="T8" fmla="*/ 3653 w 7833"/>
                <a:gd name="T9" fmla="*/ 1125 h 1223"/>
                <a:gd name="T10" fmla="*/ 3719 w 7833"/>
                <a:gd name="T11" fmla="*/ 1085 h 1223"/>
                <a:gd name="T12" fmla="*/ 3135 w 7833"/>
                <a:gd name="T13" fmla="*/ 1067 h 1223"/>
                <a:gd name="T14" fmla="*/ 3872 w 7833"/>
                <a:gd name="T15" fmla="*/ 939 h 1223"/>
                <a:gd name="T16" fmla="*/ 5844 w 7833"/>
                <a:gd name="T17" fmla="*/ 914 h 1223"/>
                <a:gd name="T18" fmla="*/ 3939 w 7833"/>
                <a:gd name="T19" fmla="*/ 881 h 1223"/>
                <a:gd name="T20" fmla="*/ 5944 w 7833"/>
                <a:gd name="T21" fmla="*/ 896 h 1223"/>
                <a:gd name="T22" fmla="*/ 5563 w 7833"/>
                <a:gd name="T23" fmla="*/ 858 h 1223"/>
                <a:gd name="T24" fmla="*/ 6036 w 7833"/>
                <a:gd name="T25" fmla="*/ 877 h 1223"/>
                <a:gd name="T26" fmla="*/ 2960 w 7833"/>
                <a:gd name="T27" fmla="*/ 858 h 1223"/>
                <a:gd name="T28" fmla="*/ 4110 w 7833"/>
                <a:gd name="T29" fmla="*/ 701 h 1223"/>
                <a:gd name="T30" fmla="*/ 5467 w 7833"/>
                <a:gd name="T31" fmla="*/ 781 h 1223"/>
                <a:gd name="T32" fmla="*/ 5331 w 7833"/>
                <a:gd name="T33" fmla="*/ 631 h 1223"/>
                <a:gd name="T34" fmla="*/ 5464 w 7833"/>
                <a:gd name="T35" fmla="*/ 755 h 1223"/>
                <a:gd name="T36" fmla="*/ 2886 w 7833"/>
                <a:gd name="T37" fmla="*/ 752 h 1223"/>
                <a:gd name="T38" fmla="*/ 6261 w 7833"/>
                <a:gd name="T39" fmla="*/ 733 h 1223"/>
                <a:gd name="T40" fmla="*/ 6308 w 7833"/>
                <a:gd name="T41" fmla="*/ 707 h 1223"/>
                <a:gd name="T42" fmla="*/ 1124 w 7833"/>
                <a:gd name="T43" fmla="*/ 694 h 1223"/>
                <a:gd name="T44" fmla="*/ 1092 w 7833"/>
                <a:gd name="T45" fmla="*/ 667 h 1223"/>
                <a:gd name="T46" fmla="*/ 1252 w 7833"/>
                <a:gd name="T47" fmla="*/ 682 h 1223"/>
                <a:gd name="T48" fmla="*/ 1299 w 7833"/>
                <a:gd name="T49" fmla="*/ 690 h 1223"/>
                <a:gd name="T50" fmla="*/ 1339 w 7833"/>
                <a:gd name="T51" fmla="*/ 661 h 1223"/>
                <a:gd name="T52" fmla="*/ 4152 w 7833"/>
                <a:gd name="T53" fmla="*/ 654 h 1223"/>
                <a:gd name="T54" fmla="*/ 4197 w 7833"/>
                <a:gd name="T55" fmla="*/ 574 h 1223"/>
                <a:gd name="T56" fmla="*/ 5316 w 7833"/>
                <a:gd name="T57" fmla="*/ 585 h 1223"/>
                <a:gd name="T58" fmla="*/ 1591 w 7833"/>
                <a:gd name="T59" fmla="*/ 572 h 1223"/>
                <a:gd name="T60" fmla="*/ 4363 w 7833"/>
                <a:gd name="T61" fmla="*/ 360 h 1223"/>
                <a:gd name="T62" fmla="*/ 1635 w 7833"/>
                <a:gd name="T63" fmla="*/ 550 h 1223"/>
                <a:gd name="T64" fmla="*/ 2730 w 7833"/>
                <a:gd name="T65" fmla="*/ 532 h 1223"/>
                <a:gd name="T66" fmla="*/ 1911 w 7833"/>
                <a:gd name="T67" fmla="*/ 393 h 1223"/>
                <a:gd name="T68" fmla="*/ 640 w 7833"/>
                <a:gd name="T69" fmla="*/ 350 h 1223"/>
                <a:gd name="T70" fmla="*/ 5106 w 7833"/>
                <a:gd name="T71" fmla="*/ 332 h 1223"/>
                <a:gd name="T72" fmla="*/ 2662 w 7833"/>
                <a:gd name="T73" fmla="*/ 460 h 1223"/>
                <a:gd name="T74" fmla="*/ 6623 w 7833"/>
                <a:gd name="T75" fmla="*/ 424 h 1223"/>
                <a:gd name="T76" fmla="*/ 2525 w 7833"/>
                <a:gd name="T77" fmla="*/ 308 h 1223"/>
                <a:gd name="T78" fmla="*/ 2543 w 7833"/>
                <a:gd name="T79" fmla="*/ 301 h 1223"/>
                <a:gd name="T80" fmla="*/ 1963 w 7833"/>
                <a:gd name="T81" fmla="*/ 384 h 1223"/>
                <a:gd name="T82" fmla="*/ 6736 w 7833"/>
                <a:gd name="T83" fmla="*/ 303 h 1223"/>
                <a:gd name="T84" fmla="*/ 6831 w 7833"/>
                <a:gd name="T85" fmla="*/ 298 h 1223"/>
                <a:gd name="T86" fmla="*/ 6684 w 7833"/>
                <a:gd name="T87" fmla="*/ 369 h 1223"/>
                <a:gd name="T88" fmla="*/ 594 w 7833"/>
                <a:gd name="T89" fmla="*/ 337 h 1223"/>
                <a:gd name="T90" fmla="*/ 4401 w 7833"/>
                <a:gd name="T91" fmla="*/ 320 h 1223"/>
                <a:gd name="T92" fmla="*/ 2080 w 7833"/>
                <a:gd name="T93" fmla="*/ 335 h 1223"/>
                <a:gd name="T94" fmla="*/ 514 w 7833"/>
                <a:gd name="T95" fmla="*/ 279 h 1223"/>
                <a:gd name="T96" fmla="*/ 5047 w 7833"/>
                <a:gd name="T97" fmla="*/ 287 h 1223"/>
                <a:gd name="T98" fmla="*/ 7011 w 7833"/>
                <a:gd name="T99" fmla="*/ 277 h 1223"/>
                <a:gd name="T100" fmla="*/ 480 w 7833"/>
                <a:gd name="T101" fmla="*/ 272 h 1223"/>
                <a:gd name="T102" fmla="*/ 484 w 7833"/>
                <a:gd name="T103" fmla="*/ 256 h 1223"/>
                <a:gd name="T104" fmla="*/ 2431 w 7833"/>
                <a:gd name="T105" fmla="*/ 265 h 1223"/>
                <a:gd name="T106" fmla="*/ 7326 w 7833"/>
                <a:gd name="T107" fmla="*/ 258 h 1223"/>
                <a:gd name="T108" fmla="*/ 7688 w 7833"/>
                <a:gd name="T109" fmla="*/ 232 h 1223"/>
                <a:gd name="T110" fmla="*/ 7779 w 7833"/>
                <a:gd name="T111" fmla="*/ 248 h 1223"/>
                <a:gd name="T112" fmla="*/ 221 w 7833"/>
                <a:gd name="T113" fmla="*/ 240 h 1223"/>
                <a:gd name="T114" fmla="*/ 4978 w 7833"/>
                <a:gd name="T115" fmla="*/ 219 h 1223"/>
                <a:gd name="T116" fmla="*/ 4614 w 7833"/>
                <a:gd name="T117" fmla="*/ 30 h 1223"/>
                <a:gd name="T118" fmla="*/ 4842 w 7833"/>
                <a:gd name="T119" fmla="*/ 96 h 1223"/>
                <a:gd name="T120" fmla="*/ 4735 w 7833"/>
                <a:gd name="T121" fmla="*/ 30 h 1223"/>
                <a:gd name="T122" fmla="*/ 4743 w 7833"/>
                <a:gd name="T123" fmla="*/ 19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833" h="1223">
                  <a:moveTo>
                    <a:pt x="3432" y="1223"/>
                  </a:moveTo>
                  <a:cubicBezTo>
                    <a:pt x="3413" y="1223"/>
                    <a:pt x="3393" y="1220"/>
                    <a:pt x="3371" y="1215"/>
                  </a:cubicBezTo>
                  <a:cubicBezTo>
                    <a:pt x="3371" y="1215"/>
                    <a:pt x="3371" y="1215"/>
                    <a:pt x="3371" y="1215"/>
                  </a:cubicBezTo>
                  <a:cubicBezTo>
                    <a:pt x="3365" y="1214"/>
                    <a:pt x="3360" y="1213"/>
                    <a:pt x="3355" y="1212"/>
                  </a:cubicBezTo>
                  <a:cubicBezTo>
                    <a:pt x="3351" y="1210"/>
                    <a:pt x="3347" y="1209"/>
                    <a:pt x="3343" y="1208"/>
                  </a:cubicBezTo>
                  <a:cubicBezTo>
                    <a:pt x="3342" y="1208"/>
                    <a:pt x="3341" y="1207"/>
                    <a:pt x="3340" y="1207"/>
                  </a:cubicBezTo>
                  <a:cubicBezTo>
                    <a:pt x="3329" y="1204"/>
                    <a:pt x="3319" y="1199"/>
                    <a:pt x="3310" y="1196"/>
                  </a:cubicBezTo>
                  <a:cubicBezTo>
                    <a:pt x="3307" y="1194"/>
                    <a:pt x="3305" y="1193"/>
                    <a:pt x="3303" y="1193"/>
                  </a:cubicBezTo>
                  <a:cubicBezTo>
                    <a:pt x="3297" y="1190"/>
                    <a:pt x="3297" y="1190"/>
                    <a:pt x="3297" y="1190"/>
                  </a:cubicBezTo>
                  <a:cubicBezTo>
                    <a:pt x="3296" y="1189"/>
                    <a:pt x="3294" y="1188"/>
                    <a:pt x="3293" y="1188"/>
                  </a:cubicBezTo>
                  <a:cubicBezTo>
                    <a:pt x="3290" y="1187"/>
                    <a:pt x="3288" y="1185"/>
                    <a:pt x="3285" y="1184"/>
                  </a:cubicBezTo>
                  <a:cubicBezTo>
                    <a:pt x="3285" y="1184"/>
                    <a:pt x="3285" y="1184"/>
                    <a:pt x="3285" y="1184"/>
                  </a:cubicBezTo>
                  <a:cubicBezTo>
                    <a:pt x="3283" y="1182"/>
                    <a:pt x="3281" y="1181"/>
                    <a:pt x="3278" y="1180"/>
                  </a:cubicBezTo>
                  <a:cubicBezTo>
                    <a:pt x="3274" y="1178"/>
                    <a:pt x="3273" y="1173"/>
                    <a:pt x="3275" y="1169"/>
                  </a:cubicBezTo>
                  <a:cubicBezTo>
                    <a:pt x="3277" y="1165"/>
                    <a:pt x="3283" y="1163"/>
                    <a:pt x="3287" y="1165"/>
                  </a:cubicBezTo>
                  <a:cubicBezTo>
                    <a:pt x="3288" y="1166"/>
                    <a:pt x="3288" y="1166"/>
                    <a:pt x="3288" y="1166"/>
                  </a:cubicBezTo>
                  <a:cubicBezTo>
                    <a:pt x="3290" y="1167"/>
                    <a:pt x="3291" y="1168"/>
                    <a:pt x="3293" y="1169"/>
                  </a:cubicBezTo>
                  <a:cubicBezTo>
                    <a:pt x="3293" y="1169"/>
                    <a:pt x="3293" y="1169"/>
                    <a:pt x="3293" y="1169"/>
                  </a:cubicBezTo>
                  <a:cubicBezTo>
                    <a:pt x="3295" y="1170"/>
                    <a:pt x="3298" y="1171"/>
                    <a:pt x="3301" y="1173"/>
                  </a:cubicBezTo>
                  <a:cubicBezTo>
                    <a:pt x="3302" y="1173"/>
                    <a:pt x="3303" y="1174"/>
                    <a:pt x="3304" y="1174"/>
                  </a:cubicBezTo>
                  <a:cubicBezTo>
                    <a:pt x="3311" y="1177"/>
                    <a:pt x="3311" y="1177"/>
                    <a:pt x="3311" y="1177"/>
                  </a:cubicBezTo>
                  <a:cubicBezTo>
                    <a:pt x="3312" y="1178"/>
                    <a:pt x="3314" y="1179"/>
                    <a:pt x="3316" y="1180"/>
                  </a:cubicBezTo>
                  <a:cubicBezTo>
                    <a:pt x="3326" y="1184"/>
                    <a:pt x="3336" y="1188"/>
                    <a:pt x="3345" y="1191"/>
                  </a:cubicBezTo>
                  <a:cubicBezTo>
                    <a:pt x="3346" y="1191"/>
                    <a:pt x="3347" y="1191"/>
                    <a:pt x="3348" y="1192"/>
                  </a:cubicBezTo>
                  <a:cubicBezTo>
                    <a:pt x="3352" y="1193"/>
                    <a:pt x="3356" y="1194"/>
                    <a:pt x="3359" y="1195"/>
                  </a:cubicBezTo>
                  <a:cubicBezTo>
                    <a:pt x="3364" y="1196"/>
                    <a:pt x="3369" y="1198"/>
                    <a:pt x="3374" y="1199"/>
                  </a:cubicBezTo>
                  <a:cubicBezTo>
                    <a:pt x="3374" y="1199"/>
                    <a:pt x="3374" y="1199"/>
                    <a:pt x="3374" y="1199"/>
                  </a:cubicBezTo>
                  <a:cubicBezTo>
                    <a:pt x="3395" y="1203"/>
                    <a:pt x="3414" y="1206"/>
                    <a:pt x="3432" y="1206"/>
                  </a:cubicBezTo>
                  <a:cubicBezTo>
                    <a:pt x="3433" y="1206"/>
                    <a:pt x="3434" y="1206"/>
                    <a:pt x="3434" y="1206"/>
                  </a:cubicBezTo>
                  <a:cubicBezTo>
                    <a:pt x="3455" y="1205"/>
                    <a:pt x="3476" y="1203"/>
                    <a:pt x="3494" y="1198"/>
                  </a:cubicBezTo>
                  <a:cubicBezTo>
                    <a:pt x="3499" y="1197"/>
                    <a:pt x="3499" y="1197"/>
                    <a:pt x="3499" y="1197"/>
                  </a:cubicBezTo>
                  <a:cubicBezTo>
                    <a:pt x="3503" y="1196"/>
                    <a:pt x="3508" y="1199"/>
                    <a:pt x="3509" y="1203"/>
                  </a:cubicBezTo>
                  <a:cubicBezTo>
                    <a:pt x="3510" y="1208"/>
                    <a:pt x="3507" y="1213"/>
                    <a:pt x="3503" y="1214"/>
                  </a:cubicBezTo>
                  <a:cubicBezTo>
                    <a:pt x="3498" y="1215"/>
                    <a:pt x="3498" y="1215"/>
                    <a:pt x="3498" y="1215"/>
                  </a:cubicBezTo>
                  <a:cubicBezTo>
                    <a:pt x="3478" y="1220"/>
                    <a:pt x="3457" y="1222"/>
                    <a:pt x="3435" y="1223"/>
                  </a:cubicBezTo>
                  <a:cubicBezTo>
                    <a:pt x="3434" y="1223"/>
                    <a:pt x="3433" y="1223"/>
                    <a:pt x="3432" y="1223"/>
                  </a:cubicBezTo>
                  <a:close/>
                  <a:moveTo>
                    <a:pt x="3543" y="1199"/>
                  </a:moveTo>
                  <a:cubicBezTo>
                    <a:pt x="3540" y="1199"/>
                    <a:pt x="3537" y="1197"/>
                    <a:pt x="3536" y="1194"/>
                  </a:cubicBezTo>
                  <a:cubicBezTo>
                    <a:pt x="3535" y="1192"/>
                    <a:pt x="3535" y="1189"/>
                    <a:pt x="3536" y="1187"/>
                  </a:cubicBezTo>
                  <a:cubicBezTo>
                    <a:pt x="3536" y="1185"/>
                    <a:pt x="3538" y="1184"/>
                    <a:pt x="3540" y="1183"/>
                  </a:cubicBezTo>
                  <a:cubicBezTo>
                    <a:pt x="3544" y="1181"/>
                    <a:pt x="3549" y="1183"/>
                    <a:pt x="3551" y="1187"/>
                  </a:cubicBezTo>
                  <a:cubicBezTo>
                    <a:pt x="3553" y="1191"/>
                    <a:pt x="3551" y="1196"/>
                    <a:pt x="3547" y="1198"/>
                  </a:cubicBezTo>
                  <a:cubicBezTo>
                    <a:pt x="3546" y="1199"/>
                    <a:pt x="3545" y="1199"/>
                    <a:pt x="3543" y="1199"/>
                  </a:cubicBezTo>
                  <a:close/>
                  <a:moveTo>
                    <a:pt x="3584" y="1178"/>
                  </a:moveTo>
                  <a:cubicBezTo>
                    <a:pt x="3581" y="1178"/>
                    <a:pt x="3578" y="1177"/>
                    <a:pt x="3576" y="1174"/>
                  </a:cubicBezTo>
                  <a:cubicBezTo>
                    <a:pt x="3575" y="1172"/>
                    <a:pt x="3575" y="1170"/>
                    <a:pt x="3576" y="1168"/>
                  </a:cubicBezTo>
                  <a:cubicBezTo>
                    <a:pt x="3576" y="1165"/>
                    <a:pt x="3578" y="1164"/>
                    <a:pt x="3579" y="1162"/>
                  </a:cubicBezTo>
                  <a:cubicBezTo>
                    <a:pt x="3581" y="1162"/>
                    <a:pt x="3581" y="1162"/>
                    <a:pt x="3581" y="1162"/>
                  </a:cubicBezTo>
                  <a:cubicBezTo>
                    <a:pt x="3603" y="1148"/>
                    <a:pt x="3603" y="1148"/>
                    <a:pt x="3603" y="1148"/>
                  </a:cubicBezTo>
                  <a:cubicBezTo>
                    <a:pt x="3607" y="1146"/>
                    <a:pt x="3610" y="1144"/>
                    <a:pt x="3614" y="1141"/>
                  </a:cubicBezTo>
                  <a:cubicBezTo>
                    <a:pt x="3618" y="1139"/>
                    <a:pt x="3618" y="1139"/>
                    <a:pt x="3618" y="1139"/>
                  </a:cubicBezTo>
                  <a:cubicBezTo>
                    <a:pt x="3621" y="1136"/>
                    <a:pt x="3627" y="1138"/>
                    <a:pt x="3629" y="1141"/>
                  </a:cubicBezTo>
                  <a:cubicBezTo>
                    <a:pt x="3632" y="1145"/>
                    <a:pt x="3631" y="1151"/>
                    <a:pt x="3627" y="1153"/>
                  </a:cubicBezTo>
                  <a:cubicBezTo>
                    <a:pt x="3623" y="1156"/>
                    <a:pt x="3623" y="1156"/>
                    <a:pt x="3623" y="1156"/>
                  </a:cubicBezTo>
                  <a:cubicBezTo>
                    <a:pt x="3620" y="1158"/>
                    <a:pt x="3616" y="1160"/>
                    <a:pt x="3612" y="1163"/>
                  </a:cubicBezTo>
                  <a:cubicBezTo>
                    <a:pt x="3589" y="1176"/>
                    <a:pt x="3589" y="1176"/>
                    <a:pt x="3589" y="1176"/>
                  </a:cubicBezTo>
                  <a:cubicBezTo>
                    <a:pt x="3589" y="1177"/>
                    <a:pt x="3588" y="1177"/>
                    <a:pt x="3588" y="1177"/>
                  </a:cubicBezTo>
                  <a:cubicBezTo>
                    <a:pt x="3587" y="1178"/>
                    <a:pt x="3585" y="1178"/>
                    <a:pt x="3584" y="1178"/>
                  </a:cubicBezTo>
                  <a:close/>
                  <a:moveTo>
                    <a:pt x="3244" y="1158"/>
                  </a:moveTo>
                  <a:cubicBezTo>
                    <a:pt x="3242" y="1158"/>
                    <a:pt x="3241" y="1157"/>
                    <a:pt x="3239" y="1156"/>
                  </a:cubicBezTo>
                  <a:cubicBezTo>
                    <a:pt x="3238" y="1155"/>
                    <a:pt x="3236" y="1154"/>
                    <a:pt x="3234" y="1152"/>
                  </a:cubicBezTo>
                  <a:cubicBezTo>
                    <a:pt x="3225" y="1146"/>
                    <a:pt x="3225" y="1146"/>
                    <a:pt x="3225" y="1146"/>
                  </a:cubicBezTo>
                  <a:cubicBezTo>
                    <a:pt x="3217" y="1141"/>
                    <a:pt x="3210" y="1135"/>
                    <a:pt x="3202" y="1129"/>
                  </a:cubicBezTo>
                  <a:cubicBezTo>
                    <a:pt x="3201" y="1127"/>
                    <a:pt x="3199" y="1125"/>
                    <a:pt x="3199" y="1123"/>
                  </a:cubicBezTo>
                  <a:cubicBezTo>
                    <a:pt x="3199" y="1121"/>
                    <a:pt x="3200" y="1119"/>
                    <a:pt x="3201" y="1117"/>
                  </a:cubicBezTo>
                  <a:cubicBezTo>
                    <a:pt x="3204" y="1113"/>
                    <a:pt x="3209" y="1113"/>
                    <a:pt x="3213" y="1115"/>
                  </a:cubicBezTo>
                  <a:cubicBezTo>
                    <a:pt x="3220" y="1121"/>
                    <a:pt x="3227" y="1127"/>
                    <a:pt x="3235" y="1132"/>
                  </a:cubicBezTo>
                  <a:cubicBezTo>
                    <a:pt x="3244" y="1139"/>
                    <a:pt x="3244" y="1139"/>
                    <a:pt x="3244" y="1139"/>
                  </a:cubicBezTo>
                  <a:cubicBezTo>
                    <a:pt x="3245" y="1140"/>
                    <a:pt x="3247" y="1141"/>
                    <a:pt x="3249" y="1142"/>
                  </a:cubicBezTo>
                  <a:cubicBezTo>
                    <a:pt x="3249" y="1142"/>
                    <a:pt x="3249" y="1142"/>
                    <a:pt x="3249" y="1142"/>
                  </a:cubicBezTo>
                  <a:cubicBezTo>
                    <a:pt x="3251" y="1143"/>
                    <a:pt x="3252" y="1145"/>
                    <a:pt x="3252" y="1147"/>
                  </a:cubicBezTo>
                  <a:cubicBezTo>
                    <a:pt x="3253" y="1150"/>
                    <a:pt x="3252" y="1152"/>
                    <a:pt x="3251" y="1154"/>
                  </a:cubicBezTo>
                  <a:cubicBezTo>
                    <a:pt x="3249" y="1156"/>
                    <a:pt x="3247" y="1158"/>
                    <a:pt x="3244" y="1158"/>
                  </a:cubicBezTo>
                  <a:close/>
                  <a:moveTo>
                    <a:pt x="3659" y="1129"/>
                  </a:moveTo>
                  <a:cubicBezTo>
                    <a:pt x="3657" y="1129"/>
                    <a:pt x="3654" y="1128"/>
                    <a:pt x="3653" y="1125"/>
                  </a:cubicBezTo>
                  <a:cubicBezTo>
                    <a:pt x="3651" y="1123"/>
                    <a:pt x="3651" y="1121"/>
                    <a:pt x="3651" y="1119"/>
                  </a:cubicBezTo>
                  <a:cubicBezTo>
                    <a:pt x="3651" y="1117"/>
                    <a:pt x="3653" y="1115"/>
                    <a:pt x="3655" y="1113"/>
                  </a:cubicBezTo>
                  <a:cubicBezTo>
                    <a:pt x="3664" y="1107"/>
                    <a:pt x="3664" y="1107"/>
                    <a:pt x="3664" y="1107"/>
                  </a:cubicBezTo>
                  <a:cubicBezTo>
                    <a:pt x="3683" y="1092"/>
                    <a:pt x="3683" y="1092"/>
                    <a:pt x="3683" y="1092"/>
                  </a:cubicBezTo>
                  <a:cubicBezTo>
                    <a:pt x="3692" y="1086"/>
                    <a:pt x="3701" y="1079"/>
                    <a:pt x="3709" y="1072"/>
                  </a:cubicBezTo>
                  <a:cubicBezTo>
                    <a:pt x="3712" y="1069"/>
                    <a:pt x="3716" y="1066"/>
                    <a:pt x="3720" y="1063"/>
                  </a:cubicBezTo>
                  <a:cubicBezTo>
                    <a:pt x="3720" y="1063"/>
                    <a:pt x="3720" y="1063"/>
                    <a:pt x="3720" y="1063"/>
                  </a:cubicBezTo>
                  <a:cubicBezTo>
                    <a:pt x="3754" y="1035"/>
                    <a:pt x="3789" y="1005"/>
                    <a:pt x="3827" y="969"/>
                  </a:cubicBezTo>
                  <a:cubicBezTo>
                    <a:pt x="3827" y="969"/>
                    <a:pt x="3827" y="969"/>
                    <a:pt x="3827" y="969"/>
                  </a:cubicBezTo>
                  <a:cubicBezTo>
                    <a:pt x="3831" y="966"/>
                    <a:pt x="3836" y="967"/>
                    <a:pt x="3839" y="970"/>
                  </a:cubicBezTo>
                  <a:cubicBezTo>
                    <a:pt x="3841" y="972"/>
                    <a:pt x="3842" y="974"/>
                    <a:pt x="3842" y="976"/>
                  </a:cubicBezTo>
                  <a:cubicBezTo>
                    <a:pt x="3842" y="978"/>
                    <a:pt x="3841" y="980"/>
                    <a:pt x="3839" y="982"/>
                  </a:cubicBezTo>
                  <a:cubicBezTo>
                    <a:pt x="3800" y="1018"/>
                    <a:pt x="3765" y="1049"/>
                    <a:pt x="3730" y="1077"/>
                  </a:cubicBezTo>
                  <a:cubicBezTo>
                    <a:pt x="3730" y="1077"/>
                    <a:pt x="3730" y="1077"/>
                    <a:pt x="3730" y="1077"/>
                  </a:cubicBezTo>
                  <a:cubicBezTo>
                    <a:pt x="3727" y="1080"/>
                    <a:pt x="3723" y="1083"/>
                    <a:pt x="3719" y="1085"/>
                  </a:cubicBezTo>
                  <a:cubicBezTo>
                    <a:pt x="3711" y="1092"/>
                    <a:pt x="3702" y="1099"/>
                    <a:pt x="3693" y="1106"/>
                  </a:cubicBezTo>
                  <a:cubicBezTo>
                    <a:pt x="3674" y="1120"/>
                    <a:pt x="3674" y="1120"/>
                    <a:pt x="3674" y="1120"/>
                  </a:cubicBezTo>
                  <a:cubicBezTo>
                    <a:pt x="3664" y="1127"/>
                    <a:pt x="3664" y="1127"/>
                    <a:pt x="3664" y="1127"/>
                  </a:cubicBezTo>
                  <a:cubicBezTo>
                    <a:pt x="3663" y="1128"/>
                    <a:pt x="3661" y="1129"/>
                    <a:pt x="3659" y="1129"/>
                  </a:cubicBezTo>
                  <a:close/>
                  <a:moveTo>
                    <a:pt x="3173" y="1101"/>
                  </a:moveTo>
                  <a:cubicBezTo>
                    <a:pt x="3171" y="1101"/>
                    <a:pt x="3169" y="1100"/>
                    <a:pt x="3168" y="1099"/>
                  </a:cubicBezTo>
                  <a:cubicBezTo>
                    <a:pt x="3167" y="1099"/>
                    <a:pt x="3167" y="1099"/>
                    <a:pt x="3167" y="1099"/>
                  </a:cubicBezTo>
                  <a:cubicBezTo>
                    <a:pt x="3166" y="1097"/>
                    <a:pt x="3165" y="1095"/>
                    <a:pt x="3165" y="1093"/>
                  </a:cubicBezTo>
                  <a:cubicBezTo>
                    <a:pt x="3165" y="1091"/>
                    <a:pt x="3165" y="1089"/>
                    <a:pt x="3167" y="1087"/>
                  </a:cubicBezTo>
                  <a:cubicBezTo>
                    <a:pt x="3170" y="1084"/>
                    <a:pt x="3176" y="1083"/>
                    <a:pt x="3179" y="1086"/>
                  </a:cubicBezTo>
                  <a:cubicBezTo>
                    <a:pt x="3179" y="1086"/>
                    <a:pt x="3179" y="1086"/>
                    <a:pt x="3179" y="1086"/>
                  </a:cubicBezTo>
                  <a:cubicBezTo>
                    <a:pt x="3182" y="1089"/>
                    <a:pt x="3183" y="1095"/>
                    <a:pt x="3180" y="1098"/>
                  </a:cubicBezTo>
                  <a:cubicBezTo>
                    <a:pt x="3178" y="1100"/>
                    <a:pt x="3176" y="1101"/>
                    <a:pt x="3173" y="1101"/>
                  </a:cubicBezTo>
                  <a:close/>
                  <a:moveTo>
                    <a:pt x="3141" y="1070"/>
                  </a:moveTo>
                  <a:cubicBezTo>
                    <a:pt x="3138" y="1070"/>
                    <a:pt x="3136" y="1069"/>
                    <a:pt x="3135" y="1067"/>
                  </a:cubicBezTo>
                  <a:cubicBezTo>
                    <a:pt x="3111" y="1044"/>
                    <a:pt x="3088" y="1018"/>
                    <a:pt x="3060" y="985"/>
                  </a:cubicBezTo>
                  <a:cubicBezTo>
                    <a:pt x="3037" y="958"/>
                    <a:pt x="3014" y="929"/>
                    <a:pt x="2987" y="894"/>
                  </a:cubicBezTo>
                  <a:cubicBezTo>
                    <a:pt x="2986" y="892"/>
                    <a:pt x="2985" y="890"/>
                    <a:pt x="2986" y="888"/>
                  </a:cubicBezTo>
                  <a:cubicBezTo>
                    <a:pt x="2986" y="886"/>
                    <a:pt x="2987" y="884"/>
                    <a:pt x="2989" y="882"/>
                  </a:cubicBezTo>
                  <a:cubicBezTo>
                    <a:pt x="2992" y="880"/>
                    <a:pt x="2998" y="880"/>
                    <a:pt x="3001" y="884"/>
                  </a:cubicBezTo>
                  <a:cubicBezTo>
                    <a:pt x="3027" y="919"/>
                    <a:pt x="3050" y="947"/>
                    <a:pt x="3073" y="974"/>
                  </a:cubicBezTo>
                  <a:cubicBezTo>
                    <a:pt x="3100" y="1006"/>
                    <a:pt x="3123" y="1032"/>
                    <a:pt x="3147" y="1055"/>
                  </a:cubicBezTo>
                  <a:cubicBezTo>
                    <a:pt x="3147" y="1055"/>
                    <a:pt x="3147" y="1055"/>
                    <a:pt x="3147" y="1055"/>
                  </a:cubicBezTo>
                  <a:cubicBezTo>
                    <a:pt x="3150" y="1059"/>
                    <a:pt x="3150" y="1064"/>
                    <a:pt x="3147" y="1067"/>
                  </a:cubicBezTo>
                  <a:cubicBezTo>
                    <a:pt x="3145" y="1069"/>
                    <a:pt x="3143" y="1070"/>
                    <a:pt x="3141" y="1070"/>
                  </a:cubicBezTo>
                  <a:close/>
                  <a:moveTo>
                    <a:pt x="3866" y="953"/>
                  </a:moveTo>
                  <a:cubicBezTo>
                    <a:pt x="3864" y="953"/>
                    <a:pt x="3862" y="952"/>
                    <a:pt x="3860" y="950"/>
                  </a:cubicBezTo>
                  <a:cubicBezTo>
                    <a:pt x="3857" y="947"/>
                    <a:pt x="3857" y="942"/>
                    <a:pt x="3860" y="939"/>
                  </a:cubicBezTo>
                  <a:cubicBezTo>
                    <a:pt x="3860" y="938"/>
                    <a:pt x="3860" y="938"/>
                    <a:pt x="3860" y="938"/>
                  </a:cubicBezTo>
                  <a:cubicBezTo>
                    <a:pt x="3864" y="935"/>
                    <a:pt x="3869" y="935"/>
                    <a:pt x="3872" y="939"/>
                  </a:cubicBezTo>
                  <a:cubicBezTo>
                    <a:pt x="3876" y="942"/>
                    <a:pt x="3875" y="948"/>
                    <a:pt x="3872" y="951"/>
                  </a:cubicBezTo>
                  <a:cubicBezTo>
                    <a:pt x="3872" y="951"/>
                    <a:pt x="3872" y="951"/>
                    <a:pt x="3872" y="951"/>
                  </a:cubicBezTo>
                  <a:cubicBezTo>
                    <a:pt x="3872" y="951"/>
                    <a:pt x="3872" y="951"/>
                    <a:pt x="3872" y="951"/>
                  </a:cubicBezTo>
                  <a:cubicBezTo>
                    <a:pt x="3870" y="952"/>
                    <a:pt x="3868" y="953"/>
                    <a:pt x="3866" y="953"/>
                  </a:cubicBezTo>
                  <a:close/>
                  <a:moveTo>
                    <a:pt x="5801" y="933"/>
                  </a:moveTo>
                  <a:cubicBezTo>
                    <a:pt x="5769" y="933"/>
                    <a:pt x="5737" y="929"/>
                    <a:pt x="5708" y="922"/>
                  </a:cubicBezTo>
                  <a:cubicBezTo>
                    <a:pt x="5684" y="917"/>
                    <a:pt x="5661" y="909"/>
                    <a:pt x="5638" y="899"/>
                  </a:cubicBezTo>
                  <a:cubicBezTo>
                    <a:pt x="5636" y="898"/>
                    <a:pt x="5634" y="896"/>
                    <a:pt x="5633" y="894"/>
                  </a:cubicBezTo>
                  <a:cubicBezTo>
                    <a:pt x="5633" y="892"/>
                    <a:pt x="5633" y="890"/>
                    <a:pt x="5634" y="888"/>
                  </a:cubicBezTo>
                  <a:cubicBezTo>
                    <a:pt x="5635" y="884"/>
                    <a:pt x="5640" y="881"/>
                    <a:pt x="5645" y="883"/>
                  </a:cubicBezTo>
                  <a:cubicBezTo>
                    <a:pt x="5667" y="893"/>
                    <a:pt x="5689" y="900"/>
                    <a:pt x="5712" y="905"/>
                  </a:cubicBezTo>
                  <a:cubicBezTo>
                    <a:pt x="5740" y="912"/>
                    <a:pt x="5770" y="916"/>
                    <a:pt x="5801" y="916"/>
                  </a:cubicBezTo>
                  <a:cubicBezTo>
                    <a:pt x="5801" y="916"/>
                    <a:pt x="5801" y="916"/>
                    <a:pt x="5801" y="916"/>
                  </a:cubicBezTo>
                  <a:cubicBezTo>
                    <a:pt x="5814" y="916"/>
                    <a:pt x="5826" y="915"/>
                    <a:pt x="5839" y="914"/>
                  </a:cubicBezTo>
                  <a:cubicBezTo>
                    <a:pt x="5840" y="914"/>
                    <a:pt x="5842" y="914"/>
                    <a:pt x="5844" y="914"/>
                  </a:cubicBezTo>
                  <a:cubicBezTo>
                    <a:pt x="5847" y="913"/>
                    <a:pt x="5851" y="913"/>
                    <a:pt x="5854" y="913"/>
                  </a:cubicBezTo>
                  <a:cubicBezTo>
                    <a:pt x="5854" y="913"/>
                    <a:pt x="5854" y="913"/>
                    <a:pt x="5854" y="913"/>
                  </a:cubicBezTo>
                  <a:cubicBezTo>
                    <a:pt x="5862" y="912"/>
                    <a:pt x="5862" y="912"/>
                    <a:pt x="5862" y="912"/>
                  </a:cubicBezTo>
                  <a:cubicBezTo>
                    <a:pt x="5866" y="911"/>
                    <a:pt x="5871" y="914"/>
                    <a:pt x="5871" y="919"/>
                  </a:cubicBezTo>
                  <a:cubicBezTo>
                    <a:pt x="5872" y="923"/>
                    <a:pt x="5869" y="928"/>
                    <a:pt x="5864" y="928"/>
                  </a:cubicBezTo>
                  <a:cubicBezTo>
                    <a:pt x="5856" y="930"/>
                    <a:pt x="5856" y="930"/>
                    <a:pt x="5856" y="930"/>
                  </a:cubicBezTo>
                  <a:cubicBezTo>
                    <a:pt x="5852" y="930"/>
                    <a:pt x="5849" y="930"/>
                    <a:pt x="5845" y="931"/>
                  </a:cubicBezTo>
                  <a:cubicBezTo>
                    <a:pt x="5843" y="931"/>
                    <a:pt x="5842" y="931"/>
                    <a:pt x="5840" y="931"/>
                  </a:cubicBezTo>
                  <a:cubicBezTo>
                    <a:pt x="5827" y="932"/>
                    <a:pt x="5814" y="933"/>
                    <a:pt x="5801" y="933"/>
                  </a:cubicBezTo>
                  <a:close/>
                  <a:moveTo>
                    <a:pt x="3899" y="922"/>
                  </a:moveTo>
                  <a:cubicBezTo>
                    <a:pt x="3896" y="922"/>
                    <a:pt x="3894" y="921"/>
                    <a:pt x="3893" y="919"/>
                  </a:cubicBezTo>
                  <a:cubicBezTo>
                    <a:pt x="3889" y="916"/>
                    <a:pt x="3889" y="910"/>
                    <a:pt x="3893" y="907"/>
                  </a:cubicBezTo>
                  <a:cubicBezTo>
                    <a:pt x="3904" y="896"/>
                    <a:pt x="3914" y="886"/>
                    <a:pt x="3925" y="875"/>
                  </a:cubicBezTo>
                  <a:cubicBezTo>
                    <a:pt x="3928" y="872"/>
                    <a:pt x="3933" y="872"/>
                    <a:pt x="3937" y="875"/>
                  </a:cubicBezTo>
                  <a:cubicBezTo>
                    <a:pt x="3938" y="877"/>
                    <a:pt x="3939" y="879"/>
                    <a:pt x="3939" y="881"/>
                  </a:cubicBezTo>
                  <a:cubicBezTo>
                    <a:pt x="3939" y="883"/>
                    <a:pt x="3938" y="886"/>
                    <a:pt x="3937" y="887"/>
                  </a:cubicBezTo>
                  <a:cubicBezTo>
                    <a:pt x="3926" y="898"/>
                    <a:pt x="3915" y="909"/>
                    <a:pt x="3905" y="919"/>
                  </a:cubicBezTo>
                  <a:cubicBezTo>
                    <a:pt x="3903" y="921"/>
                    <a:pt x="3901" y="922"/>
                    <a:pt x="3899" y="922"/>
                  </a:cubicBezTo>
                  <a:close/>
                  <a:moveTo>
                    <a:pt x="5907" y="920"/>
                  </a:moveTo>
                  <a:cubicBezTo>
                    <a:pt x="5903" y="920"/>
                    <a:pt x="5900" y="917"/>
                    <a:pt x="5899" y="914"/>
                  </a:cubicBezTo>
                  <a:cubicBezTo>
                    <a:pt x="5899" y="911"/>
                    <a:pt x="5899" y="909"/>
                    <a:pt x="5900" y="907"/>
                  </a:cubicBezTo>
                  <a:cubicBezTo>
                    <a:pt x="5901" y="905"/>
                    <a:pt x="5903" y="904"/>
                    <a:pt x="5905" y="903"/>
                  </a:cubicBezTo>
                  <a:cubicBezTo>
                    <a:pt x="5906" y="903"/>
                    <a:pt x="5906" y="903"/>
                    <a:pt x="5906" y="903"/>
                  </a:cubicBezTo>
                  <a:cubicBezTo>
                    <a:pt x="5906" y="903"/>
                    <a:pt x="5906" y="903"/>
                    <a:pt x="5906" y="903"/>
                  </a:cubicBezTo>
                  <a:cubicBezTo>
                    <a:pt x="5910" y="902"/>
                    <a:pt x="5915" y="905"/>
                    <a:pt x="5916" y="910"/>
                  </a:cubicBezTo>
                  <a:cubicBezTo>
                    <a:pt x="5917" y="914"/>
                    <a:pt x="5914" y="919"/>
                    <a:pt x="5909" y="920"/>
                  </a:cubicBezTo>
                  <a:cubicBezTo>
                    <a:pt x="5909" y="920"/>
                    <a:pt x="5908" y="920"/>
                    <a:pt x="5907" y="920"/>
                  </a:cubicBezTo>
                  <a:close/>
                  <a:moveTo>
                    <a:pt x="5951" y="909"/>
                  </a:moveTo>
                  <a:cubicBezTo>
                    <a:pt x="5947" y="909"/>
                    <a:pt x="5944" y="906"/>
                    <a:pt x="5943" y="902"/>
                  </a:cubicBezTo>
                  <a:cubicBezTo>
                    <a:pt x="5942" y="900"/>
                    <a:pt x="5943" y="898"/>
                    <a:pt x="5944" y="896"/>
                  </a:cubicBezTo>
                  <a:cubicBezTo>
                    <a:pt x="5945" y="894"/>
                    <a:pt x="5947" y="893"/>
                    <a:pt x="5949" y="892"/>
                  </a:cubicBezTo>
                  <a:cubicBezTo>
                    <a:pt x="5949" y="892"/>
                    <a:pt x="5949" y="892"/>
                    <a:pt x="5949" y="892"/>
                  </a:cubicBezTo>
                  <a:cubicBezTo>
                    <a:pt x="5963" y="887"/>
                    <a:pt x="5977" y="883"/>
                    <a:pt x="5991" y="878"/>
                  </a:cubicBezTo>
                  <a:cubicBezTo>
                    <a:pt x="5995" y="876"/>
                    <a:pt x="6000" y="878"/>
                    <a:pt x="6002" y="883"/>
                  </a:cubicBezTo>
                  <a:cubicBezTo>
                    <a:pt x="6003" y="885"/>
                    <a:pt x="6003" y="887"/>
                    <a:pt x="6002" y="889"/>
                  </a:cubicBezTo>
                  <a:cubicBezTo>
                    <a:pt x="6001" y="891"/>
                    <a:pt x="5999" y="893"/>
                    <a:pt x="5997" y="894"/>
                  </a:cubicBezTo>
                  <a:cubicBezTo>
                    <a:pt x="5983" y="899"/>
                    <a:pt x="5968" y="904"/>
                    <a:pt x="5954" y="908"/>
                  </a:cubicBezTo>
                  <a:cubicBezTo>
                    <a:pt x="5953" y="908"/>
                    <a:pt x="5953" y="908"/>
                    <a:pt x="5953" y="908"/>
                  </a:cubicBezTo>
                  <a:cubicBezTo>
                    <a:pt x="5953" y="908"/>
                    <a:pt x="5952" y="909"/>
                    <a:pt x="5951" y="909"/>
                  </a:cubicBezTo>
                  <a:close/>
                  <a:moveTo>
                    <a:pt x="5601" y="880"/>
                  </a:moveTo>
                  <a:cubicBezTo>
                    <a:pt x="5599" y="880"/>
                    <a:pt x="5598" y="879"/>
                    <a:pt x="5597" y="879"/>
                  </a:cubicBezTo>
                  <a:cubicBezTo>
                    <a:pt x="5594" y="877"/>
                    <a:pt x="5591" y="875"/>
                    <a:pt x="5588" y="874"/>
                  </a:cubicBezTo>
                  <a:cubicBezTo>
                    <a:pt x="5575" y="866"/>
                    <a:pt x="5575" y="866"/>
                    <a:pt x="5575" y="866"/>
                  </a:cubicBezTo>
                  <a:cubicBezTo>
                    <a:pt x="5572" y="864"/>
                    <a:pt x="5569" y="862"/>
                    <a:pt x="5566" y="861"/>
                  </a:cubicBezTo>
                  <a:cubicBezTo>
                    <a:pt x="5565" y="860"/>
                    <a:pt x="5564" y="859"/>
                    <a:pt x="5563" y="858"/>
                  </a:cubicBezTo>
                  <a:cubicBezTo>
                    <a:pt x="5557" y="855"/>
                    <a:pt x="5557" y="855"/>
                    <a:pt x="5557" y="855"/>
                  </a:cubicBezTo>
                  <a:cubicBezTo>
                    <a:pt x="5556" y="853"/>
                    <a:pt x="5554" y="851"/>
                    <a:pt x="5554" y="849"/>
                  </a:cubicBezTo>
                  <a:cubicBezTo>
                    <a:pt x="5553" y="847"/>
                    <a:pt x="5554" y="845"/>
                    <a:pt x="5555" y="843"/>
                  </a:cubicBezTo>
                  <a:cubicBezTo>
                    <a:pt x="5558" y="839"/>
                    <a:pt x="5563" y="838"/>
                    <a:pt x="5567" y="840"/>
                  </a:cubicBezTo>
                  <a:cubicBezTo>
                    <a:pt x="5572" y="844"/>
                    <a:pt x="5572" y="844"/>
                    <a:pt x="5572" y="844"/>
                  </a:cubicBezTo>
                  <a:cubicBezTo>
                    <a:pt x="5573" y="845"/>
                    <a:pt x="5575" y="846"/>
                    <a:pt x="5576" y="846"/>
                  </a:cubicBezTo>
                  <a:cubicBezTo>
                    <a:pt x="5579" y="848"/>
                    <a:pt x="5581" y="850"/>
                    <a:pt x="5584" y="852"/>
                  </a:cubicBezTo>
                  <a:cubicBezTo>
                    <a:pt x="5584" y="852"/>
                    <a:pt x="5584" y="852"/>
                    <a:pt x="5584" y="852"/>
                  </a:cubicBezTo>
                  <a:cubicBezTo>
                    <a:pt x="5584" y="852"/>
                    <a:pt x="5584" y="852"/>
                    <a:pt x="5584" y="852"/>
                  </a:cubicBezTo>
                  <a:cubicBezTo>
                    <a:pt x="5596" y="859"/>
                    <a:pt x="5596" y="859"/>
                    <a:pt x="5596" y="859"/>
                  </a:cubicBezTo>
                  <a:cubicBezTo>
                    <a:pt x="5599" y="861"/>
                    <a:pt x="5602" y="862"/>
                    <a:pt x="5605" y="864"/>
                  </a:cubicBezTo>
                  <a:cubicBezTo>
                    <a:pt x="5605" y="864"/>
                    <a:pt x="5605" y="864"/>
                    <a:pt x="5605" y="864"/>
                  </a:cubicBezTo>
                  <a:cubicBezTo>
                    <a:pt x="5609" y="866"/>
                    <a:pt x="5610" y="871"/>
                    <a:pt x="5608" y="875"/>
                  </a:cubicBezTo>
                  <a:cubicBezTo>
                    <a:pt x="5607" y="878"/>
                    <a:pt x="5604" y="880"/>
                    <a:pt x="5601" y="880"/>
                  </a:cubicBezTo>
                  <a:close/>
                  <a:moveTo>
                    <a:pt x="6036" y="877"/>
                  </a:moveTo>
                  <a:cubicBezTo>
                    <a:pt x="6033" y="877"/>
                    <a:pt x="6029" y="875"/>
                    <a:pt x="6028" y="872"/>
                  </a:cubicBezTo>
                  <a:cubicBezTo>
                    <a:pt x="6026" y="868"/>
                    <a:pt x="6028" y="863"/>
                    <a:pt x="6032" y="861"/>
                  </a:cubicBezTo>
                  <a:cubicBezTo>
                    <a:pt x="6037" y="859"/>
                    <a:pt x="6041" y="857"/>
                    <a:pt x="6046" y="855"/>
                  </a:cubicBezTo>
                  <a:cubicBezTo>
                    <a:pt x="6101" y="829"/>
                    <a:pt x="6156" y="797"/>
                    <a:pt x="6213" y="757"/>
                  </a:cubicBezTo>
                  <a:cubicBezTo>
                    <a:pt x="6213" y="757"/>
                    <a:pt x="6213" y="757"/>
                    <a:pt x="6213" y="757"/>
                  </a:cubicBezTo>
                  <a:cubicBezTo>
                    <a:pt x="6218" y="754"/>
                    <a:pt x="6222" y="751"/>
                    <a:pt x="6226" y="748"/>
                  </a:cubicBezTo>
                  <a:cubicBezTo>
                    <a:pt x="6230" y="745"/>
                    <a:pt x="6235" y="746"/>
                    <a:pt x="6238" y="750"/>
                  </a:cubicBezTo>
                  <a:cubicBezTo>
                    <a:pt x="6241" y="754"/>
                    <a:pt x="6240" y="759"/>
                    <a:pt x="6236" y="762"/>
                  </a:cubicBezTo>
                  <a:cubicBezTo>
                    <a:pt x="6232" y="765"/>
                    <a:pt x="6228" y="768"/>
                    <a:pt x="6223" y="771"/>
                  </a:cubicBezTo>
                  <a:cubicBezTo>
                    <a:pt x="6223" y="771"/>
                    <a:pt x="6223" y="771"/>
                    <a:pt x="6223" y="771"/>
                  </a:cubicBezTo>
                  <a:cubicBezTo>
                    <a:pt x="6165" y="812"/>
                    <a:pt x="6109" y="844"/>
                    <a:pt x="6053" y="870"/>
                  </a:cubicBezTo>
                  <a:cubicBezTo>
                    <a:pt x="6049" y="872"/>
                    <a:pt x="6044" y="874"/>
                    <a:pt x="6039" y="877"/>
                  </a:cubicBezTo>
                  <a:cubicBezTo>
                    <a:pt x="6038" y="877"/>
                    <a:pt x="6037" y="877"/>
                    <a:pt x="6036" y="877"/>
                  </a:cubicBezTo>
                  <a:close/>
                  <a:moveTo>
                    <a:pt x="2967" y="862"/>
                  </a:moveTo>
                  <a:cubicBezTo>
                    <a:pt x="2964" y="862"/>
                    <a:pt x="2961" y="860"/>
                    <a:pt x="2960" y="858"/>
                  </a:cubicBezTo>
                  <a:cubicBezTo>
                    <a:pt x="2951" y="846"/>
                    <a:pt x="2942" y="834"/>
                    <a:pt x="2933" y="822"/>
                  </a:cubicBezTo>
                  <a:cubicBezTo>
                    <a:pt x="2930" y="818"/>
                    <a:pt x="2931" y="813"/>
                    <a:pt x="2935" y="810"/>
                  </a:cubicBezTo>
                  <a:cubicBezTo>
                    <a:pt x="2938" y="807"/>
                    <a:pt x="2944" y="808"/>
                    <a:pt x="2946" y="812"/>
                  </a:cubicBezTo>
                  <a:cubicBezTo>
                    <a:pt x="2956" y="825"/>
                    <a:pt x="2965" y="837"/>
                    <a:pt x="2973" y="848"/>
                  </a:cubicBezTo>
                  <a:cubicBezTo>
                    <a:pt x="2976" y="852"/>
                    <a:pt x="2975" y="857"/>
                    <a:pt x="2972" y="860"/>
                  </a:cubicBezTo>
                  <a:cubicBezTo>
                    <a:pt x="2970" y="861"/>
                    <a:pt x="2968" y="862"/>
                    <a:pt x="2967" y="862"/>
                  </a:cubicBezTo>
                  <a:close/>
                  <a:moveTo>
                    <a:pt x="3962" y="857"/>
                  </a:moveTo>
                  <a:cubicBezTo>
                    <a:pt x="3960" y="857"/>
                    <a:pt x="3958" y="857"/>
                    <a:pt x="3957" y="855"/>
                  </a:cubicBezTo>
                  <a:cubicBezTo>
                    <a:pt x="3953" y="852"/>
                    <a:pt x="3953" y="846"/>
                    <a:pt x="3956" y="843"/>
                  </a:cubicBezTo>
                  <a:cubicBezTo>
                    <a:pt x="4003" y="795"/>
                    <a:pt x="4049" y="745"/>
                    <a:pt x="4098" y="690"/>
                  </a:cubicBezTo>
                  <a:cubicBezTo>
                    <a:pt x="4102" y="685"/>
                    <a:pt x="4106" y="681"/>
                    <a:pt x="4109" y="677"/>
                  </a:cubicBezTo>
                  <a:cubicBezTo>
                    <a:pt x="4109" y="677"/>
                    <a:pt x="4109" y="677"/>
                    <a:pt x="4109" y="677"/>
                  </a:cubicBezTo>
                  <a:cubicBezTo>
                    <a:pt x="4112" y="674"/>
                    <a:pt x="4118" y="673"/>
                    <a:pt x="4121" y="676"/>
                  </a:cubicBezTo>
                  <a:cubicBezTo>
                    <a:pt x="4125" y="679"/>
                    <a:pt x="4125" y="685"/>
                    <a:pt x="4122" y="688"/>
                  </a:cubicBezTo>
                  <a:cubicBezTo>
                    <a:pt x="4118" y="693"/>
                    <a:pt x="4114" y="697"/>
                    <a:pt x="4110" y="701"/>
                  </a:cubicBezTo>
                  <a:cubicBezTo>
                    <a:pt x="4062" y="757"/>
                    <a:pt x="4015" y="807"/>
                    <a:pt x="3969" y="855"/>
                  </a:cubicBezTo>
                  <a:cubicBezTo>
                    <a:pt x="3967" y="857"/>
                    <a:pt x="3965" y="857"/>
                    <a:pt x="3962" y="857"/>
                  </a:cubicBezTo>
                  <a:close/>
                  <a:moveTo>
                    <a:pt x="5526" y="829"/>
                  </a:moveTo>
                  <a:cubicBezTo>
                    <a:pt x="5526" y="829"/>
                    <a:pt x="5526" y="829"/>
                    <a:pt x="5526" y="829"/>
                  </a:cubicBezTo>
                  <a:cubicBezTo>
                    <a:pt x="5524" y="829"/>
                    <a:pt x="5522" y="829"/>
                    <a:pt x="5520" y="828"/>
                  </a:cubicBezTo>
                  <a:cubicBezTo>
                    <a:pt x="5519" y="826"/>
                    <a:pt x="5517" y="824"/>
                    <a:pt x="5517" y="822"/>
                  </a:cubicBezTo>
                  <a:cubicBezTo>
                    <a:pt x="5517" y="820"/>
                    <a:pt x="5517" y="817"/>
                    <a:pt x="5519" y="816"/>
                  </a:cubicBezTo>
                  <a:cubicBezTo>
                    <a:pt x="5522" y="812"/>
                    <a:pt x="5527" y="811"/>
                    <a:pt x="5531" y="814"/>
                  </a:cubicBezTo>
                  <a:cubicBezTo>
                    <a:pt x="5531" y="814"/>
                    <a:pt x="5531" y="814"/>
                    <a:pt x="5531" y="814"/>
                  </a:cubicBezTo>
                  <a:cubicBezTo>
                    <a:pt x="5533" y="816"/>
                    <a:pt x="5534" y="818"/>
                    <a:pt x="5534" y="820"/>
                  </a:cubicBezTo>
                  <a:cubicBezTo>
                    <a:pt x="5534" y="822"/>
                    <a:pt x="5534" y="824"/>
                    <a:pt x="5532" y="826"/>
                  </a:cubicBezTo>
                  <a:cubicBezTo>
                    <a:pt x="5531" y="828"/>
                    <a:pt x="5528" y="829"/>
                    <a:pt x="5526" y="829"/>
                  </a:cubicBezTo>
                  <a:close/>
                  <a:moveTo>
                    <a:pt x="5491" y="800"/>
                  </a:moveTo>
                  <a:cubicBezTo>
                    <a:pt x="5489" y="800"/>
                    <a:pt x="5487" y="799"/>
                    <a:pt x="5485" y="798"/>
                  </a:cubicBezTo>
                  <a:cubicBezTo>
                    <a:pt x="5467" y="781"/>
                    <a:pt x="5467" y="781"/>
                    <a:pt x="5467" y="781"/>
                  </a:cubicBezTo>
                  <a:cubicBezTo>
                    <a:pt x="5458" y="772"/>
                    <a:pt x="5458" y="772"/>
                    <a:pt x="5458" y="772"/>
                  </a:cubicBezTo>
                  <a:cubicBezTo>
                    <a:pt x="5456" y="771"/>
                    <a:pt x="5454" y="769"/>
                    <a:pt x="5452" y="767"/>
                  </a:cubicBezTo>
                  <a:cubicBezTo>
                    <a:pt x="5448" y="763"/>
                    <a:pt x="5444" y="759"/>
                    <a:pt x="5440" y="755"/>
                  </a:cubicBezTo>
                  <a:cubicBezTo>
                    <a:pt x="5440" y="755"/>
                    <a:pt x="5440" y="755"/>
                    <a:pt x="5440" y="755"/>
                  </a:cubicBezTo>
                  <a:cubicBezTo>
                    <a:pt x="5424" y="737"/>
                    <a:pt x="5424" y="737"/>
                    <a:pt x="5424" y="737"/>
                  </a:cubicBezTo>
                  <a:cubicBezTo>
                    <a:pt x="5420" y="733"/>
                    <a:pt x="5416" y="729"/>
                    <a:pt x="5412" y="725"/>
                  </a:cubicBezTo>
                  <a:cubicBezTo>
                    <a:pt x="5411" y="723"/>
                    <a:pt x="5409" y="722"/>
                    <a:pt x="5408" y="720"/>
                  </a:cubicBezTo>
                  <a:cubicBezTo>
                    <a:pt x="5407" y="720"/>
                    <a:pt x="5407" y="720"/>
                    <a:pt x="5407" y="720"/>
                  </a:cubicBezTo>
                  <a:cubicBezTo>
                    <a:pt x="5406" y="718"/>
                    <a:pt x="5404" y="716"/>
                    <a:pt x="5402" y="714"/>
                  </a:cubicBezTo>
                  <a:cubicBezTo>
                    <a:pt x="5399" y="710"/>
                    <a:pt x="5395" y="706"/>
                    <a:pt x="5392" y="702"/>
                  </a:cubicBezTo>
                  <a:cubicBezTo>
                    <a:pt x="5390" y="700"/>
                    <a:pt x="5388" y="698"/>
                    <a:pt x="5386" y="696"/>
                  </a:cubicBezTo>
                  <a:cubicBezTo>
                    <a:pt x="5378" y="687"/>
                    <a:pt x="5370" y="677"/>
                    <a:pt x="5362" y="668"/>
                  </a:cubicBezTo>
                  <a:cubicBezTo>
                    <a:pt x="5348" y="651"/>
                    <a:pt x="5348" y="651"/>
                    <a:pt x="5348" y="651"/>
                  </a:cubicBezTo>
                  <a:cubicBezTo>
                    <a:pt x="5333" y="633"/>
                    <a:pt x="5333" y="633"/>
                    <a:pt x="5333" y="633"/>
                  </a:cubicBezTo>
                  <a:cubicBezTo>
                    <a:pt x="5332" y="632"/>
                    <a:pt x="5332" y="632"/>
                    <a:pt x="5331" y="631"/>
                  </a:cubicBezTo>
                  <a:cubicBezTo>
                    <a:pt x="5328" y="627"/>
                    <a:pt x="5329" y="622"/>
                    <a:pt x="5332" y="619"/>
                  </a:cubicBezTo>
                  <a:cubicBezTo>
                    <a:pt x="5336" y="616"/>
                    <a:pt x="5341" y="617"/>
                    <a:pt x="5344" y="620"/>
                  </a:cubicBezTo>
                  <a:cubicBezTo>
                    <a:pt x="5345" y="621"/>
                    <a:pt x="5346" y="622"/>
                    <a:pt x="5347" y="623"/>
                  </a:cubicBezTo>
                  <a:cubicBezTo>
                    <a:pt x="5361" y="640"/>
                    <a:pt x="5361" y="640"/>
                    <a:pt x="5361" y="640"/>
                  </a:cubicBezTo>
                  <a:cubicBezTo>
                    <a:pt x="5361" y="640"/>
                    <a:pt x="5361" y="640"/>
                    <a:pt x="5361" y="640"/>
                  </a:cubicBezTo>
                  <a:cubicBezTo>
                    <a:pt x="5375" y="657"/>
                    <a:pt x="5375" y="657"/>
                    <a:pt x="5375" y="657"/>
                  </a:cubicBezTo>
                  <a:cubicBezTo>
                    <a:pt x="5382" y="666"/>
                    <a:pt x="5391" y="675"/>
                    <a:pt x="5398" y="684"/>
                  </a:cubicBezTo>
                  <a:cubicBezTo>
                    <a:pt x="5400" y="686"/>
                    <a:pt x="5403" y="689"/>
                    <a:pt x="5405" y="691"/>
                  </a:cubicBezTo>
                  <a:cubicBezTo>
                    <a:pt x="5408" y="695"/>
                    <a:pt x="5411" y="699"/>
                    <a:pt x="5415" y="702"/>
                  </a:cubicBezTo>
                  <a:cubicBezTo>
                    <a:pt x="5416" y="704"/>
                    <a:pt x="5418" y="706"/>
                    <a:pt x="5420" y="708"/>
                  </a:cubicBezTo>
                  <a:cubicBezTo>
                    <a:pt x="5420" y="708"/>
                    <a:pt x="5420" y="708"/>
                    <a:pt x="5420" y="708"/>
                  </a:cubicBezTo>
                  <a:cubicBezTo>
                    <a:pt x="5422" y="710"/>
                    <a:pt x="5423" y="712"/>
                    <a:pt x="5424" y="713"/>
                  </a:cubicBezTo>
                  <a:cubicBezTo>
                    <a:pt x="5428" y="717"/>
                    <a:pt x="5432" y="722"/>
                    <a:pt x="5436" y="726"/>
                  </a:cubicBezTo>
                  <a:cubicBezTo>
                    <a:pt x="5453" y="743"/>
                    <a:pt x="5453" y="743"/>
                    <a:pt x="5453" y="743"/>
                  </a:cubicBezTo>
                  <a:cubicBezTo>
                    <a:pt x="5456" y="747"/>
                    <a:pt x="5461" y="751"/>
                    <a:pt x="5464" y="755"/>
                  </a:cubicBezTo>
                  <a:cubicBezTo>
                    <a:pt x="5466" y="757"/>
                    <a:pt x="5468" y="758"/>
                    <a:pt x="5470" y="760"/>
                  </a:cubicBezTo>
                  <a:cubicBezTo>
                    <a:pt x="5479" y="769"/>
                    <a:pt x="5479" y="769"/>
                    <a:pt x="5479" y="769"/>
                  </a:cubicBezTo>
                  <a:cubicBezTo>
                    <a:pt x="5497" y="785"/>
                    <a:pt x="5497" y="785"/>
                    <a:pt x="5497" y="785"/>
                  </a:cubicBezTo>
                  <a:cubicBezTo>
                    <a:pt x="5498" y="787"/>
                    <a:pt x="5499" y="789"/>
                    <a:pt x="5499" y="791"/>
                  </a:cubicBezTo>
                  <a:cubicBezTo>
                    <a:pt x="5500" y="794"/>
                    <a:pt x="5499" y="796"/>
                    <a:pt x="5497" y="797"/>
                  </a:cubicBezTo>
                  <a:cubicBezTo>
                    <a:pt x="5496" y="799"/>
                    <a:pt x="5493" y="800"/>
                    <a:pt x="5491" y="800"/>
                  </a:cubicBezTo>
                  <a:close/>
                  <a:moveTo>
                    <a:pt x="2913" y="789"/>
                  </a:moveTo>
                  <a:cubicBezTo>
                    <a:pt x="2910" y="789"/>
                    <a:pt x="2908" y="788"/>
                    <a:pt x="2906" y="785"/>
                  </a:cubicBezTo>
                  <a:cubicBezTo>
                    <a:pt x="2905" y="784"/>
                    <a:pt x="2904" y="781"/>
                    <a:pt x="2904" y="779"/>
                  </a:cubicBezTo>
                  <a:cubicBezTo>
                    <a:pt x="2905" y="777"/>
                    <a:pt x="2906" y="775"/>
                    <a:pt x="2908" y="773"/>
                  </a:cubicBezTo>
                  <a:cubicBezTo>
                    <a:pt x="2911" y="771"/>
                    <a:pt x="2917" y="772"/>
                    <a:pt x="2920" y="775"/>
                  </a:cubicBezTo>
                  <a:cubicBezTo>
                    <a:pt x="2921" y="777"/>
                    <a:pt x="2922" y="779"/>
                    <a:pt x="2921" y="782"/>
                  </a:cubicBezTo>
                  <a:cubicBezTo>
                    <a:pt x="2921" y="784"/>
                    <a:pt x="2920" y="786"/>
                    <a:pt x="2918" y="787"/>
                  </a:cubicBezTo>
                  <a:cubicBezTo>
                    <a:pt x="2916" y="788"/>
                    <a:pt x="2915" y="789"/>
                    <a:pt x="2913" y="789"/>
                  </a:cubicBezTo>
                  <a:close/>
                  <a:moveTo>
                    <a:pt x="2886" y="752"/>
                  </a:moveTo>
                  <a:cubicBezTo>
                    <a:pt x="2883" y="752"/>
                    <a:pt x="2881" y="751"/>
                    <a:pt x="2879" y="749"/>
                  </a:cubicBezTo>
                  <a:cubicBezTo>
                    <a:pt x="2873" y="740"/>
                    <a:pt x="2866" y="731"/>
                    <a:pt x="2860" y="722"/>
                  </a:cubicBezTo>
                  <a:cubicBezTo>
                    <a:pt x="2847" y="704"/>
                    <a:pt x="2833" y="685"/>
                    <a:pt x="2820" y="667"/>
                  </a:cubicBezTo>
                  <a:cubicBezTo>
                    <a:pt x="2800" y="639"/>
                    <a:pt x="2773" y="603"/>
                    <a:pt x="2745" y="566"/>
                  </a:cubicBezTo>
                  <a:cubicBezTo>
                    <a:pt x="2744" y="565"/>
                    <a:pt x="2743" y="562"/>
                    <a:pt x="2744" y="560"/>
                  </a:cubicBezTo>
                  <a:cubicBezTo>
                    <a:pt x="2744" y="558"/>
                    <a:pt x="2745" y="556"/>
                    <a:pt x="2747" y="555"/>
                  </a:cubicBezTo>
                  <a:cubicBezTo>
                    <a:pt x="2751" y="552"/>
                    <a:pt x="2756" y="553"/>
                    <a:pt x="2759" y="556"/>
                  </a:cubicBezTo>
                  <a:cubicBezTo>
                    <a:pt x="2786" y="593"/>
                    <a:pt x="2813" y="629"/>
                    <a:pt x="2834" y="657"/>
                  </a:cubicBezTo>
                  <a:cubicBezTo>
                    <a:pt x="2847" y="676"/>
                    <a:pt x="2861" y="695"/>
                    <a:pt x="2875" y="714"/>
                  </a:cubicBezTo>
                  <a:cubicBezTo>
                    <a:pt x="2881" y="722"/>
                    <a:pt x="2887" y="730"/>
                    <a:pt x="2893" y="739"/>
                  </a:cubicBezTo>
                  <a:cubicBezTo>
                    <a:pt x="2894" y="741"/>
                    <a:pt x="2895" y="743"/>
                    <a:pt x="2894" y="745"/>
                  </a:cubicBezTo>
                  <a:cubicBezTo>
                    <a:pt x="2894" y="747"/>
                    <a:pt x="2893" y="749"/>
                    <a:pt x="2891" y="751"/>
                  </a:cubicBezTo>
                  <a:cubicBezTo>
                    <a:pt x="2890" y="752"/>
                    <a:pt x="2888" y="752"/>
                    <a:pt x="2886" y="752"/>
                  </a:cubicBezTo>
                  <a:close/>
                  <a:moveTo>
                    <a:pt x="6267" y="736"/>
                  </a:moveTo>
                  <a:cubicBezTo>
                    <a:pt x="6265" y="736"/>
                    <a:pt x="6262" y="735"/>
                    <a:pt x="6261" y="733"/>
                  </a:cubicBezTo>
                  <a:cubicBezTo>
                    <a:pt x="6258" y="729"/>
                    <a:pt x="6258" y="724"/>
                    <a:pt x="6262" y="721"/>
                  </a:cubicBezTo>
                  <a:cubicBezTo>
                    <a:pt x="6262" y="721"/>
                    <a:pt x="6262" y="721"/>
                    <a:pt x="6262" y="721"/>
                  </a:cubicBezTo>
                  <a:cubicBezTo>
                    <a:pt x="6266" y="718"/>
                    <a:pt x="6271" y="719"/>
                    <a:pt x="6274" y="723"/>
                  </a:cubicBezTo>
                  <a:cubicBezTo>
                    <a:pt x="6277" y="727"/>
                    <a:pt x="6276" y="732"/>
                    <a:pt x="6272" y="735"/>
                  </a:cubicBezTo>
                  <a:cubicBezTo>
                    <a:pt x="6272" y="735"/>
                    <a:pt x="6272" y="735"/>
                    <a:pt x="6272" y="735"/>
                  </a:cubicBezTo>
                  <a:cubicBezTo>
                    <a:pt x="6272" y="735"/>
                    <a:pt x="6272" y="735"/>
                    <a:pt x="6272" y="735"/>
                  </a:cubicBezTo>
                  <a:cubicBezTo>
                    <a:pt x="6271" y="736"/>
                    <a:pt x="6269" y="736"/>
                    <a:pt x="6267" y="736"/>
                  </a:cubicBezTo>
                  <a:close/>
                  <a:moveTo>
                    <a:pt x="6303" y="709"/>
                  </a:moveTo>
                  <a:cubicBezTo>
                    <a:pt x="6300" y="709"/>
                    <a:pt x="6298" y="707"/>
                    <a:pt x="6296" y="705"/>
                  </a:cubicBezTo>
                  <a:cubicBezTo>
                    <a:pt x="6293" y="702"/>
                    <a:pt x="6294" y="696"/>
                    <a:pt x="6298" y="694"/>
                  </a:cubicBezTo>
                  <a:cubicBezTo>
                    <a:pt x="6308" y="685"/>
                    <a:pt x="6320" y="676"/>
                    <a:pt x="6333" y="665"/>
                  </a:cubicBezTo>
                  <a:cubicBezTo>
                    <a:pt x="6336" y="662"/>
                    <a:pt x="6342" y="663"/>
                    <a:pt x="6345" y="666"/>
                  </a:cubicBezTo>
                  <a:cubicBezTo>
                    <a:pt x="6346" y="668"/>
                    <a:pt x="6347" y="670"/>
                    <a:pt x="6347" y="672"/>
                  </a:cubicBezTo>
                  <a:cubicBezTo>
                    <a:pt x="6346" y="675"/>
                    <a:pt x="6345" y="677"/>
                    <a:pt x="6344" y="678"/>
                  </a:cubicBezTo>
                  <a:cubicBezTo>
                    <a:pt x="6331" y="689"/>
                    <a:pt x="6319" y="698"/>
                    <a:pt x="6308" y="707"/>
                  </a:cubicBezTo>
                  <a:cubicBezTo>
                    <a:pt x="6307" y="708"/>
                    <a:pt x="6305" y="709"/>
                    <a:pt x="6303" y="709"/>
                  </a:cubicBezTo>
                  <a:close/>
                  <a:moveTo>
                    <a:pt x="1209" y="703"/>
                  </a:moveTo>
                  <a:cubicBezTo>
                    <a:pt x="1209" y="703"/>
                    <a:pt x="1209" y="703"/>
                    <a:pt x="1209" y="703"/>
                  </a:cubicBezTo>
                  <a:cubicBezTo>
                    <a:pt x="1204" y="703"/>
                    <a:pt x="1200" y="699"/>
                    <a:pt x="1200" y="695"/>
                  </a:cubicBezTo>
                  <a:cubicBezTo>
                    <a:pt x="1200" y="692"/>
                    <a:pt x="1201" y="690"/>
                    <a:pt x="1202" y="689"/>
                  </a:cubicBezTo>
                  <a:cubicBezTo>
                    <a:pt x="1204" y="687"/>
                    <a:pt x="1206" y="686"/>
                    <a:pt x="1208" y="686"/>
                  </a:cubicBezTo>
                  <a:cubicBezTo>
                    <a:pt x="1209" y="686"/>
                    <a:pt x="1209" y="686"/>
                    <a:pt x="1209" y="686"/>
                  </a:cubicBezTo>
                  <a:cubicBezTo>
                    <a:pt x="1213" y="686"/>
                    <a:pt x="1217" y="690"/>
                    <a:pt x="1217" y="694"/>
                  </a:cubicBezTo>
                  <a:cubicBezTo>
                    <a:pt x="1217" y="699"/>
                    <a:pt x="1213" y="703"/>
                    <a:pt x="1209" y="703"/>
                  </a:cubicBezTo>
                  <a:close/>
                  <a:moveTo>
                    <a:pt x="1163" y="701"/>
                  </a:moveTo>
                  <a:cubicBezTo>
                    <a:pt x="1163" y="701"/>
                    <a:pt x="1163" y="701"/>
                    <a:pt x="1162" y="701"/>
                  </a:cubicBezTo>
                  <a:cubicBezTo>
                    <a:pt x="1154" y="700"/>
                    <a:pt x="1145" y="698"/>
                    <a:pt x="1138" y="697"/>
                  </a:cubicBezTo>
                  <a:cubicBezTo>
                    <a:pt x="1137" y="697"/>
                    <a:pt x="1137" y="697"/>
                    <a:pt x="1137" y="697"/>
                  </a:cubicBezTo>
                  <a:cubicBezTo>
                    <a:pt x="1133" y="696"/>
                    <a:pt x="1128" y="695"/>
                    <a:pt x="1124" y="694"/>
                  </a:cubicBezTo>
                  <a:cubicBezTo>
                    <a:pt x="1124" y="694"/>
                    <a:pt x="1124" y="694"/>
                    <a:pt x="1124" y="694"/>
                  </a:cubicBezTo>
                  <a:cubicBezTo>
                    <a:pt x="1123" y="694"/>
                    <a:pt x="1122" y="693"/>
                    <a:pt x="1121" y="693"/>
                  </a:cubicBezTo>
                  <a:cubicBezTo>
                    <a:pt x="1118" y="692"/>
                    <a:pt x="1115" y="692"/>
                    <a:pt x="1111" y="691"/>
                  </a:cubicBezTo>
                  <a:cubicBezTo>
                    <a:pt x="1108" y="690"/>
                    <a:pt x="1108" y="690"/>
                    <a:pt x="1108" y="690"/>
                  </a:cubicBezTo>
                  <a:cubicBezTo>
                    <a:pt x="1101" y="688"/>
                    <a:pt x="1094" y="686"/>
                    <a:pt x="1087" y="683"/>
                  </a:cubicBezTo>
                  <a:cubicBezTo>
                    <a:pt x="1087" y="683"/>
                    <a:pt x="1087" y="683"/>
                    <a:pt x="1087" y="683"/>
                  </a:cubicBezTo>
                  <a:cubicBezTo>
                    <a:pt x="1071" y="678"/>
                    <a:pt x="1056" y="672"/>
                    <a:pt x="1043" y="666"/>
                  </a:cubicBezTo>
                  <a:cubicBezTo>
                    <a:pt x="1043" y="666"/>
                    <a:pt x="1043" y="666"/>
                    <a:pt x="1043" y="666"/>
                  </a:cubicBezTo>
                  <a:cubicBezTo>
                    <a:pt x="1018" y="655"/>
                    <a:pt x="994" y="642"/>
                    <a:pt x="968" y="626"/>
                  </a:cubicBezTo>
                  <a:cubicBezTo>
                    <a:pt x="962" y="623"/>
                    <a:pt x="956" y="619"/>
                    <a:pt x="951" y="615"/>
                  </a:cubicBezTo>
                  <a:cubicBezTo>
                    <a:pt x="949" y="614"/>
                    <a:pt x="948" y="612"/>
                    <a:pt x="947" y="610"/>
                  </a:cubicBezTo>
                  <a:cubicBezTo>
                    <a:pt x="947" y="608"/>
                    <a:pt x="947" y="605"/>
                    <a:pt x="948" y="603"/>
                  </a:cubicBezTo>
                  <a:cubicBezTo>
                    <a:pt x="951" y="600"/>
                    <a:pt x="956" y="599"/>
                    <a:pt x="960" y="601"/>
                  </a:cubicBezTo>
                  <a:cubicBezTo>
                    <a:pt x="966" y="605"/>
                    <a:pt x="971" y="608"/>
                    <a:pt x="977" y="612"/>
                  </a:cubicBezTo>
                  <a:cubicBezTo>
                    <a:pt x="1003" y="627"/>
                    <a:pt x="1026" y="640"/>
                    <a:pt x="1050" y="651"/>
                  </a:cubicBezTo>
                  <a:cubicBezTo>
                    <a:pt x="1063" y="656"/>
                    <a:pt x="1077" y="662"/>
                    <a:pt x="1092" y="667"/>
                  </a:cubicBezTo>
                  <a:cubicBezTo>
                    <a:pt x="1093" y="667"/>
                    <a:pt x="1093" y="667"/>
                    <a:pt x="1093" y="667"/>
                  </a:cubicBezTo>
                  <a:cubicBezTo>
                    <a:pt x="1099" y="670"/>
                    <a:pt x="1106" y="672"/>
                    <a:pt x="1113" y="674"/>
                  </a:cubicBezTo>
                  <a:cubicBezTo>
                    <a:pt x="1116" y="674"/>
                    <a:pt x="1116" y="674"/>
                    <a:pt x="1116" y="674"/>
                  </a:cubicBezTo>
                  <a:cubicBezTo>
                    <a:pt x="1119" y="675"/>
                    <a:pt x="1122" y="676"/>
                    <a:pt x="1125" y="677"/>
                  </a:cubicBezTo>
                  <a:cubicBezTo>
                    <a:pt x="1126" y="677"/>
                    <a:pt x="1127" y="677"/>
                    <a:pt x="1128" y="677"/>
                  </a:cubicBezTo>
                  <a:cubicBezTo>
                    <a:pt x="1128" y="677"/>
                    <a:pt x="1128" y="677"/>
                    <a:pt x="1128" y="677"/>
                  </a:cubicBezTo>
                  <a:cubicBezTo>
                    <a:pt x="1133" y="678"/>
                    <a:pt x="1136" y="679"/>
                    <a:pt x="1141" y="680"/>
                  </a:cubicBezTo>
                  <a:cubicBezTo>
                    <a:pt x="1141" y="680"/>
                    <a:pt x="1141" y="680"/>
                    <a:pt x="1141" y="680"/>
                  </a:cubicBezTo>
                  <a:cubicBezTo>
                    <a:pt x="1148" y="682"/>
                    <a:pt x="1156" y="683"/>
                    <a:pt x="1164" y="684"/>
                  </a:cubicBezTo>
                  <a:cubicBezTo>
                    <a:pt x="1169" y="684"/>
                    <a:pt x="1172" y="689"/>
                    <a:pt x="1172" y="693"/>
                  </a:cubicBezTo>
                  <a:cubicBezTo>
                    <a:pt x="1171" y="697"/>
                    <a:pt x="1168" y="701"/>
                    <a:pt x="1163" y="701"/>
                  </a:cubicBezTo>
                  <a:close/>
                  <a:moveTo>
                    <a:pt x="1254" y="699"/>
                  </a:moveTo>
                  <a:cubicBezTo>
                    <a:pt x="1249" y="699"/>
                    <a:pt x="1246" y="696"/>
                    <a:pt x="1245" y="692"/>
                  </a:cubicBezTo>
                  <a:cubicBezTo>
                    <a:pt x="1244" y="687"/>
                    <a:pt x="1248" y="683"/>
                    <a:pt x="1252" y="682"/>
                  </a:cubicBezTo>
                  <a:cubicBezTo>
                    <a:pt x="1252" y="682"/>
                    <a:pt x="1252" y="682"/>
                    <a:pt x="1252" y="682"/>
                  </a:cubicBezTo>
                  <a:cubicBezTo>
                    <a:pt x="1252" y="682"/>
                    <a:pt x="1252" y="682"/>
                    <a:pt x="1252" y="682"/>
                  </a:cubicBezTo>
                  <a:cubicBezTo>
                    <a:pt x="1253" y="682"/>
                    <a:pt x="1253" y="682"/>
                    <a:pt x="1253" y="682"/>
                  </a:cubicBezTo>
                  <a:cubicBezTo>
                    <a:pt x="1254" y="682"/>
                    <a:pt x="1254" y="682"/>
                    <a:pt x="1255" y="682"/>
                  </a:cubicBezTo>
                  <a:cubicBezTo>
                    <a:pt x="1274" y="678"/>
                    <a:pt x="1274" y="678"/>
                    <a:pt x="1274" y="678"/>
                  </a:cubicBezTo>
                  <a:cubicBezTo>
                    <a:pt x="1274" y="678"/>
                    <a:pt x="1274" y="678"/>
                    <a:pt x="1274" y="678"/>
                  </a:cubicBezTo>
                  <a:cubicBezTo>
                    <a:pt x="1280" y="677"/>
                    <a:pt x="1285" y="676"/>
                    <a:pt x="1291" y="674"/>
                  </a:cubicBezTo>
                  <a:cubicBezTo>
                    <a:pt x="1295" y="674"/>
                    <a:pt x="1295" y="674"/>
                    <a:pt x="1295" y="674"/>
                  </a:cubicBezTo>
                  <a:cubicBezTo>
                    <a:pt x="1295" y="674"/>
                    <a:pt x="1295" y="674"/>
                    <a:pt x="1295" y="674"/>
                  </a:cubicBezTo>
                  <a:cubicBezTo>
                    <a:pt x="1295" y="673"/>
                    <a:pt x="1295" y="673"/>
                    <a:pt x="1296" y="673"/>
                  </a:cubicBezTo>
                  <a:cubicBezTo>
                    <a:pt x="1296" y="673"/>
                    <a:pt x="1296" y="673"/>
                    <a:pt x="1296" y="673"/>
                  </a:cubicBezTo>
                  <a:cubicBezTo>
                    <a:pt x="1297" y="673"/>
                    <a:pt x="1297" y="673"/>
                    <a:pt x="1298" y="673"/>
                  </a:cubicBezTo>
                  <a:cubicBezTo>
                    <a:pt x="1302" y="673"/>
                    <a:pt x="1305" y="676"/>
                    <a:pt x="1306" y="679"/>
                  </a:cubicBezTo>
                  <a:cubicBezTo>
                    <a:pt x="1307" y="682"/>
                    <a:pt x="1306" y="684"/>
                    <a:pt x="1305" y="686"/>
                  </a:cubicBezTo>
                  <a:cubicBezTo>
                    <a:pt x="1304" y="688"/>
                    <a:pt x="1302" y="689"/>
                    <a:pt x="1300" y="690"/>
                  </a:cubicBezTo>
                  <a:cubicBezTo>
                    <a:pt x="1299" y="690"/>
                    <a:pt x="1299" y="690"/>
                    <a:pt x="1299" y="690"/>
                  </a:cubicBezTo>
                  <a:cubicBezTo>
                    <a:pt x="1299" y="690"/>
                    <a:pt x="1299" y="690"/>
                    <a:pt x="1299" y="690"/>
                  </a:cubicBezTo>
                  <a:cubicBezTo>
                    <a:pt x="1298" y="690"/>
                    <a:pt x="1298" y="690"/>
                    <a:pt x="1298" y="690"/>
                  </a:cubicBezTo>
                  <a:cubicBezTo>
                    <a:pt x="1297" y="690"/>
                    <a:pt x="1295" y="691"/>
                    <a:pt x="1294" y="691"/>
                  </a:cubicBezTo>
                  <a:cubicBezTo>
                    <a:pt x="1289" y="692"/>
                    <a:pt x="1283" y="694"/>
                    <a:pt x="1278" y="695"/>
                  </a:cubicBezTo>
                  <a:cubicBezTo>
                    <a:pt x="1258" y="699"/>
                    <a:pt x="1258" y="699"/>
                    <a:pt x="1258" y="699"/>
                  </a:cubicBezTo>
                  <a:cubicBezTo>
                    <a:pt x="1257" y="699"/>
                    <a:pt x="1256" y="699"/>
                    <a:pt x="1255" y="699"/>
                  </a:cubicBezTo>
                  <a:cubicBezTo>
                    <a:pt x="1255" y="699"/>
                    <a:pt x="1255" y="699"/>
                    <a:pt x="1255" y="699"/>
                  </a:cubicBezTo>
                  <a:cubicBezTo>
                    <a:pt x="1255" y="699"/>
                    <a:pt x="1255" y="699"/>
                    <a:pt x="1255" y="699"/>
                  </a:cubicBezTo>
                  <a:cubicBezTo>
                    <a:pt x="1255" y="699"/>
                    <a:pt x="1255" y="699"/>
                    <a:pt x="1255" y="699"/>
                  </a:cubicBezTo>
                  <a:cubicBezTo>
                    <a:pt x="1255" y="699"/>
                    <a:pt x="1255" y="699"/>
                    <a:pt x="1255" y="699"/>
                  </a:cubicBezTo>
                  <a:cubicBezTo>
                    <a:pt x="1254" y="699"/>
                    <a:pt x="1254" y="699"/>
                    <a:pt x="1254" y="699"/>
                  </a:cubicBezTo>
                  <a:close/>
                  <a:moveTo>
                    <a:pt x="1341" y="678"/>
                  </a:moveTo>
                  <a:cubicBezTo>
                    <a:pt x="1338" y="678"/>
                    <a:pt x="1334" y="675"/>
                    <a:pt x="1333" y="672"/>
                  </a:cubicBezTo>
                  <a:cubicBezTo>
                    <a:pt x="1333" y="670"/>
                    <a:pt x="1333" y="667"/>
                    <a:pt x="1334" y="665"/>
                  </a:cubicBezTo>
                  <a:cubicBezTo>
                    <a:pt x="1335" y="663"/>
                    <a:pt x="1337" y="662"/>
                    <a:pt x="1339" y="661"/>
                  </a:cubicBezTo>
                  <a:cubicBezTo>
                    <a:pt x="1388" y="646"/>
                    <a:pt x="1432" y="627"/>
                    <a:pt x="1469" y="611"/>
                  </a:cubicBezTo>
                  <a:cubicBezTo>
                    <a:pt x="1493" y="600"/>
                    <a:pt x="1519" y="589"/>
                    <a:pt x="1547" y="575"/>
                  </a:cubicBezTo>
                  <a:cubicBezTo>
                    <a:pt x="1551" y="573"/>
                    <a:pt x="1556" y="575"/>
                    <a:pt x="1558" y="579"/>
                  </a:cubicBezTo>
                  <a:cubicBezTo>
                    <a:pt x="1560" y="583"/>
                    <a:pt x="1558" y="589"/>
                    <a:pt x="1554" y="591"/>
                  </a:cubicBezTo>
                  <a:cubicBezTo>
                    <a:pt x="1526" y="604"/>
                    <a:pt x="1501" y="616"/>
                    <a:pt x="1476" y="627"/>
                  </a:cubicBezTo>
                  <a:cubicBezTo>
                    <a:pt x="1439" y="643"/>
                    <a:pt x="1394" y="662"/>
                    <a:pt x="1344" y="677"/>
                  </a:cubicBezTo>
                  <a:cubicBezTo>
                    <a:pt x="1343" y="678"/>
                    <a:pt x="1342" y="678"/>
                    <a:pt x="1341" y="678"/>
                  </a:cubicBezTo>
                  <a:close/>
                  <a:moveTo>
                    <a:pt x="4145" y="657"/>
                  </a:moveTo>
                  <a:cubicBezTo>
                    <a:pt x="4143" y="657"/>
                    <a:pt x="4141" y="656"/>
                    <a:pt x="4140" y="655"/>
                  </a:cubicBezTo>
                  <a:cubicBezTo>
                    <a:pt x="4138" y="653"/>
                    <a:pt x="4137" y="651"/>
                    <a:pt x="4137" y="649"/>
                  </a:cubicBezTo>
                  <a:cubicBezTo>
                    <a:pt x="4137" y="647"/>
                    <a:pt x="4137" y="645"/>
                    <a:pt x="4139" y="643"/>
                  </a:cubicBezTo>
                  <a:cubicBezTo>
                    <a:pt x="4139" y="643"/>
                    <a:pt x="4139" y="643"/>
                    <a:pt x="4139" y="643"/>
                  </a:cubicBezTo>
                  <a:cubicBezTo>
                    <a:pt x="4142" y="639"/>
                    <a:pt x="4148" y="639"/>
                    <a:pt x="4151" y="642"/>
                  </a:cubicBezTo>
                  <a:cubicBezTo>
                    <a:pt x="4153" y="643"/>
                    <a:pt x="4154" y="645"/>
                    <a:pt x="4154" y="648"/>
                  </a:cubicBezTo>
                  <a:cubicBezTo>
                    <a:pt x="4154" y="650"/>
                    <a:pt x="4153" y="652"/>
                    <a:pt x="4152" y="654"/>
                  </a:cubicBezTo>
                  <a:cubicBezTo>
                    <a:pt x="4150" y="656"/>
                    <a:pt x="4148" y="657"/>
                    <a:pt x="4145" y="657"/>
                  </a:cubicBezTo>
                  <a:close/>
                  <a:moveTo>
                    <a:pt x="6373" y="651"/>
                  </a:moveTo>
                  <a:cubicBezTo>
                    <a:pt x="6370" y="651"/>
                    <a:pt x="6368" y="650"/>
                    <a:pt x="6366" y="648"/>
                  </a:cubicBezTo>
                  <a:cubicBezTo>
                    <a:pt x="6363" y="644"/>
                    <a:pt x="6364" y="639"/>
                    <a:pt x="6367" y="636"/>
                  </a:cubicBezTo>
                  <a:cubicBezTo>
                    <a:pt x="6424" y="586"/>
                    <a:pt x="6479" y="536"/>
                    <a:pt x="6534" y="484"/>
                  </a:cubicBezTo>
                  <a:cubicBezTo>
                    <a:pt x="6537" y="481"/>
                    <a:pt x="6543" y="481"/>
                    <a:pt x="6546" y="484"/>
                  </a:cubicBezTo>
                  <a:cubicBezTo>
                    <a:pt x="6548" y="486"/>
                    <a:pt x="6549" y="488"/>
                    <a:pt x="6548" y="490"/>
                  </a:cubicBezTo>
                  <a:cubicBezTo>
                    <a:pt x="6548" y="493"/>
                    <a:pt x="6547" y="495"/>
                    <a:pt x="6546" y="496"/>
                  </a:cubicBezTo>
                  <a:cubicBezTo>
                    <a:pt x="6490" y="548"/>
                    <a:pt x="6436" y="599"/>
                    <a:pt x="6378" y="649"/>
                  </a:cubicBezTo>
                  <a:cubicBezTo>
                    <a:pt x="6377" y="650"/>
                    <a:pt x="6375" y="651"/>
                    <a:pt x="6373" y="651"/>
                  </a:cubicBezTo>
                  <a:close/>
                  <a:moveTo>
                    <a:pt x="4175" y="622"/>
                  </a:moveTo>
                  <a:cubicBezTo>
                    <a:pt x="4173" y="622"/>
                    <a:pt x="4171" y="622"/>
                    <a:pt x="4169" y="620"/>
                  </a:cubicBezTo>
                  <a:cubicBezTo>
                    <a:pt x="4168" y="619"/>
                    <a:pt x="4167" y="617"/>
                    <a:pt x="4166" y="615"/>
                  </a:cubicBezTo>
                  <a:cubicBezTo>
                    <a:pt x="4166" y="612"/>
                    <a:pt x="4167" y="610"/>
                    <a:pt x="4168" y="608"/>
                  </a:cubicBezTo>
                  <a:cubicBezTo>
                    <a:pt x="4178" y="597"/>
                    <a:pt x="4188" y="585"/>
                    <a:pt x="4197" y="574"/>
                  </a:cubicBezTo>
                  <a:cubicBezTo>
                    <a:pt x="4198" y="573"/>
                    <a:pt x="4198" y="573"/>
                    <a:pt x="4198" y="573"/>
                  </a:cubicBezTo>
                  <a:cubicBezTo>
                    <a:pt x="4198" y="573"/>
                    <a:pt x="4198" y="573"/>
                    <a:pt x="4198" y="573"/>
                  </a:cubicBezTo>
                  <a:cubicBezTo>
                    <a:pt x="4201" y="570"/>
                    <a:pt x="4206" y="570"/>
                    <a:pt x="4209" y="573"/>
                  </a:cubicBezTo>
                  <a:cubicBezTo>
                    <a:pt x="4211" y="574"/>
                    <a:pt x="4212" y="576"/>
                    <a:pt x="4212" y="578"/>
                  </a:cubicBezTo>
                  <a:cubicBezTo>
                    <a:pt x="4212" y="581"/>
                    <a:pt x="4212" y="583"/>
                    <a:pt x="4210" y="585"/>
                  </a:cubicBezTo>
                  <a:cubicBezTo>
                    <a:pt x="4201" y="596"/>
                    <a:pt x="4191" y="608"/>
                    <a:pt x="4181" y="619"/>
                  </a:cubicBezTo>
                  <a:cubicBezTo>
                    <a:pt x="4180" y="621"/>
                    <a:pt x="4177" y="622"/>
                    <a:pt x="4175" y="622"/>
                  </a:cubicBezTo>
                  <a:close/>
                  <a:moveTo>
                    <a:pt x="5309" y="599"/>
                  </a:moveTo>
                  <a:cubicBezTo>
                    <a:pt x="5307" y="599"/>
                    <a:pt x="5304" y="598"/>
                    <a:pt x="5302" y="596"/>
                  </a:cubicBezTo>
                  <a:cubicBezTo>
                    <a:pt x="5294" y="585"/>
                    <a:pt x="5285" y="574"/>
                    <a:pt x="5276" y="563"/>
                  </a:cubicBezTo>
                  <a:cubicBezTo>
                    <a:pt x="5274" y="561"/>
                    <a:pt x="5274" y="561"/>
                    <a:pt x="5274" y="561"/>
                  </a:cubicBezTo>
                  <a:cubicBezTo>
                    <a:pt x="5273" y="559"/>
                    <a:pt x="5272" y="557"/>
                    <a:pt x="5272" y="554"/>
                  </a:cubicBezTo>
                  <a:cubicBezTo>
                    <a:pt x="5272" y="552"/>
                    <a:pt x="5274" y="550"/>
                    <a:pt x="5275" y="549"/>
                  </a:cubicBezTo>
                  <a:cubicBezTo>
                    <a:pt x="5279" y="546"/>
                    <a:pt x="5284" y="546"/>
                    <a:pt x="5287" y="550"/>
                  </a:cubicBezTo>
                  <a:cubicBezTo>
                    <a:pt x="5295" y="560"/>
                    <a:pt x="5305" y="572"/>
                    <a:pt x="5316" y="585"/>
                  </a:cubicBezTo>
                  <a:cubicBezTo>
                    <a:pt x="5316" y="585"/>
                    <a:pt x="5316" y="585"/>
                    <a:pt x="5316" y="585"/>
                  </a:cubicBezTo>
                  <a:cubicBezTo>
                    <a:pt x="5317" y="587"/>
                    <a:pt x="5318" y="589"/>
                    <a:pt x="5318" y="591"/>
                  </a:cubicBezTo>
                  <a:cubicBezTo>
                    <a:pt x="5317" y="594"/>
                    <a:pt x="5316" y="596"/>
                    <a:pt x="5314" y="597"/>
                  </a:cubicBezTo>
                  <a:cubicBezTo>
                    <a:pt x="5313" y="598"/>
                    <a:pt x="5311" y="599"/>
                    <a:pt x="5309" y="599"/>
                  </a:cubicBezTo>
                  <a:close/>
                  <a:moveTo>
                    <a:pt x="918" y="591"/>
                  </a:moveTo>
                  <a:cubicBezTo>
                    <a:pt x="918" y="591"/>
                    <a:pt x="918" y="591"/>
                    <a:pt x="918" y="591"/>
                  </a:cubicBezTo>
                  <a:cubicBezTo>
                    <a:pt x="916" y="591"/>
                    <a:pt x="915" y="590"/>
                    <a:pt x="913" y="589"/>
                  </a:cubicBezTo>
                  <a:cubicBezTo>
                    <a:pt x="902" y="581"/>
                    <a:pt x="890" y="572"/>
                    <a:pt x="877" y="562"/>
                  </a:cubicBezTo>
                  <a:cubicBezTo>
                    <a:pt x="875" y="561"/>
                    <a:pt x="874" y="559"/>
                    <a:pt x="873" y="557"/>
                  </a:cubicBezTo>
                  <a:cubicBezTo>
                    <a:pt x="873" y="554"/>
                    <a:pt x="874" y="552"/>
                    <a:pt x="875" y="550"/>
                  </a:cubicBezTo>
                  <a:cubicBezTo>
                    <a:pt x="878" y="547"/>
                    <a:pt x="883" y="546"/>
                    <a:pt x="887" y="549"/>
                  </a:cubicBezTo>
                  <a:cubicBezTo>
                    <a:pt x="900" y="559"/>
                    <a:pt x="912" y="567"/>
                    <a:pt x="923" y="576"/>
                  </a:cubicBezTo>
                  <a:cubicBezTo>
                    <a:pt x="927" y="578"/>
                    <a:pt x="928" y="584"/>
                    <a:pt x="925" y="587"/>
                  </a:cubicBezTo>
                  <a:cubicBezTo>
                    <a:pt x="923" y="590"/>
                    <a:pt x="921" y="591"/>
                    <a:pt x="918" y="591"/>
                  </a:cubicBezTo>
                  <a:close/>
                  <a:moveTo>
                    <a:pt x="1591" y="572"/>
                  </a:moveTo>
                  <a:cubicBezTo>
                    <a:pt x="1588" y="572"/>
                    <a:pt x="1585" y="570"/>
                    <a:pt x="1583" y="567"/>
                  </a:cubicBezTo>
                  <a:cubicBezTo>
                    <a:pt x="1582" y="565"/>
                    <a:pt x="1582" y="562"/>
                    <a:pt x="1583" y="560"/>
                  </a:cubicBezTo>
                  <a:cubicBezTo>
                    <a:pt x="1584" y="558"/>
                    <a:pt x="1585" y="556"/>
                    <a:pt x="1587" y="555"/>
                  </a:cubicBezTo>
                  <a:cubicBezTo>
                    <a:pt x="1588" y="555"/>
                    <a:pt x="1588" y="555"/>
                    <a:pt x="1588" y="555"/>
                  </a:cubicBezTo>
                  <a:cubicBezTo>
                    <a:pt x="1588" y="555"/>
                    <a:pt x="1588" y="555"/>
                    <a:pt x="1588" y="555"/>
                  </a:cubicBezTo>
                  <a:cubicBezTo>
                    <a:pt x="1592" y="553"/>
                    <a:pt x="1597" y="555"/>
                    <a:pt x="1599" y="559"/>
                  </a:cubicBezTo>
                  <a:cubicBezTo>
                    <a:pt x="1600" y="561"/>
                    <a:pt x="1600" y="564"/>
                    <a:pt x="1599" y="566"/>
                  </a:cubicBezTo>
                  <a:cubicBezTo>
                    <a:pt x="1598" y="568"/>
                    <a:pt x="1597" y="570"/>
                    <a:pt x="1595" y="571"/>
                  </a:cubicBezTo>
                  <a:cubicBezTo>
                    <a:pt x="1595" y="571"/>
                    <a:pt x="1595" y="571"/>
                    <a:pt x="1595" y="571"/>
                  </a:cubicBezTo>
                  <a:cubicBezTo>
                    <a:pt x="1594" y="571"/>
                    <a:pt x="1592" y="572"/>
                    <a:pt x="1591" y="572"/>
                  </a:cubicBezTo>
                  <a:close/>
                  <a:moveTo>
                    <a:pt x="4232" y="553"/>
                  </a:moveTo>
                  <a:cubicBezTo>
                    <a:pt x="4231" y="553"/>
                    <a:pt x="4229" y="552"/>
                    <a:pt x="4227" y="551"/>
                  </a:cubicBezTo>
                  <a:cubicBezTo>
                    <a:pt x="4223" y="548"/>
                    <a:pt x="4223" y="542"/>
                    <a:pt x="4226" y="539"/>
                  </a:cubicBezTo>
                  <a:cubicBezTo>
                    <a:pt x="4258" y="499"/>
                    <a:pt x="4290" y="458"/>
                    <a:pt x="4320" y="419"/>
                  </a:cubicBezTo>
                  <a:cubicBezTo>
                    <a:pt x="4336" y="397"/>
                    <a:pt x="4350" y="378"/>
                    <a:pt x="4363" y="360"/>
                  </a:cubicBezTo>
                  <a:cubicBezTo>
                    <a:pt x="4363" y="359"/>
                    <a:pt x="4363" y="359"/>
                    <a:pt x="4363" y="359"/>
                  </a:cubicBezTo>
                  <a:cubicBezTo>
                    <a:pt x="4366" y="356"/>
                    <a:pt x="4371" y="355"/>
                    <a:pt x="4375" y="358"/>
                  </a:cubicBezTo>
                  <a:cubicBezTo>
                    <a:pt x="4379" y="360"/>
                    <a:pt x="4380" y="366"/>
                    <a:pt x="4377" y="369"/>
                  </a:cubicBezTo>
                  <a:cubicBezTo>
                    <a:pt x="4363" y="389"/>
                    <a:pt x="4349" y="408"/>
                    <a:pt x="4333" y="429"/>
                  </a:cubicBezTo>
                  <a:cubicBezTo>
                    <a:pt x="4303" y="469"/>
                    <a:pt x="4272" y="509"/>
                    <a:pt x="4239" y="550"/>
                  </a:cubicBezTo>
                  <a:cubicBezTo>
                    <a:pt x="4237" y="552"/>
                    <a:pt x="4235" y="553"/>
                    <a:pt x="4232" y="553"/>
                  </a:cubicBezTo>
                  <a:close/>
                  <a:moveTo>
                    <a:pt x="1632" y="551"/>
                  </a:moveTo>
                  <a:cubicBezTo>
                    <a:pt x="1628" y="551"/>
                    <a:pt x="1625" y="550"/>
                    <a:pt x="1624" y="547"/>
                  </a:cubicBezTo>
                  <a:cubicBezTo>
                    <a:pt x="1622" y="542"/>
                    <a:pt x="1624" y="537"/>
                    <a:pt x="1628" y="535"/>
                  </a:cubicBezTo>
                  <a:cubicBezTo>
                    <a:pt x="1640" y="529"/>
                    <a:pt x="1653" y="522"/>
                    <a:pt x="1668" y="515"/>
                  </a:cubicBezTo>
                  <a:cubicBezTo>
                    <a:pt x="1668" y="515"/>
                    <a:pt x="1668" y="515"/>
                    <a:pt x="1668" y="515"/>
                  </a:cubicBezTo>
                  <a:cubicBezTo>
                    <a:pt x="1672" y="513"/>
                    <a:pt x="1677" y="514"/>
                    <a:pt x="1679" y="518"/>
                  </a:cubicBezTo>
                  <a:cubicBezTo>
                    <a:pt x="1680" y="520"/>
                    <a:pt x="1681" y="523"/>
                    <a:pt x="1680" y="525"/>
                  </a:cubicBezTo>
                  <a:cubicBezTo>
                    <a:pt x="1679" y="527"/>
                    <a:pt x="1678" y="529"/>
                    <a:pt x="1676" y="530"/>
                  </a:cubicBezTo>
                  <a:cubicBezTo>
                    <a:pt x="1662" y="537"/>
                    <a:pt x="1648" y="544"/>
                    <a:pt x="1635" y="550"/>
                  </a:cubicBezTo>
                  <a:cubicBezTo>
                    <a:pt x="1634" y="551"/>
                    <a:pt x="1633" y="551"/>
                    <a:pt x="1632" y="551"/>
                  </a:cubicBezTo>
                  <a:close/>
                  <a:moveTo>
                    <a:pt x="846" y="536"/>
                  </a:moveTo>
                  <a:cubicBezTo>
                    <a:pt x="844" y="536"/>
                    <a:pt x="842" y="535"/>
                    <a:pt x="841" y="534"/>
                  </a:cubicBezTo>
                  <a:cubicBezTo>
                    <a:pt x="837" y="531"/>
                    <a:pt x="837" y="526"/>
                    <a:pt x="840" y="522"/>
                  </a:cubicBezTo>
                  <a:cubicBezTo>
                    <a:pt x="842" y="519"/>
                    <a:pt x="848" y="518"/>
                    <a:pt x="852" y="521"/>
                  </a:cubicBezTo>
                  <a:cubicBezTo>
                    <a:pt x="855" y="524"/>
                    <a:pt x="856" y="529"/>
                    <a:pt x="853" y="533"/>
                  </a:cubicBezTo>
                  <a:cubicBezTo>
                    <a:pt x="851" y="535"/>
                    <a:pt x="849" y="536"/>
                    <a:pt x="846" y="536"/>
                  </a:cubicBezTo>
                  <a:close/>
                  <a:moveTo>
                    <a:pt x="2725" y="534"/>
                  </a:moveTo>
                  <a:cubicBezTo>
                    <a:pt x="2722" y="534"/>
                    <a:pt x="2720" y="533"/>
                    <a:pt x="2718" y="531"/>
                  </a:cubicBezTo>
                  <a:cubicBezTo>
                    <a:pt x="2708" y="518"/>
                    <a:pt x="2699" y="506"/>
                    <a:pt x="2690" y="495"/>
                  </a:cubicBezTo>
                  <a:cubicBezTo>
                    <a:pt x="2687" y="491"/>
                    <a:pt x="2688" y="486"/>
                    <a:pt x="2692" y="483"/>
                  </a:cubicBezTo>
                  <a:cubicBezTo>
                    <a:pt x="2695" y="480"/>
                    <a:pt x="2701" y="481"/>
                    <a:pt x="2704" y="484"/>
                  </a:cubicBezTo>
                  <a:cubicBezTo>
                    <a:pt x="2713" y="496"/>
                    <a:pt x="2722" y="508"/>
                    <a:pt x="2731" y="520"/>
                  </a:cubicBezTo>
                  <a:cubicBezTo>
                    <a:pt x="2733" y="522"/>
                    <a:pt x="2733" y="524"/>
                    <a:pt x="2733" y="526"/>
                  </a:cubicBezTo>
                  <a:cubicBezTo>
                    <a:pt x="2733" y="529"/>
                    <a:pt x="2732" y="531"/>
                    <a:pt x="2730" y="532"/>
                  </a:cubicBezTo>
                  <a:cubicBezTo>
                    <a:pt x="2728" y="533"/>
                    <a:pt x="2727" y="534"/>
                    <a:pt x="2725" y="534"/>
                  </a:cubicBezTo>
                  <a:close/>
                  <a:moveTo>
                    <a:pt x="5252" y="528"/>
                  </a:moveTo>
                  <a:cubicBezTo>
                    <a:pt x="5250" y="528"/>
                    <a:pt x="5248" y="527"/>
                    <a:pt x="5246" y="526"/>
                  </a:cubicBezTo>
                  <a:cubicBezTo>
                    <a:pt x="5246" y="526"/>
                    <a:pt x="5246" y="526"/>
                    <a:pt x="5246" y="526"/>
                  </a:cubicBezTo>
                  <a:cubicBezTo>
                    <a:pt x="5246" y="525"/>
                    <a:pt x="5246" y="525"/>
                    <a:pt x="5246" y="525"/>
                  </a:cubicBezTo>
                  <a:cubicBezTo>
                    <a:pt x="5243" y="522"/>
                    <a:pt x="5243" y="516"/>
                    <a:pt x="5247" y="513"/>
                  </a:cubicBezTo>
                  <a:cubicBezTo>
                    <a:pt x="5251" y="511"/>
                    <a:pt x="5256" y="511"/>
                    <a:pt x="5259" y="515"/>
                  </a:cubicBezTo>
                  <a:cubicBezTo>
                    <a:pt x="5262" y="518"/>
                    <a:pt x="5261" y="524"/>
                    <a:pt x="5258" y="527"/>
                  </a:cubicBezTo>
                  <a:cubicBezTo>
                    <a:pt x="5256" y="528"/>
                    <a:pt x="5254" y="528"/>
                    <a:pt x="5252" y="528"/>
                  </a:cubicBezTo>
                  <a:close/>
                  <a:moveTo>
                    <a:pt x="1712" y="510"/>
                  </a:moveTo>
                  <a:cubicBezTo>
                    <a:pt x="1709" y="510"/>
                    <a:pt x="1706" y="508"/>
                    <a:pt x="1705" y="506"/>
                  </a:cubicBezTo>
                  <a:cubicBezTo>
                    <a:pt x="1704" y="504"/>
                    <a:pt x="1703" y="501"/>
                    <a:pt x="1704" y="499"/>
                  </a:cubicBezTo>
                  <a:cubicBezTo>
                    <a:pt x="1705" y="497"/>
                    <a:pt x="1706" y="495"/>
                    <a:pt x="1708" y="494"/>
                  </a:cubicBezTo>
                  <a:cubicBezTo>
                    <a:pt x="1713" y="492"/>
                    <a:pt x="1713" y="492"/>
                    <a:pt x="1713" y="492"/>
                  </a:cubicBezTo>
                  <a:cubicBezTo>
                    <a:pt x="1781" y="457"/>
                    <a:pt x="1845" y="424"/>
                    <a:pt x="1911" y="393"/>
                  </a:cubicBezTo>
                  <a:cubicBezTo>
                    <a:pt x="1915" y="391"/>
                    <a:pt x="1920" y="392"/>
                    <a:pt x="1922" y="397"/>
                  </a:cubicBezTo>
                  <a:cubicBezTo>
                    <a:pt x="1923" y="399"/>
                    <a:pt x="1923" y="401"/>
                    <a:pt x="1922" y="403"/>
                  </a:cubicBezTo>
                  <a:cubicBezTo>
                    <a:pt x="1922" y="405"/>
                    <a:pt x="1920" y="407"/>
                    <a:pt x="1918" y="408"/>
                  </a:cubicBezTo>
                  <a:cubicBezTo>
                    <a:pt x="1853" y="439"/>
                    <a:pt x="1789" y="472"/>
                    <a:pt x="1721" y="507"/>
                  </a:cubicBezTo>
                  <a:cubicBezTo>
                    <a:pt x="1716" y="509"/>
                    <a:pt x="1716" y="509"/>
                    <a:pt x="1716" y="509"/>
                  </a:cubicBezTo>
                  <a:cubicBezTo>
                    <a:pt x="1715" y="510"/>
                    <a:pt x="1714" y="510"/>
                    <a:pt x="1712" y="510"/>
                  </a:cubicBezTo>
                  <a:close/>
                  <a:moveTo>
                    <a:pt x="811" y="507"/>
                  </a:moveTo>
                  <a:cubicBezTo>
                    <a:pt x="809" y="507"/>
                    <a:pt x="807" y="507"/>
                    <a:pt x="806" y="505"/>
                  </a:cubicBezTo>
                  <a:cubicBezTo>
                    <a:pt x="792" y="494"/>
                    <a:pt x="779" y="483"/>
                    <a:pt x="766" y="472"/>
                  </a:cubicBezTo>
                  <a:cubicBezTo>
                    <a:pt x="759" y="466"/>
                    <a:pt x="753" y="461"/>
                    <a:pt x="746" y="456"/>
                  </a:cubicBezTo>
                  <a:cubicBezTo>
                    <a:pt x="715" y="430"/>
                    <a:pt x="683" y="403"/>
                    <a:pt x="650" y="378"/>
                  </a:cubicBezTo>
                  <a:cubicBezTo>
                    <a:pt x="644" y="373"/>
                    <a:pt x="637" y="368"/>
                    <a:pt x="630" y="363"/>
                  </a:cubicBezTo>
                  <a:cubicBezTo>
                    <a:pt x="629" y="362"/>
                    <a:pt x="627" y="360"/>
                    <a:pt x="627" y="358"/>
                  </a:cubicBezTo>
                  <a:cubicBezTo>
                    <a:pt x="627" y="355"/>
                    <a:pt x="627" y="353"/>
                    <a:pt x="629" y="351"/>
                  </a:cubicBezTo>
                  <a:cubicBezTo>
                    <a:pt x="631" y="348"/>
                    <a:pt x="637" y="347"/>
                    <a:pt x="640" y="350"/>
                  </a:cubicBezTo>
                  <a:cubicBezTo>
                    <a:pt x="647" y="354"/>
                    <a:pt x="654" y="360"/>
                    <a:pt x="661" y="365"/>
                  </a:cubicBezTo>
                  <a:cubicBezTo>
                    <a:pt x="694" y="390"/>
                    <a:pt x="726" y="417"/>
                    <a:pt x="757" y="443"/>
                  </a:cubicBezTo>
                  <a:cubicBezTo>
                    <a:pt x="764" y="448"/>
                    <a:pt x="771" y="454"/>
                    <a:pt x="778" y="460"/>
                  </a:cubicBezTo>
                  <a:cubicBezTo>
                    <a:pt x="790" y="471"/>
                    <a:pt x="803" y="481"/>
                    <a:pt x="817" y="492"/>
                  </a:cubicBezTo>
                  <a:cubicBezTo>
                    <a:pt x="818" y="494"/>
                    <a:pt x="819" y="496"/>
                    <a:pt x="820" y="498"/>
                  </a:cubicBezTo>
                  <a:cubicBezTo>
                    <a:pt x="820" y="500"/>
                    <a:pt x="819" y="503"/>
                    <a:pt x="818" y="504"/>
                  </a:cubicBezTo>
                  <a:cubicBezTo>
                    <a:pt x="816" y="506"/>
                    <a:pt x="814" y="507"/>
                    <a:pt x="811" y="507"/>
                  </a:cubicBezTo>
                  <a:close/>
                  <a:moveTo>
                    <a:pt x="5224" y="493"/>
                  </a:moveTo>
                  <a:cubicBezTo>
                    <a:pt x="5221" y="493"/>
                    <a:pt x="5219" y="492"/>
                    <a:pt x="5217" y="490"/>
                  </a:cubicBezTo>
                  <a:cubicBezTo>
                    <a:pt x="5212" y="483"/>
                    <a:pt x="5206" y="476"/>
                    <a:pt x="5199" y="468"/>
                  </a:cubicBezTo>
                  <a:cubicBezTo>
                    <a:pt x="5161" y="421"/>
                    <a:pt x="5126" y="380"/>
                    <a:pt x="5093" y="343"/>
                  </a:cubicBezTo>
                  <a:cubicBezTo>
                    <a:pt x="5086" y="335"/>
                    <a:pt x="5079" y="327"/>
                    <a:pt x="5071" y="318"/>
                  </a:cubicBezTo>
                  <a:cubicBezTo>
                    <a:pt x="5068" y="315"/>
                    <a:pt x="5068" y="309"/>
                    <a:pt x="5072" y="306"/>
                  </a:cubicBezTo>
                  <a:cubicBezTo>
                    <a:pt x="5075" y="303"/>
                    <a:pt x="5081" y="303"/>
                    <a:pt x="5084" y="307"/>
                  </a:cubicBezTo>
                  <a:cubicBezTo>
                    <a:pt x="5091" y="315"/>
                    <a:pt x="5099" y="324"/>
                    <a:pt x="5106" y="332"/>
                  </a:cubicBezTo>
                  <a:cubicBezTo>
                    <a:pt x="5139" y="369"/>
                    <a:pt x="5174" y="410"/>
                    <a:pt x="5213" y="458"/>
                  </a:cubicBezTo>
                  <a:cubicBezTo>
                    <a:pt x="5218" y="464"/>
                    <a:pt x="5224" y="471"/>
                    <a:pt x="5230" y="479"/>
                  </a:cubicBezTo>
                  <a:cubicBezTo>
                    <a:pt x="5230" y="479"/>
                    <a:pt x="5230" y="479"/>
                    <a:pt x="5230" y="479"/>
                  </a:cubicBezTo>
                  <a:cubicBezTo>
                    <a:pt x="5233" y="483"/>
                    <a:pt x="5233" y="488"/>
                    <a:pt x="5229" y="491"/>
                  </a:cubicBezTo>
                  <a:cubicBezTo>
                    <a:pt x="5228" y="493"/>
                    <a:pt x="5226" y="493"/>
                    <a:pt x="5224" y="493"/>
                  </a:cubicBezTo>
                  <a:close/>
                  <a:moveTo>
                    <a:pt x="6573" y="468"/>
                  </a:moveTo>
                  <a:cubicBezTo>
                    <a:pt x="6571" y="468"/>
                    <a:pt x="6568" y="467"/>
                    <a:pt x="6567" y="465"/>
                  </a:cubicBezTo>
                  <a:cubicBezTo>
                    <a:pt x="6565" y="463"/>
                    <a:pt x="6564" y="461"/>
                    <a:pt x="6565" y="459"/>
                  </a:cubicBezTo>
                  <a:cubicBezTo>
                    <a:pt x="6565" y="457"/>
                    <a:pt x="6566" y="454"/>
                    <a:pt x="6567" y="453"/>
                  </a:cubicBezTo>
                  <a:cubicBezTo>
                    <a:pt x="6570" y="450"/>
                    <a:pt x="6576" y="450"/>
                    <a:pt x="6579" y="453"/>
                  </a:cubicBezTo>
                  <a:cubicBezTo>
                    <a:pt x="6581" y="455"/>
                    <a:pt x="6582" y="457"/>
                    <a:pt x="6581" y="459"/>
                  </a:cubicBezTo>
                  <a:cubicBezTo>
                    <a:pt x="6581" y="462"/>
                    <a:pt x="6580" y="464"/>
                    <a:pt x="6579" y="465"/>
                  </a:cubicBezTo>
                  <a:cubicBezTo>
                    <a:pt x="6577" y="467"/>
                    <a:pt x="6575" y="468"/>
                    <a:pt x="6573" y="468"/>
                  </a:cubicBezTo>
                  <a:close/>
                  <a:moveTo>
                    <a:pt x="2669" y="463"/>
                  </a:moveTo>
                  <a:cubicBezTo>
                    <a:pt x="2666" y="463"/>
                    <a:pt x="2664" y="462"/>
                    <a:pt x="2662" y="460"/>
                  </a:cubicBezTo>
                  <a:cubicBezTo>
                    <a:pt x="2659" y="456"/>
                    <a:pt x="2660" y="451"/>
                    <a:pt x="2663" y="448"/>
                  </a:cubicBezTo>
                  <a:cubicBezTo>
                    <a:pt x="2667" y="445"/>
                    <a:pt x="2672" y="446"/>
                    <a:pt x="2675" y="449"/>
                  </a:cubicBezTo>
                  <a:cubicBezTo>
                    <a:pt x="2675" y="449"/>
                    <a:pt x="2675" y="449"/>
                    <a:pt x="2675" y="449"/>
                  </a:cubicBezTo>
                  <a:cubicBezTo>
                    <a:pt x="2678" y="453"/>
                    <a:pt x="2678" y="458"/>
                    <a:pt x="2674" y="461"/>
                  </a:cubicBezTo>
                  <a:cubicBezTo>
                    <a:pt x="2672" y="462"/>
                    <a:pt x="2671" y="463"/>
                    <a:pt x="2669" y="463"/>
                  </a:cubicBezTo>
                  <a:close/>
                  <a:moveTo>
                    <a:pt x="6606" y="437"/>
                  </a:moveTo>
                  <a:cubicBezTo>
                    <a:pt x="6604" y="437"/>
                    <a:pt x="6601" y="436"/>
                    <a:pt x="6600" y="434"/>
                  </a:cubicBezTo>
                  <a:cubicBezTo>
                    <a:pt x="6598" y="432"/>
                    <a:pt x="6598" y="430"/>
                    <a:pt x="6598" y="428"/>
                  </a:cubicBezTo>
                  <a:cubicBezTo>
                    <a:pt x="6598" y="426"/>
                    <a:pt x="6599" y="424"/>
                    <a:pt x="6600" y="422"/>
                  </a:cubicBezTo>
                  <a:cubicBezTo>
                    <a:pt x="6604" y="419"/>
                    <a:pt x="6604" y="419"/>
                    <a:pt x="6604" y="419"/>
                  </a:cubicBezTo>
                  <a:cubicBezTo>
                    <a:pt x="6606" y="416"/>
                    <a:pt x="6609" y="414"/>
                    <a:pt x="6612" y="411"/>
                  </a:cubicBezTo>
                  <a:cubicBezTo>
                    <a:pt x="6620" y="404"/>
                    <a:pt x="6627" y="398"/>
                    <a:pt x="6634" y="391"/>
                  </a:cubicBezTo>
                  <a:cubicBezTo>
                    <a:pt x="6637" y="388"/>
                    <a:pt x="6643" y="388"/>
                    <a:pt x="6646" y="392"/>
                  </a:cubicBezTo>
                  <a:cubicBezTo>
                    <a:pt x="6649" y="395"/>
                    <a:pt x="6649" y="401"/>
                    <a:pt x="6645" y="404"/>
                  </a:cubicBezTo>
                  <a:cubicBezTo>
                    <a:pt x="6638" y="411"/>
                    <a:pt x="6630" y="417"/>
                    <a:pt x="6623" y="424"/>
                  </a:cubicBezTo>
                  <a:cubicBezTo>
                    <a:pt x="6620" y="427"/>
                    <a:pt x="6617" y="430"/>
                    <a:pt x="6614" y="433"/>
                  </a:cubicBezTo>
                  <a:cubicBezTo>
                    <a:pt x="6612" y="434"/>
                    <a:pt x="6612" y="434"/>
                    <a:pt x="6612" y="434"/>
                  </a:cubicBezTo>
                  <a:cubicBezTo>
                    <a:pt x="6610" y="436"/>
                    <a:pt x="6608" y="437"/>
                    <a:pt x="6606" y="437"/>
                  </a:cubicBezTo>
                  <a:close/>
                  <a:moveTo>
                    <a:pt x="2640" y="428"/>
                  </a:moveTo>
                  <a:cubicBezTo>
                    <a:pt x="2637" y="428"/>
                    <a:pt x="2635" y="427"/>
                    <a:pt x="2633" y="425"/>
                  </a:cubicBezTo>
                  <a:cubicBezTo>
                    <a:pt x="2619" y="408"/>
                    <a:pt x="2604" y="391"/>
                    <a:pt x="2590" y="375"/>
                  </a:cubicBezTo>
                  <a:cubicBezTo>
                    <a:pt x="2578" y="362"/>
                    <a:pt x="2565" y="348"/>
                    <a:pt x="2550" y="332"/>
                  </a:cubicBezTo>
                  <a:cubicBezTo>
                    <a:pt x="2549" y="332"/>
                    <a:pt x="2549" y="332"/>
                    <a:pt x="2549" y="332"/>
                  </a:cubicBezTo>
                  <a:cubicBezTo>
                    <a:pt x="2549" y="332"/>
                    <a:pt x="2549" y="332"/>
                    <a:pt x="2549" y="332"/>
                  </a:cubicBezTo>
                  <a:cubicBezTo>
                    <a:pt x="2536" y="318"/>
                    <a:pt x="2536" y="318"/>
                    <a:pt x="2536" y="318"/>
                  </a:cubicBezTo>
                  <a:cubicBezTo>
                    <a:pt x="2536" y="318"/>
                    <a:pt x="2535" y="318"/>
                    <a:pt x="2535" y="317"/>
                  </a:cubicBezTo>
                  <a:cubicBezTo>
                    <a:pt x="2535" y="317"/>
                    <a:pt x="2535" y="317"/>
                    <a:pt x="2535" y="317"/>
                  </a:cubicBezTo>
                  <a:cubicBezTo>
                    <a:pt x="2532" y="314"/>
                    <a:pt x="2532" y="314"/>
                    <a:pt x="2532" y="314"/>
                  </a:cubicBezTo>
                  <a:cubicBezTo>
                    <a:pt x="2530" y="313"/>
                    <a:pt x="2529" y="312"/>
                    <a:pt x="2528" y="311"/>
                  </a:cubicBezTo>
                  <a:cubicBezTo>
                    <a:pt x="2527" y="310"/>
                    <a:pt x="2526" y="309"/>
                    <a:pt x="2525" y="308"/>
                  </a:cubicBezTo>
                  <a:cubicBezTo>
                    <a:pt x="2525" y="308"/>
                    <a:pt x="2525" y="308"/>
                    <a:pt x="2525" y="308"/>
                  </a:cubicBezTo>
                  <a:cubicBezTo>
                    <a:pt x="2522" y="306"/>
                    <a:pt x="2520" y="304"/>
                    <a:pt x="2518" y="302"/>
                  </a:cubicBezTo>
                  <a:cubicBezTo>
                    <a:pt x="2508" y="295"/>
                    <a:pt x="2499" y="289"/>
                    <a:pt x="2489" y="283"/>
                  </a:cubicBezTo>
                  <a:cubicBezTo>
                    <a:pt x="2483" y="281"/>
                    <a:pt x="2478" y="278"/>
                    <a:pt x="2472" y="276"/>
                  </a:cubicBezTo>
                  <a:cubicBezTo>
                    <a:pt x="2470" y="275"/>
                    <a:pt x="2468" y="274"/>
                    <a:pt x="2467" y="272"/>
                  </a:cubicBezTo>
                  <a:cubicBezTo>
                    <a:pt x="2466" y="270"/>
                    <a:pt x="2466" y="267"/>
                    <a:pt x="2467" y="265"/>
                  </a:cubicBezTo>
                  <a:cubicBezTo>
                    <a:pt x="2468" y="261"/>
                    <a:pt x="2473" y="259"/>
                    <a:pt x="2478" y="260"/>
                  </a:cubicBezTo>
                  <a:cubicBezTo>
                    <a:pt x="2484" y="263"/>
                    <a:pt x="2490" y="265"/>
                    <a:pt x="2496" y="268"/>
                  </a:cubicBezTo>
                  <a:cubicBezTo>
                    <a:pt x="2497" y="268"/>
                    <a:pt x="2497" y="268"/>
                    <a:pt x="2497" y="268"/>
                  </a:cubicBezTo>
                  <a:cubicBezTo>
                    <a:pt x="2507" y="274"/>
                    <a:pt x="2518" y="281"/>
                    <a:pt x="2528" y="288"/>
                  </a:cubicBezTo>
                  <a:cubicBezTo>
                    <a:pt x="2529" y="289"/>
                    <a:pt x="2529" y="289"/>
                    <a:pt x="2529" y="289"/>
                  </a:cubicBezTo>
                  <a:cubicBezTo>
                    <a:pt x="2531" y="291"/>
                    <a:pt x="2533" y="293"/>
                    <a:pt x="2535" y="294"/>
                  </a:cubicBezTo>
                  <a:cubicBezTo>
                    <a:pt x="2538" y="296"/>
                    <a:pt x="2539" y="298"/>
                    <a:pt x="2541" y="299"/>
                  </a:cubicBezTo>
                  <a:cubicBezTo>
                    <a:pt x="2541" y="300"/>
                    <a:pt x="2542" y="301"/>
                    <a:pt x="2543" y="301"/>
                  </a:cubicBezTo>
                  <a:cubicBezTo>
                    <a:pt x="2543" y="301"/>
                    <a:pt x="2543" y="301"/>
                    <a:pt x="2543" y="301"/>
                  </a:cubicBezTo>
                  <a:cubicBezTo>
                    <a:pt x="2546" y="304"/>
                    <a:pt x="2546" y="304"/>
                    <a:pt x="2546" y="304"/>
                  </a:cubicBezTo>
                  <a:cubicBezTo>
                    <a:pt x="2547" y="305"/>
                    <a:pt x="2548" y="306"/>
                    <a:pt x="2548" y="306"/>
                  </a:cubicBezTo>
                  <a:cubicBezTo>
                    <a:pt x="2549" y="307"/>
                    <a:pt x="2549" y="307"/>
                    <a:pt x="2549" y="307"/>
                  </a:cubicBezTo>
                  <a:cubicBezTo>
                    <a:pt x="2562" y="320"/>
                    <a:pt x="2562" y="320"/>
                    <a:pt x="2562" y="320"/>
                  </a:cubicBezTo>
                  <a:cubicBezTo>
                    <a:pt x="2577" y="336"/>
                    <a:pt x="2590" y="350"/>
                    <a:pt x="2602" y="364"/>
                  </a:cubicBezTo>
                  <a:cubicBezTo>
                    <a:pt x="2617" y="379"/>
                    <a:pt x="2631" y="396"/>
                    <a:pt x="2646" y="414"/>
                  </a:cubicBezTo>
                  <a:cubicBezTo>
                    <a:pt x="2646" y="414"/>
                    <a:pt x="2646" y="414"/>
                    <a:pt x="2646" y="414"/>
                  </a:cubicBezTo>
                  <a:cubicBezTo>
                    <a:pt x="2648" y="416"/>
                    <a:pt x="2648" y="418"/>
                    <a:pt x="2648" y="420"/>
                  </a:cubicBezTo>
                  <a:cubicBezTo>
                    <a:pt x="2648" y="422"/>
                    <a:pt x="2647" y="425"/>
                    <a:pt x="2645" y="426"/>
                  </a:cubicBezTo>
                  <a:cubicBezTo>
                    <a:pt x="2644" y="427"/>
                    <a:pt x="2642" y="428"/>
                    <a:pt x="2640" y="428"/>
                  </a:cubicBezTo>
                  <a:close/>
                  <a:moveTo>
                    <a:pt x="1955" y="389"/>
                  </a:moveTo>
                  <a:cubicBezTo>
                    <a:pt x="1952" y="389"/>
                    <a:pt x="1949" y="387"/>
                    <a:pt x="1948" y="384"/>
                  </a:cubicBezTo>
                  <a:cubicBezTo>
                    <a:pt x="1946" y="380"/>
                    <a:pt x="1947" y="375"/>
                    <a:pt x="1952" y="373"/>
                  </a:cubicBezTo>
                  <a:cubicBezTo>
                    <a:pt x="1956" y="371"/>
                    <a:pt x="1961" y="373"/>
                    <a:pt x="1963" y="377"/>
                  </a:cubicBezTo>
                  <a:cubicBezTo>
                    <a:pt x="1964" y="379"/>
                    <a:pt x="1964" y="382"/>
                    <a:pt x="1963" y="384"/>
                  </a:cubicBezTo>
                  <a:cubicBezTo>
                    <a:pt x="1962" y="386"/>
                    <a:pt x="1961" y="388"/>
                    <a:pt x="1959" y="389"/>
                  </a:cubicBezTo>
                  <a:cubicBezTo>
                    <a:pt x="1959" y="389"/>
                    <a:pt x="1959" y="389"/>
                    <a:pt x="1959" y="389"/>
                  </a:cubicBezTo>
                  <a:cubicBezTo>
                    <a:pt x="1958" y="389"/>
                    <a:pt x="1957" y="389"/>
                    <a:pt x="1955" y="389"/>
                  </a:cubicBezTo>
                  <a:close/>
                  <a:moveTo>
                    <a:pt x="6673" y="376"/>
                  </a:moveTo>
                  <a:cubicBezTo>
                    <a:pt x="6670" y="376"/>
                    <a:pt x="6668" y="375"/>
                    <a:pt x="6667" y="373"/>
                  </a:cubicBezTo>
                  <a:cubicBezTo>
                    <a:pt x="6663" y="369"/>
                    <a:pt x="6664" y="364"/>
                    <a:pt x="6667" y="361"/>
                  </a:cubicBezTo>
                  <a:cubicBezTo>
                    <a:pt x="6669" y="360"/>
                    <a:pt x="6670" y="358"/>
                    <a:pt x="6672" y="357"/>
                  </a:cubicBezTo>
                  <a:cubicBezTo>
                    <a:pt x="6673" y="356"/>
                    <a:pt x="6673" y="356"/>
                    <a:pt x="6673" y="356"/>
                  </a:cubicBezTo>
                  <a:cubicBezTo>
                    <a:pt x="6676" y="353"/>
                    <a:pt x="6679" y="350"/>
                    <a:pt x="6683" y="347"/>
                  </a:cubicBezTo>
                  <a:cubicBezTo>
                    <a:pt x="6689" y="341"/>
                    <a:pt x="6696" y="335"/>
                    <a:pt x="6703" y="329"/>
                  </a:cubicBezTo>
                  <a:cubicBezTo>
                    <a:pt x="6730" y="306"/>
                    <a:pt x="6730" y="306"/>
                    <a:pt x="6730" y="306"/>
                  </a:cubicBezTo>
                  <a:cubicBezTo>
                    <a:pt x="6732" y="305"/>
                    <a:pt x="6733" y="304"/>
                    <a:pt x="6734" y="304"/>
                  </a:cubicBezTo>
                  <a:cubicBezTo>
                    <a:pt x="6734" y="304"/>
                    <a:pt x="6734" y="303"/>
                    <a:pt x="6734" y="303"/>
                  </a:cubicBezTo>
                  <a:cubicBezTo>
                    <a:pt x="6734" y="303"/>
                    <a:pt x="6734" y="303"/>
                    <a:pt x="6734" y="303"/>
                  </a:cubicBezTo>
                  <a:cubicBezTo>
                    <a:pt x="6735" y="303"/>
                    <a:pt x="6735" y="303"/>
                    <a:pt x="6736" y="303"/>
                  </a:cubicBezTo>
                  <a:cubicBezTo>
                    <a:pt x="6736" y="303"/>
                    <a:pt x="6736" y="303"/>
                    <a:pt x="6736" y="303"/>
                  </a:cubicBezTo>
                  <a:cubicBezTo>
                    <a:pt x="6736" y="303"/>
                    <a:pt x="6737" y="302"/>
                    <a:pt x="6738" y="302"/>
                  </a:cubicBezTo>
                  <a:cubicBezTo>
                    <a:pt x="6738" y="302"/>
                    <a:pt x="6738" y="302"/>
                    <a:pt x="6738" y="302"/>
                  </a:cubicBezTo>
                  <a:cubicBezTo>
                    <a:pt x="6738" y="302"/>
                    <a:pt x="6738" y="302"/>
                    <a:pt x="6738" y="302"/>
                  </a:cubicBezTo>
                  <a:cubicBezTo>
                    <a:pt x="6739" y="302"/>
                    <a:pt x="6740" y="301"/>
                    <a:pt x="6741" y="301"/>
                  </a:cubicBezTo>
                  <a:cubicBezTo>
                    <a:pt x="6744" y="300"/>
                    <a:pt x="6744" y="300"/>
                    <a:pt x="6744" y="300"/>
                  </a:cubicBezTo>
                  <a:cubicBezTo>
                    <a:pt x="6747" y="299"/>
                    <a:pt x="6750" y="298"/>
                    <a:pt x="6753" y="297"/>
                  </a:cubicBezTo>
                  <a:cubicBezTo>
                    <a:pt x="6755" y="297"/>
                    <a:pt x="6756" y="297"/>
                    <a:pt x="6758" y="296"/>
                  </a:cubicBezTo>
                  <a:cubicBezTo>
                    <a:pt x="6758" y="296"/>
                    <a:pt x="6758" y="296"/>
                    <a:pt x="6758" y="296"/>
                  </a:cubicBezTo>
                  <a:cubicBezTo>
                    <a:pt x="6778" y="291"/>
                    <a:pt x="6802" y="286"/>
                    <a:pt x="6829" y="282"/>
                  </a:cubicBezTo>
                  <a:cubicBezTo>
                    <a:pt x="6843" y="279"/>
                    <a:pt x="6858" y="277"/>
                    <a:pt x="6874" y="275"/>
                  </a:cubicBezTo>
                  <a:cubicBezTo>
                    <a:pt x="6879" y="274"/>
                    <a:pt x="6883" y="278"/>
                    <a:pt x="6884" y="282"/>
                  </a:cubicBezTo>
                  <a:cubicBezTo>
                    <a:pt x="6884" y="285"/>
                    <a:pt x="6883" y="287"/>
                    <a:pt x="6882" y="289"/>
                  </a:cubicBezTo>
                  <a:cubicBezTo>
                    <a:pt x="6881" y="290"/>
                    <a:pt x="6879" y="292"/>
                    <a:pt x="6876" y="292"/>
                  </a:cubicBezTo>
                  <a:cubicBezTo>
                    <a:pt x="6861" y="294"/>
                    <a:pt x="6846" y="296"/>
                    <a:pt x="6831" y="298"/>
                  </a:cubicBezTo>
                  <a:cubicBezTo>
                    <a:pt x="6806" y="303"/>
                    <a:pt x="6782" y="308"/>
                    <a:pt x="6762" y="312"/>
                  </a:cubicBezTo>
                  <a:cubicBezTo>
                    <a:pt x="6761" y="313"/>
                    <a:pt x="6759" y="313"/>
                    <a:pt x="6758" y="314"/>
                  </a:cubicBezTo>
                  <a:cubicBezTo>
                    <a:pt x="6755" y="315"/>
                    <a:pt x="6751" y="316"/>
                    <a:pt x="6749" y="316"/>
                  </a:cubicBezTo>
                  <a:cubicBezTo>
                    <a:pt x="6746" y="317"/>
                    <a:pt x="6746" y="317"/>
                    <a:pt x="6746" y="317"/>
                  </a:cubicBezTo>
                  <a:cubicBezTo>
                    <a:pt x="6745" y="317"/>
                    <a:pt x="6745" y="318"/>
                    <a:pt x="6745" y="318"/>
                  </a:cubicBezTo>
                  <a:cubicBezTo>
                    <a:pt x="6744" y="318"/>
                    <a:pt x="6744" y="318"/>
                    <a:pt x="6744" y="318"/>
                  </a:cubicBezTo>
                  <a:cubicBezTo>
                    <a:pt x="6743" y="318"/>
                    <a:pt x="6743" y="318"/>
                    <a:pt x="6743" y="318"/>
                  </a:cubicBezTo>
                  <a:cubicBezTo>
                    <a:pt x="6743" y="318"/>
                    <a:pt x="6743" y="318"/>
                    <a:pt x="6743" y="318"/>
                  </a:cubicBezTo>
                  <a:cubicBezTo>
                    <a:pt x="6741" y="319"/>
                    <a:pt x="6741" y="319"/>
                    <a:pt x="6741" y="319"/>
                  </a:cubicBezTo>
                  <a:cubicBezTo>
                    <a:pt x="6741" y="319"/>
                    <a:pt x="6741" y="319"/>
                    <a:pt x="6741" y="319"/>
                  </a:cubicBezTo>
                  <a:cubicBezTo>
                    <a:pt x="6741" y="319"/>
                    <a:pt x="6740" y="319"/>
                    <a:pt x="6740" y="319"/>
                  </a:cubicBezTo>
                  <a:cubicBezTo>
                    <a:pt x="6714" y="342"/>
                    <a:pt x="6714" y="342"/>
                    <a:pt x="6714" y="342"/>
                  </a:cubicBezTo>
                  <a:cubicBezTo>
                    <a:pt x="6707" y="348"/>
                    <a:pt x="6700" y="354"/>
                    <a:pt x="6693" y="360"/>
                  </a:cubicBezTo>
                  <a:cubicBezTo>
                    <a:pt x="6690" y="363"/>
                    <a:pt x="6687" y="366"/>
                    <a:pt x="6684" y="369"/>
                  </a:cubicBezTo>
                  <a:cubicBezTo>
                    <a:pt x="6684" y="369"/>
                    <a:pt x="6684" y="369"/>
                    <a:pt x="6684" y="369"/>
                  </a:cubicBezTo>
                  <a:cubicBezTo>
                    <a:pt x="6682" y="371"/>
                    <a:pt x="6682" y="371"/>
                    <a:pt x="6682" y="371"/>
                  </a:cubicBezTo>
                  <a:cubicBezTo>
                    <a:pt x="6681" y="372"/>
                    <a:pt x="6680" y="373"/>
                    <a:pt x="6679" y="373"/>
                  </a:cubicBezTo>
                  <a:cubicBezTo>
                    <a:pt x="6677" y="375"/>
                    <a:pt x="6675" y="376"/>
                    <a:pt x="6673" y="376"/>
                  </a:cubicBezTo>
                  <a:close/>
                  <a:moveTo>
                    <a:pt x="1996" y="371"/>
                  </a:moveTo>
                  <a:cubicBezTo>
                    <a:pt x="1993" y="371"/>
                    <a:pt x="1990" y="369"/>
                    <a:pt x="1989" y="366"/>
                  </a:cubicBezTo>
                  <a:cubicBezTo>
                    <a:pt x="1988" y="363"/>
                    <a:pt x="1988" y="361"/>
                    <a:pt x="1989" y="359"/>
                  </a:cubicBezTo>
                  <a:cubicBezTo>
                    <a:pt x="1989" y="357"/>
                    <a:pt x="1991" y="355"/>
                    <a:pt x="1993" y="354"/>
                  </a:cubicBezTo>
                  <a:cubicBezTo>
                    <a:pt x="2007" y="348"/>
                    <a:pt x="2021" y="342"/>
                    <a:pt x="2035" y="336"/>
                  </a:cubicBezTo>
                  <a:cubicBezTo>
                    <a:pt x="2039" y="334"/>
                    <a:pt x="2044" y="336"/>
                    <a:pt x="2046" y="341"/>
                  </a:cubicBezTo>
                  <a:cubicBezTo>
                    <a:pt x="2047" y="343"/>
                    <a:pt x="2047" y="345"/>
                    <a:pt x="2046" y="347"/>
                  </a:cubicBezTo>
                  <a:cubicBezTo>
                    <a:pt x="2045" y="349"/>
                    <a:pt x="2043" y="351"/>
                    <a:pt x="2041" y="352"/>
                  </a:cubicBezTo>
                  <a:cubicBezTo>
                    <a:pt x="2027" y="358"/>
                    <a:pt x="2013" y="364"/>
                    <a:pt x="2000" y="370"/>
                  </a:cubicBezTo>
                  <a:cubicBezTo>
                    <a:pt x="1999" y="370"/>
                    <a:pt x="1998" y="371"/>
                    <a:pt x="1996" y="371"/>
                  </a:cubicBezTo>
                  <a:close/>
                  <a:moveTo>
                    <a:pt x="599" y="339"/>
                  </a:moveTo>
                  <a:cubicBezTo>
                    <a:pt x="597" y="339"/>
                    <a:pt x="595" y="338"/>
                    <a:pt x="594" y="337"/>
                  </a:cubicBezTo>
                  <a:cubicBezTo>
                    <a:pt x="581" y="329"/>
                    <a:pt x="569" y="321"/>
                    <a:pt x="557" y="313"/>
                  </a:cubicBezTo>
                  <a:cubicBezTo>
                    <a:pt x="557" y="313"/>
                    <a:pt x="557" y="313"/>
                    <a:pt x="556" y="313"/>
                  </a:cubicBezTo>
                  <a:cubicBezTo>
                    <a:pt x="554" y="312"/>
                    <a:pt x="553" y="310"/>
                    <a:pt x="552" y="307"/>
                  </a:cubicBezTo>
                  <a:cubicBezTo>
                    <a:pt x="552" y="305"/>
                    <a:pt x="552" y="303"/>
                    <a:pt x="553" y="301"/>
                  </a:cubicBezTo>
                  <a:cubicBezTo>
                    <a:pt x="556" y="297"/>
                    <a:pt x="561" y="296"/>
                    <a:pt x="565" y="298"/>
                  </a:cubicBezTo>
                  <a:cubicBezTo>
                    <a:pt x="565" y="298"/>
                    <a:pt x="565" y="298"/>
                    <a:pt x="566" y="299"/>
                  </a:cubicBezTo>
                  <a:cubicBezTo>
                    <a:pt x="566" y="299"/>
                    <a:pt x="566" y="299"/>
                    <a:pt x="566" y="299"/>
                  </a:cubicBezTo>
                  <a:cubicBezTo>
                    <a:pt x="578" y="306"/>
                    <a:pt x="591" y="315"/>
                    <a:pt x="603" y="323"/>
                  </a:cubicBezTo>
                  <a:cubicBezTo>
                    <a:pt x="607" y="326"/>
                    <a:pt x="608" y="331"/>
                    <a:pt x="606" y="335"/>
                  </a:cubicBezTo>
                  <a:cubicBezTo>
                    <a:pt x="604" y="337"/>
                    <a:pt x="601" y="339"/>
                    <a:pt x="599" y="339"/>
                  </a:cubicBezTo>
                  <a:close/>
                  <a:moveTo>
                    <a:pt x="4396" y="336"/>
                  </a:moveTo>
                  <a:cubicBezTo>
                    <a:pt x="4394" y="336"/>
                    <a:pt x="4392" y="335"/>
                    <a:pt x="4391" y="334"/>
                  </a:cubicBezTo>
                  <a:cubicBezTo>
                    <a:pt x="4389" y="333"/>
                    <a:pt x="4388" y="331"/>
                    <a:pt x="4388" y="329"/>
                  </a:cubicBezTo>
                  <a:cubicBezTo>
                    <a:pt x="4387" y="327"/>
                    <a:pt x="4388" y="324"/>
                    <a:pt x="4389" y="323"/>
                  </a:cubicBezTo>
                  <a:cubicBezTo>
                    <a:pt x="4391" y="319"/>
                    <a:pt x="4397" y="318"/>
                    <a:pt x="4401" y="320"/>
                  </a:cubicBezTo>
                  <a:cubicBezTo>
                    <a:pt x="4405" y="323"/>
                    <a:pt x="4406" y="328"/>
                    <a:pt x="4403" y="332"/>
                  </a:cubicBezTo>
                  <a:cubicBezTo>
                    <a:pt x="4401" y="335"/>
                    <a:pt x="4399" y="336"/>
                    <a:pt x="4396" y="336"/>
                  </a:cubicBezTo>
                  <a:close/>
                  <a:moveTo>
                    <a:pt x="2080" y="335"/>
                  </a:moveTo>
                  <a:cubicBezTo>
                    <a:pt x="2076" y="335"/>
                    <a:pt x="2073" y="333"/>
                    <a:pt x="2072" y="330"/>
                  </a:cubicBezTo>
                  <a:cubicBezTo>
                    <a:pt x="2070" y="326"/>
                    <a:pt x="2072" y="321"/>
                    <a:pt x="2077" y="319"/>
                  </a:cubicBezTo>
                  <a:cubicBezTo>
                    <a:pt x="2105" y="307"/>
                    <a:pt x="2133" y="297"/>
                    <a:pt x="2160" y="288"/>
                  </a:cubicBezTo>
                  <a:cubicBezTo>
                    <a:pt x="2202" y="274"/>
                    <a:pt x="2237" y="264"/>
                    <a:pt x="2269" y="258"/>
                  </a:cubicBezTo>
                  <a:cubicBezTo>
                    <a:pt x="2277" y="256"/>
                    <a:pt x="2286" y="254"/>
                    <a:pt x="2294" y="253"/>
                  </a:cubicBezTo>
                  <a:cubicBezTo>
                    <a:pt x="2299" y="252"/>
                    <a:pt x="2304" y="255"/>
                    <a:pt x="2304" y="260"/>
                  </a:cubicBezTo>
                  <a:cubicBezTo>
                    <a:pt x="2305" y="264"/>
                    <a:pt x="2302" y="269"/>
                    <a:pt x="2297" y="270"/>
                  </a:cubicBezTo>
                  <a:cubicBezTo>
                    <a:pt x="2288" y="271"/>
                    <a:pt x="2280" y="273"/>
                    <a:pt x="2273" y="274"/>
                  </a:cubicBezTo>
                  <a:cubicBezTo>
                    <a:pt x="2273" y="274"/>
                    <a:pt x="2273" y="274"/>
                    <a:pt x="2273" y="274"/>
                  </a:cubicBezTo>
                  <a:cubicBezTo>
                    <a:pt x="2241" y="281"/>
                    <a:pt x="2206" y="291"/>
                    <a:pt x="2165" y="304"/>
                  </a:cubicBezTo>
                  <a:cubicBezTo>
                    <a:pt x="2139" y="313"/>
                    <a:pt x="2111" y="323"/>
                    <a:pt x="2083" y="335"/>
                  </a:cubicBezTo>
                  <a:cubicBezTo>
                    <a:pt x="2082" y="335"/>
                    <a:pt x="2081" y="335"/>
                    <a:pt x="2080" y="335"/>
                  </a:cubicBezTo>
                  <a:close/>
                  <a:moveTo>
                    <a:pt x="4421" y="298"/>
                  </a:moveTo>
                  <a:cubicBezTo>
                    <a:pt x="4419" y="298"/>
                    <a:pt x="4418" y="298"/>
                    <a:pt x="4416" y="297"/>
                  </a:cubicBezTo>
                  <a:cubicBezTo>
                    <a:pt x="4415" y="296"/>
                    <a:pt x="4413" y="294"/>
                    <a:pt x="4413" y="292"/>
                  </a:cubicBezTo>
                  <a:cubicBezTo>
                    <a:pt x="4412" y="289"/>
                    <a:pt x="4413" y="287"/>
                    <a:pt x="4414" y="285"/>
                  </a:cubicBezTo>
                  <a:cubicBezTo>
                    <a:pt x="4417" y="280"/>
                    <a:pt x="4420" y="276"/>
                    <a:pt x="4422" y="272"/>
                  </a:cubicBezTo>
                  <a:cubicBezTo>
                    <a:pt x="4438" y="247"/>
                    <a:pt x="4438" y="247"/>
                    <a:pt x="4438" y="247"/>
                  </a:cubicBezTo>
                  <a:cubicBezTo>
                    <a:pt x="4441" y="243"/>
                    <a:pt x="4446" y="242"/>
                    <a:pt x="4450" y="245"/>
                  </a:cubicBezTo>
                  <a:cubicBezTo>
                    <a:pt x="4454" y="247"/>
                    <a:pt x="4455" y="252"/>
                    <a:pt x="4453" y="256"/>
                  </a:cubicBezTo>
                  <a:cubicBezTo>
                    <a:pt x="4449" y="262"/>
                    <a:pt x="4449" y="262"/>
                    <a:pt x="4449" y="262"/>
                  </a:cubicBezTo>
                  <a:cubicBezTo>
                    <a:pt x="4437" y="282"/>
                    <a:pt x="4437" y="282"/>
                    <a:pt x="4437" y="282"/>
                  </a:cubicBezTo>
                  <a:cubicBezTo>
                    <a:pt x="4434" y="285"/>
                    <a:pt x="4432" y="289"/>
                    <a:pt x="4428" y="295"/>
                  </a:cubicBezTo>
                  <a:cubicBezTo>
                    <a:pt x="4427" y="297"/>
                    <a:pt x="4424" y="298"/>
                    <a:pt x="4421" y="298"/>
                  </a:cubicBezTo>
                  <a:close/>
                  <a:moveTo>
                    <a:pt x="521" y="292"/>
                  </a:moveTo>
                  <a:cubicBezTo>
                    <a:pt x="520" y="292"/>
                    <a:pt x="519" y="291"/>
                    <a:pt x="517" y="291"/>
                  </a:cubicBezTo>
                  <a:cubicBezTo>
                    <a:pt x="513" y="288"/>
                    <a:pt x="512" y="283"/>
                    <a:pt x="514" y="279"/>
                  </a:cubicBezTo>
                  <a:cubicBezTo>
                    <a:pt x="516" y="275"/>
                    <a:pt x="521" y="273"/>
                    <a:pt x="525" y="276"/>
                  </a:cubicBezTo>
                  <a:cubicBezTo>
                    <a:pt x="527" y="277"/>
                    <a:pt x="529" y="278"/>
                    <a:pt x="529" y="281"/>
                  </a:cubicBezTo>
                  <a:cubicBezTo>
                    <a:pt x="530" y="283"/>
                    <a:pt x="530" y="285"/>
                    <a:pt x="529" y="287"/>
                  </a:cubicBezTo>
                  <a:cubicBezTo>
                    <a:pt x="527" y="290"/>
                    <a:pt x="525" y="292"/>
                    <a:pt x="521" y="292"/>
                  </a:cubicBezTo>
                  <a:close/>
                  <a:moveTo>
                    <a:pt x="5047" y="287"/>
                  </a:moveTo>
                  <a:cubicBezTo>
                    <a:pt x="5045" y="287"/>
                    <a:pt x="5042" y="286"/>
                    <a:pt x="5041" y="285"/>
                  </a:cubicBezTo>
                  <a:cubicBezTo>
                    <a:pt x="5030" y="273"/>
                    <a:pt x="5020" y="262"/>
                    <a:pt x="5010" y="252"/>
                  </a:cubicBezTo>
                  <a:cubicBezTo>
                    <a:pt x="5008" y="250"/>
                    <a:pt x="5007" y="248"/>
                    <a:pt x="5007" y="246"/>
                  </a:cubicBezTo>
                  <a:cubicBezTo>
                    <a:pt x="5007" y="244"/>
                    <a:pt x="5008" y="241"/>
                    <a:pt x="5010" y="240"/>
                  </a:cubicBezTo>
                  <a:cubicBezTo>
                    <a:pt x="5013" y="237"/>
                    <a:pt x="5019" y="237"/>
                    <a:pt x="5022" y="240"/>
                  </a:cubicBezTo>
                  <a:cubicBezTo>
                    <a:pt x="5033" y="251"/>
                    <a:pt x="5043" y="262"/>
                    <a:pt x="5053" y="273"/>
                  </a:cubicBezTo>
                  <a:cubicBezTo>
                    <a:pt x="5053" y="273"/>
                    <a:pt x="5053" y="273"/>
                    <a:pt x="5053" y="273"/>
                  </a:cubicBezTo>
                  <a:cubicBezTo>
                    <a:pt x="5055" y="275"/>
                    <a:pt x="5055" y="277"/>
                    <a:pt x="5055" y="279"/>
                  </a:cubicBezTo>
                  <a:cubicBezTo>
                    <a:pt x="5055" y="282"/>
                    <a:pt x="5054" y="284"/>
                    <a:pt x="5053" y="285"/>
                  </a:cubicBezTo>
                  <a:cubicBezTo>
                    <a:pt x="5051" y="287"/>
                    <a:pt x="5049" y="287"/>
                    <a:pt x="5047" y="287"/>
                  </a:cubicBezTo>
                  <a:close/>
                  <a:moveTo>
                    <a:pt x="6920" y="286"/>
                  </a:moveTo>
                  <a:cubicBezTo>
                    <a:pt x="6916" y="286"/>
                    <a:pt x="6912" y="283"/>
                    <a:pt x="6912" y="279"/>
                  </a:cubicBezTo>
                  <a:cubicBezTo>
                    <a:pt x="6911" y="274"/>
                    <a:pt x="6915" y="270"/>
                    <a:pt x="6919" y="269"/>
                  </a:cubicBezTo>
                  <a:cubicBezTo>
                    <a:pt x="6924" y="269"/>
                    <a:pt x="6928" y="272"/>
                    <a:pt x="6929" y="277"/>
                  </a:cubicBezTo>
                  <a:cubicBezTo>
                    <a:pt x="6929" y="282"/>
                    <a:pt x="6926" y="286"/>
                    <a:pt x="6921" y="286"/>
                  </a:cubicBezTo>
                  <a:cubicBezTo>
                    <a:pt x="6921" y="286"/>
                    <a:pt x="6921" y="286"/>
                    <a:pt x="6920" y="286"/>
                  </a:cubicBezTo>
                  <a:close/>
                  <a:moveTo>
                    <a:pt x="6965" y="282"/>
                  </a:moveTo>
                  <a:cubicBezTo>
                    <a:pt x="6961" y="282"/>
                    <a:pt x="6957" y="278"/>
                    <a:pt x="6957" y="274"/>
                  </a:cubicBezTo>
                  <a:cubicBezTo>
                    <a:pt x="6956" y="269"/>
                    <a:pt x="6960" y="265"/>
                    <a:pt x="6964" y="265"/>
                  </a:cubicBezTo>
                  <a:cubicBezTo>
                    <a:pt x="6972" y="264"/>
                    <a:pt x="6980" y="263"/>
                    <a:pt x="6988" y="262"/>
                  </a:cubicBezTo>
                  <a:cubicBezTo>
                    <a:pt x="6995" y="262"/>
                    <a:pt x="7002" y="261"/>
                    <a:pt x="7010" y="260"/>
                  </a:cubicBezTo>
                  <a:cubicBezTo>
                    <a:pt x="7010" y="260"/>
                    <a:pt x="7010" y="260"/>
                    <a:pt x="7010" y="260"/>
                  </a:cubicBezTo>
                  <a:cubicBezTo>
                    <a:pt x="7014" y="260"/>
                    <a:pt x="7018" y="263"/>
                    <a:pt x="7019" y="268"/>
                  </a:cubicBezTo>
                  <a:cubicBezTo>
                    <a:pt x="7019" y="270"/>
                    <a:pt x="7018" y="273"/>
                    <a:pt x="7017" y="274"/>
                  </a:cubicBezTo>
                  <a:cubicBezTo>
                    <a:pt x="7015" y="276"/>
                    <a:pt x="7013" y="277"/>
                    <a:pt x="7011" y="277"/>
                  </a:cubicBezTo>
                  <a:cubicBezTo>
                    <a:pt x="7004" y="278"/>
                    <a:pt x="6997" y="279"/>
                    <a:pt x="6989" y="279"/>
                  </a:cubicBezTo>
                  <a:cubicBezTo>
                    <a:pt x="6981" y="280"/>
                    <a:pt x="6973" y="281"/>
                    <a:pt x="6966" y="282"/>
                  </a:cubicBezTo>
                  <a:cubicBezTo>
                    <a:pt x="6966" y="282"/>
                    <a:pt x="6965" y="282"/>
                    <a:pt x="6965" y="282"/>
                  </a:cubicBezTo>
                  <a:close/>
                  <a:moveTo>
                    <a:pt x="7055" y="274"/>
                  </a:moveTo>
                  <a:cubicBezTo>
                    <a:pt x="7051" y="274"/>
                    <a:pt x="7047" y="270"/>
                    <a:pt x="7047" y="266"/>
                  </a:cubicBezTo>
                  <a:cubicBezTo>
                    <a:pt x="7047" y="264"/>
                    <a:pt x="7047" y="261"/>
                    <a:pt x="7049" y="260"/>
                  </a:cubicBezTo>
                  <a:cubicBezTo>
                    <a:pt x="7050" y="258"/>
                    <a:pt x="7052" y="257"/>
                    <a:pt x="7055" y="257"/>
                  </a:cubicBezTo>
                  <a:cubicBezTo>
                    <a:pt x="7086" y="254"/>
                    <a:pt x="7119" y="252"/>
                    <a:pt x="7153" y="250"/>
                  </a:cubicBezTo>
                  <a:cubicBezTo>
                    <a:pt x="7194" y="248"/>
                    <a:pt x="7238" y="245"/>
                    <a:pt x="7281" y="243"/>
                  </a:cubicBezTo>
                  <a:cubicBezTo>
                    <a:pt x="7286" y="243"/>
                    <a:pt x="7289" y="247"/>
                    <a:pt x="7290" y="251"/>
                  </a:cubicBezTo>
                  <a:cubicBezTo>
                    <a:pt x="7290" y="256"/>
                    <a:pt x="7286" y="260"/>
                    <a:pt x="7282" y="260"/>
                  </a:cubicBezTo>
                  <a:cubicBezTo>
                    <a:pt x="7238" y="262"/>
                    <a:pt x="7195" y="265"/>
                    <a:pt x="7154" y="267"/>
                  </a:cubicBezTo>
                  <a:cubicBezTo>
                    <a:pt x="7119" y="269"/>
                    <a:pt x="7087" y="271"/>
                    <a:pt x="7056" y="274"/>
                  </a:cubicBezTo>
                  <a:cubicBezTo>
                    <a:pt x="7056" y="274"/>
                    <a:pt x="7056" y="274"/>
                    <a:pt x="7055" y="274"/>
                  </a:cubicBezTo>
                  <a:close/>
                  <a:moveTo>
                    <a:pt x="480" y="272"/>
                  </a:moveTo>
                  <a:cubicBezTo>
                    <a:pt x="479" y="272"/>
                    <a:pt x="478" y="272"/>
                    <a:pt x="477" y="272"/>
                  </a:cubicBezTo>
                  <a:cubicBezTo>
                    <a:pt x="474" y="270"/>
                    <a:pt x="471" y="269"/>
                    <a:pt x="467" y="268"/>
                  </a:cubicBezTo>
                  <a:cubicBezTo>
                    <a:pt x="439" y="257"/>
                    <a:pt x="411" y="250"/>
                    <a:pt x="386" y="249"/>
                  </a:cubicBezTo>
                  <a:cubicBezTo>
                    <a:pt x="385" y="249"/>
                    <a:pt x="384" y="249"/>
                    <a:pt x="383" y="249"/>
                  </a:cubicBezTo>
                  <a:cubicBezTo>
                    <a:pt x="381" y="248"/>
                    <a:pt x="379" y="248"/>
                    <a:pt x="377" y="248"/>
                  </a:cubicBezTo>
                  <a:cubicBezTo>
                    <a:pt x="257" y="248"/>
                    <a:pt x="257" y="248"/>
                    <a:pt x="257" y="248"/>
                  </a:cubicBezTo>
                  <a:cubicBezTo>
                    <a:pt x="253" y="248"/>
                    <a:pt x="249" y="244"/>
                    <a:pt x="249" y="240"/>
                  </a:cubicBezTo>
                  <a:cubicBezTo>
                    <a:pt x="249" y="235"/>
                    <a:pt x="253" y="231"/>
                    <a:pt x="257" y="231"/>
                  </a:cubicBezTo>
                  <a:cubicBezTo>
                    <a:pt x="376" y="231"/>
                    <a:pt x="376" y="231"/>
                    <a:pt x="376" y="231"/>
                  </a:cubicBezTo>
                  <a:cubicBezTo>
                    <a:pt x="376" y="231"/>
                    <a:pt x="376" y="231"/>
                    <a:pt x="377" y="231"/>
                  </a:cubicBezTo>
                  <a:cubicBezTo>
                    <a:pt x="377" y="231"/>
                    <a:pt x="377" y="231"/>
                    <a:pt x="377" y="231"/>
                  </a:cubicBezTo>
                  <a:cubicBezTo>
                    <a:pt x="379" y="231"/>
                    <a:pt x="382" y="231"/>
                    <a:pt x="384" y="232"/>
                  </a:cubicBezTo>
                  <a:cubicBezTo>
                    <a:pt x="385" y="232"/>
                    <a:pt x="386" y="232"/>
                    <a:pt x="387" y="232"/>
                  </a:cubicBezTo>
                  <a:cubicBezTo>
                    <a:pt x="414" y="234"/>
                    <a:pt x="443" y="240"/>
                    <a:pt x="474" y="252"/>
                  </a:cubicBezTo>
                  <a:cubicBezTo>
                    <a:pt x="477" y="253"/>
                    <a:pt x="481" y="255"/>
                    <a:pt x="484" y="256"/>
                  </a:cubicBezTo>
                  <a:cubicBezTo>
                    <a:pt x="488" y="258"/>
                    <a:pt x="490" y="263"/>
                    <a:pt x="488" y="267"/>
                  </a:cubicBezTo>
                  <a:cubicBezTo>
                    <a:pt x="487" y="270"/>
                    <a:pt x="484" y="272"/>
                    <a:pt x="480" y="272"/>
                  </a:cubicBezTo>
                  <a:close/>
                  <a:moveTo>
                    <a:pt x="2431" y="265"/>
                  </a:moveTo>
                  <a:cubicBezTo>
                    <a:pt x="2431" y="265"/>
                    <a:pt x="2430" y="265"/>
                    <a:pt x="2430" y="265"/>
                  </a:cubicBezTo>
                  <a:cubicBezTo>
                    <a:pt x="2426" y="265"/>
                    <a:pt x="2421" y="264"/>
                    <a:pt x="2417" y="263"/>
                  </a:cubicBezTo>
                  <a:cubicBezTo>
                    <a:pt x="2408" y="262"/>
                    <a:pt x="2398" y="262"/>
                    <a:pt x="2386" y="262"/>
                  </a:cubicBezTo>
                  <a:cubicBezTo>
                    <a:pt x="2384" y="262"/>
                    <a:pt x="2381" y="261"/>
                    <a:pt x="2380" y="259"/>
                  </a:cubicBezTo>
                  <a:cubicBezTo>
                    <a:pt x="2378" y="257"/>
                    <a:pt x="2377" y="255"/>
                    <a:pt x="2377" y="253"/>
                  </a:cubicBezTo>
                  <a:cubicBezTo>
                    <a:pt x="2378" y="248"/>
                    <a:pt x="2381" y="245"/>
                    <a:pt x="2386" y="245"/>
                  </a:cubicBezTo>
                  <a:cubicBezTo>
                    <a:pt x="2386" y="245"/>
                    <a:pt x="2386" y="245"/>
                    <a:pt x="2386" y="245"/>
                  </a:cubicBezTo>
                  <a:cubicBezTo>
                    <a:pt x="2399" y="245"/>
                    <a:pt x="2409" y="245"/>
                    <a:pt x="2419" y="247"/>
                  </a:cubicBezTo>
                  <a:cubicBezTo>
                    <a:pt x="2423" y="247"/>
                    <a:pt x="2428" y="248"/>
                    <a:pt x="2432" y="248"/>
                  </a:cubicBezTo>
                  <a:cubicBezTo>
                    <a:pt x="2435" y="249"/>
                    <a:pt x="2437" y="250"/>
                    <a:pt x="2438" y="252"/>
                  </a:cubicBezTo>
                  <a:cubicBezTo>
                    <a:pt x="2439" y="254"/>
                    <a:pt x="2440" y="256"/>
                    <a:pt x="2439" y="258"/>
                  </a:cubicBezTo>
                  <a:cubicBezTo>
                    <a:pt x="2439" y="262"/>
                    <a:pt x="2435" y="265"/>
                    <a:pt x="2431" y="265"/>
                  </a:cubicBezTo>
                  <a:close/>
                  <a:moveTo>
                    <a:pt x="2341" y="264"/>
                  </a:moveTo>
                  <a:cubicBezTo>
                    <a:pt x="2336" y="264"/>
                    <a:pt x="2333" y="260"/>
                    <a:pt x="2332" y="256"/>
                  </a:cubicBezTo>
                  <a:cubicBezTo>
                    <a:pt x="2332" y="254"/>
                    <a:pt x="2333" y="251"/>
                    <a:pt x="2334" y="250"/>
                  </a:cubicBezTo>
                  <a:cubicBezTo>
                    <a:pt x="2336" y="248"/>
                    <a:pt x="2338" y="247"/>
                    <a:pt x="2340" y="247"/>
                  </a:cubicBezTo>
                  <a:cubicBezTo>
                    <a:pt x="2345" y="246"/>
                    <a:pt x="2349" y="250"/>
                    <a:pt x="2349" y="254"/>
                  </a:cubicBezTo>
                  <a:cubicBezTo>
                    <a:pt x="2350" y="259"/>
                    <a:pt x="2346" y="263"/>
                    <a:pt x="2342" y="264"/>
                  </a:cubicBezTo>
                  <a:cubicBezTo>
                    <a:pt x="2341" y="264"/>
                    <a:pt x="2341" y="264"/>
                    <a:pt x="2341" y="264"/>
                  </a:cubicBezTo>
                  <a:close/>
                  <a:moveTo>
                    <a:pt x="7326" y="258"/>
                  </a:moveTo>
                  <a:cubicBezTo>
                    <a:pt x="7322" y="258"/>
                    <a:pt x="7318" y="255"/>
                    <a:pt x="7318" y="250"/>
                  </a:cubicBezTo>
                  <a:cubicBezTo>
                    <a:pt x="7318" y="248"/>
                    <a:pt x="7319" y="246"/>
                    <a:pt x="7320" y="244"/>
                  </a:cubicBezTo>
                  <a:cubicBezTo>
                    <a:pt x="7322" y="243"/>
                    <a:pt x="7324" y="242"/>
                    <a:pt x="7326" y="241"/>
                  </a:cubicBezTo>
                  <a:cubicBezTo>
                    <a:pt x="7326" y="241"/>
                    <a:pt x="7326" y="241"/>
                    <a:pt x="7326" y="241"/>
                  </a:cubicBezTo>
                  <a:cubicBezTo>
                    <a:pt x="7331" y="241"/>
                    <a:pt x="7335" y="245"/>
                    <a:pt x="7335" y="250"/>
                  </a:cubicBezTo>
                  <a:cubicBezTo>
                    <a:pt x="7335" y="254"/>
                    <a:pt x="7331" y="258"/>
                    <a:pt x="7327" y="258"/>
                  </a:cubicBezTo>
                  <a:cubicBezTo>
                    <a:pt x="7327" y="258"/>
                    <a:pt x="7327" y="258"/>
                    <a:pt x="7326" y="258"/>
                  </a:cubicBezTo>
                  <a:close/>
                  <a:moveTo>
                    <a:pt x="7372" y="257"/>
                  </a:moveTo>
                  <a:cubicBezTo>
                    <a:pt x="7367" y="257"/>
                    <a:pt x="7363" y="253"/>
                    <a:pt x="7363" y="249"/>
                  </a:cubicBezTo>
                  <a:cubicBezTo>
                    <a:pt x="7363" y="246"/>
                    <a:pt x="7364" y="244"/>
                    <a:pt x="7365" y="242"/>
                  </a:cubicBezTo>
                  <a:cubicBezTo>
                    <a:pt x="7367" y="241"/>
                    <a:pt x="7369" y="240"/>
                    <a:pt x="7371" y="240"/>
                  </a:cubicBezTo>
                  <a:cubicBezTo>
                    <a:pt x="7385" y="239"/>
                    <a:pt x="7399" y="239"/>
                    <a:pt x="7417" y="238"/>
                  </a:cubicBezTo>
                  <a:cubicBezTo>
                    <a:pt x="7422" y="238"/>
                    <a:pt x="7425" y="242"/>
                    <a:pt x="7425" y="246"/>
                  </a:cubicBezTo>
                  <a:cubicBezTo>
                    <a:pt x="7426" y="251"/>
                    <a:pt x="7422" y="255"/>
                    <a:pt x="7417" y="255"/>
                  </a:cubicBezTo>
                  <a:cubicBezTo>
                    <a:pt x="7401" y="256"/>
                    <a:pt x="7386" y="256"/>
                    <a:pt x="7372" y="257"/>
                  </a:cubicBezTo>
                  <a:cubicBezTo>
                    <a:pt x="7372" y="257"/>
                    <a:pt x="7372" y="257"/>
                    <a:pt x="7372" y="257"/>
                  </a:cubicBezTo>
                  <a:close/>
                  <a:moveTo>
                    <a:pt x="7462" y="254"/>
                  </a:moveTo>
                  <a:cubicBezTo>
                    <a:pt x="7458" y="254"/>
                    <a:pt x="7454" y="250"/>
                    <a:pt x="7454" y="246"/>
                  </a:cubicBezTo>
                  <a:cubicBezTo>
                    <a:pt x="7454" y="243"/>
                    <a:pt x="7454" y="241"/>
                    <a:pt x="7456" y="240"/>
                  </a:cubicBezTo>
                  <a:cubicBezTo>
                    <a:pt x="7458" y="238"/>
                    <a:pt x="7460" y="237"/>
                    <a:pt x="7462" y="237"/>
                  </a:cubicBezTo>
                  <a:cubicBezTo>
                    <a:pt x="7471" y="237"/>
                    <a:pt x="7479" y="236"/>
                    <a:pt x="7487" y="236"/>
                  </a:cubicBezTo>
                  <a:cubicBezTo>
                    <a:pt x="7553" y="234"/>
                    <a:pt x="7621" y="233"/>
                    <a:pt x="7688" y="232"/>
                  </a:cubicBezTo>
                  <a:cubicBezTo>
                    <a:pt x="7688" y="232"/>
                    <a:pt x="7688" y="232"/>
                    <a:pt x="7688" y="232"/>
                  </a:cubicBezTo>
                  <a:cubicBezTo>
                    <a:pt x="7693" y="232"/>
                    <a:pt x="7697" y="236"/>
                    <a:pt x="7697" y="241"/>
                  </a:cubicBezTo>
                  <a:cubicBezTo>
                    <a:pt x="7697" y="245"/>
                    <a:pt x="7693" y="249"/>
                    <a:pt x="7688" y="249"/>
                  </a:cubicBezTo>
                  <a:cubicBezTo>
                    <a:pt x="7620" y="250"/>
                    <a:pt x="7553" y="251"/>
                    <a:pt x="7488" y="253"/>
                  </a:cubicBezTo>
                  <a:cubicBezTo>
                    <a:pt x="7479" y="253"/>
                    <a:pt x="7471" y="254"/>
                    <a:pt x="7462" y="254"/>
                  </a:cubicBezTo>
                  <a:cubicBezTo>
                    <a:pt x="7462" y="254"/>
                    <a:pt x="7462" y="254"/>
                    <a:pt x="7462" y="254"/>
                  </a:cubicBezTo>
                  <a:close/>
                  <a:moveTo>
                    <a:pt x="7734" y="249"/>
                  </a:moveTo>
                  <a:cubicBezTo>
                    <a:pt x="7729" y="249"/>
                    <a:pt x="7725" y="245"/>
                    <a:pt x="7725" y="240"/>
                  </a:cubicBezTo>
                  <a:cubicBezTo>
                    <a:pt x="7725" y="236"/>
                    <a:pt x="7729" y="232"/>
                    <a:pt x="7734" y="232"/>
                  </a:cubicBezTo>
                  <a:cubicBezTo>
                    <a:pt x="7734" y="232"/>
                    <a:pt x="7734" y="232"/>
                    <a:pt x="7734" y="232"/>
                  </a:cubicBezTo>
                  <a:cubicBezTo>
                    <a:pt x="7738" y="232"/>
                    <a:pt x="7742" y="236"/>
                    <a:pt x="7742" y="240"/>
                  </a:cubicBezTo>
                  <a:cubicBezTo>
                    <a:pt x="7742" y="245"/>
                    <a:pt x="7738" y="249"/>
                    <a:pt x="7734" y="249"/>
                  </a:cubicBezTo>
                  <a:cubicBezTo>
                    <a:pt x="7734" y="249"/>
                    <a:pt x="7734" y="249"/>
                    <a:pt x="7734" y="249"/>
                  </a:cubicBezTo>
                  <a:close/>
                  <a:moveTo>
                    <a:pt x="7779" y="248"/>
                  </a:moveTo>
                  <a:cubicBezTo>
                    <a:pt x="7779" y="248"/>
                    <a:pt x="7779" y="248"/>
                    <a:pt x="7779" y="248"/>
                  </a:cubicBezTo>
                  <a:cubicBezTo>
                    <a:pt x="7774" y="248"/>
                    <a:pt x="7770" y="245"/>
                    <a:pt x="7770" y="240"/>
                  </a:cubicBezTo>
                  <a:cubicBezTo>
                    <a:pt x="7770" y="238"/>
                    <a:pt x="7771" y="236"/>
                    <a:pt x="7773" y="234"/>
                  </a:cubicBezTo>
                  <a:cubicBezTo>
                    <a:pt x="7774" y="232"/>
                    <a:pt x="7777" y="231"/>
                    <a:pt x="7779" y="231"/>
                  </a:cubicBezTo>
                  <a:cubicBezTo>
                    <a:pt x="7793" y="231"/>
                    <a:pt x="7808" y="231"/>
                    <a:pt x="7824" y="231"/>
                  </a:cubicBezTo>
                  <a:cubicBezTo>
                    <a:pt x="7824" y="231"/>
                    <a:pt x="7824" y="231"/>
                    <a:pt x="7824" y="231"/>
                  </a:cubicBezTo>
                  <a:cubicBezTo>
                    <a:pt x="7829" y="231"/>
                    <a:pt x="7833" y="235"/>
                    <a:pt x="7833" y="240"/>
                  </a:cubicBezTo>
                  <a:cubicBezTo>
                    <a:pt x="7833" y="242"/>
                    <a:pt x="7832" y="244"/>
                    <a:pt x="7830" y="246"/>
                  </a:cubicBezTo>
                  <a:cubicBezTo>
                    <a:pt x="7829" y="247"/>
                    <a:pt x="7826" y="248"/>
                    <a:pt x="7824" y="248"/>
                  </a:cubicBezTo>
                  <a:cubicBezTo>
                    <a:pt x="7809" y="248"/>
                    <a:pt x="7794" y="248"/>
                    <a:pt x="7779" y="248"/>
                  </a:cubicBezTo>
                  <a:close/>
                  <a:moveTo>
                    <a:pt x="212" y="248"/>
                  </a:moveTo>
                  <a:cubicBezTo>
                    <a:pt x="167" y="248"/>
                    <a:pt x="167" y="248"/>
                    <a:pt x="167" y="248"/>
                  </a:cubicBezTo>
                  <a:cubicBezTo>
                    <a:pt x="162" y="248"/>
                    <a:pt x="158" y="244"/>
                    <a:pt x="158" y="240"/>
                  </a:cubicBezTo>
                  <a:cubicBezTo>
                    <a:pt x="158" y="235"/>
                    <a:pt x="162" y="231"/>
                    <a:pt x="167" y="231"/>
                  </a:cubicBezTo>
                  <a:cubicBezTo>
                    <a:pt x="212" y="231"/>
                    <a:pt x="212" y="231"/>
                    <a:pt x="212" y="231"/>
                  </a:cubicBezTo>
                  <a:cubicBezTo>
                    <a:pt x="217" y="231"/>
                    <a:pt x="221" y="235"/>
                    <a:pt x="221" y="240"/>
                  </a:cubicBezTo>
                  <a:cubicBezTo>
                    <a:pt x="221" y="244"/>
                    <a:pt x="217" y="248"/>
                    <a:pt x="212" y="248"/>
                  </a:cubicBezTo>
                  <a:close/>
                  <a:moveTo>
                    <a:pt x="122" y="248"/>
                  </a:moveTo>
                  <a:cubicBezTo>
                    <a:pt x="117" y="248"/>
                    <a:pt x="113" y="244"/>
                    <a:pt x="113" y="240"/>
                  </a:cubicBezTo>
                  <a:cubicBezTo>
                    <a:pt x="113" y="235"/>
                    <a:pt x="117" y="231"/>
                    <a:pt x="122" y="231"/>
                  </a:cubicBezTo>
                  <a:cubicBezTo>
                    <a:pt x="126" y="231"/>
                    <a:pt x="130" y="235"/>
                    <a:pt x="130" y="240"/>
                  </a:cubicBezTo>
                  <a:cubicBezTo>
                    <a:pt x="130" y="244"/>
                    <a:pt x="126" y="248"/>
                    <a:pt x="122" y="248"/>
                  </a:cubicBezTo>
                  <a:close/>
                  <a:moveTo>
                    <a:pt x="76" y="248"/>
                  </a:moveTo>
                  <a:cubicBezTo>
                    <a:pt x="8" y="248"/>
                    <a:pt x="8" y="248"/>
                    <a:pt x="8" y="248"/>
                  </a:cubicBezTo>
                  <a:cubicBezTo>
                    <a:pt x="4" y="248"/>
                    <a:pt x="0" y="244"/>
                    <a:pt x="0" y="240"/>
                  </a:cubicBezTo>
                  <a:cubicBezTo>
                    <a:pt x="0" y="235"/>
                    <a:pt x="4" y="231"/>
                    <a:pt x="8" y="231"/>
                  </a:cubicBezTo>
                  <a:cubicBezTo>
                    <a:pt x="76" y="231"/>
                    <a:pt x="76" y="231"/>
                    <a:pt x="76" y="231"/>
                  </a:cubicBezTo>
                  <a:cubicBezTo>
                    <a:pt x="81" y="231"/>
                    <a:pt x="85" y="235"/>
                    <a:pt x="85" y="240"/>
                  </a:cubicBezTo>
                  <a:cubicBezTo>
                    <a:pt x="85" y="244"/>
                    <a:pt x="81" y="248"/>
                    <a:pt x="76" y="248"/>
                  </a:cubicBezTo>
                  <a:close/>
                  <a:moveTo>
                    <a:pt x="4984" y="222"/>
                  </a:moveTo>
                  <a:cubicBezTo>
                    <a:pt x="4982" y="222"/>
                    <a:pt x="4980" y="221"/>
                    <a:pt x="4978" y="219"/>
                  </a:cubicBezTo>
                  <a:cubicBezTo>
                    <a:pt x="4977" y="218"/>
                    <a:pt x="4976" y="216"/>
                    <a:pt x="4976" y="213"/>
                  </a:cubicBezTo>
                  <a:cubicBezTo>
                    <a:pt x="4976" y="211"/>
                    <a:pt x="4977" y="209"/>
                    <a:pt x="4978" y="207"/>
                  </a:cubicBezTo>
                  <a:cubicBezTo>
                    <a:pt x="4982" y="204"/>
                    <a:pt x="4987" y="204"/>
                    <a:pt x="4990" y="208"/>
                  </a:cubicBezTo>
                  <a:cubicBezTo>
                    <a:pt x="4994" y="211"/>
                    <a:pt x="4994" y="216"/>
                    <a:pt x="4990" y="220"/>
                  </a:cubicBezTo>
                  <a:cubicBezTo>
                    <a:pt x="4989" y="221"/>
                    <a:pt x="4987" y="222"/>
                    <a:pt x="4984" y="222"/>
                  </a:cubicBezTo>
                  <a:close/>
                  <a:moveTo>
                    <a:pt x="4469" y="222"/>
                  </a:moveTo>
                  <a:cubicBezTo>
                    <a:pt x="4468" y="222"/>
                    <a:pt x="4466" y="221"/>
                    <a:pt x="4465" y="220"/>
                  </a:cubicBezTo>
                  <a:cubicBezTo>
                    <a:pt x="4463" y="219"/>
                    <a:pt x="4462" y="217"/>
                    <a:pt x="4461" y="215"/>
                  </a:cubicBezTo>
                  <a:cubicBezTo>
                    <a:pt x="4460" y="213"/>
                    <a:pt x="4461" y="211"/>
                    <a:pt x="4462" y="209"/>
                  </a:cubicBezTo>
                  <a:cubicBezTo>
                    <a:pt x="4469" y="198"/>
                    <a:pt x="4469" y="198"/>
                    <a:pt x="4469" y="198"/>
                  </a:cubicBezTo>
                  <a:cubicBezTo>
                    <a:pt x="4485" y="172"/>
                    <a:pt x="4498" y="151"/>
                    <a:pt x="4511" y="133"/>
                  </a:cubicBezTo>
                  <a:cubicBezTo>
                    <a:pt x="4527" y="111"/>
                    <a:pt x="4541" y="92"/>
                    <a:pt x="4554" y="76"/>
                  </a:cubicBezTo>
                  <a:cubicBezTo>
                    <a:pt x="4569" y="59"/>
                    <a:pt x="4584" y="44"/>
                    <a:pt x="4598" y="33"/>
                  </a:cubicBezTo>
                  <a:cubicBezTo>
                    <a:pt x="4599" y="31"/>
                    <a:pt x="4601" y="30"/>
                    <a:pt x="4603" y="29"/>
                  </a:cubicBezTo>
                  <a:cubicBezTo>
                    <a:pt x="4606" y="26"/>
                    <a:pt x="4612" y="27"/>
                    <a:pt x="4614" y="30"/>
                  </a:cubicBezTo>
                  <a:cubicBezTo>
                    <a:pt x="4617" y="34"/>
                    <a:pt x="4617" y="39"/>
                    <a:pt x="4613" y="42"/>
                  </a:cubicBezTo>
                  <a:cubicBezTo>
                    <a:pt x="4611" y="43"/>
                    <a:pt x="4610" y="45"/>
                    <a:pt x="4609" y="46"/>
                  </a:cubicBezTo>
                  <a:cubicBezTo>
                    <a:pt x="4596" y="57"/>
                    <a:pt x="4581" y="71"/>
                    <a:pt x="4567" y="87"/>
                  </a:cubicBezTo>
                  <a:cubicBezTo>
                    <a:pt x="4554" y="103"/>
                    <a:pt x="4540" y="122"/>
                    <a:pt x="4525" y="143"/>
                  </a:cubicBezTo>
                  <a:cubicBezTo>
                    <a:pt x="4512" y="161"/>
                    <a:pt x="4499" y="181"/>
                    <a:pt x="4483" y="207"/>
                  </a:cubicBezTo>
                  <a:cubicBezTo>
                    <a:pt x="4476" y="218"/>
                    <a:pt x="4476" y="218"/>
                    <a:pt x="4476" y="218"/>
                  </a:cubicBezTo>
                  <a:cubicBezTo>
                    <a:pt x="4475" y="220"/>
                    <a:pt x="4472" y="222"/>
                    <a:pt x="4469" y="222"/>
                  </a:cubicBezTo>
                  <a:close/>
                  <a:moveTo>
                    <a:pt x="4952" y="190"/>
                  </a:moveTo>
                  <a:cubicBezTo>
                    <a:pt x="4950" y="190"/>
                    <a:pt x="4948" y="189"/>
                    <a:pt x="4946" y="188"/>
                  </a:cubicBezTo>
                  <a:cubicBezTo>
                    <a:pt x="4941" y="182"/>
                    <a:pt x="4935" y="177"/>
                    <a:pt x="4927" y="169"/>
                  </a:cubicBezTo>
                  <a:cubicBezTo>
                    <a:pt x="4927" y="169"/>
                    <a:pt x="4927" y="169"/>
                    <a:pt x="4927" y="169"/>
                  </a:cubicBezTo>
                  <a:cubicBezTo>
                    <a:pt x="4899" y="144"/>
                    <a:pt x="4899" y="144"/>
                    <a:pt x="4899" y="144"/>
                  </a:cubicBezTo>
                  <a:cubicBezTo>
                    <a:pt x="4871" y="119"/>
                    <a:pt x="4871" y="119"/>
                    <a:pt x="4871" y="119"/>
                  </a:cubicBezTo>
                  <a:cubicBezTo>
                    <a:pt x="4865" y="115"/>
                    <a:pt x="4860" y="110"/>
                    <a:pt x="4854" y="106"/>
                  </a:cubicBezTo>
                  <a:cubicBezTo>
                    <a:pt x="4850" y="103"/>
                    <a:pt x="4846" y="100"/>
                    <a:pt x="4842" y="96"/>
                  </a:cubicBezTo>
                  <a:cubicBezTo>
                    <a:pt x="4814" y="76"/>
                    <a:pt x="4814" y="76"/>
                    <a:pt x="4814" y="76"/>
                  </a:cubicBezTo>
                  <a:cubicBezTo>
                    <a:pt x="4800" y="66"/>
                    <a:pt x="4785" y="57"/>
                    <a:pt x="4771" y="49"/>
                  </a:cubicBezTo>
                  <a:cubicBezTo>
                    <a:pt x="4767" y="47"/>
                    <a:pt x="4766" y="41"/>
                    <a:pt x="4768" y="37"/>
                  </a:cubicBezTo>
                  <a:cubicBezTo>
                    <a:pt x="4770" y="33"/>
                    <a:pt x="4776" y="32"/>
                    <a:pt x="4780" y="34"/>
                  </a:cubicBezTo>
                  <a:cubicBezTo>
                    <a:pt x="4794" y="42"/>
                    <a:pt x="4809" y="52"/>
                    <a:pt x="4823" y="62"/>
                  </a:cubicBezTo>
                  <a:cubicBezTo>
                    <a:pt x="4823" y="62"/>
                    <a:pt x="4823" y="62"/>
                    <a:pt x="4823" y="62"/>
                  </a:cubicBezTo>
                  <a:cubicBezTo>
                    <a:pt x="4853" y="83"/>
                    <a:pt x="4853" y="83"/>
                    <a:pt x="4853" y="83"/>
                  </a:cubicBezTo>
                  <a:cubicBezTo>
                    <a:pt x="4857" y="86"/>
                    <a:pt x="4861" y="89"/>
                    <a:pt x="4865" y="93"/>
                  </a:cubicBezTo>
                  <a:cubicBezTo>
                    <a:pt x="4870" y="97"/>
                    <a:pt x="4876" y="101"/>
                    <a:pt x="4882" y="106"/>
                  </a:cubicBezTo>
                  <a:cubicBezTo>
                    <a:pt x="4910" y="131"/>
                    <a:pt x="4910" y="131"/>
                    <a:pt x="4910" y="131"/>
                  </a:cubicBezTo>
                  <a:cubicBezTo>
                    <a:pt x="4939" y="157"/>
                    <a:pt x="4939" y="157"/>
                    <a:pt x="4939" y="157"/>
                  </a:cubicBezTo>
                  <a:cubicBezTo>
                    <a:pt x="4945" y="163"/>
                    <a:pt x="4952" y="169"/>
                    <a:pt x="4958" y="175"/>
                  </a:cubicBezTo>
                  <a:cubicBezTo>
                    <a:pt x="4962" y="179"/>
                    <a:pt x="4962" y="184"/>
                    <a:pt x="4958" y="188"/>
                  </a:cubicBezTo>
                  <a:cubicBezTo>
                    <a:pt x="4957" y="189"/>
                    <a:pt x="4955" y="190"/>
                    <a:pt x="4952" y="190"/>
                  </a:cubicBezTo>
                  <a:close/>
                  <a:moveTo>
                    <a:pt x="4735" y="30"/>
                  </a:moveTo>
                  <a:cubicBezTo>
                    <a:pt x="4734" y="30"/>
                    <a:pt x="4732" y="30"/>
                    <a:pt x="4731" y="29"/>
                  </a:cubicBezTo>
                  <a:cubicBezTo>
                    <a:pt x="4731" y="29"/>
                    <a:pt x="4730" y="29"/>
                    <a:pt x="4728" y="28"/>
                  </a:cubicBezTo>
                  <a:cubicBezTo>
                    <a:pt x="4728" y="28"/>
                    <a:pt x="4727" y="28"/>
                    <a:pt x="4726" y="28"/>
                  </a:cubicBezTo>
                  <a:cubicBezTo>
                    <a:pt x="4714" y="23"/>
                    <a:pt x="4714" y="23"/>
                    <a:pt x="4714" y="23"/>
                  </a:cubicBezTo>
                  <a:cubicBezTo>
                    <a:pt x="4709" y="22"/>
                    <a:pt x="4709" y="22"/>
                    <a:pt x="4709" y="22"/>
                  </a:cubicBezTo>
                  <a:cubicBezTo>
                    <a:pt x="4702" y="20"/>
                    <a:pt x="4696" y="18"/>
                    <a:pt x="4690" y="18"/>
                  </a:cubicBezTo>
                  <a:cubicBezTo>
                    <a:pt x="4688" y="17"/>
                    <a:pt x="4686" y="16"/>
                    <a:pt x="4684" y="14"/>
                  </a:cubicBezTo>
                  <a:cubicBezTo>
                    <a:pt x="4683" y="12"/>
                    <a:pt x="4683" y="10"/>
                    <a:pt x="4683" y="8"/>
                  </a:cubicBezTo>
                  <a:cubicBezTo>
                    <a:pt x="4684" y="3"/>
                    <a:pt x="4688" y="0"/>
                    <a:pt x="4693" y="1"/>
                  </a:cubicBezTo>
                  <a:cubicBezTo>
                    <a:pt x="4699" y="2"/>
                    <a:pt x="4706" y="3"/>
                    <a:pt x="4713" y="5"/>
                  </a:cubicBezTo>
                  <a:cubicBezTo>
                    <a:pt x="4719" y="7"/>
                    <a:pt x="4719" y="7"/>
                    <a:pt x="4719" y="7"/>
                  </a:cubicBezTo>
                  <a:cubicBezTo>
                    <a:pt x="4732" y="12"/>
                    <a:pt x="4732" y="12"/>
                    <a:pt x="4732" y="12"/>
                  </a:cubicBezTo>
                  <a:cubicBezTo>
                    <a:pt x="4733" y="12"/>
                    <a:pt x="4733" y="12"/>
                    <a:pt x="4734" y="12"/>
                  </a:cubicBezTo>
                  <a:cubicBezTo>
                    <a:pt x="4735" y="12"/>
                    <a:pt x="4736" y="13"/>
                    <a:pt x="4738" y="14"/>
                  </a:cubicBezTo>
                  <a:cubicBezTo>
                    <a:pt x="4740" y="15"/>
                    <a:pt x="4742" y="16"/>
                    <a:pt x="4743" y="19"/>
                  </a:cubicBezTo>
                  <a:cubicBezTo>
                    <a:pt x="4744" y="21"/>
                    <a:pt x="4743" y="23"/>
                    <a:pt x="4742" y="25"/>
                  </a:cubicBezTo>
                  <a:cubicBezTo>
                    <a:pt x="4741" y="28"/>
                    <a:pt x="4738" y="30"/>
                    <a:pt x="4735" y="30"/>
                  </a:cubicBezTo>
                  <a:close/>
                  <a:moveTo>
                    <a:pt x="4647" y="21"/>
                  </a:moveTo>
                  <a:cubicBezTo>
                    <a:pt x="4643" y="21"/>
                    <a:pt x="4640" y="19"/>
                    <a:pt x="4639" y="16"/>
                  </a:cubicBezTo>
                  <a:cubicBezTo>
                    <a:pt x="4638" y="14"/>
                    <a:pt x="4638" y="11"/>
                    <a:pt x="4639" y="9"/>
                  </a:cubicBezTo>
                  <a:cubicBezTo>
                    <a:pt x="4640" y="7"/>
                    <a:pt x="4642" y="6"/>
                    <a:pt x="4644" y="5"/>
                  </a:cubicBezTo>
                  <a:cubicBezTo>
                    <a:pt x="4648" y="3"/>
                    <a:pt x="4653" y="6"/>
                    <a:pt x="4655" y="10"/>
                  </a:cubicBezTo>
                  <a:cubicBezTo>
                    <a:pt x="4656" y="15"/>
                    <a:pt x="4654" y="19"/>
                    <a:pt x="4650" y="21"/>
                  </a:cubicBezTo>
                  <a:cubicBezTo>
                    <a:pt x="4649" y="21"/>
                    <a:pt x="4648" y="21"/>
                    <a:pt x="4647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52" name="Freeform 46">
            <a:extLst>
              <a:ext uri="{FF2B5EF4-FFF2-40B4-BE49-F238E27FC236}">
                <a16:creationId xmlns:a16="http://schemas.microsoft.com/office/drawing/2014/main" id="{48C12605-E741-4509-A9CC-4A1C516C14F3}"/>
              </a:ext>
            </a:extLst>
          </p:cNvPr>
          <p:cNvSpPr>
            <a:spLocks/>
          </p:cNvSpPr>
          <p:nvPr/>
        </p:nvSpPr>
        <p:spPr bwMode="auto">
          <a:xfrm>
            <a:off x="-1587" y="2521862"/>
            <a:ext cx="12193587" cy="2012688"/>
          </a:xfrm>
          <a:custGeom>
            <a:avLst/>
            <a:gdLst>
              <a:gd name="T0" fmla="*/ 0 w 7756"/>
              <a:gd name="T1" fmla="*/ 374 h 1277"/>
              <a:gd name="T2" fmla="*/ 952 w 7756"/>
              <a:gd name="T3" fmla="*/ 751 h 1277"/>
              <a:gd name="T4" fmla="*/ 2033 w 7756"/>
              <a:gd name="T5" fmla="*/ 261 h 1277"/>
              <a:gd name="T6" fmla="*/ 3162 w 7756"/>
              <a:gd name="T7" fmla="*/ 1108 h 1277"/>
              <a:gd name="T8" fmla="*/ 4009 w 7756"/>
              <a:gd name="T9" fmla="*/ 171 h 1277"/>
              <a:gd name="T10" fmla="*/ 4348 w 7756"/>
              <a:gd name="T11" fmla="*/ 35 h 1277"/>
              <a:gd name="T12" fmla="*/ 5534 w 7756"/>
              <a:gd name="T13" fmla="*/ 882 h 1277"/>
              <a:gd name="T14" fmla="*/ 6720 w 7756"/>
              <a:gd name="T15" fmla="*/ 245 h 1277"/>
              <a:gd name="T16" fmla="*/ 7508 w 7756"/>
              <a:gd name="T17" fmla="*/ 519 h 1277"/>
              <a:gd name="T18" fmla="*/ 7756 w 7756"/>
              <a:gd name="T19" fmla="*/ 519 h 12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756" h="1277">
                <a:moveTo>
                  <a:pt x="0" y="374"/>
                </a:moveTo>
                <a:cubicBezTo>
                  <a:pt x="364" y="374"/>
                  <a:pt x="537" y="630"/>
                  <a:pt x="952" y="751"/>
                </a:cubicBezTo>
                <a:cubicBezTo>
                  <a:pt x="1282" y="847"/>
                  <a:pt x="1751" y="148"/>
                  <a:pt x="2033" y="261"/>
                </a:cubicBezTo>
                <a:cubicBezTo>
                  <a:pt x="2315" y="374"/>
                  <a:pt x="2880" y="1277"/>
                  <a:pt x="3162" y="1108"/>
                </a:cubicBezTo>
                <a:cubicBezTo>
                  <a:pt x="3357" y="991"/>
                  <a:pt x="3714" y="443"/>
                  <a:pt x="4009" y="171"/>
                </a:cubicBezTo>
                <a:cubicBezTo>
                  <a:pt x="4141" y="49"/>
                  <a:pt x="4235" y="0"/>
                  <a:pt x="4348" y="35"/>
                </a:cubicBezTo>
                <a:cubicBezTo>
                  <a:pt x="4662" y="134"/>
                  <a:pt x="5082" y="995"/>
                  <a:pt x="5534" y="882"/>
                </a:cubicBezTo>
                <a:cubicBezTo>
                  <a:pt x="5986" y="769"/>
                  <a:pt x="6381" y="133"/>
                  <a:pt x="6720" y="245"/>
                </a:cubicBezTo>
                <a:cubicBezTo>
                  <a:pt x="6984" y="334"/>
                  <a:pt x="7227" y="519"/>
                  <a:pt x="7508" y="519"/>
                </a:cubicBezTo>
                <a:cubicBezTo>
                  <a:pt x="7593" y="519"/>
                  <a:pt x="7617" y="519"/>
                  <a:pt x="7756" y="519"/>
                </a:cubicBezTo>
              </a:path>
            </a:pathLst>
          </a:custGeom>
          <a:noFill/>
          <a:ln w="477838" cap="flat">
            <a:solidFill>
              <a:schemeClr val="tx1">
                <a:lumMod val="90000"/>
                <a:lumOff val="10000"/>
              </a:schemeClr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>
              <a:defRPr/>
            </a:pPr>
            <a:endParaRPr lang="en-US" sz="900">
              <a:solidFill>
                <a:srgbClr val="172144"/>
              </a:solidFill>
              <a:latin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5098B7-891D-4C06-85D8-0AD532892ADF}"/>
              </a:ext>
            </a:extLst>
          </p:cNvPr>
          <p:cNvGrpSpPr/>
          <p:nvPr/>
        </p:nvGrpSpPr>
        <p:grpSpPr>
          <a:xfrm>
            <a:off x="2928038" y="2670534"/>
            <a:ext cx="463442" cy="463442"/>
            <a:chOff x="2585671" y="2792627"/>
            <a:chExt cx="766119" cy="766119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BD9577-9185-41E8-8A11-77F6BCC668BE}"/>
                </a:ext>
              </a:extLst>
            </p:cNvPr>
            <p:cNvSpPr/>
            <p:nvPr/>
          </p:nvSpPr>
          <p:spPr>
            <a:xfrm>
              <a:off x="2585671" y="2792627"/>
              <a:ext cx="766119" cy="766119"/>
            </a:xfrm>
            <a:prstGeom prst="ellipse">
              <a:avLst/>
            </a:prstGeom>
            <a:solidFill>
              <a:schemeClr val="bg1"/>
            </a:solidFill>
            <a:ln w="73025" cmpd="sng">
              <a:solidFill>
                <a:schemeClr val="accent1">
                  <a:lumMod val="50000"/>
                </a:schemeClr>
              </a:solidFill>
            </a:ln>
            <a:effectLst>
              <a:outerShdw blurRad="165100" dist="38100" dir="8100000" algn="tr" rotWithShape="0">
                <a:schemeClr val="accent1">
                  <a:lumMod val="75000"/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998F861-DE7E-406C-92D3-7A3301258681}"/>
                </a:ext>
              </a:extLst>
            </p:cNvPr>
            <p:cNvSpPr/>
            <p:nvPr/>
          </p:nvSpPr>
          <p:spPr>
            <a:xfrm>
              <a:off x="2680932" y="2887888"/>
              <a:ext cx="575596" cy="575596"/>
            </a:xfrm>
            <a:prstGeom prst="ellipse">
              <a:avLst/>
            </a:prstGeom>
            <a:solidFill>
              <a:schemeClr val="bg1"/>
            </a:solidFill>
            <a:ln w="25400" cmpd="sng">
              <a:solidFill>
                <a:schemeClr val="accent1"/>
              </a:solidFill>
            </a:ln>
            <a:effectLst>
              <a:outerShdw blurRad="177800" dist="114300" dir="6600000" sx="102000" sy="102000" algn="ctr" rotWithShape="0">
                <a:schemeClr val="accent1">
                  <a:lumMod val="50000"/>
                  <a:alpha val="8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BCD30F6-CD6A-4B58-A422-BE74B995280C}"/>
                </a:ext>
              </a:extLst>
            </p:cNvPr>
            <p:cNvSpPr/>
            <p:nvPr/>
          </p:nvSpPr>
          <p:spPr>
            <a:xfrm>
              <a:off x="2821044" y="3028000"/>
              <a:ext cx="295372" cy="295372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DE23C2-4A96-44F8-9D58-30B377D4AD8C}"/>
              </a:ext>
            </a:extLst>
          </p:cNvPr>
          <p:cNvGrpSpPr/>
          <p:nvPr/>
        </p:nvGrpSpPr>
        <p:grpSpPr>
          <a:xfrm>
            <a:off x="4680375" y="4047015"/>
            <a:ext cx="383010" cy="383010"/>
            <a:chOff x="2585671" y="2792627"/>
            <a:chExt cx="766119" cy="76611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B91274-0A67-4620-84FC-DDA7307BB554}"/>
                </a:ext>
              </a:extLst>
            </p:cNvPr>
            <p:cNvSpPr/>
            <p:nvPr/>
          </p:nvSpPr>
          <p:spPr>
            <a:xfrm>
              <a:off x="2585671" y="2792627"/>
              <a:ext cx="766119" cy="766119"/>
            </a:xfrm>
            <a:prstGeom prst="ellipse">
              <a:avLst/>
            </a:prstGeom>
            <a:solidFill>
              <a:schemeClr val="bg1"/>
            </a:solidFill>
            <a:ln w="73025" cmpd="sng">
              <a:solidFill>
                <a:schemeClr val="accent1">
                  <a:lumMod val="50000"/>
                </a:schemeClr>
              </a:solidFill>
            </a:ln>
            <a:effectLst>
              <a:outerShdw blurRad="165100" dist="38100" dir="8100000" algn="tr" rotWithShape="0">
                <a:schemeClr val="accent1">
                  <a:lumMod val="75000"/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87CDD84-D283-4153-8938-9B974F2117C7}"/>
                </a:ext>
              </a:extLst>
            </p:cNvPr>
            <p:cNvSpPr/>
            <p:nvPr/>
          </p:nvSpPr>
          <p:spPr>
            <a:xfrm>
              <a:off x="2680932" y="2887888"/>
              <a:ext cx="575596" cy="575596"/>
            </a:xfrm>
            <a:prstGeom prst="ellipse">
              <a:avLst/>
            </a:prstGeom>
            <a:solidFill>
              <a:schemeClr val="bg1"/>
            </a:solidFill>
            <a:ln w="25400" cmpd="sng">
              <a:solidFill>
                <a:schemeClr val="accent1"/>
              </a:solidFill>
            </a:ln>
            <a:effectLst>
              <a:outerShdw blurRad="177800" dist="114300" dir="6600000" sx="102000" sy="102000" algn="ctr" rotWithShape="0">
                <a:schemeClr val="accent1">
                  <a:lumMod val="50000"/>
                  <a:alpha val="8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D21771FE-6AC9-40DE-804A-7D16DA593C4D}"/>
                </a:ext>
              </a:extLst>
            </p:cNvPr>
            <p:cNvSpPr/>
            <p:nvPr/>
          </p:nvSpPr>
          <p:spPr>
            <a:xfrm>
              <a:off x="2821044" y="3028000"/>
              <a:ext cx="295372" cy="295372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524BF12-6147-41BD-B1E2-0F7F733CAB1D}"/>
              </a:ext>
            </a:extLst>
          </p:cNvPr>
          <p:cNvGrpSpPr/>
          <p:nvPr/>
        </p:nvGrpSpPr>
        <p:grpSpPr>
          <a:xfrm>
            <a:off x="6289691" y="2134455"/>
            <a:ext cx="777454" cy="777454"/>
            <a:chOff x="2585671" y="2792627"/>
            <a:chExt cx="766119" cy="76611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015C66D-C512-4BC2-80F2-0EF4D3E4B3E5}"/>
                </a:ext>
              </a:extLst>
            </p:cNvPr>
            <p:cNvSpPr/>
            <p:nvPr/>
          </p:nvSpPr>
          <p:spPr>
            <a:xfrm>
              <a:off x="2585671" y="2792627"/>
              <a:ext cx="766119" cy="766119"/>
            </a:xfrm>
            <a:prstGeom prst="ellipse">
              <a:avLst/>
            </a:prstGeom>
            <a:solidFill>
              <a:schemeClr val="bg1"/>
            </a:solidFill>
            <a:ln w="73025" cmpd="sng">
              <a:solidFill>
                <a:schemeClr val="accent1">
                  <a:lumMod val="50000"/>
                </a:schemeClr>
              </a:solidFill>
            </a:ln>
            <a:effectLst>
              <a:outerShdw blurRad="165100" dist="38100" dir="8100000" algn="tr" rotWithShape="0">
                <a:schemeClr val="accent1">
                  <a:lumMod val="75000"/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91D379D-5877-4805-B4F9-926396E4A323}"/>
                </a:ext>
              </a:extLst>
            </p:cNvPr>
            <p:cNvSpPr/>
            <p:nvPr/>
          </p:nvSpPr>
          <p:spPr>
            <a:xfrm>
              <a:off x="2680932" y="2887888"/>
              <a:ext cx="575596" cy="575596"/>
            </a:xfrm>
            <a:prstGeom prst="ellipse">
              <a:avLst/>
            </a:prstGeom>
            <a:solidFill>
              <a:schemeClr val="bg1"/>
            </a:solidFill>
            <a:ln w="25400" cmpd="sng">
              <a:solidFill>
                <a:schemeClr val="accent1"/>
              </a:solidFill>
            </a:ln>
            <a:effectLst>
              <a:outerShdw blurRad="177800" dist="114300" dir="6600000" sx="102000" sy="102000" algn="ctr" rotWithShape="0">
                <a:schemeClr val="accent1">
                  <a:lumMod val="50000"/>
                  <a:alpha val="8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D12E51D-3306-4E40-B2EC-481AF7DE291B}"/>
                </a:ext>
              </a:extLst>
            </p:cNvPr>
            <p:cNvSpPr/>
            <p:nvPr/>
          </p:nvSpPr>
          <p:spPr>
            <a:xfrm>
              <a:off x="2821044" y="3028000"/>
              <a:ext cx="295372" cy="295372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97508B2-63F5-4FBD-BDC0-C794189AFAD1}"/>
              </a:ext>
            </a:extLst>
          </p:cNvPr>
          <p:cNvGrpSpPr/>
          <p:nvPr/>
        </p:nvGrpSpPr>
        <p:grpSpPr>
          <a:xfrm>
            <a:off x="8290059" y="3688724"/>
            <a:ext cx="383010" cy="383010"/>
            <a:chOff x="2585671" y="2792627"/>
            <a:chExt cx="766119" cy="766119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D76203C-04C6-4980-B0EE-DE013013D8CC}"/>
                </a:ext>
              </a:extLst>
            </p:cNvPr>
            <p:cNvSpPr/>
            <p:nvPr/>
          </p:nvSpPr>
          <p:spPr>
            <a:xfrm>
              <a:off x="2585671" y="2792627"/>
              <a:ext cx="766119" cy="766119"/>
            </a:xfrm>
            <a:prstGeom prst="ellipse">
              <a:avLst/>
            </a:prstGeom>
            <a:solidFill>
              <a:schemeClr val="bg1"/>
            </a:solidFill>
            <a:ln w="73025" cmpd="sng">
              <a:solidFill>
                <a:schemeClr val="accent1">
                  <a:lumMod val="50000"/>
                </a:schemeClr>
              </a:solidFill>
            </a:ln>
            <a:effectLst>
              <a:outerShdw blurRad="165100" dist="38100" dir="8100000" algn="tr" rotWithShape="0">
                <a:schemeClr val="accent1">
                  <a:lumMod val="75000"/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9D1087D-0ADD-4BBD-B680-C9549595ACB8}"/>
                </a:ext>
              </a:extLst>
            </p:cNvPr>
            <p:cNvSpPr/>
            <p:nvPr/>
          </p:nvSpPr>
          <p:spPr>
            <a:xfrm>
              <a:off x="2680932" y="2887888"/>
              <a:ext cx="575596" cy="575596"/>
            </a:xfrm>
            <a:prstGeom prst="ellipse">
              <a:avLst/>
            </a:prstGeom>
            <a:solidFill>
              <a:schemeClr val="bg1"/>
            </a:solidFill>
            <a:ln w="25400" cmpd="sng">
              <a:solidFill>
                <a:schemeClr val="accent1"/>
              </a:solidFill>
            </a:ln>
            <a:effectLst>
              <a:outerShdw blurRad="177800" dist="114300" dir="6600000" sx="102000" sy="102000" algn="ctr" rotWithShape="0">
                <a:schemeClr val="accent1">
                  <a:lumMod val="50000"/>
                  <a:alpha val="8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7D0E60D-77DC-4FE2-A7EF-84BA409E0A74}"/>
                </a:ext>
              </a:extLst>
            </p:cNvPr>
            <p:cNvSpPr/>
            <p:nvPr/>
          </p:nvSpPr>
          <p:spPr>
            <a:xfrm>
              <a:off x="2821044" y="3028000"/>
              <a:ext cx="295372" cy="295372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B6A7B37C-011E-4B11-85D5-DF814B25F861}"/>
              </a:ext>
            </a:extLst>
          </p:cNvPr>
          <p:cNvSpPr txBox="1"/>
          <p:nvPr/>
        </p:nvSpPr>
        <p:spPr>
          <a:xfrm>
            <a:off x="-181419" y="4107785"/>
            <a:ext cx="188914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Awareness</a:t>
            </a:r>
          </a:p>
          <a:p>
            <a:pPr marL="457200" indent="-457200" algn="r">
              <a:buFont typeface="+mj-lt"/>
              <a:buAutoNum type="arabicPeriod"/>
            </a:pPr>
            <a:r>
              <a:rPr lang="en-ID" sz="900" dirty="0" err="1"/>
              <a:t>kostumer</a:t>
            </a:r>
            <a:r>
              <a:rPr lang="en-ID" sz="900" dirty="0"/>
              <a:t> </a:t>
            </a:r>
            <a:r>
              <a:rPr lang="en-ID" sz="900" dirty="0" err="1"/>
              <a:t>menemukan</a:t>
            </a:r>
            <a:r>
              <a:rPr lang="en-ID" sz="900" dirty="0"/>
              <a:t> </a:t>
            </a:r>
            <a:r>
              <a:rPr lang="en-ID" sz="900" dirty="0" err="1"/>
              <a:t>produk</a:t>
            </a:r>
            <a:r>
              <a:rPr lang="en-ID" sz="900" dirty="0"/>
              <a:t> THRUST </a:t>
            </a:r>
            <a:r>
              <a:rPr lang="en-ID" sz="900" dirty="0" err="1"/>
              <a:t>dari</a:t>
            </a:r>
            <a:r>
              <a:rPr lang="en-ID" sz="900" dirty="0"/>
              <a:t> </a:t>
            </a:r>
            <a:r>
              <a:rPr lang="en-ID" sz="900" dirty="0" err="1"/>
              <a:t>berbagai</a:t>
            </a:r>
            <a:r>
              <a:rPr lang="en-ID" sz="900" dirty="0"/>
              <a:t> </a:t>
            </a:r>
            <a:r>
              <a:rPr lang="en-ID" sz="900" dirty="0" err="1"/>
              <a:t>saluran</a:t>
            </a:r>
            <a:r>
              <a:rPr lang="en-ID" sz="900" dirty="0"/>
              <a:t>, </a:t>
            </a:r>
            <a:r>
              <a:rPr lang="en-ID" sz="900" dirty="0" err="1"/>
              <a:t>seperti</a:t>
            </a:r>
            <a:r>
              <a:rPr lang="en-ID" sz="900" dirty="0"/>
              <a:t> </a:t>
            </a:r>
            <a:r>
              <a:rPr lang="en-ID" sz="900" dirty="0" err="1"/>
              <a:t>iklan</a:t>
            </a:r>
            <a:r>
              <a:rPr lang="en-ID" sz="900" dirty="0"/>
              <a:t> di media </a:t>
            </a:r>
            <a:r>
              <a:rPr lang="en-ID" sz="900" dirty="0" err="1"/>
              <a:t>cetak</a:t>
            </a:r>
            <a:r>
              <a:rPr lang="en-ID" sz="900" dirty="0"/>
              <a:t> </a:t>
            </a:r>
            <a:r>
              <a:rPr lang="en-ID" sz="900" dirty="0" err="1"/>
              <a:t>atau</a:t>
            </a:r>
            <a:r>
              <a:rPr lang="en-ID" sz="900" dirty="0"/>
              <a:t> online, </a:t>
            </a:r>
            <a:r>
              <a:rPr lang="en-ID" sz="900" dirty="0" err="1"/>
              <a:t>rekomendasi</a:t>
            </a:r>
            <a:r>
              <a:rPr lang="en-ID" sz="900" dirty="0"/>
              <a:t> </a:t>
            </a:r>
            <a:r>
              <a:rPr lang="en-ID" sz="900" dirty="0" err="1"/>
              <a:t>dari</a:t>
            </a:r>
            <a:r>
              <a:rPr lang="en-ID" sz="900" dirty="0"/>
              <a:t> orang </a:t>
            </a:r>
            <a:r>
              <a:rPr lang="en-ID" sz="900" dirty="0" err="1"/>
              <a:t>terdekat</a:t>
            </a:r>
            <a:r>
              <a:rPr lang="en-ID" sz="900" dirty="0"/>
              <a:t>, </a:t>
            </a:r>
            <a:r>
              <a:rPr lang="en-ID" sz="900" dirty="0" err="1"/>
              <a:t>atau</a:t>
            </a:r>
            <a:r>
              <a:rPr lang="en-ID" sz="900" dirty="0"/>
              <a:t> </a:t>
            </a:r>
            <a:r>
              <a:rPr lang="en-ID" sz="900" dirty="0" err="1"/>
              <a:t>dengan</a:t>
            </a:r>
            <a:r>
              <a:rPr lang="en-ID" sz="900" dirty="0"/>
              <a:t> toko offline.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7034DB8-9C98-4782-AEDC-21D6A149D0C9}"/>
              </a:ext>
            </a:extLst>
          </p:cNvPr>
          <p:cNvGrpSpPr/>
          <p:nvPr/>
        </p:nvGrpSpPr>
        <p:grpSpPr>
          <a:xfrm>
            <a:off x="3159759" y="4835622"/>
            <a:ext cx="2613720" cy="1169551"/>
            <a:chOff x="6320339" y="9671609"/>
            <a:chExt cx="3572374" cy="2339410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FA79B62-A238-47BF-A693-D284FF2C7324}"/>
                </a:ext>
              </a:extLst>
            </p:cNvPr>
            <p:cNvSpPr/>
            <p:nvPr/>
          </p:nvSpPr>
          <p:spPr>
            <a:xfrm>
              <a:off x="6320339" y="9713343"/>
              <a:ext cx="2237060" cy="5348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B2BB58C-D4D0-4A5B-A8FC-D8B5C17E98D1}"/>
                </a:ext>
              </a:extLst>
            </p:cNvPr>
            <p:cNvSpPr txBox="1"/>
            <p:nvPr/>
          </p:nvSpPr>
          <p:spPr>
            <a:xfrm>
              <a:off x="6555682" y="9671609"/>
              <a:ext cx="3337031" cy="2339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28554">
                <a:defRPr/>
              </a:pPr>
              <a:r>
                <a:rPr lang="en-US" sz="1600" b="1" dirty="0">
                  <a:solidFill>
                    <a:srgbClr val="FFFFFF"/>
                  </a:solidFill>
                  <a:latin typeface="Century Gothic"/>
                </a:rPr>
                <a:t>Consideration</a:t>
              </a:r>
            </a:p>
            <a:p>
              <a:pPr marL="457200" indent="-457200" algn="l">
                <a:buFont typeface="+mj-lt"/>
                <a:buAutoNum type="arabicPeriod"/>
              </a:pPr>
              <a:r>
                <a:rPr lang="en-ID" sz="900" dirty="0" err="1"/>
                <a:t>Konsumen</a:t>
              </a:r>
              <a:r>
                <a:rPr lang="en-ID" sz="900" dirty="0"/>
                <a:t> </a:t>
              </a:r>
              <a:r>
                <a:rPr lang="en-ID" sz="900" dirty="0" err="1"/>
                <a:t>mulai</a:t>
              </a:r>
              <a:r>
                <a:rPr lang="en-ID" sz="900" dirty="0"/>
                <a:t> </a:t>
              </a:r>
              <a:r>
                <a:rPr lang="en-ID" sz="900" dirty="0" err="1"/>
                <a:t>mengenali</a:t>
              </a:r>
              <a:r>
                <a:rPr lang="en-ID" sz="900" dirty="0"/>
                <a:t> dan </a:t>
              </a:r>
              <a:r>
                <a:rPr lang="en-ID" sz="900" dirty="0" err="1"/>
                <a:t>mungkin</a:t>
              </a:r>
              <a:r>
                <a:rPr lang="en-ID" sz="900" dirty="0"/>
                <a:t> </a:t>
              </a:r>
              <a:r>
                <a:rPr lang="en-ID" sz="900" dirty="0" err="1"/>
                <a:t>akan</a:t>
              </a:r>
              <a:r>
                <a:rPr lang="en-ID" sz="900" dirty="0"/>
                <a:t> </a:t>
              </a:r>
              <a:r>
                <a:rPr lang="en-ID" sz="900" dirty="0" err="1"/>
                <a:t>meriset</a:t>
              </a:r>
              <a:r>
                <a:rPr lang="en-ID" sz="900" dirty="0"/>
                <a:t> </a:t>
              </a:r>
              <a:r>
                <a:rPr lang="en-ID" sz="900" dirty="0" err="1"/>
                <a:t>terlebih</a:t>
              </a:r>
              <a:r>
                <a:rPr lang="en-ID" sz="900" dirty="0"/>
                <a:t> </a:t>
              </a:r>
              <a:r>
                <a:rPr lang="en-ID" sz="900" dirty="0" err="1"/>
                <a:t>dahulu</a:t>
              </a:r>
              <a:r>
                <a:rPr lang="en-ID" sz="900" dirty="0"/>
                <a:t> </a:t>
              </a:r>
              <a:r>
                <a:rPr lang="en-ID" sz="900" dirty="0" err="1"/>
                <a:t>mengenai</a:t>
              </a:r>
              <a:r>
                <a:rPr lang="en-ID" sz="900" dirty="0"/>
                <a:t> </a:t>
              </a:r>
              <a:r>
                <a:rPr lang="en-ID" sz="900" dirty="0" err="1"/>
                <a:t>produk</a:t>
              </a:r>
              <a:r>
                <a:rPr lang="en-ID" sz="900" dirty="0"/>
                <a:t> THURST yang </a:t>
              </a:r>
              <a:r>
                <a:rPr lang="en-ID" sz="900" dirty="0" err="1"/>
                <a:t>sudah</a:t>
              </a:r>
              <a:r>
                <a:rPr lang="en-ID" sz="900" dirty="0"/>
                <a:t> </a:t>
              </a:r>
              <a:r>
                <a:rPr lang="en-ID" sz="900" dirty="0" err="1"/>
                <a:t>beredar</a:t>
              </a:r>
              <a:r>
                <a:rPr lang="en-ID" sz="900" dirty="0"/>
                <a:t>, </a:t>
              </a:r>
              <a:r>
                <a:rPr lang="en-ID" sz="900" dirty="0" err="1"/>
                <a:t>seperti</a:t>
              </a:r>
              <a:r>
                <a:rPr lang="en-ID" sz="900" dirty="0"/>
                <a:t> </a:t>
              </a:r>
              <a:r>
                <a:rPr lang="en-ID" sz="900" dirty="0" err="1"/>
                <a:t>spesifikasi</a:t>
              </a:r>
              <a:r>
                <a:rPr lang="en-ID" sz="900" dirty="0"/>
                <a:t> </a:t>
              </a:r>
              <a:r>
                <a:rPr lang="en-ID" sz="900" dirty="0" err="1"/>
                <a:t>produk</a:t>
              </a:r>
              <a:r>
                <a:rPr lang="en-ID" sz="900" dirty="0"/>
                <a:t>, </a:t>
              </a:r>
              <a:r>
                <a:rPr lang="en-ID" sz="900" dirty="0" err="1"/>
                <a:t>membaca</a:t>
              </a:r>
              <a:r>
                <a:rPr lang="en-ID" sz="900" dirty="0"/>
                <a:t> </a:t>
              </a:r>
              <a:r>
                <a:rPr lang="en-ID" sz="900" dirty="0" err="1"/>
                <a:t>testimoni</a:t>
              </a:r>
              <a:r>
                <a:rPr lang="en-ID" sz="900" dirty="0"/>
                <a:t>, dan </a:t>
              </a:r>
              <a:r>
                <a:rPr lang="en-ID" sz="900" dirty="0" err="1"/>
                <a:t>berapa</a:t>
              </a:r>
              <a:r>
                <a:rPr lang="en-ID" sz="900" dirty="0"/>
                <a:t> </a:t>
              </a:r>
              <a:r>
                <a:rPr lang="en-ID" sz="900" dirty="0" err="1"/>
                <a:t>harga</a:t>
              </a:r>
              <a:r>
                <a:rPr lang="en-ID" sz="900" dirty="0"/>
                <a:t> yang </a:t>
              </a:r>
              <a:r>
                <a:rPr lang="en-ID" sz="900" dirty="0" err="1"/>
                <a:t>ditawarkan</a:t>
              </a:r>
              <a:r>
                <a:rPr lang="en-ID" sz="900" dirty="0"/>
                <a:t>.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6A89FF9-2AA5-4333-9770-34C389F63E6E}"/>
              </a:ext>
            </a:extLst>
          </p:cNvPr>
          <p:cNvSpPr txBox="1"/>
          <p:nvPr/>
        </p:nvSpPr>
        <p:spPr>
          <a:xfrm>
            <a:off x="6837976" y="4711155"/>
            <a:ext cx="1668299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Advocacy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900" dirty="0" err="1"/>
              <a:t>Setelah</a:t>
            </a:r>
            <a:r>
              <a:rPr lang="en-ID" sz="900" dirty="0"/>
              <a:t> </a:t>
            </a:r>
            <a:r>
              <a:rPr lang="en-ID" sz="900" dirty="0" err="1"/>
              <a:t>membeli</a:t>
            </a:r>
            <a:r>
              <a:rPr lang="en-ID" sz="900" dirty="0"/>
              <a:t> </a:t>
            </a:r>
            <a:r>
              <a:rPr lang="en-ID" sz="900" dirty="0" err="1"/>
              <a:t>produk</a:t>
            </a:r>
            <a:r>
              <a:rPr lang="en-ID" sz="900" dirty="0"/>
              <a:t>, </a:t>
            </a:r>
            <a:r>
              <a:rPr lang="en-ID" sz="900" dirty="0" err="1"/>
              <a:t>konsumen</a:t>
            </a:r>
            <a:r>
              <a:rPr lang="en-ID" sz="900" dirty="0"/>
              <a:t> </a:t>
            </a:r>
            <a:r>
              <a:rPr lang="en-ID" sz="900" dirty="0" err="1"/>
              <a:t>akan</a:t>
            </a:r>
            <a:r>
              <a:rPr lang="en-ID" sz="900" dirty="0"/>
              <a:t> </a:t>
            </a:r>
            <a:r>
              <a:rPr lang="en-ID" sz="900" dirty="0" err="1"/>
              <a:t>melakukan</a:t>
            </a:r>
            <a:r>
              <a:rPr lang="en-ID" sz="900" dirty="0"/>
              <a:t> review </a:t>
            </a:r>
            <a:r>
              <a:rPr lang="en-ID" sz="900" dirty="0" err="1"/>
              <a:t>terhadap</a:t>
            </a:r>
            <a:r>
              <a:rPr lang="en-ID" sz="900" dirty="0"/>
              <a:t> </a:t>
            </a:r>
            <a:r>
              <a:rPr lang="en-ID" sz="900" dirty="0" err="1"/>
              <a:t>produk</a:t>
            </a:r>
            <a:r>
              <a:rPr lang="en-ID" sz="900" dirty="0"/>
              <a:t> yang </a:t>
            </a:r>
            <a:r>
              <a:rPr lang="en-ID" sz="900" dirty="0" err="1"/>
              <a:t>dibeli</a:t>
            </a:r>
            <a:r>
              <a:rPr lang="en-ID" sz="900" dirty="0"/>
              <a:t>. Bisa </a:t>
            </a:r>
            <a:r>
              <a:rPr lang="en-ID" sz="900" dirty="0" err="1"/>
              <a:t>berupa</a:t>
            </a:r>
            <a:r>
              <a:rPr lang="en-ID" sz="900" dirty="0"/>
              <a:t> </a:t>
            </a:r>
            <a:r>
              <a:rPr lang="en-ID" sz="900" dirty="0" err="1"/>
              <a:t>ulasan</a:t>
            </a:r>
            <a:r>
              <a:rPr lang="en-ID" sz="900" dirty="0"/>
              <a:t> </a:t>
            </a:r>
            <a:r>
              <a:rPr lang="en-ID" sz="900" dirty="0" err="1"/>
              <a:t>positif</a:t>
            </a:r>
            <a:r>
              <a:rPr lang="en-ID" sz="900" dirty="0"/>
              <a:t> </a:t>
            </a:r>
            <a:r>
              <a:rPr lang="en-ID" sz="900" dirty="0" err="1"/>
              <a:t>atau</a:t>
            </a:r>
            <a:r>
              <a:rPr lang="en-ID" sz="900" dirty="0"/>
              <a:t> negative.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52F4D4-EFEB-481E-A28A-F0A39497E154}"/>
              </a:ext>
            </a:extLst>
          </p:cNvPr>
          <p:cNvSpPr txBox="1"/>
          <p:nvPr/>
        </p:nvSpPr>
        <p:spPr>
          <a:xfrm>
            <a:off x="4953573" y="1307558"/>
            <a:ext cx="16682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sz="1600" b="1" dirty="0">
                <a:solidFill>
                  <a:srgbClr val="FFFFFF"/>
                </a:solidFill>
                <a:latin typeface="Century Gothic"/>
              </a:rPr>
              <a:t>Conversion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900" dirty="0" err="1"/>
              <a:t>Konsumen</a:t>
            </a:r>
            <a:r>
              <a:rPr lang="en-ID" sz="900" dirty="0"/>
              <a:t> </a:t>
            </a:r>
            <a:r>
              <a:rPr lang="en-ID" sz="900" dirty="0" err="1"/>
              <a:t>mulai</a:t>
            </a:r>
            <a:r>
              <a:rPr lang="en-ID" sz="900" dirty="0"/>
              <a:t> </a:t>
            </a:r>
            <a:r>
              <a:rPr lang="en-ID" sz="900" dirty="0" err="1"/>
              <a:t>memahami</a:t>
            </a:r>
            <a:r>
              <a:rPr lang="en-ID" sz="900" dirty="0"/>
              <a:t> </a:t>
            </a:r>
            <a:r>
              <a:rPr lang="en-ID" sz="900" dirty="0" err="1"/>
              <a:t>produk</a:t>
            </a:r>
            <a:r>
              <a:rPr lang="en-ID" sz="900" dirty="0"/>
              <a:t> </a:t>
            </a:r>
            <a:r>
              <a:rPr lang="en-ID" sz="900" dirty="0" err="1"/>
              <a:t>tersebut</a:t>
            </a:r>
            <a:r>
              <a:rPr lang="en-ID" sz="900" dirty="0"/>
              <a:t> dan </a:t>
            </a:r>
            <a:r>
              <a:rPr lang="en-ID" sz="900" dirty="0" err="1"/>
              <a:t>akan</a:t>
            </a:r>
            <a:r>
              <a:rPr lang="en-ID" sz="900" dirty="0"/>
              <a:t> </a:t>
            </a:r>
            <a:r>
              <a:rPr lang="en-ID" sz="900" dirty="0" err="1"/>
              <a:t>mempertimbangkan</a:t>
            </a:r>
            <a:r>
              <a:rPr lang="en-ID" sz="900" dirty="0"/>
              <a:t> </a:t>
            </a:r>
            <a:r>
              <a:rPr lang="en-ID" sz="900" dirty="0" err="1"/>
              <a:t>ingin</a:t>
            </a:r>
            <a:r>
              <a:rPr lang="en-ID" sz="900" dirty="0"/>
              <a:t> </a:t>
            </a:r>
            <a:r>
              <a:rPr lang="en-ID" sz="900" dirty="0" err="1"/>
              <a:t>membeli</a:t>
            </a:r>
            <a:r>
              <a:rPr lang="en-ID" sz="900" dirty="0"/>
              <a:t> </a:t>
            </a:r>
            <a:r>
              <a:rPr lang="en-ID" sz="900" dirty="0" err="1"/>
              <a:t>atau</a:t>
            </a:r>
            <a:r>
              <a:rPr lang="en-ID" sz="900" dirty="0"/>
              <a:t> </a:t>
            </a:r>
            <a:r>
              <a:rPr lang="en-ID" sz="900" dirty="0" err="1"/>
              <a:t>tidak</a:t>
            </a:r>
            <a:endParaRPr lang="en-ID" sz="9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EC0326-85CD-42C6-A9B5-8EA915ECFC8F}"/>
              </a:ext>
            </a:extLst>
          </p:cNvPr>
          <p:cNvGrpSpPr/>
          <p:nvPr/>
        </p:nvGrpSpPr>
        <p:grpSpPr>
          <a:xfrm>
            <a:off x="8479949" y="1772284"/>
            <a:ext cx="3130801" cy="1585049"/>
            <a:chOff x="16962107" y="3841892"/>
            <a:chExt cx="3592531" cy="3170514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957F494-8302-4308-BB71-5D0366F20CF1}"/>
                </a:ext>
              </a:extLst>
            </p:cNvPr>
            <p:cNvSpPr/>
            <p:nvPr/>
          </p:nvSpPr>
          <p:spPr>
            <a:xfrm>
              <a:off x="16962107" y="3959887"/>
              <a:ext cx="1742836" cy="4420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4F28C48-D386-45FF-91EC-B4834A7F0A46}"/>
                </a:ext>
              </a:extLst>
            </p:cNvPr>
            <p:cNvSpPr txBox="1"/>
            <p:nvPr/>
          </p:nvSpPr>
          <p:spPr>
            <a:xfrm>
              <a:off x="17217606" y="3841892"/>
              <a:ext cx="3337032" cy="3170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228554">
                <a:defRPr/>
              </a:pPr>
              <a:r>
                <a:rPr lang="en-US" sz="1600" b="1" dirty="0">
                  <a:solidFill>
                    <a:srgbClr val="FFFFFF"/>
                  </a:solidFill>
                  <a:latin typeface="Century Gothic"/>
                </a:rPr>
                <a:t>Evaluation</a:t>
              </a:r>
            </a:p>
            <a:p>
              <a:pPr marL="457200" indent="-457200" algn="l">
                <a:buFont typeface="+mj-lt"/>
                <a:buAutoNum type="arabicPeriod"/>
              </a:pPr>
              <a:r>
                <a:rPr lang="en-ID" sz="900" dirty="0"/>
                <a:t>Review </a:t>
              </a:r>
              <a:r>
                <a:rPr lang="en-ID" sz="900" dirty="0" err="1"/>
                <a:t>tersebut</a:t>
              </a:r>
              <a:r>
                <a:rPr lang="en-ID" sz="900" dirty="0"/>
                <a:t> </a:t>
              </a:r>
              <a:r>
                <a:rPr lang="en-ID" sz="900" dirty="0" err="1"/>
                <a:t>dapat</a:t>
              </a:r>
              <a:r>
                <a:rPr lang="en-ID" sz="900" dirty="0"/>
                <a:t> </a:t>
              </a:r>
              <a:r>
                <a:rPr lang="en-ID" sz="900" dirty="0" err="1"/>
                <a:t>memberikan</a:t>
              </a:r>
              <a:r>
                <a:rPr lang="en-ID" sz="900" dirty="0"/>
                <a:t> feedback yang </a:t>
              </a:r>
              <a:r>
                <a:rPr lang="en-ID" sz="900" dirty="0" err="1"/>
                <a:t>berguna</a:t>
              </a:r>
              <a:r>
                <a:rPr lang="en-ID" sz="900" dirty="0"/>
                <a:t> </a:t>
              </a:r>
              <a:r>
                <a:rPr lang="en-ID" sz="900" dirty="0" err="1"/>
                <a:t>bagi</a:t>
              </a:r>
              <a:r>
                <a:rPr lang="en-ID" sz="900" dirty="0"/>
                <a:t> </a:t>
              </a:r>
              <a:r>
                <a:rPr lang="en-ID" sz="900" dirty="0" err="1"/>
                <a:t>perusahaan</a:t>
              </a:r>
              <a:r>
                <a:rPr lang="en-ID" sz="900" dirty="0"/>
                <a:t> </a:t>
              </a:r>
              <a:r>
                <a:rPr lang="en-ID" sz="900" dirty="0" err="1"/>
                <a:t>untuk</a:t>
              </a:r>
              <a:r>
                <a:rPr lang="en-ID" sz="900" dirty="0"/>
                <a:t> </a:t>
              </a:r>
              <a:r>
                <a:rPr lang="en-ID" sz="900" dirty="0" err="1"/>
                <a:t>meningkatkan</a:t>
              </a:r>
              <a:r>
                <a:rPr lang="en-ID" sz="900" dirty="0"/>
                <a:t> </a:t>
              </a:r>
              <a:r>
                <a:rPr lang="en-ID" sz="900" dirty="0" err="1"/>
                <a:t>produk</a:t>
              </a:r>
              <a:r>
                <a:rPr lang="en-ID" sz="900" dirty="0"/>
                <a:t> </a:t>
              </a:r>
              <a:r>
                <a:rPr lang="en-ID" sz="900" dirty="0" err="1"/>
                <a:t>atau</a:t>
              </a:r>
              <a:r>
                <a:rPr lang="en-ID" sz="900" dirty="0"/>
                <a:t> </a:t>
              </a:r>
              <a:r>
                <a:rPr lang="en-ID" sz="900" dirty="0" err="1"/>
                <a:t>pelayan</a:t>
              </a:r>
              <a:r>
                <a:rPr lang="en-ID" sz="900" dirty="0"/>
                <a:t> yang </a:t>
              </a:r>
              <a:r>
                <a:rPr lang="en-ID" sz="900" dirty="0" err="1"/>
                <a:t>ditawarkan</a:t>
              </a:r>
              <a:r>
                <a:rPr lang="en-ID" sz="900" dirty="0"/>
                <a:t> </a:t>
              </a:r>
              <a:r>
                <a:rPr lang="en-ID" sz="900" dirty="0" err="1"/>
                <a:t>kedepannya</a:t>
              </a:r>
              <a:r>
                <a:rPr lang="en-ID" sz="900" dirty="0"/>
                <a:t>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F1DFD5F-C017-4B7C-AC69-879B5296C97F}"/>
              </a:ext>
            </a:extLst>
          </p:cNvPr>
          <p:cNvGrpSpPr/>
          <p:nvPr/>
        </p:nvGrpSpPr>
        <p:grpSpPr>
          <a:xfrm>
            <a:off x="1497642" y="3458526"/>
            <a:ext cx="383010" cy="383010"/>
            <a:chOff x="2585671" y="2792627"/>
            <a:chExt cx="766119" cy="766119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BEC022-122C-4421-B351-3552FCD9C5D1}"/>
                </a:ext>
              </a:extLst>
            </p:cNvPr>
            <p:cNvSpPr/>
            <p:nvPr/>
          </p:nvSpPr>
          <p:spPr>
            <a:xfrm>
              <a:off x="2585671" y="2792627"/>
              <a:ext cx="766119" cy="766119"/>
            </a:xfrm>
            <a:prstGeom prst="ellipse">
              <a:avLst/>
            </a:prstGeom>
            <a:solidFill>
              <a:schemeClr val="bg1"/>
            </a:solidFill>
            <a:ln w="73025" cmpd="sng">
              <a:solidFill>
                <a:schemeClr val="accent1">
                  <a:lumMod val="50000"/>
                </a:schemeClr>
              </a:solidFill>
            </a:ln>
            <a:effectLst>
              <a:outerShdw blurRad="165100" dist="38100" dir="8100000" algn="tr" rotWithShape="0">
                <a:schemeClr val="accent1">
                  <a:lumMod val="75000"/>
                  <a:alpha val="5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5A58B4-9854-45B8-BA22-9F39E4794E59}"/>
                </a:ext>
              </a:extLst>
            </p:cNvPr>
            <p:cNvSpPr/>
            <p:nvPr/>
          </p:nvSpPr>
          <p:spPr>
            <a:xfrm>
              <a:off x="2680932" y="2887888"/>
              <a:ext cx="575596" cy="575596"/>
            </a:xfrm>
            <a:prstGeom prst="ellipse">
              <a:avLst/>
            </a:prstGeom>
            <a:solidFill>
              <a:schemeClr val="bg1"/>
            </a:solidFill>
            <a:ln w="25400" cmpd="sng">
              <a:solidFill>
                <a:schemeClr val="accent1"/>
              </a:solidFill>
            </a:ln>
            <a:effectLst>
              <a:outerShdw blurRad="177800" dist="114300" dir="6600000" sx="102000" sy="102000" algn="ctr" rotWithShape="0">
                <a:schemeClr val="accent1">
                  <a:lumMod val="50000"/>
                  <a:alpha val="8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2924FE8-35A5-482E-A91C-BD7C83E3B22C}"/>
                </a:ext>
              </a:extLst>
            </p:cNvPr>
            <p:cNvSpPr/>
            <p:nvPr/>
          </p:nvSpPr>
          <p:spPr>
            <a:xfrm>
              <a:off x="2821044" y="3028000"/>
              <a:ext cx="295372" cy="295372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 w="25400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C0FB5071-9177-4B4A-9DFB-DA56A6E98B2D}"/>
              </a:ext>
            </a:extLst>
          </p:cNvPr>
          <p:cNvSpPr txBox="1"/>
          <p:nvPr/>
        </p:nvSpPr>
        <p:spPr>
          <a:xfrm>
            <a:off x="763151" y="640056"/>
            <a:ext cx="3101152" cy="92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>
              <a:defRPr/>
            </a:pPr>
            <a:r>
              <a:rPr lang="en-US" sz="2699" b="1" dirty="0">
                <a:solidFill>
                  <a:srgbClr val="FFFFFF"/>
                </a:solidFill>
                <a:latin typeface="Century Gothic"/>
              </a:rPr>
              <a:t>Customer Buying Journey</a:t>
            </a:r>
          </a:p>
        </p:txBody>
      </p:sp>
    </p:spTree>
    <p:extLst>
      <p:ext uri="{BB962C8B-B14F-4D97-AF65-F5344CB8AC3E}">
        <p14:creationId xmlns:p14="http://schemas.microsoft.com/office/powerpoint/2010/main" val="3249626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56" grpId="0"/>
      <p:bldP spid="57" grpId="0"/>
      <p:bldP spid="7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43960E6-1DFE-4599-A773-680591B2EA3C}"/>
              </a:ext>
            </a:extLst>
          </p:cNvPr>
          <p:cNvGrpSpPr/>
          <p:nvPr/>
        </p:nvGrpSpPr>
        <p:grpSpPr>
          <a:xfrm>
            <a:off x="4642973" y="2359699"/>
            <a:ext cx="1674235" cy="2138602"/>
            <a:chOff x="1989136" y="6069421"/>
            <a:chExt cx="4457394" cy="56937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D874182-B17B-480A-8BAB-2199C544C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700" y="6757742"/>
              <a:ext cx="3668830" cy="3916089"/>
            </a:xfrm>
            <a:custGeom>
              <a:avLst/>
              <a:gdLst>
                <a:gd name="T0" fmla="*/ 317 w 579"/>
                <a:gd name="T1" fmla="*/ 98 h 618"/>
                <a:gd name="T2" fmla="*/ 579 w 579"/>
                <a:gd name="T3" fmla="*/ 143 h 618"/>
                <a:gd name="T4" fmla="*/ 537 w 579"/>
                <a:gd name="T5" fmla="*/ 106 h 618"/>
                <a:gd name="T6" fmla="*/ 106 w 579"/>
                <a:gd name="T7" fmla="*/ 183 h 618"/>
                <a:gd name="T8" fmla="*/ 92 w 579"/>
                <a:gd name="T9" fmla="*/ 555 h 618"/>
                <a:gd name="T10" fmla="*/ 159 w 579"/>
                <a:gd name="T11" fmla="*/ 618 h 618"/>
                <a:gd name="T12" fmla="*/ 317 w 579"/>
                <a:gd name="T13" fmla="*/ 9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618">
                  <a:moveTo>
                    <a:pt x="317" y="98"/>
                  </a:moveTo>
                  <a:cubicBezTo>
                    <a:pt x="418" y="64"/>
                    <a:pt x="515" y="87"/>
                    <a:pt x="579" y="143"/>
                  </a:cubicBezTo>
                  <a:cubicBezTo>
                    <a:pt x="537" y="106"/>
                    <a:pt x="537" y="106"/>
                    <a:pt x="537" y="106"/>
                  </a:cubicBezTo>
                  <a:cubicBezTo>
                    <a:pt x="417" y="0"/>
                    <a:pt x="217" y="36"/>
                    <a:pt x="106" y="183"/>
                  </a:cubicBezTo>
                  <a:cubicBezTo>
                    <a:pt x="13" y="304"/>
                    <a:pt x="12" y="458"/>
                    <a:pt x="92" y="555"/>
                  </a:cubicBezTo>
                  <a:cubicBezTo>
                    <a:pt x="107" y="573"/>
                    <a:pt x="113" y="577"/>
                    <a:pt x="159" y="618"/>
                  </a:cubicBezTo>
                  <a:cubicBezTo>
                    <a:pt x="0" y="476"/>
                    <a:pt x="79" y="177"/>
                    <a:pt x="317" y="9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4AC20FE-ABC0-4994-AD6F-D967B4DCD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136" y="6069421"/>
              <a:ext cx="4256912" cy="5593461"/>
            </a:xfrm>
            <a:custGeom>
              <a:avLst/>
              <a:gdLst>
                <a:gd name="T0" fmla="*/ 319 w 673"/>
                <a:gd name="T1" fmla="*/ 735 h 883"/>
                <a:gd name="T2" fmla="*/ 191 w 673"/>
                <a:gd name="T3" fmla="*/ 357 h 883"/>
                <a:gd name="T4" fmla="*/ 585 w 673"/>
                <a:gd name="T5" fmla="*/ 170 h 883"/>
                <a:gd name="T6" fmla="*/ 673 w 673"/>
                <a:gd name="T7" fmla="*/ 226 h 883"/>
                <a:gd name="T8" fmla="*/ 673 w 673"/>
                <a:gd name="T9" fmla="*/ 89 h 883"/>
                <a:gd name="T10" fmla="*/ 632 w 673"/>
                <a:gd name="T11" fmla="*/ 71 h 883"/>
                <a:gd name="T12" fmla="*/ 99 w 673"/>
                <a:gd name="T13" fmla="*/ 323 h 883"/>
                <a:gd name="T14" fmla="*/ 272 w 673"/>
                <a:gd name="T15" fmla="*/ 834 h 883"/>
                <a:gd name="T16" fmla="*/ 673 w 673"/>
                <a:gd name="T17" fmla="*/ 751 h 883"/>
                <a:gd name="T18" fmla="*/ 673 w 673"/>
                <a:gd name="T19" fmla="*/ 614 h 883"/>
                <a:gd name="T20" fmla="*/ 319 w 673"/>
                <a:gd name="T21" fmla="*/ 735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73" h="883">
                  <a:moveTo>
                    <a:pt x="319" y="735"/>
                  </a:moveTo>
                  <a:cubicBezTo>
                    <a:pt x="175" y="682"/>
                    <a:pt x="118" y="513"/>
                    <a:pt x="191" y="357"/>
                  </a:cubicBezTo>
                  <a:cubicBezTo>
                    <a:pt x="264" y="201"/>
                    <a:pt x="441" y="117"/>
                    <a:pt x="585" y="170"/>
                  </a:cubicBezTo>
                  <a:cubicBezTo>
                    <a:pt x="620" y="182"/>
                    <a:pt x="649" y="202"/>
                    <a:pt x="673" y="226"/>
                  </a:cubicBezTo>
                  <a:cubicBezTo>
                    <a:pt x="673" y="89"/>
                    <a:pt x="673" y="89"/>
                    <a:pt x="673" y="89"/>
                  </a:cubicBezTo>
                  <a:cubicBezTo>
                    <a:pt x="660" y="82"/>
                    <a:pt x="646" y="76"/>
                    <a:pt x="632" y="71"/>
                  </a:cubicBezTo>
                  <a:cubicBezTo>
                    <a:pt x="437" y="0"/>
                    <a:pt x="198" y="113"/>
                    <a:pt x="99" y="323"/>
                  </a:cubicBezTo>
                  <a:cubicBezTo>
                    <a:pt x="0" y="534"/>
                    <a:pt x="78" y="763"/>
                    <a:pt x="272" y="834"/>
                  </a:cubicBezTo>
                  <a:cubicBezTo>
                    <a:pt x="405" y="883"/>
                    <a:pt x="558" y="845"/>
                    <a:pt x="673" y="751"/>
                  </a:cubicBezTo>
                  <a:cubicBezTo>
                    <a:pt x="673" y="614"/>
                    <a:pt x="673" y="614"/>
                    <a:pt x="673" y="614"/>
                  </a:cubicBezTo>
                  <a:cubicBezTo>
                    <a:pt x="587" y="726"/>
                    <a:pt x="441" y="780"/>
                    <a:pt x="319" y="73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43E2A5C-9561-43A2-A922-41F9FDAE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375" y="10827536"/>
              <a:ext cx="3187672" cy="935585"/>
            </a:xfrm>
            <a:custGeom>
              <a:avLst/>
              <a:gdLst>
                <a:gd name="T0" fmla="*/ 247 w 504"/>
                <a:gd name="T1" fmla="*/ 103 h 147"/>
                <a:gd name="T2" fmla="*/ 0 w 504"/>
                <a:gd name="T3" fmla="*/ 21 h 147"/>
                <a:gd name="T4" fmla="*/ 42 w 504"/>
                <a:gd name="T5" fmla="*/ 58 h 147"/>
                <a:gd name="T6" fmla="*/ 298 w 504"/>
                <a:gd name="T7" fmla="*/ 139 h 147"/>
                <a:gd name="T8" fmla="*/ 504 w 504"/>
                <a:gd name="T9" fmla="*/ 68 h 147"/>
                <a:gd name="T10" fmla="*/ 504 w 504"/>
                <a:gd name="T11" fmla="*/ 0 h 147"/>
                <a:gd name="T12" fmla="*/ 247 w 504"/>
                <a:gd name="T13" fmla="*/ 10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4" h="147">
                  <a:moveTo>
                    <a:pt x="247" y="103"/>
                  </a:moveTo>
                  <a:cubicBezTo>
                    <a:pt x="153" y="108"/>
                    <a:pt x="65" y="79"/>
                    <a:pt x="0" y="21"/>
                  </a:cubicBezTo>
                  <a:cubicBezTo>
                    <a:pt x="42" y="58"/>
                    <a:pt x="42" y="58"/>
                    <a:pt x="42" y="58"/>
                  </a:cubicBezTo>
                  <a:cubicBezTo>
                    <a:pt x="111" y="119"/>
                    <a:pt x="203" y="147"/>
                    <a:pt x="298" y="139"/>
                  </a:cubicBezTo>
                  <a:cubicBezTo>
                    <a:pt x="375" y="133"/>
                    <a:pt x="444" y="107"/>
                    <a:pt x="504" y="68"/>
                  </a:cubicBezTo>
                  <a:cubicBezTo>
                    <a:pt x="504" y="0"/>
                    <a:pt x="504" y="0"/>
                    <a:pt x="504" y="0"/>
                  </a:cubicBezTo>
                  <a:cubicBezTo>
                    <a:pt x="434" y="58"/>
                    <a:pt x="346" y="97"/>
                    <a:pt x="247" y="10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65D8A56-E7D6-4C22-A2E5-4AB5DD0C8B91}"/>
              </a:ext>
            </a:extLst>
          </p:cNvPr>
          <p:cNvSpPr txBox="1"/>
          <p:nvPr/>
        </p:nvSpPr>
        <p:spPr>
          <a:xfrm>
            <a:off x="3125973" y="2846939"/>
            <a:ext cx="6406514" cy="136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/>
            <a:r>
              <a:rPr lang="en-US" sz="8298" b="1" dirty="0"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>
                  <a:outerShdw blurRad="723900" sx="93000" sy="93000" algn="ctr" rotWithShape="0">
                    <a:srgbClr val="FF66C1"/>
                  </a:outerShdw>
                </a:effectLst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Competitor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3C522C-A494-436A-B7E1-8AC3A26402E2}"/>
              </a:ext>
            </a:extLst>
          </p:cNvPr>
          <p:cNvGrpSpPr/>
          <p:nvPr/>
        </p:nvGrpSpPr>
        <p:grpSpPr>
          <a:xfrm>
            <a:off x="6241906" y="2570548"/>
            <a:ext cx="700317" cy="1739496"/>
            <a:chOff x="6246048" y="6630772"/>
            <a:chExt cx="1864488" cy="4631141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B7E6225-AAE8-40F4-BEEB-F4C526ED1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048" y="6630772"/>
              <a:ext cx="1416742" cy="4190084"/>
            </a:xfrm>
            <a:custGeom>
              <a:avLst/>
              <a:gdLst>
                <a:gd name="T0" fmla="*/ 0 w 223"/>
                <a:gd name="T1" fmla="*/ 0 h 662"/>
                <a:gd name="T2" fmla="*/ 0 w 223"/>
                <a:gd name="T3" fmla="*/ 137 h 662"/>
                <a:gd name="T4" fmla="*/ 40 w 223"/>
                <a:gd name="T5" fmla="*/ 459 h 662"/>
                <a:gd name="T6" fmla="*/ 0 w 223"/>
                <a:gd name="T7" fmla="*/ 525 h 662"/>
                <a:gd name="T8" fmla="*/ 0 w 223"/>
                <a:gd name="T9" fmla="*/ 662 h 662"/>
                <a:gd name="T10" fmla="*/ 132 w 223"/>
                <a:gd name="T11" fmla="*/ 492 h 662"/>
                <a:gd name="T12" fmla="*/ 0 w 223"/>
                <a:gd name="T13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662">
                  <a:moveTo>
                    <a:pt x="0" y="0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76" y="214"/>
                    <a:pt x="96" y="340"/>
                    <a:pt x="40" y="459"/>
                  </a:cubicBezTo>
                  <a:cubicBezTo>
                    <a:pt x="29" y="483"/>
                    <a:pt x="15" y="505"/>
                    <a:pt x="0" y="525"/>
                  </a:cubicBezTo>
                  <a:cubicBezTo>
                    <a:pt x="0" y="662"/>
                    <a:pt x="0" y="662"/>
                    <a:pt x="0" y="662"/>
                  </a:cubicBezTo>
                  <a:cubicBezTo>
                    <a:pt x="54" y="617"/>
                    <a:pt x="100" y="560"/>
                    <a:pt x="132" y="492"/>
                  </a:cubicBezTo>
                  <a:cubicBezTo>
                    <a:pt x="223" y="298"/>
                    <a:pt x="164" y="87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793FBEE-8677-4096-858C-22A492AD5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048" y="6904762"/>
              <a:ext cx="1864488" cy="4357151"/>
            </a:xfrm>
            <a:custGeom>
              <a:avLst/>
              <a:gdLst>
                <a:gd name="T0" fmla="*/ 135 w 294"/>
                <a:gd name="T1" fmla="*/ 68 h 688"/>
                <a:gd name="T2" fmla="*/ 62 w 294"/>
                <a:gd name="T3" fmla="*/ 0 h 688"/>
                <a:gd name="T4" fmla="*/ 0 w 294"/>
                <a:gd name="T5" fmla="*/ 620 h 688"/>
                <a:gd name="T6" fmla="*/ 0 w 294"/>
                <a:gd name="T7" fmla="*/ 688 h 688"/>
                <a:gd name="T8" fmla="*/ 135 w 294"/>
                <a:gd name="T9" fmla="*/ 68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" h="688">
                  <a:moveTo>
                    <a:pt x="135" y="68"/>
                  </a:moveTo>
                  <a:cubicBezTo>
                    <a:pt x="117" y="47"/>
                    <a:pt x="106" y="39"/>
                    <a:pt x="62" y="0"/>
                  </a:cubicBezTo>
                  <a:cubicBezTo>
                    <a:pt x="248" y="165"/>
                    <a:pt x="188" y="463"/>
                    <a:pt x="0" y="620"/>
                  </a:cubicBezTo>
                  <a:cubicBezTo>
                    <a:pt x="0" y="688"/>
                    <a:pt x="0" y="688"/>
                    <a:pt x="0" y="688"/>
                  </a:cubicBezTo>
                  <a:cubicBezTo>
                    <a:pt x="207" y="552"/>
                    <a:pt x="294" y="254"/>
                    <a:pt x="135" y="6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B84026-95FE-4159-B7B8-024CCD8318DE}"/>
              </a:ext>
            </a:extLst>
          </p:cNvPr>
          <p:cNvGrpSpPr/>
          <p:nvPr/>
        </p:nvGrpSpPr>
        <p:grpSpPr>
          <a:xfrm>
            <a:off x="7953479" y="1722373"/>
            <a:ext cx="1011977" cy="904230"/>
            <a:chOff x="5394326" y="5557838"/>
            <a:chExt cx="1520825" cy="1358900"/>
          </a:xfrm>
        </p:grpSpPr>
        <p:sp>
          <p:nvSpPr>
            <p:cNvPr id="91" name="Freeform 40">
              <a:extLst>
                <a:ext uri="{FF2B5EF4-FFF2-40B4-BE49-F238E27FC236}">
                  <a16:creationId xmlns:a16="http://schemas.microsoft.com/office/drawing/2014/main" id="{1C16B4A2-E09F-4A27-A5CD-B2BE81809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3238" y="5721351"/>
              <a:ext cx="868363" cy="928688"/>
            </a:xfrm>
            <a:custGeom>
              <a:avLst/>
              <a:gdLst>
                <a:gd name="T0" fmla="*/ 317 w 579"/>
                <a:gd name="T1" fmla="*/ 98 h 618"/>
                <a:gd name="T2" fmla="*/ 579 w 579"/>
                <a:gd name="T3" fmla="*/ 143 h 618"/>
                <a:gd name="T4" fmla="*/ 537 w 579"/>
                <a:gd name="T5" fmla="*/ 106 h 618"/>
                <a:gd name="T6" fmla="*/ 106 w 579"/>
                <a:gd name="T7" fmla="*/ 183 h 618"/>
                <a:gd name="T8" fmla="*/ 92 w 579"/>
                <a:gd name="T9" fmla="*/ 555 h 618"/>
                <a:gd name="T10" fmla="*/ 159 w 579"/>
                <a:gd name="T11" fmla="*/ 618 h 618"/>
                <a:gd name="T12" fmla="*/ 317 w 579"/>
                <a:gd name="T13" fmla="*/ 9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618">
                  <a:moveTo>
                    <a:pt x="317" y="98"/>
                  </a:moveTo>
                  <a:cubicBezTo>
                    <a:pt x="418" y="64"/>
                    <a:pt x="515" y="87"/>
                    <a:pt x="579" y="143"/>
                  </a:cubicBezTo>
                  <a:cubicBezTo>
                    <a:pt x="537" y="106"/>
                    <a:pt x="537" y="106"/>
                    <a:pt x="537" y="106"/>
                  </a:cubicBezTo>
                  <a:cubicBezTo>
                    <a:pt x="417" y="0"/>
                    <a:pt x="217" y="36"/>
                    <a:pt x="106" y="183"/>
                  </a:cubicBezTo>
                  <a:cubicBezTo>
                    <a:pt x="13" y="304"/>
                    <a:pt x="12" y="458"/>
                    <a:pt x="92" y="555"/>
                  </a:cubicBezTo>
                  <a:cubicBezTo>
                    <a:pt x="107" y="573"/>
                    <a:pt x="113" y="577"/>
                    <a:pt x="159" y="618"/>
                  </a:cubicBezTo>
                  <a:cubicBezTo>
                    <a:pt x="0" y="476"/>
                    <a:pt x="79" y="177"/>
                    <a:pt x="317" y="9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2" name="Freeform 41">
              <a:extLst>
                <a:ext uri="{FF2B5EF4-FFF2-40B4-BE49-F238E27FC236}">
                  <a16:creationId xmlns:a16="http://schemas.microsoft.com/office/drawing/2014/main" id="{DD9D3AFE-253A-4D4E-A7C8-6E2A8FAD3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6" y="5756276"/>
              <a:ext cx="1266825" cy="1152525"/>
            </a:xfrm>
            <a:custGeom>
              <a:avLst/>
              <a:gdLst>
                <a:gd name="T0" fmla="*/ 639 w 844"/>
                <a:gd name="T1" fmla="*/ 68 h 767"/>
                <a:gd name="T2" fmla="*/ 566 w 844"/>
                <a:gd name="T3" fmla="*/ 0 h 767"/>
                <a:gd name="T4" fmla="*/ 247 w 844"/>
                <a:gd name="T5" fmla="*/ 723 h 767"/>
                <a:gd name="T6" fmla="*/ 0 w 844"/>
                <a:gd name="T7" fmla="*/ 641 h 767"/>
                <a:gd name="T8" fmla="*/ 42 w 844"/>
                <a:gd name="T9" fmla="*/ 678 h 767"/>
                <a:gd name="T10" fmla="*/ 298 w 844"/>
                <a:gd name="T11" fmla="*/ 759 h 767"/>
                <a:gd name="T12" fmla="*/ 639 w 844"/>
                <a:gd name="T13" fmla="*/ 68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4" h="767">
                  <a:moveTo>
                    <a:pt x="639" y="68"/>
                  </a:moveTo>
                  <a:cubicBezTo>
                    <a:pt x="621" y="47"/>
                    <a:pt x="610" y="39"/>
                    <a:pt x="566" y="0"/>
                  </a:cubicBezTo>
                  <a:cubicBezTo>
                    <a:pt x="822" y="226"/>
                    <a:pt x="614" y="702"/>
                    <a:pt x="247" y="723"/>
                  </a:cubicBezTo>
                  <a:cubicBezTo>
                    <a:pt x="153" y="728"/>
                    <a:pt x="65" y="699"/>
                    <a:pt x="0" y="641"/>
                  </a:cubicBezTo>
                  <a:cubicBezTo>
                    <a:pt x="42" y="678"/>
                    <a:pt x="42" y="678"/>
                    <a:pt x="42" y="678"/>
                  </a:cubicBezTo>
                  <a:cubicBezTo>
                    <a:pt x="111" y="739"/>
                    <a:pt x="203" y="767"/>
                    <a:pt x="298" y="759"/>
                  </a:cubicBezTo>
                  <a:cubicBezTo>
                    <a:pt x="641" y="732"/>
                    <a:pt x="844" y="308"/>
                    <a:pt x="639" y="6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3" name="Freeform 42">
              <a:extLst>
                <a:ext uri="{FF2B5EF4-FFF2-40B4-BE49-F238E27FC236}">
                  <a16:creationId xmlns:a16="http://schemas.microsoft.com/office/drawing/2014/main" id="{5005E0E1-CE41-4F05-8CB0-7CA440F64C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326" y="5557838"/>
              <a:ext cx="1357313" cy="1358900"/>
            </a:xfrm>
            <a:custGeom>
              <a:avLst/>
              <a:gdLst>
                <a:gd name="T0" fmla="*/ 632 w 904"/>
                <a:gd name="T1" fmla="*/ 71 h 905"/>
                <a:gd name="T2" fmla="*/ 805 w 904"/>
                <a:gd name="T3" fmla="*/ 581 h 905"/>
                <a:gd name="T4" fmla="*/ 272 w 904"/>
                <a:gd name="T5" fmla="*/ 834 h 905"/>
                <a:gd name="T6" fmla="*/ 99 w 904"/>
                <a:gd name="T7" fmla="*/ 323 h 905"/>
                <a:gd name="T8" fmla="*/ 632 w 904"/>
                <a:gd name="T9" fmla="*/ 71 h 905"/>
                <a:gd name="T10" fmla="*/ 319 w 904"/>
                <a:gd name="T11" fmla="*/ 735 h 905"/>
                <a:gd name="T12" fmla="*/ 713 w 904"/>
                <a:gd name="T13" fmla="*/ 548 h 905"/>
                <a:gd name="T14" fmla="*/ 585 w 904"/>
                <a:gd name="T15" fmla="*/ 170 h 905"/>
                <a:gd name="T16" fmla="*/ 191 w 904"/>
                <a:gd name="T17" fmla="*/ 357 h 905"/>
                <a:gd name="T18" fmla="*/ 319 w 904"/>
                <a:gd name="T19" fmla="*/ 735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4" h="905">
                  <a:moveTo>
                    <a:pt x="632" y="71"/>
                  </a:moveTo>
                  <a:cubicBezTo>
                    <a:pt x="826" y="142"/>
                    <a:pt x="904" y="371"/>
                    <a:pt x="805" y="581"/>
                  </a:cubicBezTo>
                  <a:cubicBezTo>
                    <a:pt x="706" y="792"/>
                    <a:pt x="467" y="905"/>
                    <a:pt x="272" y="834"/>
                  </a:cubicBezTo>
                  <a:cubicBezTo>
                    <a:pt x="78" y="763"/>
                    <a:pt x="0" y="534"/>
                    <a:pt x="99" y="323"/>
                  </a:cubicBezTo>
                  <a:cubicBezTo>
                    <a:pt x="198" y="113"/>
                    <a:pt x="437" y="0"/>
                    <a:pt x="632" y="71"/>
                  </a:cubicBezTo>
                  <a:close/>
                  <a:moveTo>
                    <a:pt x="319" y="735"/>
                  </a:moveTo>
                  <a:cubicBezTo>
                    <a:pt x="463" y="788"/>
                    <a:pt x="640" y="704"/>
                    <a:pt x="713" y="548"/>
                  </a:cubicBezTo>
                  <a:cubicBezTo>
                    <a:pt x="786" y="392"/>
                    <a:pt x="729" y="223"/>
                    <a:pt x="585" y="170"/>
                  </a:cubicBezTo>
                  <a:cubicBezTo>
                    <a:pt x="441" y="117"/>
                    <a:pt x="264" y="201"/>
                    <a:pt x="191" y="357"/>
                  </a:cubicBezTo>
                  <a:cubicBezTo>
                    <a:pt x="118" y="513"/>
                    <a:pt x="175" y="682"/>
                    <a:pt x="319" y="735"/>
                  </a:cubicBezTo>
                </a:path>
              </a:pathLst>
            </a:custGeom>
            <a:solidFill>
              <a:schemeClr val="accent4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7692CD4-8124-477A-A141-1701C4D3BF07}"/>
              </a:ext>
            </a:extLst>
          </p:cNvPr>
          <p:cNvGrpSpPr/>
          <p:nvPr/>
        </p:nvGrpSpPr>
        <p:grpSpPr>
          <a:xfrm>
            <a:off x="4234376" y="4550615"/>
            <a:ext cx="416687" cy="416686"/>
            <a:chOff x="965201" y="4870451"/>
            <a:chExt cx="228600" cy="228600"/>
          </a:xfrm>
          <a:solidFill>
            <a:schemeClr val="accent2">
              <a:alpha val="35000"/>
            </a:schemeClr>
          </a:solidFill>
        </p:grpSpPr>
        <p:sp>
          <p:nvSpPr>
            <p:cNvPr id="95" name="Freeform 46">
              <a:extLst>
                <a:ext uri="{FF2B5EF4-FFF2-40B4-BE49-F238E27FC236}">
                  <a16:creationId xmlns:a16="http://schemas.microsoft.com/office/drawing/2014/main" id="{3AE5073D-EF14-43E8-8333-61C84BB9F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6" name="Freeform 47">
              <a:extLst>
                <a:ext uri="{FF2B5EF4-FFF2-40B4-BE49-F238E27FC236}">
                  <a16:creationId xmlns:a16="http://schemas.microsoft.com/office/drawing/2014/main" id="{42C37ECA-2E9F-4F3A-9939-862CEB70E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973B98E-7F43-4812-8DB9-70BB973C4A96}"/>
              </a:ext>
            </a:extLst>
          </p:cNvPr>
          <p:cNvGrpSpPr/>
          <p:nvPr/>
        </p:nvGrpSpPr>
        <p:grpSpPr>
          <a:xfrm>
            <a:off x="4305130" y="1522324"/>
            <a:ext cx="650708" cy="613736"/>
            <a:chOff x="2887663" y="5300663"/>
            <a:chExt cx="977901" cy="92233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57DC74F-57E3-4DFE-8E97-422BADC7F3EF}"/>
                </a:ext>
              </a:extLst>
            </p:cNvPr>
            <p:cNvGrpSpPr/>
            <p:nvPr/>
          </p:nvGrpSpPr>
          <p:grpSpPr>
            <a:xfrm>
              <a:off x="2887663" y="5335588"/>
              <a:ext cx="920750" cy="887413"/>
              <a:chOff x="2887663" y="5335588"/>
              <a:chExt cx="920750" cy="887413"/>
            </a:xfrm>
          </p:grpSpPr>
          <p:sp>
            <p:nvSpPr>
              <p:cNvPr id="100" name="Freeform 37">
                <a:extLst>
                  <a:ext uri="{FF2B5EF4-FFF2-40B4-BE49-F238E27FC236}">
                    <a16:creationId xmlns:a16="http://schemas.microsoft.com/office/drawing/2014/main" id="{6C794459-CB2B-421B-B6D5-79A62E96BB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5335588"/>
                <a:ext cx="684213" cy="660400"/>
              </a:xfrm>
              <a:custGeom>
                <a:avLst/>
                <a:gdLst>
                  <a:gd name="T0" fmla="*/ 50 w 456"/>
                  <a:gd name="T1" fmla="*/ 114 h 440"/>
                  <a:gd name="T2" fmla="*/ 36 w 456"/>
                  <a:gd name="T3" fmla="*/ 129 h 440"/>
                  <a:gd name="T4" fmla="*/ 0 w 456"/>
                  <a:gd name="T5" fmla="*/ 181 h 440"/>
                  <a:gd name="T6" fmla="*/ 150 w 456"/>
                  <a:gd name="T7" fmla="*/ 118 h 440"/>
                  <a:gd name="T8" fmla="*/ 375 w 456"/>
                  <a:gd name="T9" fmla="*/ 440 h 440"/>
                  <a:gd name="T10" fmla="*/ 404 w 456"/>
                  <a:gd name="T11" fmla="*/ 397 h 440"/>
                  <a:gd name="T12" fmla="*/ 428 w 456"/>
                  <a:gd name="T13" fmla="*/ 323 h 440"/>
                  <a:gd name="T14" fmla="*/ 50 w 456"/>
                  <a:gd name="T15" fmla="*/ 114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6" h="440">
                    <a:moveTo>
                      <a:pt x="50" y="114"/>
                    </a:moveTo>
                    <a:cubicBezTo>
                      <a:pt x="45" y="119"/>
                      <a:pt x="40" y="124"/>
                      <a:pt x="36" y="129"/>
                    </a:cubicBezTo>
                    <a:cubicBezTo>
                      <a:pt x="31" y="135"/>
                      <a:pt x="31" y="135"/>
                      <a:pt x="0" y="181"/>
                    </a:cubicBezTo>
                    <a:cubicBezTo>
                      <a:pt x="33" y="133"/>
                      <a:pt x="92" y="114"/>
                      <a:pt x="150" y="118"/>
                    </a:cubicBezTo>
                    <a:cubicBezTo>
                      <a:pt x="324" y="131"/>
                      <a:pt x="456" y="323"/>
                      <a:pt x="375" y="440"/>
                    </a:cubicBezTo>
                    <a:cubicBezTo>
                      <a:pt x="404" y="397"/>
                      <a:pt x="404" y="397"/>
                      <a:pt x="404" y="397"/>
                    </a:cubicBezTo>
                    <a:cubicBezTo>
                      <a:pt x="419" y="377"/>
                      <a:pt x="427" y="351"/>
                      <a:pt x="428" y="323"/>
                    </a:cubicBezTo>
                    <a:cubicBezTo>
                      <a:pt x="435" y="148"/>
                      <a:pt x="178" y="0"/>
                      <a:pt x="50" y="114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alpha val="3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  <p:sp>
            <p:nvSpPr>
              <p:cNvPr id="101" name="Freeform 38">
                <a:extLst>
                  <a:ext uri="{FF2B5EF4-FFF2-40B4-BE49-F238E27FC236}">
                    <a16:creationId xmlns:a16="http://schemas.microsoft.com/office/drawing/2014/main" id="{D908106B-F5EE-494A-9C3B-65C9CB2F5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663" y="5473701"/>
                <a:ext cx="920750" cy="749300"/>
              </a:xfrm>
              <a:custGeom>
                <a:avLst/>
                <a:gdLst>
                  <a:gd name="T0" fmla="*/ 613 w 613"/>
                  <a:gd name="T1" fmla="*/ 351 h 499"/>
                  <a:gd name="T2" fmla="*/ 446 w 613"/>
                  <a:gd name="T3" fmla="*/ 436 h 499"/>
                  <a:gd name="T4" fmla="*/ 253 w 613"/>
                  <a:gd name="T5" fmla="*/ 385 h 499"/>
                  <a:gd name="T6" fmla="*/ 107 w 613"/>
                  <a:gd name="T7" fmla="*/ 0 h 499"/>
                  <a:gd name="T8" fmla="*/ 77 w 613"/>
                  <a:gd name="T9" fmla="*/ 43 h 499"/>
                  <a:gd name="T10" fmla="*/ 207 w 613"/>
                  <a:gd name="T11" fmla="*/ 418 h 499"/>
                  <a:gd name="T12" fmla="*/ 496 w 613"/>
                  <a:gd name="T13" fmla="*/ 462 h 499"/>
                  <a:gd name="T14" fmla="*/ 574 w 613"/>
                  <a:gd name="T15" fmla="*/ 405 h 499"/>
                  <a:gd name="T16" fmla="*/ 613 w 613"/>
                  <a:gd name="T17" fmla="*/ 351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3" h="499">
                    <a:moveTo>
                      <a:pt x="613" y="351"/>
                    </a:moveTo>
                    <a:cubicBezTo>
                      <a:pt x="575" y="405"/>
                      <a:pt x="512" y="432"/>
                      <a:pt x="446" y="436"/>
                    </a:cubicBezTo>
                    <a:cubicBezTo>
                      <a:pt x="379" y="439"/>
                      <a:pt x="310" y="418"/>
                      <a:pt x="253" y="385"/>
                    </a:cubicBezTo>
                    <a:cubicBezTo>
                      <a:pt x="98" y="294"/>
                      <a:pt x="27" y="115"/>
                      <a:pt x="107" y="0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0" y="154"/>
                      <a:pt x="64" y="324"/>
                      <a:pt x="207" y="418"/>
                    </a:cubicBezTo>
                    <a:cubicBezTo>
                      <a:pt x="292" y="473"/>
                      <a:pt x="403" y="499"/>
                      <a:pt x="496" y="462"/>
                    </a:cubicBezTo>
                    <a:cubicBezTo>
                      <a:pt x="529" y="448"/>
                      <a:pt x="555" y="429"/>
                      <a:pt x="574" y="405"/>
                    </a:cubicBezTo>
                    <a:cubicBezTo>
                      <a:pt x="581" y="398"/>
                      <a:pt x="581" y="397"/>
                      <a:pt x="613" y="351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alpha val="3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/>
                <a:endParaRPr lang="en-US" sz="900">
                  <a:solidFill>
                    <a:srgbClr val="FFFFFF"/>
                  </a:solidFill>
                  <a:latin typeface="Calibri"/>
                </a:endParaRPr>
              </a:p>
            </p:txBody>
          </p:sp>
        </p:grpSp>
        <p:sp>
          <p:nvSpPr>
            <p:cNvPr id="99" name="Freeform 39">
              <a:extLst>
                <a:ext uri="{FF2B5EF4-FFF2-40B4-BE49-F238E27FC236}">
                  <a16:creationId xmlns:a16="http://schemas.microsoft.com/office/drawing/2014/main" id="{5D2D35D0-2648-42B4-BC8D-770C5E4700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0851" y="5300663"/>
              <a:ext cx="874713" cy="873125"/>
            </a:xfrm>
            <a:custGeom>
              <a:avLst/>
              <a:gdLst>
                <a:gd name="T0" fmla="*/ 302 w 583"/>
                <a:gd name="T1" fmla="*/ 41 h 581"/>
                <a:gd name="T2" fmla="*/ 578 w 583"/>
                <a:gd name="T3" fmla="*/ 365 h 581"/>
                <a:gd name="T4" fmla="*/ 282 w 583"/>
                <a:gd name="T5" fmla="*/ 540 h 581"/>
                <a:gd name="T6" fmla="*/ 6 w 583"/>
                <a:gd name="T7" fmla="*/ 216 h 581"/>
                <a:gd name="T8" fmla="*/ 302 w 583"/>
                <a:gd name="T9" fmla="*/ 41 h 581"/>
                <a:gd name="T10" fmla="*/ 284 w 583"/>
                <a:gd name="T11" fmla="*/ 475 h 581"/>
                <a:gd name="T12" fmla="*/ 503 w 583"/>
                <a:gd name="T13" fmla="*/ 346 h 581"/>
                <a:gd name="T14" fmla="*/ 299 w 583"/>
                <a:gd name="T15" fmla="*/ 106 h 581"/>
                <a:gd name="T16" fmla="*/ 80 w 583"/>
                <a:gd name="T17" fmla="*/ 236 h 581"/>
                <a:gd name="T18" fmla="*/ 284 w 583"/>
                <a:gd name="T19" fmla="*/ 47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3" h="581">
                  <a:moveTo>
                    <a:pt x="302" y="41"/>
                  </a:moveTo>
                  <a:cubicBezTo>
                    <a:pt x="459" y="82"/>
                    <a:pt x="583" y="227"/>
                    <a:pt x="578" y="365"/>
                  </a:cubicBezTo>
                  <a:cubicBezTo>
                    <a:pt x="572" y="503"/>
                    <a:pt x="440" y="581"/>
                    <a:pt x="282" y="540"/>
                  </a:cubicBezTo>
                  <a:cubicBezTo>
                    <a:pt x="124" y="499"/>
                    <a:pt x="0" y="354"/>
                    <a:pt x="6" y="216"/>
                  </a:cubicBezTo>
                  <a:cubicBezTo>
                    <a:pt x="11" y="79"/>
                    <a:pt x="144" y="0"/>
                    <a:pt x="302" y="41"/>
                  </a:cubicBezTo>
                  <a:close/>
                  <a:moveTo>
                    <a:pt x="284" y="475"/>
                  </a:moveTo>
                  <a:cubicBezTo>
                    <a:pt x="401" y="506"/>
                    <a:pt x="499" y="448"/>
                    <a:pt x="503" y="346"/>
                  </a:cubicBezTo>
                  <a:cubicBezTo>
                    <a:pt x="508" y="244"/>
                    <a:pt x="416" y="136"/>
                    <a:pt x="299" y="106"/>
                  </a:cubicBezTo>
                  <a:cubicBezTo>
                    <a:pt x="182" y="76"/>
                    <a:pt x="84" y="134"/>
                    <a:pt x="80" y="236"/>
                  </a:cubicBezTo>
                  <a:cubicBezTo>
                    <a:pt x="76" y="337"/>
                    <a:pt x="168" y="445"/>
                    <a:pt x="284" y="475"/>
                  </a:cubicBezTo>
                </a:path>
              </a:pathLst>
            </a:custGeom>
            <a:solidFill>
              <a:schemeClr val="accent3">
                <a:alpha val="35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CCD621AF-CE3A-4D84-9D5E-6028A9A41ED2}"/>
              </a:ext>
            </a:extLst>
          </p:cNvPr>
          <p:cNvSpPr/>
          <p:nvPr/>
        </p:nvSpPr>
        <p:spPr>
          <a:xfrm>
            <a:off x="3235101" y="3752840"/>
            <a:ext cx="336315" cy="336315"/>
          </a:xfrm>
          <a:prstGeom prst="ellipse">
            <a:avLst/>
          </a:prstGeom>
          <a:noFill/>
          <a:ln w="101600">
            <a:solidFill>
              <a:schemeClr val="bg2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D9534D2-BF1F-487E-AD56-0983D0ECF6E7}"/>
              </a:ext>
            </a:extLst>
          </p:cNvPr>
          <p:cNvGrpSpPr/>
          <p:nvPr/>
        </p:nvGrpSpPr>
        <p:grpSpPr>
          <a:xfrm>
            <a:off x="2721906" y="2449138"/>
            <a:ext cx="163780" cy="158891"/>
            <a:chOff x="1752601" y="4673601"/>
            <a:chExt cx="106363" cy="103188"/>
          </a:xfrm>
          <a:solidFill>
            <a:schemeClr val="accent1">
              <a:alpha val="35000"/>
            </a:schemeClr>
          </a:solidFill>
        </p:grpSpPr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52A06CF-A9E1-4B3B-A897-0EC867822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59 w 70"/>
                <a:gd name="T1" fmla="*/ 69 h 69"/>
                <a:gd name="T2" fmla="*/ 52 w 70"/>
                <a:gd name="T3" fmla="*/ 66 h 69"/>
                <a:gd name="T4" fmla="*/ 4 w 70"/>
                <a:gd name="T5" fmla="*/ 18 h 69"/>
                <a:gd name="T6" fmla="*/ 4 w 70"/>
                <a:gd name="T7" fmla="*/ 4 h 69"/>
                <a:gd name="T8" fmla="*/ 18 w 70"/>
                <a:gd name="T9" fmla="*/ 4 h 69"/>
                <a:gd name="T10" fmla="*/ 66 w 70"/>
                <a:gd name="T11" fmla="*/ 52 h 69"/>
                <a:gd name="T12" fmla="*/ 66 w 70"/>
                <a:gd name="T13" fmla="*/ 66 h 69"/>
                <a:gd name="T14" fmla="*/ 59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59" y="69"/>
                  </a:moveTo>
                  <a:cubicBezTo>
                    <a:pt x="56" y="69"/>
                    <a:pt x="54" y="68"/>
                    <a:pt x="52" y="6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70" y="56"/>
                    <a:pt x="70" y="62"/>
                    <a:pt x="66" y="66"/>
                  </a:cubicBezTo>
                  <a:cubicBezTo>
                    <a:pt x="64" y="68"/>
                    <a:pt x="62" y="69"/>
                    <a:pt x="5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5" name="Freeform 49">
              <a:extLst>
                <a:ext uri="{FF2B5EF4-FFF2-40B4-BE49-F238E27FC236}">
                  <a16:creationId xmlns:a16="http://schemas.microsoft.com/office/drawing/2014/main" id="{85223E0F-E84A-4027-BC63-D510F5A80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11 w 70"/>
                <a:gd name="T1" fmla="*/ 69 h 69"/>
                <a:gd name="T2" fmla="*/ 4 w 70"/>
                <a:gd name="T3" fmla="*/ 66 h 69"/>
                <a:gd name="T4" fmla="*/ 4 w 70"/>
                <a:gd name="T5" fmla="*/ 52 h 69"/>
                <a:gd name="T6" fmla="*/ 52 w 70"/>
                <a:gd name="T7" fmla="*/ 4 h 69"/>
                <a:gd name="T8" fmla="*/ 66 w 70"/>
                <a:gd name="T9" fmla="*/ 4 h 69"/>
                <a:gd name="T10" fmla="*/ 66 w 70"/>
                <a:gd name="T11" fmla="*/ 18 h 69"/>
                <a:gd name="T12" fmla="*/ 18 w 70"/>
                <a:gd name="T13" fmla="*/ 66 h 69"/>
                <a:gd name="T14" fmla="*/ 11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11" y="69"/>
                  </a:moveTo>
                  <a:cubicBezTo>
                    <a:pt x="8" y="69"/>
                    <a:pt x="6" y="68"/>
                    <a:pt x="4" y="66"/>
                  </a:cubicBezTo>
                  <a:cubicBezTo>
                    <a:pt x="0" y="62"/>
                    <a:pt x="0" y="56"/>
                    <a:pt x="4" y="5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6" y="0"/>
                    <a:pt x="62" y="0"/>
                    <a:pt x="66" y="4"/>
                  </a:cubicBezTo>
                  <a:cubicBezTo>
                    <a:pt x="70" y="8"/>
                    <a:pt x="70" y="14"/>
                    <a:pt x="66" y="18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8"/>
                    <a:pt x="14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DFBBC954-412D-498A-94EB-38E05C5C8189}"/>
              </a:ext>
            </a:extLst>
          </p:cNvPr>
          <p:cNvGrpSpPr/>
          <p:nvPr/>
        </p:nvGrpSpPr>
        <p:grpSpPr>
          <a:xfrm>
            <a:off x="6846145" y="4907575"/>
            <a:ext cx="602116" cy="429932"/>
            <a:chOff x="2303463" y="7181851"/>
            <a:chExt cx="904875" cy="646113"/>
          </a:xfrm>
        </p:grpSpPr>
        <p:sp>
          <p:nvSpPr>
            <p:cNvPr id="107" name="Freeform 43">
              <a:extLst>
                <a:ext uri="{FF2B5EF4-FFF2-40B4-BE49-F238E27FC236}">
                  <a16:creationId xmlns:a16="http://schemas.microsoft.com/office/drawing/2014/main" id="{36444400-E1BA-4F79-9652-0258D9F6D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576" y="7253288"/>
              <a:ext cx="625475" cy="276225"/>
            </a:xfrm>
            <a:custGeom>
              <a:avLst/>
              <a:gdLst>
                <a:gd name="T0" fmla="*/ 416 w 416"/>
                <a:gd name="T1" fmla="*/ 156 h 183"/>
                <a:gd name="T2" fmla="*/ 301 w 416"/>
                <a:gd name="T3" fmla="*/ 34 h 183"/>
                <a:gd name="T4" fmla="*/ 33 w 416"/>
                <a:gd name="T5" fmla="*/ 78 h 183"/>
                <a:gd name="T6" fmla="*/ 2 w 416"/>
                <a:gd name="T7" fmla="*/ 137 h 183"/>
                <a:gd name="T8" fmla="*/ 0 w 416"/>
                <a:gd name="T9" fmla="*/ 168 h 183"/>
                <a:gd name="T10" fmla="*/ 45 w 416"/>
                <a:gd name="T11" fmla="*/ 86 h 183"/>
                <a:gd name="T12" fmla="*/ 287 w 416"/>
                <a:gd name="T13" fmla="*/ 49 h 183"/>
                <a:gd name="T14" fmla="*/ 407 w 416"/>
                <a:gd name="T15" fmla="*/ 141 h 183"/>
                <a:gd name="T16" fmla="*/ 415 w 416"/>
                <a:gd name="T17" fmla="*/ 183 h 183"/>
                <a:gd name="T18" fmla="*/ 416 w 416"/>
                <a:gd name="T19" fmla="*/ 15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6" h="183">
                  <a:moveTo>
                    <a:pt x="416" y="156"/>
                  </a:moveTo>
                  <a:cubicBezTo>
                    <a:pt x="413" y="97"/>
                    <a:pt x="357" y="54"/>
                    <a:pt x="301" y="34"/>
                  </a:cubicBezTo>
                  <a:cubicBezTo>
                    <a:pt x="206" y="0"/>
                    <a:pt x="90" y="20"/>
                    <a:pt x="33" y="78"/>
                  </a:cubicBezTo>
                  <a:cubicBezTo>
                    <a:pt x="18" y="94"/>
                    <a:pt x="6" y="114"/>
                    <a:pt x="2" y="137"/>
                  </a:cubicBezTo>
                  <a:cubicBezTo>
                    <a:pt x="1" y="145"/>
                    <a:pt x="1" y="148"/>
                    <a:pt x="0" y="168"/>
                  </a:cubicBezTo>
                  <a:cubicBezTo>
                    <a:pt x="1" y="136"/>
                    <a:pt x="20" y="107"/>
                    <a:pt x="45" y="86"/>
                  </a:cubicBezTo>
                  <a:cubicBezTo>
                    <a:pt x="107" y="35"/>
                    <a:pt x="207" y="25"/>
                    <a:pt x="287" y="49"/>
                  </a:cubicBezTo>
                  <a:cubicBezTo>
                    <a:pt x="336" y="63"/>
                    <a:pt x="387" y="94"/>
                    <a:pt x="407" y="141"/>
                  </a:cubicBezTo>
                  <a:cubicBezTo>
                    <a:pt x="413" y="155"/>
                    <a:pt x="416" y="169"/>
                    <a:pt x="415" y="183"/>
                  </a:cubicBezTo>
                  <a:cubicBezTo>
                    <a:pt x="416" y="160"/>
                    <a:pt x="416" y="161"/>
                    <a:pt x="416" y="156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8" name="Freeform 44">
              <a:extLst>
                <a:ext uri="{FF2B5EF4-FFF2-40B4-BE49-F238E27FC236}">
                  <a16:creationId xmlns:a16="http://schemas.microsoft.com/office/drawing/2014/main" id="{AF554ACE-51ED-4760-9C65-55069FFF1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451" y="7473951"/>
              <a:ext cx="849313" cy="354013"/>
            </a:xfrm>
            <a:custGeom>
              <a:avLst/>
              <a:gdLst>
                <a:gd name="T0" fmla="*/ 564 w 566"/>
                <a:gd name="T1" fmla="*/ 20 h 236"/>
                <a:gd name="T2" fmla="*/ 220 w 566"/>
                <a:gd name="T3" fmla="*/ 192 h 236"/>
                <a:gd name="T4" fmla="*/ 3 w 566"/>
                <a:gd name="T5" fmla="*/ 0 h 236"/>
                <a:gd name="T6" fmla="*/ 3 w 566"/>
                <a:gd name="T7" fmla="*/ 0 h 236"/>
                <a:gd name="T8" fmla="*/ 3 w 566"/>
                <a:gd name="T9" fmla="*/ 0 h 236"/>
                <a:gd name="T10" fmla="*/ 2 w 566"/>
                <a:gd name="T11" fmla="*/ 20 h 236"/>
                <a:gd name="T12" fmla="*/ 19 w 566"/>
                <a:gd name="T13" fmla="*/ 88 h 236"/>
                <a:gd name="T14" fmla="*/ 361 w 566"/>
                <a:gd name="T15" fmla="*/ 212 h 236"/>
                <a:gd name="T16" fmla="*/ 526 w 566"/>
                <a:gd name="T17" fmla="*/ 128 h 236"/>
                <a:gd name="T18" fmla="*/ 564 w 566"/>
                <a:gd name="T19" fmla="*/ 2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6" h="236">
                  <a:moveTo>
                    <a:pt x="564" y="20"/>
                  </a:moveTo>
                  <a:cubicBezTo>
                    <a:pt x="559" y="139"/>
                    <a:pt x="393" y="222"/>
                    <a:pt x="220" y="192"/>
                  </a:cubicBezTo>
                  <a:cubicBezTo>
                    <a:pt x="87" y="169"/>
                    <a:pt x="0" y="86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41"/>
                    <a:pt x="7" y="65"/>
                    <a:pt x="19" y="88"/>
                  </a:cubicBezTo>
                  <a:cubicBezTo>
                    <a:pt x="70" y="184"/>
                    <a:pt x="223" y="236"/>
                    <a:pt x="361" y="212"/>
                  </a:cubicBezTo>
                  <a:cubicBezTo>
                    <a:pt x="421" y="201"/>
                    <a:pt x="485" y="174"/>
                    <a:pt x="526" y="128"/>
                  </a:cubicBezTo>
                  <a:cubicBezTo>
                    <a:pt x="566" y="83"/>
                    <a:pt x="563" y="43"/>
                    <a:pt x="564" y="2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9" name="Freeform 45">
              <a:extLst>
                <a:ext uri="{FF2B5EF4-FFF2-40B4-BE49-F238E27FC236}">
                  <a16:creationId xmlns:a16="http://schemas.microsoft.com/office/drawing/2014/main" id="{1BB0E356-D673-4AA0-AFC1-72F43DD5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03463" y="7181851"/>
              <a:ext cx="904875" cy="614363"/>
            </a:xfrm>
            <a:custGeom>
              <a:avLst/>
              <a:gdLst>
                <a:gd name="T0" fmla="*/ 347 w 603"/>
                <a:gd name="T1" fmla="*/ 20 h 409"/>
                <a:gd name="T2" fmla="*/ 578 w 603"/>
                <a:gd name="T3" fmla="*/ 240 h 409"/>
                <a:gd name="T4" fmla="*/ 256 w 603"/>
                <a:gd name="T5" fmla="*/ 389 h 409"/>
                <a:gd name="T6" fmla="*/ 25 w 603"/>
                <a:gd name="T7" fmla="*/ 168 h 409"/>
                <a:gd name="T8" fmla="*/ 347 w 603"/>
                <a:gd name="T9" fmla="*/ 20 h 409"/>
                <a:gd name="T10" fmla="*/ 268 w 603"/>
                <a:gd name="T11" fmla="*/ 341 h 409"/>
                <a:gd name="T12" fmla="*/ 506 w 603"/>
                <a:gd name="T13" fmla="*/ 231 h 409"/>
                <a:gd name="T14" fmla="*/ 335 w 603"/>
                <a:gd name="T15" fmla="*/ 68 h 409"/>
                <a:gd name="T16" fmla="*/ 97 w 603"/>
                <a:gd name="T17" fmla="*/ 178 h 409"/>
                <a:gd name="T18" fmla="*/ 268 w 603"/>
                <a:gd name="T19" fmla="*/ 34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09">
                  <a:moveTo>
                    <a:pt x="347" y="20"/>
                  </a:moveTo>
                  <a:cubicBezTo>
                    <a:pt x="499" y="40"/>
                    <a:pt x="603" y="139"/>
                    <a:pt x="578" y="240"/>
                  </a:cubicBezTo>
                  <a:cubicBezTo>
                    <a:pt x="553" y="342"/>
                    <a:pt x="408" y="409"/>
                    <a:pt x="256" y="389"/>
                  </a:cubicBezTo>
                  <a:cubicBezTo>
                    <a:pt x="103" y="369"/>
                    <a:pt x="0" y="270"/>
                    <a:pt x="25" y="168"/>
                  </a:cubicBezTo>
                  <a:cubicBezTo>
                    <a:pt x="50" y="67"/>
                    <a:pt x="194" y="0"/>
                    <a:pt x="347" y="20"/>
                  </a:cubicBezTo>
                  <a:close/>
                  <a:moveTo>
                    <a:pt x="268" y="341"/>
                  </a:moveTo>
                  <a:cubicBezTo>
                    <a:pt x="381" y="355"/>
                    <a:pt x="488" y="306"/>
                    <a:pt x="506" y="231"/>
                  </a:cubicBezTo>
                  <a:cubicBezTo>
                    <a:pt x="525" y="156"/>
                    <a:pt x="448" y="82"/>
                    <a:pt x="335" y="68"/>
                  </a:cubicBezTo>
                  <a:cubicBezTo>
                    <a:pt x="222" y="53"/>
                    <a:pt x="115" y="102"/>
                    <a:pt x="97" y="178"/>
                  </a:cubicBezTo>
                  <a:cubicBezTo>
                    <a:pt x="78" y="253"/>
                    <a:pt x="155" y="326"/>
                    <a:pt x="268" y="341"/>
                  </a:cubicBezTo>
                </a:path>
              </a:pathLst>
            </a:custGeom>
            <a:solidFill>
              <a:schemeClr val="accent5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1A05A0-EFBC-4ACA-AA9F-1AA065520AFC}"/>
              </a:ext>
            </a:extLst>
          </p:cNvPr>
          <p:cNvGrpSpPr/>
          <p:nvPr/>
        </p:nvGrpSpPr>
        <p:grpSpPr>
          <a:xfrm>
            <a:off x="8114369" y="4333990"/>
            <a:ext cx="194387" cy="194387"/>
            <a:chOff x="9175399" y="8544046"/>
            <a:chExt cx="626208" cy="626207"/>
          </a:xfrm>
        </p:grpSpPr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158DC225-CFEA-4B39-B317-FD2CB04F2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399" y="8774525"/>
              <a:ext cx="626208" cy="165250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A112BD42-2C96-48EA-B077-C8A276E66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5862" y="8544046"/>
              <a:ext cx="165250" cy="626207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E65C6AA-7235-4653-9DD9-70F86184F2CB}"/>
              </a:ext>
            </a:extLst>
          </p:cNvPr>
          <p:cNvGrpSpPr/>
          <p:nvPr/>
        </p:nvGrpSpPr>
        <p:grpSpPr>
          <a:xfrm>
            <a:off x="2836191" y="5236935"/>
            <a:ext cx="163780" cy="158891"/>
            <a:chOff x="1752601" y="4673601"/>
            <a:chExt cx="106363" cy="103188"/>
          </a:xfrm>
          <a:solidFill>
            <a:schemeClr val="accent1">
              <a:alpha val="35000"/>
            </a:schemeClr>
          </a:solidFill>
        </p:grpSpPr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46447012-C2FB-4AC3-9823-BF5E0D553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59 w 70"/>
                <a:gd name="T1" fmla="*/ 69 h 69"/>
                <a:gd name="T2" fmla="*/ 52 w 70"/>
                <a:gd name="T3" fmla="*/ 66 h 69"/>
                <a:gd name="T4" fmla="*/ 4 w 70"/>
                <a:gd name="T5" fmla="*/ 18 h 69"/>
                <a:gd name="T6" fmla="*/ 4 w 70"/>
                <a:gd name="T7" fmla="*/ 4 h 69"/>
                <a:gd name="T8" fmla="*/ 18 w 70"/>
                <a:gd name="T9" fmla="*/ 4 h 69"/>
                <a:gd name="T10" fmla="*/ 66 w 70"/>
                <a:gd name="T11" fmla="*/ 52 h 69"/>
                <a:gd name="T12" fmla="*/ 66 w 70"/>
                <a:gd name="T13" fmla="*/ 66 h 69"/>
                <a:gd name="T14" fmla="*/ 59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59" y="69"/>
                  </a:moveTo>
                  <a:cubicBezTo>
                    <a:pt x="56" y="69"/>
                    <a:pt x="54" y="68"/>
                    <a:pt x="52" y="6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70" y="56"/>
                    <a:pt x="70" y="62"/>
                    <a:pt x="66" y="66"/>
                  </a:cubicBezTo>
                  <a:cubicBezTo>
                    <a:pt x="64" y="68"/>
                    <a:pt x="62" y="69"/>
                    <a:pt x="5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D0618F8B-38D5-4652-8D27-2CE9F1D4E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11 w 70"/>
                <a:gd name="T1" fmla="*/ 69 h 69"/>
                <a:gd name="T2" fmla="*/ 4 w 70"/>
                <a:gd name="T3" fmla="*/ 66 h 69"/>
                <a:gd name="T4" fmla="*/ 4 w 70"/>
                <a:gd name="T5" fmla="*/ 52 h 69"/>
                <a:gd name="T6" fmla="*/ 52 w 70"/>
                <a:gd name="T7" fmla="*/ 4 h 69"/>
                <a:gd name="T8" fmla="*/ 66 w 70"/>
                <a:gd name="T9" fmla="*/ 4 h 69"/>
                <a:gd name="T10" fmla="*/ 66 w 70"/>
                <a:gd name="T11" fmla="*/ 18 h 69"/>
                <a:gd name="T12" fmla="*/ 18 w 70"/>
                <a:gd name="T13" fmla="*/ 66 h 69"/>
                <a:gd name="T14" fmla="*/ 11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11" y="69"/>
                  </a:moveTo>
                  <a:cubicBezTo>
                    <a:pt x="8" y="69"/>
                    <a:pt x="6" y="68"/>
                    <a:pt x="4" y="66"/>
                  </a:cubicBezTo>
                  <a:cubicBezTo>
                    <a:pt x="0" y="62"/>
                    <a:pt x="0" y="56"/>
                    <a:pt x="4" y="5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6" y="0"/>
                    <a:pt x="62" y="0"/>
                    <a:pt x="66" y="4"/>
                  </a:cubicBezTo>
                  <a:cubicBezTo>
                    <a:pt x="70" y="8"/>
                    <a:pt x="70" y="14"/>
                    <a:pt x="66" y="18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8"/>
                    <a:pt x="14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AF7A3DF-054F-4E07-9730-B6B891849C23}"/>
              </a:ext>
            </a:extLst>
          </p:cNvPr>
          <p:cNvGrpSpPr/>
          <p:nvPr/>
        </p:nvGrpSpPr>
        <p:grpSpPr>
          <a:xfrm>
            <a:off x="6919366" y="1005344"/>
            <a:ext cx="416687" cy="416686"/>
            <a:chOff x="965201" y="4870451"/>
            <a:chExt cx="228600" cy="228600"/>
          </a:xfrm>
          <a:solidFill>
            <a:schemeClr val="accent2">
              <a:alpha val="35000"/>
            </a:schemeClr>
          </a:solidFill>
        </p:grpSpPr>
        <p:sp>
          <p:nvSpPr>
            <p:cNvPr id="117" name="Freeform 46">
              <a:extLst>
                <a:ext uri="{FF2B5EF4-FFF2-40B4-BE49-F238E27FC236}">
                  <a16:creationId xmlns:a16="http://schemas.microsoft.com/office/drawing/2014/main" id="{91A357EB-67F0-4B7C-A1B6-55C3AE477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8" name="Freeform 47">
              <a:extLst>
                <a:ext uri="{FF2B5EF4-FFF2-40B4-BE49-F238E27FC236}">
                  <a16:creationId xmlns:a16="http://schemas.microsoft.com/office/drawing/2014/main" id="{8C485C2C-8DF8-4E16-828B-6AE21E513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1758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1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6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6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1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100"/>
                            </p:stCondLst>
                            <p:childTnLst>
                              <p:par>
                                <p:cTn id="46" presetID="8" presetClass="emph" presetSubtype="0" repeatCount="indefinite" accel="48000" decel="52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7" dur="3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38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1" dur="28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3" dur="475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5" dur="39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0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5">
            <a:extLst>
              <a:ext uri="{FF2B5EF4-FFF2-40B4-BE49-F238E27FC236}">
                <a16:creationId xmlns:a16="http://schemas.microsoft.com/office/drawing/2014/main" id="{34E4E698-8CC0-978C-8F97-5FCADC5C3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241184"/>
              </p:ext>
            </p:extLst>
          </p:nvPr>
        </p:nvGraphicFramePr>
        <p:xfrm>
          <a:off x="777357" y="637836"/>
          <a:ext cx="10631375" cy="54972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6275">
                  <a:extLst>
                    <a:ext uri="{9D8B030D-6E8A-4147-A177-3AD203B41FA5}">
                      <a16:colId xmlns:a16="http://schemas.microsoft.com/office/drawing/2014/main" val="3444619992"/>
                    </a:ext>
                  </a:extLst>
                </a:gridCol>
                <a:gridCol w="2126275">
                  <a:extLst>
                    <a:ext uri="{9D8B030D-6E8A-4147-A177-3AD203B41FA5}">
                      <a16:colId xmlns:a16="http://schemas.microsoft.com/office/drawing/2014/main" val="2737398926"/>
                    </a:ext>
                  </a:extLst>
                </a:gridCol>
                <a:gridCol w="2126275">
                  <a:extLst>
                    <a:ext uri="{9D8B030D-6E8A-4147-A177-3AD203B41FA5}">
                      <a16:colId xmlns:a16="http://schemas.microsoft.com/office/drawing/2014/main" val="1776484734"/>
                    </a:ext>
                  </a:extLst>
                </a:gridCol>
                <a:gridCol w="2126275">
                  <a:extLst>
                    <a:ext uri="{9D8B030D-6E8A-4147-A177-3AD203B41FA5}">
                      <a16:colId xmlns:a16="http://schemas.microsoft.com/office/drawing/2014/main" val="1560044298"/>
                    </a:ext>
                  </a:extLst>
                </a:gridCol>
                <a:gridCol w="2126275">
                  <a:extLst>
                    <a:ext uri="{9D8B030D-6E8A-4147-A177-3AD203B41FA5}">
                      <a16:colId xmlns:a16="http://schemas.microsoft.com/office/drawing/2014/main" val="3368752652"/>
                    </a:ext>
                  </a:extLst>
                </a:gridCol>
              </a:tblGrid>
              <a:tr h="12231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400257"/>
                  </a:ext>
                </a:extLst>
              </a:tr>
              <a:tr h="854820">
                <a:tc>
                  <a:txBody>
                    <a:bodyPr/>
                    <a:lstStyle/>
                    <a:p>
                      <a:r>
                        <a:rPr lang="en-US" dirty="0"/>
                        <a:t>Harga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Mulai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1.5 </a:t>
                      </a:r>
                      <a:r>
                        <a:rPr lang="en-US" dirty="0" err="1"/>
                        <a:t>juta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12.5 </a:t>
                      </a:r>
                      <a:r>
                        <a:rPr lang="en-US" dirty="0" err="1"/>
                        <a:t>juta</a:t>
                      </a:r>
                      <a:r>
                        <a:rPr lang="en-US" dirty="0"/>
                        <a:t> – 86 </a:t>
                      </a:r>
                      <a:r>
                        <a:rPr lang="en-US" dirty="0" err="1"/>
                        <a:t>juta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 50 </a:t>
                      </a:r>
                      <a:r>
                        <a:rPr lang="en-US" dirty="0" err="1"/>
                        <a:t>juta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 </a:t>
                      </a:r>
                      <a:r>
                        <a:rPr lang="en-US" dirty="0" err="1"/>
                        <a:t>juta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hanya</a:t>
                      </a:r>
                      <a:r>
                        <a:rPr lang="en-US" dirty="0"/>
                        <a:t> LED grow light) – 20 </a:t>
                      </a:r>
                      <a:r>
                        <a:rPr lang="en-US" dirty="0" err="1"/>
                        <a:t>juta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000550"/>
                  </a:ext>
                </a:extLst>
              </a:tr>
              <a:tr h="854820">
                <a:tc>
                  <a:txBody>
                    <a:bodyPr/>
                    <a:lstStyle/>
                    <a:p>
                      <a:r>
                        <a:rPr lang="en-US" dirty="0"/>
                        <a:t>Skala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Perusahaan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Perusahaan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169531"/>
                  </a:ext>
                </a:extLst>
              </a:tr>
              <a:tr h="854820">
                <a:tc>
                  <a:txBody>
                    <a:bodyPr/>
                    <a:lstStyle/>
                    <a:p>
                      <a:r>
                        <a:rPr lang="en-US" dirty="0" err="1"/>
                        <a:t>Pelayanan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purna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jual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328726"/>
                  </a:ext>
                </a:extLst>
              </a:tr>
              <a:tr h="854820">
                <a:tc>
                  <a:txBody>
                    <a:bodyPr/>
                    <a:lstStyle/>
                    <a:p>
                      <a:r>
                        <a:rPr lang="en-US" dirty="0"/>
                        <a:t>Dapat </a:t>
                      </a:r>
                      <a:r>
                        <a:rPr lang="en-US" dirty="0" err="1"/>
                        <a:t>dikontrol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jarak</a:t>
                      </a:r>
                      <a:r>
                        <a:rPr lang="en-US" dirty="0"/>
                        <a:t> jauh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319085"/>
                  </a:ext>
                </a:extLst>
              </a:tr>
              <a:tr h="854820">
                <a:tc>
                  <a:txBody>
                    <a:bodyPr/>
                    <a:lstStyle/>
                    <a:p>
                      <a:r>
                        <a:rPr lang="en-US" dirty="0" err="1"/>
                        <a:t>Bersifat</a:t>
                      </a:r>
                      <a:r>
                        <a:rPr lang="en-US" dirty="0"/>
                        <a:t> Modular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1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ym typeface="Wingdings 2" panose="05020102010507070707" pitchFamily="18" charset="2"/>
                        </a:rPr>
                        <a:t>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585727"/>
                  </a:ext>
                </a:extLst>
              </a:tr>
            </a:tbl>
          </a:graphicData>
        </a:graphic>
      </p:graphicFrame>
      <p:pic>
        <p:nvPicPr>
          <p:cNvPr id="1026" name="Picture 2" descr="greenhouse hydroponics logo">
            <a:extLst>
              <a:ext uri="{FF2B5EF4-FFF2-40B4-BE49-F238E27FC236}">
                <a16:creationId xmlns:a16="http://schemas.microsoft.com/office/drawing/2014/main" id="{506BA06A-647F-B9F2-20A3-65D506C6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856" y="722896"/>
            <a:ext cx="746376" cy="78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mart Farm">
            <a:extLst>
              <a:ext uri="{FF2B5EF4-FFF2-40B4-BE49-F238E27FC236}">
                <a16:creationId xmlns:a16="http://schemas.microsoft.com/office/drawing/2014/main" id="{CD73C39F-FAB2-5C0E-6FEB-A3B5BE3F2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000" y="722895"/>
            <a:ext cx="774186" cy="786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ydrogrow">
            <a:extLst>
              <a:ext uri="{FF2B5EF4-FFF2-40B4-BE49-F238E27FC236}">
                <a16:creationId xmlns:a16="http://schemas.microsoft.com/office/drawing/2014/main" id="{FD70057B-D5B4-6B4B-20D2-E3ED60F4F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231" y="637836"/>
            <a:ext cx="2095500" cy="857250"/>
          </a:xfrm>
          <a:prstGeom prst="rect">
            <a:avLst/>
          </a:prstGeom>
          <a:noFill/>
          <a:effectLst>
            <a:outerShdw dist="38100" dir="2700000" algn="tl" rotWithShape="0">
              <a:schemeClr val="tx1">
                <a:lumMod val="85000"/>
                <a:alpha val="6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D89E9E2-01BF-25A5-8B05-202C2DB13316}"/>
              </a:ext>
            </a:extLst>
          </p:cNvPr>
          <p:cNvGrpSpPr/>
          <p:nvPr/>
        </p:nvGrpSpPr>
        <p:grpSpPr>
          <a:xfrm>
            <a:off x="3095145" y="722893"/>
            <a:ext cx="1856598" cy="1107962"/>
            <a:chOff x="4369722" y="2457450"/>
            <a:chExt cx="3147755" cy="1878484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B66552-3FB0-E092-D309-6EAC1ABE0217}"/>
                </a:ext>
              </a:extLst>
            </p:cNvPr>
            <p:cNvSpPr/>
            <p:nvPr/>
          </p:nvSpPr>
          <p:spPr>
            <a:xfrm>
              <a:off x="5431074" y="3293265"/>
              <a:ext cx="1068436" cy="242134"/>
            </a:xfrm>
            <a:custGeom>
              <a:avLst/>
              <a:gdLst>
                <a:gd name="connsiteX0" fmla="*/ 625 w 1054368"/>
                <a:gd name="connsiteY0" fmla="*/ 52702 h 231717"/>
                <a:gd name="connsiteX1" fmla="*/ 217319 w 1054368"/>
                <a:gd name="connsiteY1" fmla="*/ 315 h 231717"/>
                <a:gd name="connsiteX2" fmla="*/ 712619 w 1054368"/>
                <a:gd name="connsiteY2" fmla="*/ 74134 h 231717"/>
                <a:gd name="connsiteX3" fmla="*/ 1048375 w 1054368"/>
                <a:gd name="connsiteY3" fmla="*/ 19365 h 231717"/>
                <a:gd name="connsiteX4" fmla="*/ 907881 w 1054368"/>
                <a:gd name="connsiteY4" fmla="*/ 221771 h 231717"/>
                <a:gd name="connsiteX5" fmla="*/ 655469 w 1054368"/>
                <a:gd name="connsiteY5" fmla="*/ 202721 h 231717"/>
                <a:gd name="connsiteX6" fmla="*/ 169694 w 1054368"/>
                <a:gd name="connsiteY6" fmla="*/ 171765 h 231717"/>
                <a:gd name="connsiteX7" fmla="*/ 625 w 1054368"/>
                <a:gd name="connsiteY7" fmla="*/ 52702 h 231717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625 w 1053801"/>
                <a:gd name="connsiteY0" fmla="*/ 52428 h 231443"/>
                <a:gd name="connsiteX1" fmla="*/ 217319 w 1053801"/>
                <a:gd name="connsiteY1" fmla="*/ 41 h 231443"/>
                <a:gd name="connsiteX2" fmla="*/ 724525 w 1053801"/>
                <a:gd name="connsiteY2" fmla="*/ 59573 h 231443"/>
                <a:gd name="connsiteX3" fmla="*/ 1048375 w 1053801"/>
                <a:gd name="connsiteY3" fmla="*/ 19091 h 231443"/>
                <a:gd name="connsiteX4" fmla="*/ 907881 w 1053801"/>
                <a:gd name="connsiteY4" fmla="*/ 221497 h 231443"/>
                <a:gd name="connsiteX5" fmla="*/ 655469 w 1053801"/>
                <a:gd name="connsiteY5" fmla="*/ 202447 h 231443"/>
                <a:gd name="connsiteX6" fmla="*/ 169694 w 1053801"/>
                <a:gd name="connsiteY6" fmla="*/ 171491 h 231443"/>
                <a:gd name="connsiteX7" fmla="*/ 625 w 1053801"/>
                <a:gd name="connsiteY7" fmla="*/ 52428 h 231443"/>
                <a:gd name="connsiteX0" fmla="*/ 2735 w 1055911"/>
                <a:gd name="connsiteY0" fmla="*/ 54806 h 233821"/>
                <a:gd name="connsiteX1" fmla="*/ 283722 w 1055911"/>
                <a:gd name="connsiteY1" fmla="*/ 38 h 233821"/>
                <a:gd name="connsiteX2" fmla="*/ 726635 w 1055911"/>
                <a:gd name="connsiteY2" fmla="*/ 61951 h 233821"/>
                <a:gd name="connsiteX3" fmla="*/ 1050485 w 1055911"/>
                <a:gd name="connsiteY3" fmla="*/ 21469 h 233821"/>
                <a:gd name="connsiteX4" fmla="*/ 909991 w 1055911"/>
                <a:gd name="connsiteY4" fmla="*/ 223875 h 233821"/>
                <a:gd name="connsiteX5" fmla="*/ 657579 w 1055911"/>
                <a:gd name="connsiteY5" fmla="*/ 204825 h 233821"/>
                <a:gd name="connsiteX6" fmla="*/ 171804 w 1055911"/>
                <a:gd name="connsiteY6" fmla="*/ 173869 h 233821"/>
                <a:gd name="connsiteX7" fmla="*/ 2735 w 1055911"/>
                <a:gd name="connsiteY7" fmla="*/ 54806 h 233821"/>
                <a:gd name="connsiteX0" fmla="*/ 2735 w 1055911"/>
                <a:gd name="connsiteY0" fmla="*/ 57382 h 236397"/>
                <a:gd name="connsiteX1" fmla="*/ 283722 w 1055911"/>
                <a:gd name="connsiteY1" fmla="*/ 2614 h 236397"/>
                <a:gd name="connsiteX2" fmla="*/ 726635 w 1055911"/>
                <a:gd name="connsiteY2" fmla="*/ 64527 h 236397"/>
                <a:gd name="connsiteX3" fmla="*/ 1050485 w 1055911"/>
                <a:gd name="connsiteY3" fmla="*/ 24045 h 236397"/>
                <a:gd name="connsiteX4" fmla="*/ 909991 w 1055911"/>
                <a:gd name="connsiteY4" fmla="*/ 226451 h 236397"/>
                <a:gd name="connsiteX5" fmla="*/ 657579 w 1055911"/>
                <a:gd name="connsiteY5" fmla="*/ 207401 h 236397"/>
                <a:gd name="connsiteX6" fmla="*/ 171804 w 1055911"/>
                <a:gd name="connsiteY6" fmla="*/ 176445 h 236397"/>
                <a:gd name="connsiteX7" fmla="*/ 2735 w 1055911"/>
                <a:gd name="connsiteY7" fmla="*/ 57382 h 236397"/>
                <a:gd name="connsiteX0" fmla="*/ 2735 w 1055911"/>
                <a:gd name="connsiteY0" fmla="*/ 55065 h 234080"/>
                <a:gd name="connsiteX1" fmla="*/ 283722 w 1055911"/>
                <a:gd name="connsiteY1" fmla="*/ 297 h 234080"/>
                <a:gd name="connsiteX2" fmla="*/ 726635 w 1055911"/>
                <a:gd name="connsiteY2" fmla="*/ 62210 h 234080"/>
                <a:gd name="connsiteX3" fmla="*/ 1050485 w 1055911"/>
                <a:gd name="connsiteY3" fmla="*/ 21728 h 234080"/>
                <a:gd name="connsiteX4" fmla="*/ 909991 w 1055911"/>
                <a:gd name="connsiteY4" fmla="*/ 224134 h 234080"/>
                <a:gd name="connsiteX5" fmla="*/ 657579 w 1055911"/>
                <a:gd name="connsiteY5" fmla="*/ 205084 h 234080"/>
                <a:gd name="connsiteX6" fmla="*/ 171804 w 1055911"/>
                <a:gd name="connsiteY6" fmla="*/ 174128 h 234080"/>
                <a:gd name="connsiteX7" fmla="*/ 2735 w 1055911"/>
                <a:gd name="connsiteY7" fmla="*/ 55065 h 234080"/>
                <a:gd name="connsiteX0" fmla="*/ 2735 w 1055911"/>
                <a:gd name="connsiteY0" fmla="*/ 54773 h 233788"/>
                <a:gd name="connsiteX1" fmla="*/ 283722 w 1055911"/>
                <a:gd name="connsiteY1" fmla="*/ 5 h 233788"/>
                <a:gd name="connsiteX2" fmla="*/ 726635 w 1055911"/>
                <a:gd name="connsiteY2" fmla="*/ 57155 h 233788"/>
                <a:gd name="connsiteX3" fmla="*/ 1050485 w 1055911"/>
                <a:gd name="connsiteY3" fmla="*/ 21436 h 233788"/>
                <a:gd name="connsiteX4" fmla="*/ 909991 w 1055911"/>
                <a:gd name="connsiteY4" fmla="*/ 223842 h 233788"/>
                <a:gd name="connsiteX5" fmla="*/ 657579 w 1055911"/>
                <a:gd name="connsiteY5" fmla="*/ 204792 h 233788"/>
                <a:gd name="connsiteX6" fmla="*/ 171804 w 1055911"/>
                <a:gd name="connsiteY6" fmla="*/ 173836 h 233788"/>
                <a:gd name="connsiteX7" fmla="*/ 2735 w 1055911"/>
                <a:gd name="connsiteY7" fmla="*/ 54773 h 233788"/>
                <a:gd name="connsiteX0" fmla="*/ 2735 w 1074375"/>
                <a:gd name="connsiteY0" fmla="*/ 54773 h 233788"/>
                <a:gd name="connsiteX1" fmla="*/ 283722 w 1074375"/>
                <a:gd name="connsiteY1" fmla="*/ 5 h 233788"/>
                <a:gd name="connsiteX2" fmla="*/ 726635 w 1074375"/>
                <a:gd name="connsiteY2" fmla="*/ 57155 h 233788"/>
                <a:gd name="connsiteX3" fmla="*/ 1069535 w 1074375"/>
                <a:gd name="connsiteY3" fmla="*/ 21436 h 233788"/>
                <a:gd name="connsiteX4" fmla="*/ 909991 w 1074375"/>
                <a:gd name="connsiteY4" fmla="*/ 223842 h 233788"/>
                <a:gd name="connsiteX5" fmla="*/ 657579 w 1074375"/>
                <a:gd name="connsiteY5" fmla="*/ 204792 h 233788"/>
                <a:gd name="connsiteX6" fmla="*/ 171804 w 1074375"/>
                <a:gd name="connsiteY6" fmla="*/ 173836 h 233788"/>
                <a:gd name="connsiteX7" fmla="*/ 2735 w 1074375"/>
                <a:gd name="connsiteY7" fmla="*/ 54773 h 233788"/>
                <a:gd name="connsiteX0" fmla="*/ 2735 w 1069535"/>
                <a:gd name="connsiteY0" fmla="*/ 54773 h 233788"/>
                <a:gd name="connsiteX1" fmla="*/ 283722 w 1069535"/>
                <a:gd name="connsiteY1" fmla="*/ 5 h 233788"/>
                <a:gd name="connsiteX2" fmla="*/ 726635 w 1069535"/>
                <a:gd name="connsiteY2" fmla="*/ 57155 h 233788"/>
                <a:gd name="connsiteX3" fmla="*/ 1069535 w 1069535"/>
                <a:gd name="connsiteY3" fmla="*/ 21436 h 233788"/>
                <a:gd name="connsiteX4" fmla="*/ 909991 w 1069535"/>
                <a:gd name="connsiteY4" fmla="*/ 223842 h 233788"/>
                <a:gd name="connsiteX5" fmla="*/ 657579 w 1069535"/>
                <a:gd name="connsiteY5" fmla="*/ 204792 h 233788"/>
                <a:gd name="connsiteX6" fmla="*/ 171804 w 1069535"/>
                <a:gd name="connsiteY6" fmla="*/ 173836 h 233788"/>
                <a:gd name="connsiteX7" fmla="*/ 2735 w 1069535"/>
                <a:gd name="connsiteY7" fmla="*/ 54773 h 233788"/>
                <a:gd name="connsiteX0" fmla="*/ 2735 w 1060010"/>
                <a:gd name="connsiteY0" fmla="*/ 54773 h 233788"/>
                <a:gd name="connsiteX1" fmla="*/ 283722 w 1060010"/>
                <a:gd name="connsiteY1" fmla="*/ 5 h 233788"/>
                <a:gd name="connsiteX2" fmla="*/ 726635 w 1060010"/>
                <a:gd name="connsiteY2" fmla="*/ 57155 h 233788"/>
                <a:gd name="connsiteX3" fmla="*/ 1060010 w 1060010"/>
                <a:gd name="connsiteY3" fmla="*/ 21436 h 233788"/>
                <a:gd name="connsiteX4" fmla="*/ 909991 w 1060010"/>
                <a:gd name="connsiteY4" fmla="*/ 223842 h 233788"/>
                <a:gd name="connsiteX5" fmla="*/ 657579 w 1060010"/>
                <a:gd name="connsiteY5" fmla="*/ 204792 h 233788"/>
                <a:gd name="connsiteX6" fmla="*/ 171804 w 1060010"/>
                <a:gd name="connsiteY6" fmla="*/ 173836 h 233788"/>
                <a:gd name="connsiteX7" fmla="*/ 2735 w 1060010"/>
                <a:gd name="connsiteY7" fmla="*/ 54773 h 233788"/>
                <a:gd name="connsiteX0" fmla="*/ 2735 w 1070237"/>
                <a:gd name="connsiteY0" fmla="*/ 54773 h 242134"/>
                <a:gd name="connsiteX1" fmla="*/ 283722 w 1070237"/>
                <a:gd name="connsiteY1" fmla="*/ 5 h 242134"/>
                <a:gd name="connsiteX2" fmla="*/ 726635 w 1070237"/>
                <a:gd name="connsiteY2" fmla="*/ 57155 h 242134"/>
                <a:gd name="connsiteX3" fmla="*/ 1060010 w 1070237"/>
                <a:gd name="connsiteY3" fmla="*/ 21436 h 242134"/>
                <a:gd name="connsiteX4" fmla="*/ 955235 w 1070237"/>
                <a:gd name="connsiteY4" fmla="*/ 233367 h 242134"/>
                <a:gd name="connsiteX5" fmla="*/ 657579 w 1070237"/>
                <a:gd name="connsiteY5" fmla="*/ 204792 h 242134"/>
                <a:gd name="connsiteX6" fmla="*/ 171804 w 1070237"/>
                <a:gd name="connsiteY6" fmla="*/ 173836 h 242134"/>
                <a:gd name="connsiteX7" fmla="*/ 2735 w 1070237"/>
                <a:gd name="connsiteY7" fmla="*/ 54773 h 242134"/>
                <a:gd name="connsiteX0" fmla="*/ 2735 w 1068041"/>
                <a:gd name="connsiteY0" fmla="*/ 54773 h 242134"/>
                <a:gd name="connsiteX1" fmla="*/ 283722 w 1068041"/>
                <a:gd name="connsiteY1" fmla="*/ 5 h 242134"/>
                <a:gd name="connsiteX2" fmla="*/ 726635 w 1068041"/>
                <a:gd name="connsiteY2" fmla="*/ 57155 h 242134"/>
                <a:gd name="connsiteX3" fmla="*/ 1057629 w 1068041"/>
                <a:gd name="connsiteY3" fmla="*/ 21436 h 242134"/>
                <a:gd name="connsiteX4" fmla="*/ 955235 w 1068041"/>
                <a:gd name="connsiteY4" fmla="*/ 233367 h 242134"/>
                <a:gd name="connsiteX5" fmla="*/ 657579 w 1068041"/>
                <a:gd name="connsiteY5" fmla="*/ 204792 h 242134"/>
                <a:gd name="connsiteX6" fmla="*/ 171804 w 1068041"/>
                <a:gd name="connsiteY6" fmla="*/ 173836 h 242134"/>
                <a:gd name="connsiteX7" fmla="*/ 2735 w 1068041"/>
                <a:gd name="connsiteY7" fmla="*/ 54773 h 242134"/>
                <a:gd name="connsiteX0" fmla="*/ 5318 w 1070624"/>
                <a:gd name="connsiteY0" fmla="*/ 54773 h 242134"/>
                <a:gd name="connsiteX1" fmla="*/ 286305 w 1070624"/>
                <a:gd name="connsiteY1" fmla="*/ 5 h 242134"/>
                <a:gd name="connsiteX2" fmla="*/ 729218 w 1070624"/>
                <a:gd name="connsiteY2" fmla="*/ 57155 h 242134"/>
                <a:gd name="connsiteX3" fmla="*/ 1060212 w 1070624"/>
                <a:gd name="connsiteY3" fmla="*/ 21436 h 242134"/>
                <a:gd name="connsiteX4" fmla="*/ 957818 w 1070624"/>
                <a:gd name="connsiteY4" fmla="*/ 233367 h 242134"/>
                <a:gd name="connsiteX5" fmla="*/ 660162 w 1070624"/>
                <a:gd name="connsiteY5" fmla="*/ 204792 h 242134"/>
                <a:gd name="connsiteX6" fmla="*/ 145812 w 1070624"/>
                <a:gd name="connsiteY6" fmla="*/ 178598 h 242134"/>
                <a:gd name="connsiteX7" fmla="*/ 5318 w 1070624"/>
                <a:gd name="connsiteY7" fmla="*/ 54773 h 242134"/>
                <a:gd name="connsiteX0" fmla="*/ 5318 w 1068436"/>
                <a:gd name="connsiteY0" fmla="*/ 54773 h 242134"/>
                <a:gd name="connsiteX1" fmla="*/ 286305 w 1068436"/>
                <a:gd name="connsiteY1" fmla="*/ 5 h 242134"/>
                <a:gd name="connsiteX2" fmla="*/ 729218 w 1068436"/>
                <a:gd name="connsiteY2" fmla="*/ 57155 h 242134"/>
                <a:gd name="connsiteX3" fmla="*/ 1057831 w 1068436"/>
                <a:gd name="connsiteY3" fmla="*/ 21436 h 242134"/>
                <a:gd name="connsiteX4" fmla="*/ 957818 w 1068436"/>
                <a:gd name="connsiteY4" fmla="*/ 233367 h 242134"/>
                <a:gd name="connsiteX5" fmla="*/ 660162 w 1068436"/>
                <a:gd name="connsiteY5" fmla="*/ 204792 h 242134"/>
                <a:gd name="connsiteX6" fmla="*/ 145812 w 1068436"/>
                <a:gd name="connsiteY6" fmla="*/ 178598 h 242134"/>
                <a:gd name="connsiteX7" fmla="*/ 5318 w 1068436"/>
                <a:gd name="connsiteY7" fmla="*/ 54773 h 24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8436" h="242134">
                  <a:moveTo>
                    <a:pt x="5318" y="54773"/>
                  </a:moveTo>
                  <a:cubicBezTo>
                    <a:pt x="28734" y="25008"/>
                    <a:pt x="165655" y="-392"/>
                    <a:pt x="286305" y="5"/>
                  </a:cubicBezTo>
                  <a:cubicBezTo>
                    <a:pt x="406955" y="402"/>
                    <a:pt x="600630" y="53583"/>
                    <a:pt x="729218" y="57155"/>
                  </a:cubicBezTo>
                  <a:cubicBezTo>
                    <a:pt x="857806" y="60727"/>
                    <a:pt x="1019731" y="-7933"/>
                    <a:pt x="1057831" y="21436"/>
                  </a:cubicBezTo>
                  <a:cubicBezTo>
                    <a:pt x="1095931" y="50805"/>
                    <a:pt x="1024096" y="202808"/>
                    <a:pt x="957818" y="233367"/>
                  </a:cubicBezTo>
                  <a:cubicBezTo>
                    <a:pt x="891540" y="263926"/>
                    <a:pt x="660162" y="204792"/>
                    <a:pt x="660162" y="204792"/>
                  </a:cubicBezTo>
                  <a:cubicBezTo>
                    <a:pt x="537131" y="196458"/>
                    <a:pt x="254556" y="202807"/>
                    <a:pt x="145812" y="178598"/>
                  </a:cubicBezTo>
                  <a:cubicBezTo>
                    <a:pt x="37068" y="154389"/>
                    <a:pt x="-18098" y="84539"/>
                    <a:pt x="5318" y="54773"/>
                  </a:cubicBezTo>
                  <a:close/>
                </a:path>
              </a:pathLst>
            </a:custGeom>
            <a:solidFill>
              <a:srgbClr val="26386A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BE2656B-B24B-557A-10F7-D86D06FAA843}"/>
                </a:ext>
              </a:extLst>
            </p:cNvPr>
            <p:cNvSpPr/>
            <p:nvPr/>
          </p:nvSpPr>
          <p:spPr>
            <a:xfrm>
              <a:off x="5433657" y="3369470"/>
              <a:ext cx="1060010" cy="214312"/>
            </a:xfrm>
            <a:prstGeom prst="rect">
              <a:avLst/>
            </a:prstGeom>
            <a:solidFill>
              <a:srgbClr val="26386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FF3A157-B7D5-B6C3-F46F-9CABBB3AEFCD}"/>
                </a:ext>
              </a:extLst>
            </p:cNvPr>
            <p:cNvSpPr/>
            <p:nvPr/>
          </p:nvSpPr>
          <p:spPr>
            <a:xfrm>
              <a:off x="5328047" y="2457450"/>
              <a:ext cx="1270396" cy="1126331"/>
            </a:xfrm>
            <a:custGeom>
              <a:avLst/>
              <a:gdLst>
                <a:gd name="connsiteX0" fmla="*/ 634603 w 1269206"/>
                <a:gd name="connsiteY0" fmla="*/ 0 h 1126331"/>
                <a:gd name="connsiteX1" fmla="*/ 1269206 w 1269206"/>
                <a:gd name="connsiteY1" fmla="*/ 373855 h 1126331"/>
                <a:gd name="connsiteX2" fmla="*/ 1165621 w 1269206"/>
                <a:gd name="connsiteY2" fmla="*/ 373855 h 1126331"/>
                <a:gd name="connsiteX3" fmla="*/ 1165621 w 1269206"/>
                <a:gd name="connsiteY3" fmla="*/ 1126331 h 1126331"/>
                <a:gd name="connsiteX4" fmla="*/ 103583 w 1269206"/>
                <a:gd name="connsiteY4" fmla="*/ 1126331 h 1126331"/>
                <a:gd name="connsiteX5" fmla="*/ 103583 w 1269206"/>
                <a:gd name="connsiteY5" fmla="*/ 373855 h 1126331"/>
                <a:gd name="connsiteX6" fmla="*/ 0 w 1269206"/>
                <a:gd name="connsiteY6" fmla="*/ 373855 h 112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9206" h="1126331">
                  <a:moveTo>
                    <a:pt x="634603" y="0"/>
                  </a:moveTo>
                  <a:lnTo>
                    <a:pt x="1269206" y="373855"/>
                  </a:lnTo>
                  <a:lnTo>
                    <a:pt x="1165621" y="373855"/>
                  </a:lnTo>
                  <a:lnTo>
                    <a:pt x="1165621" y="1126331"/>
                  </a:lnTo>
                  <a:lnTo>
                    <a:pt x="103583" y="1126331"/>
                  </a:lnTo>
                  <a:lnTo>
                    <a:pt x="103583" y="373855"/>
                  </a:lnTo>
                  <a:lnTo>
                    <a:pt x="0" y="373855"/>
                  </a:lnTo>
                  <a:close/>
                </a:path>
              </a:pathLst>
            </a:custGeom>
            <a:noFill/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D7846C6-A14D-1E93-0058-9AF5E683C589}"/>
                </a:ext>
              </a:extLst>
            </p:cNvPr>
            <p:cNvSpPr/>
            <p:nvPr/>
          </p:nvSpPr>
          <p:spPr>
            <a:xfrm>
              <a:off x="5564218" y="2771254"/>
              <a:ext cx="758764" cy="522010"/>
            </a:xfrm>
            <a:custGeom>
              <a:avLst/>
              <a:gdLst>
                <a:gd name="connsiteX0" fmla="*/ 354213 w 745051"/>
                <a:gd name="connsiteY0" fmla="*/ 513378 h 522010"/>
                <a:gd name="connsiteX1" fmla="*/ 278013 w 745051"/>
                <a:gd name="connsiteY1" fmla="*/ 377647 h 522010"/>
                <a:gd name="connsiteX2" fmla="*/ 73226 w 745051"/>
                <a:gd name="connsiteY2" fmla="*/ 253822 h 522010"/>
                <a:gd name="connsiteX3" fmla="*/ 1788 w 745051"/>
                <a:gd name="connsiteY3" fmla="*/ 144284 h 522010"/>
                <a:gd name="connsiteX4" fmla="*/ 135138 w 745051"/>
                <a:gd name="connsiteY4" fmla="*/ 25222 h 522010"/>
                <a:gd name="connsiteX5" fmla="*/ 225626 w 745051"/>
                <a:gd name="connsiteY5" fmla="*/ 41891 h 522010"/>
                <a:gd name="connsiteX6" fmla="*/ 270869 w 745051"/>
                <a:gd name="connsiteY6" fmla="*/ 82372 h 522010"/>
                <a:gd name="connsiteX7" fmla="*/ 301826 w 745051"/>
                <a:gd name="connsiteY7" fmla="*/ 122853 h 522010"/>
                <a:gd name="connsiteX8" fmla="*/ 339926 w 745051"/>
                <a:gd name="connsiteY8" fmla="*/ 206197 h 522010"/>
                <a:gd name="connsiteX9" fmla="*/ 378026 w 745051"/>
                <a:gd name="connsiteY9" fmla="*/ 301447 h 522010"/>
                <a:gd name="connsiteX10" fmla="*/ 382788 w 745051"/>
                <a:gd name="connsiteY10" fmla="*/ 330022 h 522010"/>
                <a:gd name="connsiteX11" fmla="*/ 444701 w 745051"/>
                <a:gd name="connsiteY11" fmla="*/ 168097 h 522010"/>
                <a:gd name="connsiteX12" fmla="*/ 508994 w 745051"/>
                <a:gd name="connsiteY12" fmla="*/ 44272 h 522010"/>
                <a:gd name="connsiteX13" fmla="*/ 592338 w 745051"/>
                <a:gd name="connsiteY13" fmla="*/ 1409 h 522010"/>
                <a:gd name="connsiteX14" fmla="*/ 668538 w 745051"/>
                <a:gd name="connsiteY14" fmla="*/ 15697 h 522010"/>
                <a:gd name="connsiteX15" fmla="*/ 718544 w 745051"/>
                <a:gd name="connsiteY15" fmla="*/ 68084 h 522010"/>
                <a:gd name="connsiteX16" fmla="*/ 744738 w 745051"/>
                <a:gd name="connsiteY16" fmla="*/ 153809 h 522010"/>
                <a:gd name="connsiteX17" fmla="*/ 701876 w 745051"/>
                <a:gd name="connsiteY17" fmla="*/ 227628 h 522010"/>
                <a:gd name="connsiteX18" fmla="*/ 597101 w 745051"/>
                <a:gd name="connsiteY18" fmla="*/ 287159 h 522010"/>
                <a:gd name="connsiteX19" fmla="*/ 489944 w 745051"/>
                <a:gd name="connsiteY19" fmla="*/ 370503 h 522010"/>
                <a:gd name="connsiteX20" fmla="*/ 439938 w 745051"/>
                <a:gd name="connsiteY20" fmla="*/ 449084 h 522010"/>
                <a:gd name="connsiteX21" fmla="*/ 423269 w 745051"/>
                <a:gd name="connsiteY21" fmla="*/ 520522 h 522010"/>
                <a:gd name="connsiteX22" fmla="*/ 413744 w 745051"/>
                <a:gd name="connsiteY22" fmla="*/ 484803 h 522010"/>
                <a:gd name="connsiteX23" fmla="*/ 456607 w 745051"/>
                <a:gd name="connsiteY23" fmla="*/ 341928 h 522010"/>
                <a:gd name="connsiteX24" fmla="*/ 547094 w 745051"/>
                <a:gd name="connsiteY24" fmla="*/ 263347 h 522010"/>
                <a:gd name="connsiteX25" fmla="*/ 475657 w 745051"/>
                <a:gd name="connsiteY25" fmla="*/ 296684 h 522010"/>
                <a:gd name="connsiteX26" fmla="*/ 594719 w 745051"/>
                <a:gd name="connsiteY26" fmla="*/ 115709 h 522010"/>
                <a:gd name="connsiteX27" fmla="*/ 478038 w 745051"/>
                <a:gd name="connsiteY27" fmla="*/ 220484 h 522010"/>
                <a:gd name="connsiteX28" fmla="*/ 406601 w 745051"/>
                <a:gd name="connsiteY28" fmla="*/ 370503 h 522010"/>
                <a:gd name="connsiteX29" fmla="*/ 389932 w 745051"/>
                <a:gd name="connsiteY29" fmla="*/ 451466 h 522010"/>
                <a:gd name="connsiteX30" fmla="*/ 361357 w 745051"/>
                <a:gd name="connsiteY30" fmla="*/ 365741 h 522010"/>
                <a:gd name="connsiteX31" fmla="*/ 306588 w 745051"/>
                <a:gd name="connsiteY31" fmla="*/ 272872 h 522010"/>
                <a:gd name="connsiteX32" fmla="*/ 239913 w 745051"/>
                <a:gd name="connsiteY32" fmla="*/ 203816 h 522010"/>
                <a:gd name="connsiteX33" fmla="*/ 158951 w 745051"/>
                <a:gd name="connsiteY33" fmla="*/ 134759 h 522010"/>
                <a:gd name="connsiteX34" fmla="*/ 254201 w 745051"/>
                <a:gd name="connsiteY34" fmla="*/ 239534 h 522010"/>
                <a:gd name="connsiteX35" fmla="*/ 304207 w 745051"/>
                <a:gd name="connsiteY35" fmla="*/ 296684 h 522010"/>
                <a:gd name="connsiteX36" fmla="*/ 230388 w 745051"/>
                <a:gd name="connsiteY36" fmla="*/ 272872 h 522010"/>
                <a:gd name="connsiteX37" fmla="*/ 294682 w 745051"/>
                <a:gd name="connsiteY37" fmla="*/ 334784 h 522010"/>
                <a:gd name="connsiteX38" fmla="*/ 325638 w 745051"/>
                <a:gd name="connsiteY38" fmla="*/ 391934 h 522010"/>
                <a:gd name="connsiteX39" fmla="*/ 349451 w 745051"/>
                <a:gd name="connsiteY39" fmla="*/ 458609 h 522010"/>
                <a:gd name="connsiteX40" fmla="*/ 354213 w 745051"/>
                <a:gd name="connsiteY40" fmla="*/ 513378 h 522010"/>
                <a:gd name="connsiteX0" fmla="*/ 356521 w 747359"/>
                <a:gd name="connsiteY0" fmla="*/ 513378 h 522010"/>
                <a:gd name="connsiteX1" fmla="*/ 280321 w 747359"/>
                <a:gd name="connsiteY1" fmla="*/ 377647 h 522010"/>
                <a:gd name="connsiteX2" fmla="*/ 75534 w 747359"/>
                <a:gd name="connsiteY2" fmla="*/ 253822 h 522010"/>
                <a:gd name="connsiteX3" fmla="*/ 1715 w 747359"/>
                <a:gd name="connsiteY3" fmla="*/ 137140 h 522010"/>
                <a:gd name="connsiteX4" fmla="*/ 137446 w 747359"/>
                <a:gd name="connsiteY4" fmla="*/ 25222 h 522010"/>
                <a:gd name="connsiteX5" fmla="*/ 227934 w 747359"/>
                <a:gd name="connsiteY5" fmla="*/ 41891 h 522010"/>
                <a:gd name="connsiteX6" fmla="*/ 273177 w 747359"/>
                <a:gd name="connsiteY6" fmla="*/ 82372 h 522010"/>
                <a:gd name="connsiteX7" fmla="*/ 304134 w 747359"/>
                <a:gd name="connsiteY7" fmla="*/ 122853 h 522010"/>
                <a:gd name="connsiteX8" fmla="*/ 342234 w 747359"/>
                <a:gd name="connsiteY8" fmla="*/ 206197 h 522010"/>
                <a:gd name="connsiteX9" fmla="*/ 380334 w 747359"/>
                <a:gd name="connsiteY9" fmla="*/ 301447 h 522010"/>
                <a:gd name="connsiteX10" fmla="*/ 385096 w 747359"/>
                <a:gd name="connsiteY10" fmla="*/ 330022 h 522010"/>
                <a:gd name="connsiteX11" fmla="*/ 447009 w 747359"/>
                <a:gd name="connsiteY11" fmla="*/ 168097 h 522010"/>
                <a:gd name="connsiteX12" fmla="*/ 511302 w 747359"/>
                <a:gd name="connsiteY12" fmla="*/ 44272 h 522010"/>
                <a:gd name="connsiteX13" fmla="*/ 594646 w 747359"/>
                <a:gd name="connsiteY13" fmla="*/ 1409 h 522010"/>
                <a:gd name="connsiteX14" fmla="*/ 670846 w 747359"/>
                <a:gd name="connsiteY14" fmla="*/ 15697 h 522010"/>
                <a:gd name="connsiteX15" fmla="*/ 720852 w 747359"/>
                <a:gd name="connsiteY15" fmla="*/ 68084 h 522010"/>
                <a:gd name="connsiteX16" fmla="*/ 747046 w 747359"/>
                <a:gd name="connsiteY16" fmla="*/ 153809 h 522010"/>
                <a:gd name="connsiteX17" fmla="*/ 704184 w 747359"/>
                <a:gd name="connsiteY17" fmla="*/ 227628 h 522010"/>
                <a:gd name="connsiteX18" fmla="*/ 599409 w 747359"/>
                <a:gd name="connsiteY18" fmla="*/ 287159 h 522010"/>
                <a:gd name="connsiteX19" fmla="*/ 492252 w 747359"/>
                <a:gd name="connsiteY19" fmla="*/ 370503 h 522010"/>
                <a:gd name="connsiteX20" fmla="*/ 442246 w 747359"/>
                <a:gd name="connsiteY20" fmla="*/ 449084 h 522010"/>
                <a:gd name="connsiteX21" fmla="*/ 425577 w 747359"/>
                <a:gd name="connsiteY21" fmla="*/ 520522 h 522010"/>
                <a:gd name="connsiteX22" fmla="*/ 416052 w 747359"/>
                <a:gd name="connsiteY22" fmla="*/ 484803 h 522010"/>
                <a:gd name="connsiteX23" fmla="*/ 458915 w 747359"/>
                <a:gd name="connsiteY23" fmla="*/ 341928 h 522010"/>
                <a:gd name="connsiteX24" fmla="*/ 549402 w 747359"/>
                <a:gd name="connsiteY24" fmla="*/ 263347 h 522010"/>
                <a:gd name="connsiteX25" fmla="*/ 477965 w 747359"/>
                <a:gd name="connsiteY25" fmla="*/ 296684 h 522010"/>
                <a:gd name="connsiteX26" fmla="*/ 597027 w 747359"/>
                <a:gd name="connsiteY26" fmla="*/ 115709 h 522010"/>
                <a:gd name="connsiteX27" fmla="*/ 480346 w 747359"/>
                <a:gd name="connsiteY27" fmla="*/ 220484 h 522010"/>
                <a:gd name="connsiteX28" fmla="*/ 408909 w 747359"/>
                <a:gd name="connsiteY28" fmla="*/ 370503 h 522010"/>
                <a:gd name="connsiteX29" fmla="*/ 392240 w 747359"/>
                <a:gd name="connsiteY29" fmla="*/ 451466 h 522010"/>
                <a:gd name="connsiteX30" fmla="*/ 363665 w 747359"/>
                <a:gd name="connsiteY30" fmla="*/ 365741 h 522010"/>
                <a:gd name="connsiteX31" fmla="*/ 308896 w 747359"/>
                <a:gd name="connsiteY31" fmla="*/ 272872 h 522010"/>
                <a:gd name="connsiteX32" fmla="*/ 242221 w 747359"/>
                <a:gd name="connsiteY32" fmla="*/ 203816 h 522010"/>
                <a:gd name="connsiteX33" fmla="*/ 161259 w 747359"/>
                <a:gd name="connsiteY33" fmla="*/ 134759 h 522010"/>
                <a:gd name="connsiteX34" fmla="*/ 256509 w 747359"/>
                <a:gd name="connsiteY34" fmla="*/ 239534 h 522010"/>
                <a:gd name="connsiteX35" fmla="*/ 306515 w 747359"/>
                <a:gd name="connsiteY35" fmla="*/ 296684 h 522010"/>
                <a:gd name="connsiteX36" fmla="*/ 232696 w 747359"/>
                <a:gd name="connsiteY36" fmla="*/ 272872 h 522010"/>
                <a:gd name="connsiteX37" fmla="*/ 296990 w 747359"/>
                <a:gd name="connsiteY37" fmla="*/ 334784 h 522010"/>
                <a:gd name="connsiteX38" fmla="*/ 327946 w 747359"/>
                <a:gd name="connsiteY38" fmla="*/ 391934 h 522010"/>
                <a:gd name="connsiteX39" fmla="*/ 351759 w 747359"/>
                <a:gd name="connsiteY39" fmla="*/ 458609 h 522010"/>
                <a:gd name="connsiteX40" fmla="*/ 356521 w 747359"/>
                <a:gd name="connsiteY40" fmla="*/ 513378 h 522010"/>
                <a:gd name="connsiteX0" fmla="*/ 357903 w 748741"/>
                <a:gd name="connsiteY0" fmla="*/ 513378 h 522010"/>
                <a:gd name="connsiteX1" fmla="*/ 281703 w 748741"/>
                <a:gd name="connsiteY1" fmla="*/ 377647 h 522010"/>
                <a:gd name="connsiteX2" fmla="*/ 76916 w 748741"/>
                <a:gd name="connsiteY2" fmla="*/ 253822 h 522010"/>
                <a:gd name="connsiteX3" fmla="*/ 3097 w 748741"/>
                <a:gd name="connsiteY3" fmla="*/ 137140 h 522010"/>
                <a:gd name="connsiteX4" fmla="*/ 138828 w 748741"/>
                <a:gd name="connsiteY4" fmla="*/ 25222 h 522010"/>
                <a:gd name="connsiteX5" fmla="*/ 229316 w 748741"/>
                <a:gd name="connsiteY5" fmla="*/ 41891 h 522010"/>
                <a:gd name="connsiteX6" fmla="*/ 274559 w 748741"/>
                <a:gd name="connsiteY6" fmla="*/ 82372 h 522010"/>
                <a:gd name="connsiteX7" fmla="*/ 305516 w 748741"/>
                <a:gd name="connsiteY7" fmla="*/ 122853 h 522010"/>
                <a:gd name="connsiteX8" fmla="*/ 343616 w 748741"/>
                <a:gd name="connsiteY8" fmla="*/ 206197 h 522010"/>
                <a:gd name="connsiteX9" fmla="*/ 381716 w 748741"/>
                <a:gd name="connsiteY9" fmla="*/ 301447 h 522010"/>
                <a:gd name="connsiteX10" fmla="*/ 386478 w 748741"/>
                <a:gd name="connsiteY10" fmla="*/ 330022 h 522010"/>
                <a:gd name="connsiteX11" fmla="*/ 448391 w 748741"/>
                <a:gd name="connsiteY11" fmla="*/ 168097 h 522010"/>
                <a:gd name="connsiteX12" fmla="*/ 512684 w 748741"/>
                <a:gd name="connsiteY12" fmla="*/ 44272 h 522010"/>
                <a:gd name="connsiteX13" fmla="*/ 596028 w 748741"/>
                <a:gd name="connsiteY13" fmla="*/ 1409 h 522010"/>
                <a:gd name="connsiteX14" fmla="*/ 672228 w 748741"/>
                <a:gd name="connsiteY14" fmla="*/ 15697 h 522010"/>
                <a:gd name="connsiteX15" fmla="*/ 722234 w 748741"/>
                <a:gd name="connsiteY15" fmla="*/ 68084 h 522010"/>
                <a:gd name="connsiteX16" fmla="*/ 748428 w 748741"/>
                <a:gd name="connsiteY16" fmla="*/ 153809 h 522010"/>
                <a:gd name="connsiteX17" fmla="*/ 705566 w 748741"/>
                <a:gd name="connsiteY17" fmla="*/ 227628 h 522010"/>
                <a:gd name="connsiteX18" fmla="*/ 600791 w 748741"/>
                <a:gd name="connsiteY18" fmla="*/ 287159 h 522010"/>
                <a:gd name="connsiteX19" fmla="*/ 493634 w 748741"/>
                <a:gd name="connsiteY19" fmla="*/ 370503 h 522010"/>
                <a:gd name="connsiteX20" fmla="*/ 443628 w 748741"/>
                <a:gd name="connsiteY20" fmla="*/ 449084 h 522010"/>
                <a:gd name="connsiteX21" fmla="*/ 426959 w 748741"/>
                <a:gd name="connsiteY21" fmla="*/ 520522 h 522010"/>
                <a:gd name="connsiteX22" fmla="*/ 417434 w 748741"/>
                <a:gd name="connsiteY22" fmla="*/ 484803 h 522010"/>
                <a:gd name="connsiteX23" fmla="*/ 460297 w 748741"/>
                <a:gd name="connsiteY23" fmla="*/ 341928 h 522010"/>
                <a:gd name="connsiteX24" fmla="*/ 550784 w 748741"/>
                <a:gd name="connsiteY24" fmla="*/ 263347 h 522010"/>
                <a:gd name="connsiteX25" fmla="*/ 479347 w 748741"/>
                <a:gd name="connsiteY25" fmla="*/ 296684 h 522010"/>
                <a:gd name="connsiteX26" fmla="*/ 598409 w 748741"/>
                <a:gd name="connsiteY26" fmla="*/ 115709 h 522010"/>
                <a:gd name="connsiteX27" fmla="*/ 481728 w 748741"/>
                <a:gd name="connsiteY27" fmla="*/ 220484 h 522010"/>
                <a:gd name="connsiteX28" fmla="*/ 410291 w 748741"/>
                <a:gd name="connsiteY28" fmla="*/ 370503 h 522010"/>
                <a:gd name="connsiteX29" fmla="*/ 393622 w 748741"/>
                <a:gd name="connsiteY29" fmla="*/ 451466 h 522010"/>
                <a:gd name="connsiteX30" fmla="*/ 365047 w 748741"/>
                <a:gd name="connsiteY30" fmla="*/ 365741 h 522010"/>
                <a:gd name="connsiteX31" fmla="*/ 310278 w 748741"/>
                <a:gd name="connsiteY31" fmla="*/ 272872 h 522010"/>
                <a:gd name="connsiteX32" fmla="*/ 243603 w 748741"/>
                <a:gd name="connsiteY32" fmla="*/ 203816 h 522010"/>
                <a:gd name="connsiteX33" fmla="*/ 162641 w 748741"/>
                <a:gd name="connsiteY33" fmla="*/ 134759 h 522010"/>
                <a:gd name="connsiteX34" fmla="*/ 257891 w 748741"/>
                <a:gd name="connsiteY34" fmla="*/ 239534 h 522010"/>
                <a:gd name="connsiteX35" fmla="*/ 307897 w 748741"/>
                <a:gd name="connsiteY35" fmla="*/ 296684 h 522010"/>
                <a:gd name="connsiteX36" fmla="*/ 234078 w 748741"/>
                <a:gd name="connsiteY36" fmla="*/ 272872 h 522010"/>
                <a:gd name="connsiteX37" fmla="*/ 298372 w 748741"/>
                <a:gd name="connsiteY37" fmla="*/ 334784 h 522010"/>
                <a:gd name="connsiteX38" fmla="*/ 329328 w 748741"/>
                <a:gd name="connsiteY38" fmla="*/ 391934 h 522010"/>
                <a:gd name="connsiteX39" fmla="*/ 353141 w 748741"/>
                <a:gd name="connsiteY39" fmla="*/ 458609 h 522010"/>
                <a:gd name="connsiteX40" fmla="*/ 357903 w 748741"/>
                <a:gd name="connsiteY40" fmla="*/ 513378 h 522010"/>
                <a:gd name="connsiteX0" fmla="*/ 369350 w 760188"/>
                <a:gd name="connsiteY0" fmla="*/ 513378 h 522010"/>
                <a:gd name="connsiteX1" fmla="*/ 293150 w 760188"/>
                <a:gd name="connsiteY1" fmla="*/ 377647 h 522010"/>
                <a:gd name="connsiteX2" fmla="*/ 88363 w 760188"/>
                <a:gd name="connsiteY2" fmla="*/ 253822 h 522010"/>
                <a:gd name="connsiteX3" fmla="*/ 2638 w 760188"/>
                <a:gd name="connsiteY3" fmla="*/ 163334 h 522010"/>
                <a:gd name="connsiteX4" fmla="*/ 150275 w 760188"/>
                <a:gd name="connsiteY4" fmla="*/ 25222 h 522010"/>
                <a:gd name="connsiteX5" fmla="*/ 240763 w 760188"/>
                <a:gd name="connsiteY5" fmla="*/ 41891 h 522010"/>
                <a:gd name="connsiteX6" fmla="*/ 286006 w 760188"/>
                <a:gd name="connsiteY6" fmla="*/ 82372 h 522010"/>
                <a:gd name="connsiteX7" fmla="*/ 316963 w 760188"/>
                <a:gd name="connsiteY7" fmla="*/ 122853 h 522010"/>
                <a:gd name="connsiteX8" fmla="*/ 355063 w 760188"/>
                <a:gd name="connsiteY8" fmla="*/ 206197 h 522010"/>
                <a:gd name="connsiteX9" fmla="*/ 393163 w 760188"/>
                <a:gd name="connsiteY9" fmla="*/ 301447 h 522010"/>
                <a:gd name="connsiteX10" fmla="*/ 397925 w 760188"/>
                <a:gd name="connsiteY10" fmla="*/ 330022 h 522010"/>
                <a:gd name="connsiteX11" fmla="*/ 459838 w 760188"/>
                <a:gd name="connsiteY11" fmla="*/ 168097 h 522010"/>
                <a:gd name="connsiteX12" fmla="*/ 524131 w 760188"/>
                <a:gd name="connsiteY12" fmla="*/ 44272 h 522010"/>
                <a:gd name="connsiteX13" fmla="*/ 607475 w 760188"/>
                <a:gd name="connsiteY13" fmla="*/ 1409 h 522010"/>
                <a:gd name="connsiteX14" fmla="*/ 683675 w 760188"/>
                <a:gd name="connsiteY14" fmla="*/ 15697 h 522010"/>
                <a:gd name="connsiteX15" fmla="*/ 733681 w 760188"/>
                <a:gd name="connsiteY15" fmla="*/ 68084 h 522010"/>
                <a:gd name="connsiteX16" fmla="*/ 759875 w 760188"/>
                <a:gd name="connsiteY16" fmla="*/ 153809 h 522010"/>
                <a:gd name="connsiteX17" fmla="*/ 717013 w 760188"/>
                <a:gd name="connsiteY17" fmla="*/ 227628 h 522010"/>
                <a:gd name="connsiteX18" fmla="*/ 612238 w 760188"/>
                <a:gd name="connsiteY18" fmla="*/ 287159 h 522010"/>
                <a:gd name="connsiteX19" fmla="*/ 505081 w 760188"/>
                <a:gd name="connsiteY19" fmla="*/ 370503 h 522010"/>
                <a:gd name="connsiteX20" fmla="*/ 455075 w 760188"/>
                <a:gd name="connsiteY20" fmla="*/ 449084 h 522010"/>
                <a:gd name="connsiteX21" fmla="*/ 438406 w 760188"/>
                <a:gd name="connsiteY21" fmla="*/ 520522 h 522010"/>
                <a:gd name="connsiteX22" fmla="*/ 428881 w 760188"/>
                <a:gd name="connsiteY22" fmla="*/ 484803 h 522010"/>
                <a:gd name="connsiteX23" fmla="*/ 471744 w 760188"/>
                <a:gd name="connsiteY23" fmla="*/ 341928 h 522010"/>
                <a:gd name="connsiteX24" fmla="*/ 562231 w 760188"/>
                <a:gd name="connsiteY24" fmla="*/ 263347 h 522010"/>
                <a:gd name="connsiteX25" fmla="*/ 490794 w 760188"/>
                <a:gd name="connsiteY25" fmla="*/ 296684 h 522010"/>
                <a:gd name="connsiteX26" fmla="*/ 609856 w 760188"/>
                <a:gd name="connsiteY26" fmla="*/ 115709 h 522010"/>
                <a:gd name="connsiteX27" fmla="*/ 493175 w 760188"/>
                <a:gd name="connsiteY27" fmla="*/ 220484 h 522010"/>
                <a:gd name="connsiteX28" fmla="*/ 421738 w 760188"/>
                <a:gd name="connsiteY28" fmla="*/ 370503 h 522010"/>
                <a:gd name="connsiteX29" fmla="*/ 405069 w 760188"/>
                <a:gd name="connsiteY29" fmla="*/ 451466 h 522010"/>
                <a:gd name="connsiteX30" fmla="*/ 376494 w 760188"/>
                <a:gd name="connsiteY30" fmla="*/ 365741 h 522010"/>
                <a:gd name="connsiteX31" fmla="*/ 321725 w 760188"/>
                <a:gd name="connsiteY31" fmla="*/ 272872 h 522010"/>
                <a:gd name="connsiteX32" fmla="*/ 255050 w 760188"/>
                <a:gd name="connsiteY32" fmla="*/ 203816 h 522010"/>
                <a:gd name="connsiteX33" fmla="*/ 174088 w 760188"/>
                <a:gd name="connsiteY33" fmla="*/ 134759 h 522010"/>
                <a:gd name="connsiteX34" fmla="*/ 269338 w 760188"/>
                <a:gd name="connsiteY34" fmla="*/ 239534 h 522010"/>
                <a:gd name="connsiteX35" fmla="*/ 319344 w 760188"/>
                <a:gd name="connsiteY35" fmla="*/ 296684 h 522010"/>
                <a:gd name="connsiteX36" fmla="*/ 245525 w 760188"/>
                <a:gd name="connsiteY36" fmla="*/ 272872 h 522010"/>
                <a:gd name="connsiteX37" fmla="*/ 309819 w 760188"/>
                <a:gd name="connsiteY37" fmla="*/ 334784 h 522010"/>
                <a:gd name="connsiteX38" fmla="*/ 340775 w 760188"/>
                <a:gd name="connsiteY38" fmla="*/ 391934 h 522010"/>
                <a:gd name="connsiteX39" fmla="*/ 364588 w 760188"/>
                <a:gd name="connsiteY39" fmla="*/ 458609 h 522010"/>
                <a:gd name="connsiteX40" fmla="*/ 369350 w 760188"/>
                <a:gd name="connsiteY40" fmla="*/ 513378 h 522010"/>
                <a:gd name="connsiteX0" fmla="*/ 368714 w 759552"/>
                <a:gd name="connsiteY0" fmla="*/ 513378 h 522010"/>
                <a:gd name="connsiteX1" fmla="*/ 292514 w 759552"/>
                <a:gd name="connsiteY1" fmla="*/ 377647 h 522010"/>
                <a:gd name="connsiteX2" fmla="*/ 87727 w 759552"/>
                <a:gd name="connsiteY2" fmla="*/ 253822 h 522010"/>
                <a:gd name="connsiteX3" fmla="*/ 2002 w 759552"/>
                <a:gd name="connsiteY3" fmla="*/ 163334 h 522010"/>
                <a:gd name="connsiteX4" fmla="*/ 149639 w 759552"/>
                <a:gd name="connsiteY4" fmla="*/ 25222 h 522010"/>
                <a:gd name="connsiteX5" fmla="*/ 240127 w 759552"/>
                <a:gd name="connsiteY5" fmla="*/ 41891 h 522010"/>
                <a:gd name="connsiteX6" fmla="*/ 285370 w 759552"/>
                <a:gd name="connsiteY6" fmla="*/ 82372 h 522010"/>
                <a:gd name="connsiteX7" fmla="*/ 316327 w 759552"/>
                <a:gd name="connsiteY7" fmla="*/ 122853 h 522010"/>
                <a:gd name="connsiteX8" fmla="*/ 354427 w 759552"/>
                <a:gd name="connsiteY8" fmla="*/ 206197 h 522010"/>
                <a:gd name="connsiteX9" fmla="*/ 392527 w 759552"/>
                <a:gd name="connsiteY9" fmla="*/ 301447 h 522010"/>
                <a:gd name="connsiteX10" fmla="*/ 397289 w 759552"/>
                <a:gd name="connsiteY10" fmla="*/ 330022 h 522010"/>
                <a:gd name="connsiteX11" fmla="*/ 459202 w 759552"/>
                <a:gd name="connsiteY11" fmla="*/ 168097 h 522010"/>
                <a:gd name="connsiteX12" fmla="*/ 523495 w 759552"/>
                <a:gd name="connsiteY12" fmla="*/ 44272 h 522010"/>
                <a:gd name="connsiteX13" fmla="*/ 606839 w 759552"/>
                <a:gd name="connsiteY13" fmla="*/ 1409 h 522010"/>
                <a:gd name="connsiteX14" fmla="*/ 683039 w 759552"/>
                <a:gd name="connsiteY14" fmla="*/ 15697 h 522010"/>
                <a:gd name="connsiteX15" fmla="*/ 733045 w 759552"/>
                <a:gd name="connsiteY15" fmla="*/ 68084 h 522010"/>
                <a:gd name="connsiteX16" fmla="*/ 759239 w 759552"/>
                <a:gd name="connsiteY16" fmla="*/ 153809 h 522010"/>
                <a:gd name="connsiteX17" fmla="*/ 716377 w 759552"/>
                <a:gd name="connsiteY17" fmla="*/ 227628 h 522010"/>
                <a:gd name="connsiteX18" fmla="*/ 611602 w 759552"/>
                <a:gd name="connsiteY18" fmla="*/ 287159 h 522010"/>
                <a:gd name="connsiteX19" fmla="*/ 504445 w 759552"/>
                <a:gd name="connsiteY19" fmla="*/ 370503 h 522010"/>
                <a:gd name="connsiteX20" fmla="*/ 454439 w 759552"/>
                <a:gd name="connsiteY20" fmla="*/ 449084 h 522010"/>
                <a:gd name="connsiteX21" fmla="*/ 437770 w 759552"/>
                <a:gd name="connsiteY21" fmla="*/ 520522 h 522010"/>
                <a:gd name="connsiteX22" fmla="*/ 428245 w 759552"/>
                <a:gd name="connsiteY22" fmla="*/ 484803 h 522010"/>
                <a:gd name="connsiteX23" fmla="*/ 471108 w 759552"/>
                <a:gd name="connsiteY23" fmla="*/ 341928 h 522010"/>
                <a:gd name="connsiteX24" fmla="*/ 561595 w 759552"/>
                <a:gd name="connsiteY24" fmla="*/ 263347 h 522010"/>
                <a:gd name="connsiteX25" fmla="*/ 490158 w 759552"/>
                <a:gd name="connsiteY25" fmla="*/ 296684 h 522010"/>
                <a:gd name="connsiteX26" fmla="*/ 609220 w 759552"/>
                <a:gd name="connsiteY26" fmla="*/ 115709 h 522010"/>
                <a:gd name="connsiteX27" fmla="*/ 492539 w 759552"/>
                <a:gd name="connsiteY27" fmla="*/ 220484 h 522010"/>
                <a:gd name="connsiteX28" fmla="*/ 421102 w 759552"/>
                <a:gd name="connsiteY28" fmla="*/ 370503 h 522010"/>
                <a:gd name="connsiteX29" fmla="*/ 404433 w 759552"/>
                <a:gd name="connsiteY29" fmla="*/ 451466 h 522010"/>
                <a:gd name="connsiteX30" fmla="*/ 375858 w 759552"/>
                <a:gd name="connsiteY30" fmla="*/ 365741 h 522010"/>
                <a:gd name="connsiteX31" fmla="*/ 321089 w 759552"/>
                <a:gd name="connsiteY31" fmla="*/ 272872 h 522010"/>
                <a:gd name="connsiteX32" fmla="*/ 254414 w 759552"/>
                <a:gd name="connsiteY32" fmla="*/ 203816 h 522010"/>
                <a:gd name="connsiteX33" fmla="*/ 173452 w 759552"/>
                <a:gd name="connsiteY33" fmla="*/ 134759 h 522010"/>
                <a:gd name="connsiteX34" fmla="*/ 268702 w 759552"/>
                <a:gd name="connsiteY34" fmla="*/ 239534 h 522010"/>
                <a:gd name="connsiteX35" fmla="*/ 318708 w 759552"/>
                <a:gd name="connsiteY35" fmla="*/ 296684 h 522010"/>
                <a:gd name="connsiteX36" fmla="*/ 244889 w 759552"/>
                <a:gd name="connsiteY36" fmla="*/ 272872 h 522010"/>
                <a:gd name="connsiteX37" fmla="*/ 309183 w 759552"/>
                <a:gd name="connsiteY37" fmla="*/ 334784 h 522010"/>
                <a:gd name="connsiteX38" fmla="*/ 340139 w 759552"/>
                <a:gd name="connsiteY38" fmla="*/ 391934 h 522010"/>
                <a:gd name="connsiteX39" fmla="*/ 363952 w 759552"/>
                <a:gd name="connsiteY39" fmla="*/ 458609 h 522010"/>
                <a:gd name="connsiteX40" fmla="*/ 368714 w 759552"/>
                <a:gd name="connsiteY40" fmla="*/ 513378 h 522010"/>
                <a:gd name="connsiteX0" fmla="*/ 366815 w 757653"/>
                <a:gd name="connsiteY0" fmla="*/ 513378 h 522010"/>
                <a:gd name="connsiteX1" fmla="*/ 290615 w 757653"/>
                <a:gd name="connsiteY1" fmla="*/ 377647 h 522010"/>
                <a:gd name="connsiteX2" fmla="*/ 85828 w 757653"/>
                <a:gd name="connsiteY2" fmla="*/ 253822 h 522010"/>
                <a:gd name="connsiteX3" fmla="*/ 103 w 757653"/>
                <a:gd name="connsiteY3" fmla="*/ 163334 h 522010"/>
                <a:gd name="connsiteX4" fmla="*/ 147740 w 757653"/>
                <a:gd name="connsiteY4" fmla="*/ 25222 h 522010"/>
                <a:gd name="connsiteX5" fmla="*/ 238228 w 757653"/>
                <a:gd name="connsiteY5" fmla="*/ 41891 h 522010"/>
                <a:gd name="connsiteX6" fmla="*/ 283471 w 757653"/>
                <a:gd name="connsiteY6" fmla="*/ 82372 h 522010"/>
                <a:gd name="connsiteX7" fmla="*/ 314428 w 757653"/>
                <a:gd name="connsiteY7" fmla="*/ 122853 h 522010"/>
                <a:gd name="connsiteX8" fmla="*/ 352528 w 757653"/>
                <a:gd name="connsiteY8" fmla="*/ 206197 h 522010"/>
                <a:gd name="connsiteX9" fmla="*/ 390628 w 757653"/>
                <a:gd name="connsiteY9" fmla="*/ 301447 h 522010"/>
                <a:gd name="connsiteX10" fmla="*/ 395390 w 757653"/>
                <a:gd name="connsiteY10" fmla="*/ 330022 h 522010"/>
                <a:gd name="connsiteX11" fmla="*/ 457303 w 757653"/>
                <a:gd name="connsiteY11" fmla="*/ 168097 h 522010"/>
                <a:gd name="connsiteX12" fmla="*/ 521596 w 757653"/>
                <a:gd name="connsiteY12" fmla="*/ 44272 h 522010"/>
                <a:gd name="connsiteX13" fmla="*/ 604940 w 757653"/>
                <a:gd name="connsiteY13" fmla="*/ 1409 h 522010"/>
                <a:gd name="connsiteX14" fmla="*/ 681140 w 757653"/>
                <a:gd name="connsiteY14" fmla="*/ 15697 h 522010"/>
                <a:gd name="connsiteX15" fmla="*/ 731146 w 757653"/>
                <a:gd name="connsiteY15" fmla="*/ 68084 h 522010"/>
                <a:gd name="connsiteX16" fmla="*/ 757340 w 757653"/>
                <a:gd name="connsiteY16" fmla="*/ 153809 h 522010"/>
                <a:gd name="connsiteX17" fmla="*/ 714478 w 757653"/>
                <a:gd name="connsiteY17" fmla="*/ 227628 h 522010"/>
                <a:gd name="connsiteX18" fmla="*/ 609703 w 757653"/>
                <a:gd name="connsiteY18" fmla="*/ 287159 h 522010"/>
                <a:gd name="connsiteX19" fmla="*/ 502546 w 757653"/>
                <a:gd name="connsiteY19" fmla="*/ 370503 h 522010"/>
                <a:gd name="connsiteX20" fmla="*/ 452540 w 757653"/>
                <a:gd name="connsiteY20" fmla="*/ 449084 h 522010"/>
                <a:gd name="connsiteX21" fmla="*/ 435871 w 757653"/>
                <a:gd name="connsiteY21" fmla="*/ 520522 h 522010"/>
                <a:gd name="connsiteX22" fmla="*/ 426346 w 757653"/>
                <a:gd name="connsiteY22" fmla="*/ 484803 h 522010"/>
                <a:gd name="connsiteX23" fmla="*/ 469209 w 757653"/>
                <a:gd name="connsiteY23" fmla="*/ 341928 h 522010"/>
                <a:gd name="connsiteX24" fmla="*/ 559696 w 757653"/>
                <a:gd name="connsiteY24" fmla="*/ 263347 h 522010"/>
                <a:gd name="connsiteX25" fmla="*/ 488259 w 757653"/>
                <a:gd name="connsiteY25" fmla="*/ 296684 h 522010"/>
                <a:gd name="connsiteX26" fmla="*/ 607321 w 757653"/>
                <a:gd name="connsiteY26" fmla="*/ 115709 h 522010"/>
                <a:gd name="connsiteX27" fmla="*/ 490640 w 757653"/>
                <a:gd name="connsiteY27" fmla="*/ 220484 h 522010"/>
                <a:gd name="connsiteX28" fmla="*/ 419203 w 757653"/>
                <a:gd name="connsiteY28" fmla="*/ 370503 h 522010"/>
                <a:gd name="connsiteX29" fmla="*/ 402534 w 757653"/>
                <a:gd name="connsiteY29" fmla="*/ 451466 h 522010"/>
                <a:gd name="connsiteX30" fmla="*/ 373959 w 757653"/>
                <a:gd name="connsiteY30" fmla="*/ 365741 h 522010"/>
                <a:gd name="connsiteX31" fmla="*/ 319190 w 757653"/>
                <a:gd name="connsiteY31" fmla="*/ 272872 h 522010"/>
                <a:gd name="connsiteX32" fmla="*/ 252515 w 757653"/>
                <a:gd name="connsiteY32" fmla="*/ 203816 h 522010"/>
                <a:gd name="connsiteX33" fmla="*/ 171553 w 757653"/>
                <a:gd name="connsiteY33" fmla="*/ 134759 h 522010"/>
                <a:gd name="connsiteX34" fmla="*/ 266803 w 757653"/>
                <a:gd name="connsiteY34" fmla="*/ 239534 h 522010"/>
                <a:gd name="connsiteX35" fmla="*/ 316809 w 757653"/>
                <a:gd name="connsiteY35" fmla="*/ 296684 h 522010"/>
                <a:gd name="connsiteX36" fmla="*/ 242990 w 757653"/>
                <a:gd name="connsiteY36" fmla="*/ 272872 h 522010"/>
                <a:gd name="connsiteX37" fmla="*/ 307284 w 757653"/>
                <a:gd name="connsiteY37" fmla="*/ 334784 h 522010"/>
                <a:gd name="connsiteX38" fmla="*/ 338240 w 757653"/>
                <a:gd name="connsiteY38" fmla="*/ 391934 h 522010"/>
                <a:gd name="connsiteX39" fmla="*/ 362053 w 757653"/>
                <a:gd name="connsiteY39" fmla="*/ 458609 h 522010"/>
                <a:gd name="connsiteX40" fmla="*/ 366815 w 757653"/>
                <a:gd name="connsiteY40" fmla="*/ 513378 h 522010"/>
                <a:gd name="connsiteX0" fmla="*/ 366815 w 757653"/>
                <a:gd name="connsiteY0" fmla="*/ 513378 h 522010"/>
                <a:gd name="connsiteX1" fmla="*/ 290615 w 757653"/>
                <a:gd name="connsiteY1" fmla="*/ 377647 h 522010"/>
                <a:gd name="connsiteX2" fmla="*/ 85828 w 757653"/>
                <a:gd name="connsiteY2" fmla="*/ 253822 h 522010"/>
                <a:gd name="connsiteX3" fmla="*/ 103 w 757653"/>
                <a:gd name="connsiteY3" fmla="*/ 163334 h 522010"/>
                <a:gd name="connsiteX4" fmla="*/ 147740 w 757653"/>
                <a:gd name="connsiteY4" fmla="*/ 25222 h 522010"/>
                <a:gd name="connsiteX5" fmla="*/ 238228 w 757653"/>
                <a:gd name="connsiteY5" fmla="*/ 41891 h 522010"/>
                <a:gd name="connsiteX6" fmla="*/ 283471 w 757653"/>
                <a:gd name="connsiteY6" fmla="*/ 82372 h 522010"/>
                <a:gd name="connsiteX7" fmla="*/ 314428 w 757653"/>
                <a:gd name="connsiteY7" fmla="*/ 122853 h 522010"/>
                <a:gd name="connsiteX8" fmla="*/ 352528 w 757653"/>
                <a:gd name="connsiteY8" fmla="*/ 206197 h 522010"/>
                <a:gd name="connsiteX9" fmla="*/ 390628 w 757653"/>
                <a:gd name="connsiteY9" fmla="*/ 301447 h 522010"/>
                <a:gd name="connsiteX10" fmla="*/ 395390 w 757653"/>
                <a:gd name="connsiteY10" fmla="*/ 330022 h 522010"/>
                <a:gd name="connsiteX11" fmla="*/ 457303 w 757653"/>
                <a:gd name="connsiteY11" fmla="*/ 168097 h 522010"/>
                <a:gd name="connsiteX12" fmla="*/ 521596 w 757653"/>
                <a:gd name="connsiteY12" fmla="*/ 44272 h 522010"/>
                <a:gd name="connsiteX13" fmla="*/ 604940 w 757653"/>
                <a:gd name="connsiteY13" fmla="*/ 1409 h 522010"/>
                <a:gd name="connsiteX14" fmla="*/ 681140 w 757653"/>
                <a:gd name="connsiteY14" fmla="*/ 15697 h 522010"/>
                <a:gd name="connsiteX15" fmla="*/ 731146 w 757653"/>
                <a:gd name="connsiteY15" fmla="*/ 68084 h 522010"/>
                <a:gd name="connsiteX16" fmla="*/ 757340 w 757653"/>
                <a:gd name="connsiteY16" fmla="*/ 153809 h 522010"/>
                <a:gd name="connsiteX17" fmla="*/ 714478 w 757653"/>
                <a:gd name="connsiteY17" fmla="*/ 227628 h 522010"/>
                <a:gd name="connsiteX18" fmla="*/ 609703 w 757653"/>
                <a:gd name="connsiteY18" fmla="*/ 287159 h 522010"/>
                <a:gd name="connsiteX19" fmla="*/ 502546 w 757653"/>
                <a:gd name="connsiteY19" fmla="*/ 370503 h 522010"/>
                <a:gd name="connsiteX20" fmla="*/ 452540 w 757653"/>
                <a:gd name="connsiteY20" fmla="*/ 449084 h 522010"/>
                <a:gd name="connsiteX21" fmla="*/ 435871 w 757653"/>
                <a:gd name="connsiteY21" fmla="*/ 520522 h 522010"/>
                <a:gd name="connsiteX22" fmla="*/ 426346 w 757653"/>
                <a:gd name="connsiteY22" fmla="*/ 484803 h 522010"/>
                <a:gd name="connsiteX23" fmla="*/ 469209 w 757653"/>
                <a:gd name="connsiteY23" fmla="*/ 341928 h 522010"/>
                <a:gd name="connsiteX24" fmla="*/ 559696 w 757653"/>
                <a:gd name="connsiteY24" fmla="*/ 263347 h 522010"/>
                <a:gd name="connsiteX25" fmla="*/ 488259 w 757653"/>
                <a:gd name="connsiteY25" fmla="*/ 296684 h 522010"/>
                <a:gd name="connsiteX26" fmla="*/ 607321 w 757653"/>
                <a:gd name="connsiteY26" fmla="*/ 115709 h 522010"/>
                <a:gd name="connsiteX27" fmla="*/ 490640 w 757653"/>
                <a:gd name="connsiteY27" fmla="*/ 220484 h 522010"/>
                <a:gd name="connsiteX28" fmla="*/ 419203 w 757653"/>
                <a:gd name="connsiteY28" fmla="*/ 370503 h 522010"/>
                <a:gd name="connsiteX29" fmla="*/ 402534 w 757653"/>
                <a:gd name="connsiteY29" fmla="*/ 451466 h 522010"/>
                <a:gd name="connsiteX30" fmla="*/ 373959 w 757653"/>
                <a:gd name="connsiteY30" fmla="*/ 365741 h 522010"/>
                <a:gd name="connsiteX31" fmla="*/ 319190 w 757653"/>
                <a:gd name="connsiteY31" fmla="*/ 272872 h 522010"/>
                <a:gd name="connsiteX32" fmla="*/ 252515 w 757653"/>
                <a:gd name="connsiteY32" fmla="*/ 203816 h 522010"/>
                <a:gd name="connsiteX33" fmla="*/ 171553 w 757653"/>
                <a:gd name="connsiteY33" fmla="*/ 134759 h 522010"/>
                <a:gd name="connsiteX34" fmla="*/ 266803 w 757653"/>
                <a:gd name="connsiteY34" fmla="*/ 239534 h 522010"/>
                <a:gd name="connsiteX35" fmla="*/ 316809 w 757653"/>
                <a:gd name="connsiteY35" fmla="*/ 296684 h 522010"/>
                <a:gd name="connsiteX36" fmla="*/ 242990 w 757653"/>
                <a:gd name="connsiteY36" fmla="*/ 272872 h 522010"/>
                <a:gd name="connsiteX37" fmla="*/ 307284 w 757653"/>
                <a:gd name="connsiteY37" fmla="*/ 334784 h 522010"/>
                <a:gd name="connsiteX38" fmla="*/ 338240 w 757653"/>
                <a:gd name="connsiteY38" fmla="*/ 391934 h 522010"/>
                <a:gd name="connsiteX39" fmla="*/ 362053 w 757653"/>
                <a:gd name="connsiteY39" fmla="*/ 458609 h 522010"/>
                <a:gd name="connsiteX40" fmla="*/ 366815 w 757653"/>
                <a:gd name="connsiteY40" fmla="*/ 513378 h 522010"/>
                <a:gd name="connsiteX0" fmla="*/ 367190 w 758028"/>
                <a:gd name="connsiteY0" fmla="*/ 513378 h 522010"/>
                <a:gd name="connsiteX1" fmla="*/ 290990 w 758028"/>
                <a:gd name="connsiteY1" fmla="*/ 377647 h 522010"/>
                <a:gd name="connsiteX2" fmla="*/ 110015 w 758028"/>
                <a:gd name="connsiteY2" fmla="*/ 270491 h 522010"/>
                <a:gd name="connsiteX3" fmla="*/ 478 w 758028"/>
                <a:gd name="connsiteY3" fmla="*/ 163334 h 522010"/>
                <a:gd name="connsiteX4" fmla="*/ 148115 w 758028"/>
                <a:gd name="connsiteY4" fmla="*/ 25222 h 522010"/>
                <a:gd name="connsiteX5" fmla="*/ 238603 w 758028"/>
                <a:gd name="connsiteY5" fmla="*/ 41891 h 522010"/>
                <a:gd name="connsiteX6" fmla="*/ 283846 w 758028"/>
                <a:gd name="connsiteY6" fmla="*/ 82372 h 522010"/>
                <a:gd name="connsiteX7" fmla="*/ 314803 w 758028"/>
                <a:gd name="connsiteY7" fmla="*/ 122853 h 522010"/>
                <a:gd name="connsiteX8" fmla="*/ 352903 w 758028"/>
                <a:gd name="connsiteY8" fmla="*/ 206197 h 522010"/>
                <a:gd name="connsiteX9" fmla="*/ 391003 w 758028"/>
                <a:gd name="connsiteY9" fmla="*/ 301447 h 522010"/>
                <a:gd name="connsiteX10" fmla="*/ 395765 w 758028"/>
                <a:gd name="connsiteY10" fmla="*/ 330022 h 522010"/>
                <a:gd name="connsiteX11" fmla="*/ 457678 w 758028"/>
                <a:gd name="connsiteY11" fmla="*/ 168097 h 522010"/>
                <a:gd name="connsiteX12" fmla="*/ 521971 w 758028"/>
                <a:gd name="connsiteY12" fmla="*/ 44272 h 522010"/>
                <a:gd name="connsiteX13" fmla="*/ 605315 w 758028"/>
                <a:gd name="connsiteY13" fmla="*/ 1409 h 522010"/>
                <a:gd name="connsiteX14" fmla="*/ 681515 w 758028"/>
                <a:gd name="connsiteY14" fmla="*/ 15697 h 522010"/>
                <a:gd name="connsiteX15" fmla="*/ 731521 w 758028"/>
                <a:gd name="connsiteY15" fmla="*/ 68084 h 522010"/>
                <a:gd name="connsiteX16" fmla="*/ 757715 w 758028"/>
                <a:gd name="connsiteY16" fmla="*/ 153809 h 522010"/>
                <a:gd name="connsiteX17" fmla="*/ 714853 w 758028"/>
                <a:gd name="connsiteY17" fmla="*/ 227628 h 522010"/>
                <a:gd name="connsiteX18" fmla="*/ 610078 w 758028"/>
                <a:gd name="connsiteY18" fmla="*/ 287159 h 522010"/>
                <a:gd name="connsiteX19" fmla="*/ 502921 w 758028"/>
                <a:gd name="connsiteY19" fmla="*/ 370503 h 522010"/>
                <a:gd name="connsiteX20" fmla="*/ 452915 w 758028"/>
                <a:gd name="connsiteY20" fmla="*/ 449084 h 522010"/>
                <a:gd name="connsiteX21" fmla="*/ 436246 w 758028"/>
                <a:gd name="connsiteY21" fmla="*/ 520522 h 522010"/>
                <a:gd name="connsiteX22" fmla="*/ 426721 w 758028"/>
                <a:gd name="connsiteY22" fmla="*/ 484803 h 522010"/>
                <a:gd name="connsiteX23" fmla="*/ 469584 w 758028"/>
                <a:gd name="connsiteY23" fmla="*/ 341928 h 522010"/>
                <a:gd name="connsiteX24" fmla="*/ 560071 w 758028"/>
                <a:gd name="connsiteY24" fmla="*/ 263347 h 522010"/>
                <a:gd name="connsiteX25" fmla="*/ 488634 w 758028"/>
                <a:gd name="connsiteY25" fmla="*/ 296684 h 522010"/>
                <a:gd name="connsiteX26" fmla="*/ 607696 w 758028"/>
                <a:gd name="connsiteY26" fmla="*/ 115709 h 522010"/>
                <a:gd name="connsiteX27" fmla="*/ 491015 w 758028"/>
                <a:gd name="connsiteY27" fmla="*/ 220484 h 522010"/>
                <a:gd name="connsiteX28" fmla="*/ 419578 w 758028"/>
                <a:gd name="connsiteY28" fmla="*/ 370503 h 522010"/>
                <a:gd name="connsiteX29" fmla="*/ 402909 w 758028"/>
                <a:gd name="connsiteY29" fmla="*/ 451466 h 522010"/>
                <a:gd name="connsiteX30" fmla="*/ 374334 w 758028"/>
                <a:gd name="connsiteY30" fmla="*/ 365741 h 522010"/>
                <a:gd name="connsiteX31" fmla="*/ 319565 w 758028"/>
                <a:gd name="connsiteY31" fmla="*/ 272872 h 522010"/>
                <a:gd name="connsiteX32" fmla="*/ 252890 w 758028"/>
                <a:gd name="connsiteY32" fmla="*/ 203816 h 522010"/>
                <a:gd name="connsiteX33" fmla="*/ 171928 w 758028"/>
                <a:gd name="connsiteY33" fmla="*/ 134759 h 522010"/>
                <a:gd name="connsiteX34" fmla="*/ 267178 w 758028"/>
                <a:gd name="connsiteY34" fmla="*/ 239534 h 522010"/>
                <a:gd name="connsiteX35" fmla="*/ 317184 w 758028"/>
                <a:gd name="connsiteY35" fmla="*/ 296684 h 522010"/>
                <a:gd name="connsiteX36" fmla="*/ 243365 w 758028"/>
                <a:gd name="connsiteY36" fmla="*/ 272872 h 522010"/>
                <a:gd name="connsiteX37" fmla="*/ 307659 w 758028"/>
                <a:gd name="connsiteY37" fmla="*/ 334784 h 522010"/>
                <a:gd name="connsiteX38" fmla="*/ 338615 w 758028"/>
                <a:gd name="connsiteY38" fmla="*/ 391934 h 522010"/>
                <a:gd name="connsiteX39" fmla="*/ 362428 w 758028"/>
                <a:gd name="connsiteY39" fmla="*/ 458609 h 522010"/>
                <a:gd name="connsiteX40" fmla="*/ 367190 w 758028"/>
                <a:gd name="connsiteY40" fmla="*/ 513378 h 522010"/>
                <a:gd name="connsiteX0" fmla="*/ 368002 w 758840"/>
                <a:gd name="connsiteY0" fmla="*/ 513378 h 522010"/>
                <a:gd name="connsiteX1" fmla="*/ 291802 w 758840"/>
                <a:gd name="connsiteY1" fmla="*/ 377647 h 522010"/>
                <a:gd name="connsiteX2" fmla="*/ 110827 w 758840"/>
                <a:gd name="connsiteY2" fmla="*/ 270491 h 522010"/>
                <a:gd name="connsiteX3" fmla="*/ 1290 w 758840"/>
                <a:gd name="connsiteY3" fmla="*/ 163334 h 522010"/>
                <a:gd name="connsiteX4" fmla="*/ 148927 w 758840"/>
                <a:gd name="connsiteY4" fmla="*/ 25222 h 522010"/>
                <a:gd name="connsiteX5" fmla="*/ 239415 w 758840"/>
                <a:gd name="connsiteY5" fmla="*/ 41891 h 522010"/>
                <a:gd name="connsiteX6" fmla="*/ 284658 w 758840"/>
                <a:gd name="connsiteY6" fmla="*/ 82372 h 522010"/>
                <a:gd name="connsiteX7" fmla="*/ 315615 w 758840"/>
                <a:gd name="connsiteY7" fmla="*/ 122853 h 522010"/>
                <a:gd name="connsiteX8" fmla="*/ 353715 w 758840"/>
                <a:gd name="connsiteY8" fmla="*/ 206197 h 522010"/>
                <a:gd name="connsiteX9" fmla="*/ 391815 w 758840"/>
                <a:gd name="connsiteY9" fmla="*/ 301447 h 522010"/>
                <a:gd name="connsiteX10" fmla="*/ 396577 w 758840"/>
                <a:gd name="connsiteY10" fmla="*/ 330022 h 522010"/>
                <a:gd name="connsiteX11" fmla="*/ 458490 w 758840"/>
                <a:gd name="connsiteY11" fmla="*/ 168097 h 522010"/>
                <a:gd name="connsiteX12" fmla="*/ 522783 w 758840"/>
                <a:gd name="connsiteY12" fmla="*/ 44272 h 522010"/>
                <a:gd name="connsiteX13" fmla="*/ 606127 w 758840"/>
                <a:gd name="connsiteY13" fmla="*/ 1409 h 522010"/>
                <a:gd name="connsiteX14" fmla="*/ 682327 w 758840"/>
                <a:gd name="connsiteY14" fmla="*/ 15697 h 522010"/>
                <a:gd name="connsiteX15" fmla="*/ 732333 w 758840"/>
                <a:gd name="connsiteY15" fmla="*/ 68084 h 522010"/>
                <a:gd name="connsiteX16" fmla="*/ 758527 w 758840"/>
                <a:gd name="connsiteY16" fmla="*/ 153809 h 522010"/>
                <a:gd name="connsiteX17" fmla="*/ 715665 w 758840"/>
                <a:gd name="connsiteY17" fmla="*/ 227628 h 522010"/>
                <a:gd name="connsiteX18" fmla="*/ 610890 w 758840"/>
                <a:gd name="connsiteY18" fmla="*/ 287159 h 522010"/>
                <a:gd name="connsiteX19" fmla="*/ 503733 w 758840"/>
                <a:gd name="connsiteY19" fmla="*/ 370503 h 522010"/>
                <a:gd name="connsiteX20" fmla="*/ 453727 w 758840"/>
                <a:gd name="connsiteY20" fmla="*/ 449084 h 522010"/>
                <a:gd name="connsiteX21" fmla="*/ 437058 w 758840"/>
                <a:gd name="connsiteY21" fmla="*/ 520522 h 522010"/>
                <a:gd name="connsiteX22" fmla="*/ 427533 w 758840"/>
                <a:gd name="connsiteY22" fmla="*/ 484803 h 522010"/>
                <a:gd name="connsiteX23" fmla="*/ 470396 w 758840"/>
                <a:gd name="connsiteY23" fmla="*/ 341928 h 522010"/>
                <a:gd name="connsiteX24" fmla="*/ 560883 w 758840"/>
                <a:gd name="connsiteY24" fmla="*/ 263347 h 522010"/>
                <a:gd name="connsiteX25" fmla="*/ 489446 w 758840"/>
                <a:gd name="connsiteY25" fmla="*/ 296684 h 522010"/>
                <a:gd name="connsiteX26" fmla="*/ 608508 w 758840"/>
                <a:gd name="connsiteY26" fmla="*/ 115709 h 522010"/>
                <a:gd name="connsiteX27" fmla="*/ 491827 w 758840"/>
                <a:gd name="connsiteY27" fmla="*/ 220484 h 522010"/>
                <a:gd name="connsiteX28" fmla="*/ 420390 w 758840"/>
                <a:gd name="connsiteY28" fmla="*/ 370503 h 522010"/>
                <a:gd name="connsiteX29" fmla="*/ 403721 w 758840"/>
                <a:gd name="connsiteY29" fmla="*/ 451466 h 522010"/>
                <a:gd name="connsiteX30" fmla="*/ 375146 w 758840"/>
                <a:gd name="connsiteY30" fmla="*/ 365741 h 522010"/>
                <a:gd name="connsiteX31" fmla="*/ 320377 w 758840"/>
                <a:gd name="connsiteY31" fmla="*/ 272872 h 522010"/>
                <a:gd name="connsiteX32" fmla="*/ 253702 w 758840"/>
                <a:gd name="connsiteY32" fmla="*/ 203816 h 522010"/>
                <a:gd name="connsiteX33" fmla="*/ 172740 w 758840"/>
                <a:gd name="connsiteY33" fmla="*/ 134759 h 522010"/>
                <a:gd name="connsiteX34" fmla="*/ 267990 w 758840"/>
                <a:gd name="connsiteY34" fmla="*/ 239534 h 522010"/>
                <a:gd name="connsiteX35" fmla="*/ 317996 w 758840"/>
                <a:gd name="connsiteY35" fmla="*/ 296684 h 522010"/>
                <a:gd name="connsiteX36" fmla="*/ 244177 w 758840"/>
                <a:gd name="connsiteY36" fmla="*/ 272872 h 522010"/>
                <a:gd name="connsiteX37" fmla="*/ 308471 w 758840"/>
                <a:gd name="connsiteY37" fmla="*/ 334784 h 522010"/>
                <a:gd name="connsiteX38" fmla="*/ 339427 w 758840"/>
                <a:gd name="connsiteY38" fmla="*/ 391934 h 522010"/>
                <a:gd name="connsiteX39" fmla="*/ 363240 w 758840"/>
                <a:gd name="connsiteY39" fmla="*/ 458609 h 522010"/>
                <a:gd name="connsiteX40" fmla="*/ 368002 w 758840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89370 w 758764"/>
                <a:gd name="connsiteY25" fmla="*/ 296684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39339 w 758764"/>
                <a:gd name="connsiteY5" fmla="*/ 41891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84582 w 758764"/>
                <a:gd name="connsiteY6" fmla="*/ 82372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96489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296489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15539 w 758764"/>
                <a:gd name="connsiteY7" fmla="*/ 122853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36970 w 758764"/>
                <a:gd name="connsiteY7" fmla="*/ 149046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58414 w 758764"/>
                <a:gd name="connsiteY11" fmla="*/ 168097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  <a:gd name="connsiteX0" fmla="*/ 367926 w 758764"/>
                <a:gd name="connsiteY0" fmla="*/ 513378 h 522010"/>
                <a:gd name="connsiteX1" fmla="*/ 291726 w 758764"/>
                <a:gd name="connsiteY1" fmla="*/ 377647 h 522010"/>
                <a:gd name="connsiteX2" fmla="*/ 110751 w 758764"/>
                <a:gd name="connsiteY2" fmla="*/ 270491 h 522010"/>
                <a:gd name="connsiteX3" fmla="*/ 1214 w 758764"/>
                <a:gd name="connsiteY3" fmla="*/ 163334 h 522010"/>
                <a:gd name="connsiteX4" fmla="*/ 148851 w 758764"/>
                <a:gd name="connsiteY4" fmla="*/ 25222 h 522010"/>
                <a:gd name="connsiteX5" fmla="*/ 251245 w 758764"/>
                <a:gd name="connsiteY5" fmla="*/ 39510 h 522010"/>
                <a:gd name="connsiteX6" fmla="*/ 301252 w 758764"/>
                <a:gd name="connsiteY6" fmla="*/ 87135 h 522010"/>
                <a:gd name="connsiteX7" fmla="*/ 336970 w 758764"/>
                <a:gd name="connsiteY7" fmla="*/ 149046 h 522010"/>
                <a:gd name="connsiteX8" fmla="*/ 353639 w 758764"/>
                <a:gd name="connsiteY8" fmla="*/ 206197 h 522010"/>
                <a:gd name="connsiteX9" fmla="*/ 391739 w 758764"/>
                <a:gd name="connsiteY9" fmla="*/ 301447 h 522010"/>
                <a:gd name="connsiteX10" fmla="*/ 396501 w 758764"/>
                <a:gd name="connsiteY10" fmla="*/ 330022 h 522010"/>
                <a:gd name="connsiteX11" fmla="*/ 448889 w 758764"/>
                <a:gd name="connsiteY11" fmla="*/ 165716 h 522010"/>
                <a:gd name="connsiteX12" fmla="*/ 522707 w 758764"/>
                <a:gd name="connsiteY12" fmla="*/ 44272 h 522010"/>
                <a:gd name="connsiteX13" fmla="*/ 606051 w 758764"/>
                <a:gd name="connsiteY13" fmla="*/ 1409 h 522010"/>
                <a:gd name="connsiteX14" fmla="*/ 682251 w 758764"/>
                <a:gd name="connsiteY14" fmla="*/ 15697 h 522010"/>
                <a:gd name="connsiteX15" fmla="*/ 732257 w 758764"/>
                <a:gd name="connsiteY15" fmla="*/ 68084 h 522010"/>
                <a:gd name="connsiteX16" fmla="*/ 758451 w 758764"/>
                <a:gd name="connsiteY16" fmla="*/ 153809 h 522010"/>
                <a:gd name="connsiteX17" fmla="*/ 715589 w 758764"/>
                <a:gd name="connsiteY17" fmla="*/ 227628 h 522010"/>
                <a:gd name="connsiteX18" fmla="*/ 610814 w 758764"/>
                <a:gd name="connsiteY18" fmla="*/ 287159 h 522010"/>
                <a:gd name="connsiteX19" fmla="*/ 503657 w 758764"/>
                <a:gd name="connsiteY19" fmla="*/ 370503 h 522010"/>
                <a:gd name="connsiteX20" fmla="*/ 453651 w 758764"/>
                <a:gd name="connsiteY20" fmla="*/ 449084 h 522010"/>
                <a:gd name="connsiteX21" fmla="*/ 436982 w 758764"/>
                <a:gd name="connsiteY21" fmla="*/ 520522 h 522010"/>
                <a:gd name="connsiteX22" fmla="*/ 427457 w 758764"/>
                <a:gd name="connsiteY22" fmla="*/ 484803 h 522010"/>
                <a:gd name="connsiteX23" fmla="*/ 470320 w 758764"/>
                <a:gd name="connsiteY23" fmla="*/ 341928 h 522010"/>
                <a:gd name="connsiteX24" fmla="*/ 560807 w 758764"/>
                <a:gd name="connsiteY24" fmla="*/ 263347 h 522010"/>
                <a:gd name="connsiteX25" fmla="*/ 472701 w 758764"/>
                <a:gd name="connsiteY25" fmla="*/ 294302 h 522010"/>
                <a:gd name="connsiteX26" fmla="*/ 608432 w 758764"/>
                <a:gd name="connsiteY26" fmla="*/ 115709 h 522010"/>
                <a:gd name="connsiteX27" fmla="*/ 491751 w 758764"/>
                <a:gd name="connsiteY27" fmla="*/ 220484 h 522010"/>
                <a:gd name="connsiteX28" fmla="*/ 420314 w 758764"/>
                <a:gd name="connsiteY28" fmla="*/ 370503 h 522010"/>
                <a:gd name="connsiteX29" fmla="*/ 403645 w 758764"/>
                <a:gd name="connsiteY29" fmla="*/ 451466 h 522010"/>
                <a:gd name="connsiteX30" fmla="*/ 375070 w 758764"/>
                <a:gd name="connsiteY30" fmla="*/ 365741 h 522010"/>
                <a:gd name="connsiteX31" fmla="*/ 320301 w 758764"/>
                <a:gd name="connsiteY31" fmla="*/ 272872 h 522010"/>
                <a:gd name="connsiteX32" fmla="*/ 253626 w 758764"/>
                <a:gd name="connsiteY32" fmla="*/ 203816 h 522010"/>
                <a:gd name="connsiteX33" fmla="*/ 172664 w 758764"/>
                <a:gd name="connsiteY33" fmla="*/ 134759 h 522010"/>
                <a:gd name="connsiteX34" fmla="*/ 267914 w 758764"/>
                <a:gd name="connsiteY34" fmla="*/ 239534 h 522010"/>
                <a:gd name="connsiteX35" fmla="*/ 317920 w 758764"/>
                <a:gd name="connsiteY35" fmla="*/ 296684 h 522010"/>
                <a:gd name="connsiteX36" fmla="*/ 244101 w 758764"/>
                <a:gd name="connsiteY36" fmla="*/ 272872 h 522010"/>
                <a:gd name="connsiteX37" fmla="*/ 308395 w 758764"/>
                <a:gd name="connsiteY37" fmla="*/ 334784 h 522010"/>
                <a:gd name="connsiteX38" fmla="*/ 339351 w 758764"/>
                <a:gd name="connsiteY38" fmla="*/ 391934 h 522010"/>
                <a:gd name="connsiteX39" fmla="*/ 363164 w 758764"/>
                <a:gd name="connsiteY39" fmla="*/ 458609 h 522010"/>
                <a:gd name="connsiteX40" fmla="*/ 367926 w 758764"/>
                <a:gd name="connsiteY40" fmla="*/ 513378 h 52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58764" h="522010">
                  <a:moveTo>
                    <a:pt x="367926" y="513378"/>
                  </a:moveTo>
                  <a:cubicBezTo>
                    <a:pt x="356020" y="499884"/>
                    <a:pt x="334589" y="418128"/>
                    <a:pt x="291726" y="377647"/>
                  </a:cubicBezTo>
                  <a:cubicBezTo>
                    <a:pt x="248864" y="337166"/>
                    <a:pt x="163933" y="289541"/>
                    <a:pt x="110751" y="270491"/>
                  </a:cubicBezTo>
                  <a:cubicBezTo>
                    <a:pt x="57569" y="251441"/>
                    <a:pt x="-9899" y="244693"/>
                    <a:pt x="1214" y="163334"/>
                  </a:cubicBezTo>
                  <a:cubicBezTo>
                    <a:pt x="12327" y="81975"/>
                    <a:pt x="114323" y="29190"/>
                    <a:pt x="148851" y="25222"/>
                  </a:cubicBezTo>
                  <a:cubicBezTo>
                    <a:pt x="183379" y="21254"/>
                    <a:pt x="225845" y="29191"/>
                    <a:pt x="251245" y="39510"/>
                  </a:cubicBezTo>
                  <a:cubicBezTo>
                    <a:pt x="276645" y="49829"/>
                    <a:pt x="286965" y="68879"/>
                    <a:pt x="301252" y="87135"/>
                  </a:cubicBezTo>
                  <a:cubicBezTo>
                    <a:pt x="315539" y="105391"/>
                    <a:pt x="328239" y="129202"/>
                    <a:pt x="336970" y="149046"/>
                  </a:cubicBezTo>
                  <a:cubicBezTo>
                    <a:pt x="345701" y="168890"/>
                    <a:pt x="344511" y="180797"/>
                    <a:pt x="353639" y="206197"/>
                  </a:cubicBezTo>
                  <a:cubicBezTo>
                    <a:pt x="362767" y="231597"/>
                    <a:pt x="384595" y="280810"/>
                    <a:pt x="391739" y="301447"/>
                  </a:cubicBezTo>
                  <a:cubicBezTo>
                    <a:pt x="398883" y="322084"/>
                    <a:pt x="386976" y="352644"/>
                    <a:pt x="396501" y="330022"/>
                  </a:cubicBezTo>
                  <a:cubicBezTo>
                    <a:pt x="406026" y="307400"/>
                    <a:pt x="427855" y="213341"/>
                    <a:pt x="448889" y="165716"/>
                  </a:cubicBezTo>
                  <a:cubicBezTo>
                    <a:pt x="469923" y="118091"/>
                    <a:pt x="496513" y="71657"/>
                    <a:pt x="522707" y="44272"/>
                  </a:cubicBezTo>
                  <a:cubicBezTo>
                    <a:pt x="548901" y="16887"/>
                    <a:pt x="579461" y="6171"/>
                    <a:pt x="606051" y="1409"/>
                  </a:cubicBezTo>
                  <a:cubicBezTo>
                    <a:pt x="632641" y="-3353"/>
                    <a:pt x="661217" y="4585"/>
                    <a:pt x="682251" y="15697"/>
                  </a:cubicBezTo>
                  <a:cubicBezTo>
                    <a:pt x="703285" y="26809"/>
                    <a:pt x="719557" y="45065"/>
                    <a:pt x="732257" y="68084"/>
                  </a:cubicBezTo>
                  <a:cubicBezTo>
                    <a:pt x="744957" y="91103"/>
                    <a:pt x="761229" y="127218"/>
                    <a:pt x="758451" y="153809"/>
                  </a:cubicBezTo>
                  <a:cubicBezTo>
                    <a:pt x="755673" y="180400"/>
                    <a:pt x="740195" y="205403"/>
                    <a:pt x="715589" y="227628"/>
                  </a:cubicBezTo>
                  <a:cubicBezTo>
                    <a:pt x="690983" y="249853"/>
                    <a:pt x="646136" y="263346"/>
                    <a:pt x="610814" y="287159"/>
                  </a:cubicBezTo>
                  <a:cubicBezTo>
                    <a:pt x="575492" y="310971"/>
                    <a:pt x="529851" y="343515"/>
                    <a:pt x="503657" y="370503"/>
                  </a:cubicBezTo>
                  <a:cubicBezTo>
                    <a:pt x="477463" y="397490"/>
                    <a:pt x="464764" y="424081"/>
                    <a:pt x="453651" y="449084"/>
                  </a:cubicBezTo>
                  <a:cubicBezTo>
                    <a:pt x="442538" y="474087"/>
                    <a:pt x="441348" y="514569"/>
                    <a:pt x="436982" y="520522"/>
                  </a:cubicBezTo>
                  <a:cubicBezTo>
                    <a:pt x="432616" y="526475"/>
                    <a:pt x="421901" y="514569"/>
                    <a:pt x="427457" y="484803"/>
                  </a:cubicBezTo>
                  <a:cubicBezTo>
                    <a:pt x="433013" y="455037"/>
                    <a:pt x="448095" y="378837"/>
                    <a:pt x="470320" y="341928"/>
                  </a:cubicBezTo>
                  <a:cubicBezTo>
                    <a:pt x="492545" y="305019"/>
                    <a:pt x="560410" y="271285"/>
                    <a:pt x="560807" y="263347"/>
                  </a:cubicBezTo>
                  <a:cubicBezTo>
                    <a:pt x="561204" y="255409"/>
                    <a:pt x="464764" y="318908"/>
                    <a:pt x="472701" y="294302"/>
                  </a:cubicBezTo>
                  <a:cubicBezTo>
                    <a:pt x="480638" y="269696"/>
                    <a:pt x="605257" y="128012"/>
                    <a:pt x="608432" y="115709"/>
                  </a:cubicBezTo>
                  <a:cubicBezTo>
                    <a:pt x="611607" y="103406"/>
                    <a:pt x="523104" y="178018"/>
                    <a:pt x="491751" y="220484"/>
                  </a:cubicBezTo>
                  <a:cubicBezTo>
                    <a:pt x="460398" y="262950"/>
                    <a:pt x="434998" y="332006"/>
                    <a:pt x="420314" y="370503"/>
                  </a:cubicBezTo>
                  <a:cubicBezTo>
                    <a:pt x="405630" y="409000"/>
                    <a:pt x="411186" y="452260"/>
                    <a:pt x="403645" y="451466"/>
                  </a:cubicBezTo>
                  <a:cubicBezTo>
                    <a:pt x="396104" y="450672"/>
                    <a:pt x="388961" y="395507"/>
                    <a:pt x="375070" y="365741"/>
                  </a:cubicBezTo>
                  <a:cubicBezTo>
                    <a:pt x="361179" y="335975"/>
                    <a:pt x="340542" y="299859"/>
                    <a:pt x="320301" y="272872"/>
                  </a:cubicBezTo>
                  <a:cubicBezTo>
                    <a:pt x="300060" y="245885"/>
                    <a:pt x="278232" y="226835"/>
                    <a:pt x="253626" y="203816"/>
                  </a:cubicBezTo>
                  <a:cubicBezTo>
                    <a:pt x="229020" y="180797"/>
                    <a:pt x="170283" y="128806"/>
                    <a:pt x="172664" y="134759"/>
                  </a:cubicBezTo>
                  <a:cubicBezTo>
                    <a:pt x="175045" y="140712"/>
                    <a:pt x="267914" y="239534"/>
                    <a:pt x="267914" y="239534"/>
                  </a:cubicBezTo>
                  <a:cubicBezTo>
                    <a:pt x="292123" y="266521"/>
                    <a:pt x="321889" y="291128"/>
                    <a:pt x="317920" y="296684"/>
                  </a:cubicBezTo>
                  <a:cubicBezTo>
                    <a:pt x="313951" y="302240"/>
                    <a:pt x="245688" y="266522"/>
                    <a:pt x="244101" y="272872"/>
                  </a:cubicBezTo>
                  <a:cubicBezTo>
                    <a:pt x="242513" y="279222"/>
                    <a:pt x="292520" y="314940"/>
                    <a:pt x="308395" y="334784"/>
                  </a:cubicBezTo>
                  <a:cubicBezTo>
                    <a:pt x="324270" y="354628"/>
                    <a:pt x="330223" y="371297"/>
                    <a:pt x="339351" y="391934"/>
                  </a:cubicBezTo>
                  <a:cubicBezTo>
                    <a:pt x="348479" y="412571"/>
                    <a:pt x="358401" y="441543"/>
                    <a:pt x="363164" y="458609"/>
                  </a:cubicBezTo>
                  <a:cubicBezTo>
                    <a:pt x="367927" y="475675"/>
                    <a:pt x="379832" y="526872"/>
                    <a:pt x="367926" y="513378"/>
                  </a:cubicBezTo>
                  <a:close/>
                </a:path>
              </a:pathLst>
            </a:custGeom>
            <a:noFill/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C9FDA09-AB36-167F-8E9E-16D9D5075FA1}"/>
                </a:ext>
              </a:extLst>
            </p:cNvPr>
            <p:cNvSpPr txBox="1"/>
            <p:nvPr/>
          </p:nvSpPr>
          <p:spPr>
            <a:xfrm>
              <a:off x="4369722" y="3545489"/>
              <a:ext cx="3147755" cy="7904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anklin Gothic Demi" panose="020B0604020202020204" pitchFamily="34" charset="0"/>
                </a:rPr>
                <a:t>THRUST</a:t>
              </a:r>
            </a:p>
            <a:p>
              <a:pPr marL="0" marR="0" lvl="0" indent="0" algn="ctr" defTabSz="914400" eaLnBrk="1" fontAlgn="auto" latinLnBrk="0" hangingPunct="1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The hydroponic you can trust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56E9626-0052-FB7F-A513-D3BAECD16ACE}"/>
              </a:ext>
            </a:extLst>
          </p:cNvPr>
          <p:cNvSpPr txBox="1"/>
          <p:nvPr/>
        </p:nvSpPr>
        <p:spPr>
          <a:xfrm>
            <a:off x="7815836" y="1506275"/>
            <a:ext cx="881973" cy="269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Demi" panose="020B0604020202020204" pitchFamily="34" charset="0"/>
              </a:rPr>
              <a:t>SmartFarm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Demi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410C6D-9C04-323B-CC60-4812D6509C71}"/>
              </a:ext>
            </a:extLst>
          </p:cNvPr>
          <p:cNvSpPr txBox="1"/>
          <p:nvPr/>
        </p:nvSpPr>
        <p:spPr>
          <a:xfrm>
            <a:off x="5643895" y="1495086"/>
            <a:ext cx="939681" cy="269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Demi" panose="020B0604020202020204" pitchFamily="34" charset="0"/>
              </a:rPr>
              <a:t>GreenHouse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Demi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2B339-E68A-C833-C549-EDC6423728CF}"/>
              </a:ext>
            </a:extLst>
          </p:cNvPr>
          <p:cNvSpPr txBox="1"/>
          <p:nvPr/>
        </p:nvSpPr>
        <p:spPr>
          <a:xfrm>
            <a:off x="9942893" y="1506275"/>
            <a:ext cx="856325" cy="269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Demi" panose="020B0604020202020204" pitchFamily="34" charset="0"/>
              </a:rPr>
              <a:t>Hydro</a:t>
            </a:r>
            <a:r>
              <a:rPr lang="en-US" sz="1100" kern="0" dirty="0">
                <a:solidFill>
                  <a:prstClr val="white"/>
                </a:solidFill>
                <a:latin typeface="Franklin Gothic Demi" panose="020B0604020202020204" pitchFamily="34" charset="0"/>
              </a:rPr>
              <a:t>Grow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Demi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3658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C46FED54-C07B-4AEC-81E0-3FDC4A468EA9}"/>
              </a:ext>
            </a:extLst>
          </p:cNvPr>
          <p:cNvSpPr>
            <a:spLocks/>
          </p:cNvSpPr>
          <p:nvPr/>
        </p:nvSpPr>
        <p:spPr bwMode="auto">
          <a:xfrm rot="8649007">
            <a:off x="9079393" y="-12394843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6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1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32E1DA97-B142-4A43-9E3E-4D022DCD16AF}"/>
              </a:ext>
            </a:extLst>
          </p:cNvPr>
          <p:cNvSpPr>
            <a:spLocks/>
          </p:cNvSpPr>
          <p:nvPr/>
        </p:nvSpPr>
        <p:spPr bwMode="auto">
          <a:xfrm rot="8649007">
            <a:off x="8243755" y="-11791056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6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6E6EA2BF-BA1E-4273-B0EE-B1C63A6CDDDB}"/>
              </a:ext>
            </a:extLst>
          </p:cNvPr>
          <p:cNvSpPr>
            <a:spLocks/>
          </p:cNvSpPr>
          <p:nvPr/>
        </p:nvSpPr>
        <p:spPr bwMode="auto">
          <a:xfrm rot="8649007">
            <a:off x="7408116" y="-11187267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3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3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E96841D2-7D2C-4EBB-A275-8869AD241D49}"/>
              </a:ext>
            </a:extLst>
          </p:cNvPr>
          <p:cNvSpPr>
            <a:spLocks/>
          </p:cNvSpPr>
          <p:nvPr/>
        </p:nvSpPr>
        <p:spPr bwMode="auto">
          <a:xfrm rot="8649007">
            <a:off x="6572253" y="-10584177"/>
            <a:ext cx="324284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4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4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10552E4-4C3F-45AD-8F41-D7EC14C479A4}"/>
              </a:ext>
            </a:extLst>
          </p:cNvPr>
          <p:cNvSpPr>
            <a:spLocks/>
          </p:cNvSpPr>
          <p:nvPr/>
        </p:nvSpPr>
        <p:spPr bwMode="auto">
          <a:xfrm rot="8649007">
            <a:off x="5738770" y="-9981086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5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5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D6155129-C427-44A9-8BB5-51FA5A9E61BB}"/>
              </a:ext>
            </a:extLst>
          </p:cNvPr>
          <p:cNvSpPr>
            <a:spLocks/>
          </p:cNvSpPr>
          <p:nvPr/>
        </p:nvSpPr>
        <p:spPr bwMode="auto">
          <a:xfrm rot="8649007">
            <a:off x="4903130" y="-9377297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2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2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36919CFA-57AB-4621-BF5B-CEDA735B9FFD}"/>
              </a:ext>
            </a:extLst>
          </p:cNvPr>
          <p:cNvSpPr>
            <a:spLocks/>
          </p:cNvSpPr>
          <p:nvPr/>
        </p:nvSpPr>
        <p:spPr bwMode="auto">
          <a:xfrm rot="8649007">
            <a:off x="4067492" y="-8773509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tx1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prstClr val="black">
                <a:alpha val="46000"/>
              </a:prst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F46B58-0B56-4C44-9730-B1F31AE6E8D3}"/>
              </a:ext>
            </a:extLst>
          </p:cNvPr>
          <p:cNvSpPr>
            <a:spLocks/>
          </p:cNvSpPr>
          <p:nvPr/>
        </p:nvSpPr>
        <p:spPr bwMode="auto">
          <a:xfrm rot="8649007">
            <a:off x="3231854" y="-8169722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2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2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F36B4300-C909-412C-8617-64DA05788F98}"/>
              </a:ext>
            </a:extLst>
          </p:cNvPr>
          <p:cNvSpPr>
            <a:spLocks/>
          </p:cNvSpPr>
          <p:nvPr/>
        </p:nvSpPr>
        <p:spPr bwMode="auto">
          <a:xfrm rot="8649007">
            <a:off x="2398146" y="-7567328"/>
            <a:ext cx="324046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5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5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219785D5-27C2-4CC2-A70F-FB1562F010D5}"/>
              </a:ext>
            </a:extLst>
          </p:cNvPr>
          <p:cNvSpPr>
            <a:spLocks/>
          </p:cNvSpPr>
          <p:nvPr/>
        </p:nvSpPr>
        <p:spPr bwMode="auto">
          <a:xfrm rot="8649007">
            <a:off x="1560352" y="-6962843"/>
            <a:ext cx="3242840" cy="20571321"/>
          </a:xfrm>
          <a:custGeom>
            <a:avLst/>
            <a:gdLst>
              <a:gd name="T0" fmla="*/ 913 w 2188"/>
              <a:gd name="T1" fmla="*/ 14034 h 14034"/>
              <a:gd name="T2" fmla="*/ 734 w 2188"/>
              <a:gd name="T3" fmla="*/ 13676 h 14034"/>
              <a:gd name="T4" fmla="*/ 373 w 2188"/>
              <a:gd name="T5" fmla="*/ 12854 h 14034"/>
              <a:gd name="T6" fmla="*/ 0 w 2188"/>
              <a:gd name="T7" fmla="*/ 11337 h 14034"/>
              <a:gd name="T8" fmla="*/ 376 w 2188"/>
              <a:gd name="T9" fmla="*/ 9820 h 14034"/>
              <a:gd name="T10" fmla="*/ 738 w 2188"/>
              <a:gd name="T11" fmla="*/ 8998 h 14034"/>
              <a:gd name="T12" fmla="*/ 1072 w 2188"/>
              <a:gd name="T13" fmla="*/ 8236 h 14034"/>
              <a:gd name="T14" fmla="*/ 1388 w 2188"/>
              <a:gd name="T15" fmla="*/ 7017 h 14034"/>
              <a:gd name="T16" fmla="*/ 1068 w 2188"/>
              <a:gd name="T17" fmla="*/ 5792 h 14034"/>
              <a:gd name="T18" fmla="*/ 735 w 2188"/>
              <a:gd name="T19" fmla="*/ 5037 h 14034"/>
              <a:gd name="T20" fmla="*/ 734 w 2188"/>
              <a:gd name="T21" fmla="*/ 5036 h 14034"/>
              <a:gd name="T22" fmla="*/ 373 w 2188"/>
              <a:gd name="T23" fmla="*/ 4214 h 14034"/>
              <a:gd name="T24" fmla="*/ 0 w 2188"/>
              <a:gd name="T25" fmla="*/ 2697 h 14034"/>
              <a:gd name="T26" fmla="*/ 376 w 2188"/>
              <a:gd name="T27" fmla="*/ 1180 h 14034"/>
              <a:gd name="T28" fmla="*/ 739 w 2188"/>
              <a:gd name="T29" fmla="*/ 357 h 14034"/>
              <a:gd name="T30" fmla="*/ 918 w 2188"/>
              <a:gd name="T31" fmla="*/ 0 h 14034"/>
              <a:gd name="T32" fmla="*/ 1633 w 2188"/>
              <a:gd name="T33" fmla="*/ 359 h 14034"/>
              <a:gd name="T34" fmla="*/ 1453 w 2188"/>
              <a:gd name="T35" fmla="*/ 717 h 14034"/>
              <a:gd name="T36" fmla="*/ 1118 w 2188"/>
              <a:gd name="T37" fmla="*/ 1478 h 14034"/>
              <a:gd name="T38" fmla="*/ 800 w 2188"/>
              <a:gd name="T39" fmla="*/ 2697 h 14034"/>
              <a:gd name="T40" fmla="*/ 1116 w 2188"/>
              <a:gd name="T41" fmla="*/ 3916 h 14034"/>
              <a:gd name="T42" fmla="*/ 1449 w 2188"/>
              <a:gd name="T43" fmla="*/ 4677 h 14034"/>
              <a:gd name="T44" fmla="*/ 1812 w 2188"/>
              <a:gd name="T45" fmla="*/ 5500 h 14034"/>
              <a:gd name="T46" fmla="*/ 2188 w 2188"/>
              <a:gd name="T47" fmla="*/ 7017 h 14034"/>
              <a:gd name="T48" fmla="*/ 1815 w 2188"/>
              <a:gd name="T49" fmla="*/ 8534 h 14034"/>
              <a:gd name="T50" fmla="*/ 1454 w 2188"/>
              <a:gd name="T51" fmla="*/ 9356 h 14034"/>
              <a:gd name="T52" fmla="*/ 1453 w 2188"/>
              <a:gd name="T53" fmla="*/ 9357 h 14034"/>
              <a:gd name="T54" fmla="*/ 1118 w 2188"/>
              <a:gd name="T55" fmla="*/ 10118 h 14034"/>
              <a:gd name="T56" fmla="*/ 800 w 2188"/>
              <a:gd name="T57" fmla="*/ 11337 h 14034"/>
              <a:gd name="T58" fmla="*/ 1116 w 2188"/>
              <a:gd name="T59" fmla="*/ 12556 h 14034"/>
              <a:gd name="T60" fmla="*/ 1450 w 2188"/>
              <a:gd name="T61" fmla="*/ 13318 h 14034"/>
              <a:gd name="T62" fmla="*/ 1628 w 2188"/>
              <a:gd name="T63" fmla="*/ 13676 h 14034"/>
              <a:gd name="T64" fmla="*/ 913 w 2188"/>
              <a:gd name="T65" fmla="*/ 14034 h 14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88" h="14034">
                <a:moveTo>
                  <a:pt x="913" y="14034"/>
                </a:moveTo>
                <a:cubicBezTo>
                  <a:pt x="734" y="13676"/>
                  <a:pt x="734" y="13676"/>
                  <a:pt x="734" y="13676"/>
                </a:cubicBezTo>
                <a:cubicBezTo>
                  <a:pt x="727" y="13661"/>
                  <a:pt x="551" y="13308"/>
                  <a:pt x="373" y="12854"/>
                </a:cubicBezTo>
                <a:cubicBezTo>
                  <a:pt x="126" y="12219"/>
                  <a:pt x="0" y="11709"/>
                  <a:pt x="0" y="11337"/>
                </a:cubicBezTo>
                <a:cubicBezTo>
                  <a:pt x="0" y="10965"/>
                  <a:pt x="126" y="10454"/>
                  <a:pt x="376" y="9820"/>
                </a:cubicBezTo>
                <a:cubicBezTo>
                  <a:pt x="553" y="9368"/>
                  <a:pt x="729" y="9017"/>
                  <a:pt x="738" y="8998"/>
                </a:cubicBezTo>
                <a:cubicBezTo>
                  <a:pt x="745" y="8984"/>
                  <a:pt x="910" y="8651"/>
                  <a:pt x="1072" y="8236"/>
                </a:cubicBezTo>
                <a:cubicBezTo>
                  <a:pt x="1276" y="7713"/>
                  <a:pt x="1388" y="7280"/>
                  <a:pt x="1388" y="7017"/>
                </a:cubicBezTo>
                <a:cubicBezTo>
                  <a:pt x="1388" y="6753"/>
                  <a:pt x="1274" y="6318"/>
                  <a:pt x="1068" y="5792"/>
                </a:cubicBezTo>
                <a:cubicBezTo>
                  <a:pt x="902" y="5371"/>
                  <a:pt x="736" y="5040"/>
                  <a:pt x="735" y="5037"/>
                </a:cubicBezTo>
                <a:cubicBezTo>
                  <a:pt x="734" y="5036"/>
                  <a:pt x="734" y="5036"/>
                  <a:pt x="734" y="5036"/>
                </a:cubicBezTo>
                <a:cubicBezTo>
                  <a:pt x="727" y="5021"/>
                  <a:pt x="551" y="4668"/>
                  <a:pt x="373" y="4214"/>
                </a:cubicBezTo>
                <a:cubicBezTo>
                  <a:pt x="126" y="3579"/>
                  <a:pt x="0" y="3069"/>
                  <a:pt x="0" y="2697"/>
                </a:cubicBezTo>
                <a:cubicBezTo>
                  <a:pt x="0" y="2325"/>
                  <a:pt x="126" y="1814"/>
                  <a:pt x="376" y="1180"/>
                </a:cubicBezTo>
                <a:cubicBezTo>
                  <a:pt x="554" y="725"/>
                  <a:pt x="731" y="372"/>
                  <a:pt x="739" y="357"/>
                </a:cubicBezTo>
                <a:cubicBezTo>
                  <a:pt x="918" y="0"/>
                  <a:pt x="918" y="0"/>
                  <a:pt x="918" y="0"/>
                </a:cubicBezTo>
                <a:cubicBezTo>
                  <a:pt x="1633" y="359"/>
                  <a:pt x="1633" y="359"/>
                  <a:pt x="1633" y="359"/>
                </a:cubicBezTo>
                <a:cubicBezTo>
                  <a:pt x="1453" y="717"/>
                  <a:pt x="1453" y="717"/>
                  <a:pt x="1453" y="717"/>
                </a:cubicBezTo>
                <a:cubicBezTo>
                  <a:pt x="1450" y="724"/>
                  <a:pt x="1282" y="1059"/>
                  <a:pt x="1118" y="1478"/>
                </a:cubicBezTo>
                <a:cubicBezTo>
                  <a:pt x="913" y="2001"/>
                  <a:pt x="800" y="2434"/>
                  <a:pt x="800" y="2697"/>
                </a:cubicBezTo>
                <a:cubicBezTo>
                  <a:pt x="800" y="2960"/>
                  <a:pt x="912" y="3393"/>
                  <a:pt x="1116" y="3916"/>
                </a:cubicBezTo>
                <a:cubicBezTo>
                  <a:pt x="1277" y="4329"/>
                  <a:pt x="1441" y="4660"/>
                  <a:pt x="1449" y="4677"/>
                </a:cubicBezTo>
                <a:cubicBezTo>
                  <a:pt x="1458" y="4695"/>
                  <a:pt x="1634" y="5047"/>
                  <a:pt x="1812" y="5500"/>
                </a:cubicBezTo>
                <a:cubicBezTo>
                  <a:pt x="2062" y="6134"/>
                  <a:pt x="2188" y="6645"/>
                  <a:pt x="2188" y="7017"/>
                </a:cubicBezTo>
                <a:cubicBezTo>
                  <a:pt x="2188" y="7389"/>
                  <a:pt x="2062" y="7899"/>
                  <a:pt x="1815" y="8534"/>
                </a:cubicBezTo>
                <a:cubicBezTo>
                  <a:pt x="1637" y="8988"/>
                  <a:pt x="1461" y="9341"/>
                  <a:pt x="1454" y="9356"/>
                </a:cubicBezTo>
                <a:cubicBezTo>
                  <a:pt x="1453" y="9357"/>
                  <a:pt x="1453" y="9357"/>
                  <a:pt x="1453" y="9357"/>
                </a:cubicBezTo>
                <a:cubicBezTo>
                  <a:pt x="1452" y="9360"/>
                  <a:pt x="1283" y="9697"/>
                  <a:pt x="1118" y="10118"/>
                </a:cubicBezTo>
                <a:cubicBezTo>
                  <a:pt x="913" y="10641"/>
                  <a:pt x="800" y="11074"/>
                  <a:pt x="800" y="11337"/>
                </a:cubicBezTo>
                <a:cubicBezTo>
                  <a:pt x="800" y="11600"/>
                  <a:pt x="912" y="12033"/>
                  <a:pt x="1116" y="12556"/>
                </a:cubicBezTo>
                <a:cubicBezTo>
                  <a:pt x="1281" y="12978"/>
                  <a:pt x="1448" y="13315"/>
                  <a:pt x="1450" y="13318"/>
                </a:cubicBezTo>
                <a:cubicBezTo>
                  <a:pt x="1628" y="13676"/>
                  <a:pt x="1628" y="13676"/>
                  <a:pt x="1628" y="13676"/>
                </a:cubicBezTo>
                <a:lnTo>
                  <a:pt x="913" y="14034"/>
                </a:lnTo>
                <a:close/>
              </a:path>
            </a:pathLst>
          </a:custGeom>
          <a:solidFill>
            <a:schemeClr val="accent4">
              <a:alpha val="88000"/>
            </a:schemeClr>
          </a:solidFill>
          <a:ln>
            <a:noFill/>
          </a:ln>
          <a:effectLst>
            <a:outerShdw blurRad="1003300" dist="38100" dir="10800000" algn="r" rotWithShape="0">
              <a:schemeClr val="accent4">
                <a:lumMod val="75000"/>
                <a:alpha val="46000"/>
              </a:schemeClr>
            </a:outerShdw>
          </a:effectLst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632692-97CC-493D-86DA-77489CEFEF08}"/>
              </a:ext>
            </a:extLst>
          </p:cNvPr>
          <p:cNvSpPr/>
          <p:nvPr/>
        </p:nvSpPr>
        <p:spPr>
          <a:xfrm>
            <a:off x="19848" y="447"/>
            <a:ext cx="6076153" cy="6857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A7FF6F-69DA-41C9-84E6-B2DED1712584}"/>
              </a:ext>
            </a:extLst>
          </p:cNvPr>
          <p:cNvSpPr txBox="1"/>
          <p:nvPr/>
        </p:nvSpPr>
        <p:spPr>
          <a:xfrm>
            <a:off x="1283800" y="1871586"/>
            <a:ext cx="2497800" cy="9770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5749">
                <a:solidFill>
                  <a:srgbClr val="FFFFFF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About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1A38D2-7285-4088-A909-1435E78BC7BF}"/>
              </a:ext>
            </a:extLst>
          </p:cNvPr>
          <p:cNvSpPr/>
          <p:nvPr/>
        </p:nvSpPr>
        <p:spPr>
          <a:xfrm>
            <a:off x="1334593" y="1826833"/>
            <a:ext cx="658013" cy="4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42D76E-6747-49A1-BFF1-72813887DD32}"/>
              </a:ext>
            </a:extLst>
          </p:cNvPr>
          <p:cNvSpPr txBox="1"/>
          <p:nvPr/>
        </p:nvSpPr>
        <p:spPr>
          <a:xfrm>
            <a:off x="1308716" y="2644727"/>
            <a:ext cx="26645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b="1" i="1" dirty="0">
                <a:solidFill>
                  <a:srgbClr val="FFFFFF"/>
                </a:solidFill>
                <a:latin typeface="Calibri"/>
              </a:rPr>
              <a:t>AUTOMATED HYDROPONIC AGRICULTURE SYSTEM 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6B90C0-7022-44D2-BE44-1ED27D3C51B2}"/>
              </a:ext>
            </a:extLst>
          </p:cNvPr>
          <p:cNvSpPr txBox="1"/>
          <p:nvPr/>
        </p:nvSpPr>
        <p:spPr>
          <a:xfrm>
            <a:off x="1334593" y="3310096"/>
            <a:ext cx="34285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/>
            <a:r>
              <a:rPr lang="en-US" dirty="0" err="1">
                <a:solidFill>
                  <a:srgbClr val="FFFFFF"/>
                </a:solidFill>
                <a:latin typeface="Calibri"/>
              </a:rPr>
              <a:t>Hidroponik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otomatis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dalam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ruangan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berbais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IoT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dengan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LED grow light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pengganti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sinar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matahari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, sensor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suhu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untuk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monitor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suhu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dan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kelembaban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, dan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kipas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untuk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menjaga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suhu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dan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kelembaban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sekitar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yang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dapat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dipantau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dan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diatur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langsung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dengan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Calibri"/>
              </a:rPr>
              <a:t>perangkat</a:t>
            </a:r>
            <a:r>
              <a:rPr lang="en-US" dirty="0">
                <a:solidFill>
                  <a:srgbClr val="FFFFFF"/>
                </a:solidFill>
                <a:latin typeface="Calibri"/>
              </a:rPr>
              <a:t> handphone.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4C2377-877D-43F2-A0E6-293E7B8C7A9A}"/>
              </a:ext>
            </a:extLst>
          </p:cNvPr>
          <p:cNvSpPr/>
          <p:nvPr/>
        </p:nvSpPr>
        <p:spPr>
          <a:xfrm>
            <a:off x="6715236" y="788620"/>
            <a:ext cx="4691154" cy="528076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6FDEA7-8281-4AA4-9AB2-37769C3FA2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6" r="17750"/>
          <a:stretch/>
        </p:blipFill>
        <p:spPr>
          <a:xfrm>
            <a:off x="8022696" y="1324578"/>
            <a:ext cx="2076234" cy="420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92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7" grpId="0" animBg="1"/>
      <p:bldP spid="18" grpId="0"/>
      <p:bldP spid="19" grpId="0" animBg="1"/>
      <p:bldP spid="20" grpId="0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DA3EDF-F563-4698-86ED-F76DF04F64EE}"/>
              </a:ext>
            </a:extLst>
          </p:cNvPr>
          <p:cNvGrpSpPr/>
          <p:nvPr/>
        </p:nvGrpSpPr>
        <p:grpSpPr>
          <a:xfrm>
            <a:off x="-965913" y="524259"/>
            <a:ext cx="13049229" cy="15238956"/>
            <a:chOff x="-444571" y="0"/>
            <a:chExt cx="26101857" cy="30481880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4F11780-8813-499A-8582-B7C0E954A58F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CFA494B1-B67A-48E6-9087-CC3A39DE67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C7384D7B-5B9F-4F20-BE20-0FE54C93FCA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6C9AB579-11B4-49EE-9D4A-E2A4180EAC64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7A7BF241-F4C7-446B-9DDB-92FA4D3AA2D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E353B7F-B398-45B3-A860-E112BC32129A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39923465-E7F4-4A24-B73A-58FC234A3AF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7B3829C-BD10-4199-A2B1-391774797D9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44FD7A99-0254-4707-8775-EEE153E727E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7AA32C4-A7A4-4670-86C0-EAA0AE746EE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9B8A74AD-A439-4723-894C-BE142D7F2091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39335B1C-898C-436E-B74C-711EF66A878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F8317A6C-8B75-497B-AF17-6B6259EEBA7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0E8D02A4-6A8D-4283-94E5-6D99A960D96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2BD58BE2-4199-4B4D-B328-6288502285B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5F97A8F6-E8D7-412C-81EB-0E5B997B8962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583F3BDD-F9A1-40AD-9683-23C1E2F07F1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C828363C-5B85-4359-964D-EA693D7949FD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45DA4FB-E62C-4C5F-AB02-C9DFAA243614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D80E5C4C-AEF3-4A2E-874B-E0DE16835BAC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940D79D4-600E-47FD-9DF6-0D407F61725B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5CB7D29-4E35-4F35-AC72-0429E3AAAE2D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A82BA6EB-8253-4D48-AE54-EC567F0B96A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5A4A5E1-C2FD-475E-816F-D3A216EABC24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4D83A29F-45A2-4E66-9659-334CA957BF5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F6257241-08EF-4675-8760-D3BFD49A4BC9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5A417756-833E-4310-AEB4-0A1B6996468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867F2893-9EBC-433B-A720-3EFE92B5EBD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BD6900A8-30ED-4087-AD2C-DEFAF6736DE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90BE4F3-BDCC-4639-80C8-2AFC69A20F7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0AF4151-4A8D-4F8A-B0E2-9F9B173BB6F6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A7830C3-B517-421A-971A-5278C05FA07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354B3D30-9F63-4CED-8A90-43A8EE5756C3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E6ED40A-21BE-4CA8-8D8D-D74E2478190F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AF5B3CB5-5E9F-4BDB-9438-1A837C69525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26E1213-5322-4294-8FB6-3AAE1D860278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9C47344D-D395-405E-A36E-6CA19724780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E4B2B23F-D243-460B-AA13-49AEF8A1ABC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A805577-C582-4420-A2E8-BC050935E2D5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09E5C567-5A3E-4D5A-AB56-8335FB380FA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F7A2AEDF-CD93-440C-B7E9-87D4F50FC55D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DC216D6A-8735-4F01-9467-6895C9B60046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67739082-257E-4586-ABAD-D4DCC962494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A3B8BA9-7F22-40E8-B4A1-B6AF74BD2F5D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CCA34BAB-A03A-452B-AAF8-911D09C2FCA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601D37D5-7B4E-4B3F-BC76-300B7B07E8C1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7129C035-0478-4C77-9003-B5E642925A7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52C31634-054C-47CF-94BE-E28DAD583DD3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EB26B0DD-F371-4403-9ACE-C424C510820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4E80FB09-62BF-4248-8829-D6D544C68167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E99F182B-CFB6-456C-AEEC-4195BF272031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6CE689D-0053-447C-938D-3CF33D7F017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FAC3AC8D-BD12-4E21-B646-91F65127418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D4B631F-0458-41AF-9BCF-7F9DE7E09F1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CF196CF5-7FA5-4601-8426-B4C36C590C0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812A7C03-12B4-41A2-8459-5AB940EC097B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2C50449E-406D-4D91-8A0E-1D0910A3E07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193DD36E-2FB9-443B-B6FE-E4BA5DFA705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E6A46CCD-2ED1-467B-8B0E-C74AEC9B247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56629486-72FA-469F-B0FE-FD021A1585D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565A05-6D5F-4C4F-B1EE-2AC7F005F0EA}"/>
              </a:ext>
            </a:extLst>
          </p:cNvPr>
          <p:cNvGrpSpPr/>
          <p:nvPr/>
        </p:nvGrpSpPr>
        <p:grpSpPr>
          <a:xfrm>
            <a:off x="5868437" y="4539334"/>
            <a:ext cx="455126" cy="8469293"/>
            <a:chOff x="19391061" y="-4253615"/>
            <a:chExt cx="910371" cy="16940792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4371EE-4590-4CD2-95D0-4CC87EAB9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8FB7B87-8D85-44A4-8AB4-DAA5F74CA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009D20B-3A3D-41C4-AFB2-E68BD4FB8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20CEC279-E336-4164-81AA-FF16D5F1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B0AAEBDA-BF2E-435C-A041-FC89DA450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D251AFDB-4228-42C5-9A65-43E565B4D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B86E3B-1609-49CF-BDC9-31F0D164C751}"/>
              </a:ext>
            </a:extLst>
          </p:cNvPr>
          <p:cNvGrpSpPr/>
          <p:nvPr/>
        </p:nvGrpSpPr>
        <p:grpSpPr>
          <a:xfrm>
            <a:off x="4004767" y="1647720"/>
            <a:ext cx="4182467" cy="4411537"/>
            <a:chOff x="8736553" y="3611344"/>
            <a:chExt cx="6914068" cy="7292746"/>
          </a:xfrm>
        </p:grpSpPr>
        <p:sp>
          <p:nvSpPr>
            <p:cNvPr id="6" name="One">
              <a:extLst>
                <a:ext uri="{FF2B5EF4-FFF2-40B4-BE49-F238E27FC236}">
                  <a16:creationId xmlns:a16="http://schemas.microsoft.com/office/drawing/2014/main" id="{A50F673D-ADCC-4B74-9A65-DD8AE6144D5F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wo">
              <a:extLst>
                <a:ext uri="{FF2B5EF4-FFF2-40B4-BE49-F238E27FC236}">
                  <a16:creationId xmlns:a16="http://schemas.microsoft.com/office/drawing/2014/main" id="{BB1C1FD0-B99A-4F38-896E-803C30700361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hree">
              <a:extLst>
                <a:ext uri="{FF2B5EF4-FFF2-40B4-BE49-F238E27FC236}">
                  <a16:creationId xmlns:a16="http://schemas.microsoft.com/office/drawing/2014/main" id="{127FB52B-E3CB-4DC9-8BB4-AA6D8C6C5399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1">
                    <a:lumMod val="75000"/>
                  </a:schemeClr>
                </a:gs>
                <a:gs pos="19000">
                  <a:schemeClr val="accent1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our">
              <a:extLst>
                <a:ext uri="{FF2B5EF4-FFF2-40B4-BE49-F238E27FC236}">
                  <a16:creationId xmlns:a16="http://schemas.microsoft.com/office/drawing/2014/main" id="{C14E20DF-68D2-4F6A-82BE-FC689C7DD536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9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743E3848-44D0-4E81-B833-83D6D1840C93}"/>
              </a:ext>
            </a:extLst>
          </p:cNvPr>
          <p:cNvSpPr txBox="1"/>
          <p:nvPr/>
        </p:nvSpPr>
        <p:spPr>
          <a:xfrm>
            <a:off x="4981496" y="3661664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Pemilihan</a:t>
            </a:r>
            <a:r>
              <a:rPr kumimoji="0" lang="en-US" sz="18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Bahan Baku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715D2A-5EE9-4347-8F4D-800D3EC5E2FF}"/>
              </a:ext>
            </a:extLst>
          </p:cNvPr>
          <p:cNvSpPr txBox="1"/>
          <p:nvPr/>
        </p:nvSpPr>
        <p:spPr>
          <a:xfrm>
            <a:off x="5485897" y="2620135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01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63AED143-CB5B-42B5-84F5-2A7311F16F23}"/>
              </a:ext>
            </a:extLst>
          </p:cNvPr>
          <p:cNvGrpSpPr/>
          <p:nvPr/>
        </p:nvGrpSpPr>
        <p:grpSpPr>
          <a:xfrm>
            <a:off x="4194879" y="10696036"/>
            <a:ext cx="3802243" cy="4010488"/>
            <a:chOff x="1563688" y="3246708"/>
            <a:chExt cx="7605475" cy="8022019"/>
          </a:xfrm>
        </p:grpSpPr>
        <p:sp>
          <p:nvSpPr>
            <p:cNvPr id="94" name="One">
              <a:extLst>
                <a:ext uri="{FF2B5EF4-FFF2-40B4-BE49-F238E27FC236}">
                  <a16:creationId xmlns:a16="http://schemas.microsoft.com/office/drawing/2014/main" id="{4E99D3A6-4F1D-4803-B734-EC1D30EDB1C5}"/>
                </a:ext>
              </a:extLst>
            </p:cNvPr>
            <p:cNvSpPr/>
            <p:nvPr/>
          </p:nvSpPr>
          <p:spPr>
            <a:xfrm>
              <a:off x="2288734" y="3567670"/>
              <a:ext cx="6155382" cy="611666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wo">
              <a:extLst>
                <a:ext uri="{FF2B5EF4-FFF2-40B4-BE49-F238E27FC236}">
                  <a16:creationId xmlns:a16="http://schemas.microsoft.com/office/drawing/2014/main" id="{4AA48918-E920-41BB-94CA-925F4BCD2F50}"/>
                </a:ext>
              </a:extLst>
            </p:cNvPr>
            <p:cNvSpPr/>
            <p:nvPr/>
          </p:nvSpPr>
          <p:spPr>
            <a:xfrm>
              <a:off x="2197732" y="3708255"/>
              <a:ext cx="6337387" cy="6304832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2">
                    <a:lumMod val="75000"/>
                  </a:schemeClr>
                </a:gs>
                <a:gs pos="0">
                  <a:schemeClr val="accent2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Three">
              <a:extLst>
                <a:ext uri="{FF2B5EF4-FFF2-40B4-BE49-F238E27FC236}">
                  <a16:creationId xmlns:a16="http://schemas.microsoft.com/office/drawing/2014/main" id="{1A06C9AB-D767-4518-9C72-70FC3895D19A}"/>
                </a:ext>
              </a:extLst>
            </p:cNvPr>
            <p:cNvSpPr/>
            <p:nvPr/>
          </p:nvSpPr>
          <p:spPr>
            <a:xfrm>
              <a:off x="1563688" y="3708255"/>
              <a:ext cx="7605475" cy="7560472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2">
                    <a:lumMod val="75000"/>
                  </a:schemeClr>
                </a:gs>
                <a:gs pos="19000">
                  <a:schemeClr val="accent2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Four">
              <a:extLst>
                <a:ext uri="{FF2B5EF4-FFF2-40B4-BE49-F238E27FC236}">
                  <a16:creationId xmlns:a16="http://schemas.microsoft.com/office/drawing/2014/main" id="{7F2FFABD-FBAA-425A-8A8C-3261793B7A72}"/>
                </a:ext>
              </a:extLst>
            </p:cNvPr>
            <p:cNvSpPr/>
            <p:nvPr/>
          </p:nvSpPr>
          <p:spPr>
            <a:xfrm>
              <a:off x="2795924" y="3246708"/>
              <a:ext cx="5141002" cy="5117581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9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5D33357B-D8BE-44A1-B1BB-750BB123E3D6}"/>
              </a:ext>
            </a:extLst>
          </p:cNvPr>
          <p:cNvSpPr txBox="1"/>
          <p:nvPr/>
        </p:nvSpPr>
        <p:spPr>
          <a:xfrm>
            <a:off x="4981496" y="12140496"/>
            <a:ext cx="222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Desain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Produk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AEEF95B-6D1A-49E7-B311-2541A0AB8832}"/>
              </a:ext>
            </a:extLst>
          </p:cNvPr>
          <p:cNvSpPr txBox="1"/>
          <p:nvPr/>
        </p:nvSpPr>
        <p:spPr>
          <a:xfrm>
            <a:off x="5485897" y="11040537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F9308B-5ACC-45D0-9EB7-812307A435FC}"/>
              </a:ext>
            </a:extLst>
          </p:cNvPr>
          <p:cNvSpPr txBox="1"/>
          <p:nvPr/>
        </p:nvSpPr>
        <p:spPr>
          <a:xfrm>
            <a:off x="855634" y="1651394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F41650-2EF6-4475-9021-96C34BCCC2B1}"/>
              </a:ext>
            </a:extLst>
          </p:cNvPr>
          <p:cNvGrpSpPr/>
          <p:nvPr/>
        </p:nvGrpSpPr>
        <p:grpSpPr>
          <a:xfrm>
            <a:off x="-2995757" y="185773"/>
            <a:ext cx="15954505" cy="30069246"/>
            <a:chOff x="-5487555" y="-2658810"/>
            <a:chExt cx="31913164" cy="60146323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F5A0CFF-540E-4DB8-B8B6-2F515E50A4D7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5DB7E26-8611-4F36-B4B4-970AE26A66D1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C219AA5-1CEB-442E-8E8D-EC07726445B3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3C41FFE-E798-4CD7-A2FF-37EF677B30E4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F2153F0-ED3F-497B-9359-86BB9DA874C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1183085-3BFD-415E-A40E-404F3E8682CF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719280F-D5CE-4F2F-AFCE-8287936EFD7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E30E5AB-2FB5-4BFD-94D1-8D9D4B13B1D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6120029-4CBD-47BD-9D0E-3F2C97CE830D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75A3E7D-BB0A-476D-B26F-63DFE94DF6B7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7D75795-90EA-4F58-94EE-50D8A8E2ED94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15AD661-6CD7-41CB-9E5C-FE85306FDBBA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F6D81B4-448A-48AF-A2D3-BEA1C0870107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0733B8-D86E-425C-A66D-642F0EEC575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945AE85F-D7F1-490A-82B9-A5FBC03F8B7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6B1D5ED-8C2E-42BD-8DE8-96A85DD9F1D7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0714B21-45EB-49B2-A4FF-E270E56F91A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30B9F7E4-72BD-4C44-B795-57B35503600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A5E2012-638F-4A5A-AF7D-7FB7B30214B0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56456E7-4624-4D96-900B-AE10B433206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2F622C8-BA55-4D82-801A-805313B9B68F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30F02F78-ACDE-4B6B-B097-7689BA77261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9C49E79-95A2-4158-99F7-88CE8DA63C69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390A640F-E653-4103-9BD0-87B3E4F28E57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5A9BECD-6004-4E37-B6AD-1A8613E65A0C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18752E0B-2A3D-4C97-AA9A-78F8A60332F1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75F0126C-11B2-471B-8E9E-8D5D6647E629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75CA59B-D143-4255-84C6-94729D43872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BEA17F62-2909-481B-BBC4-0B5F11934CC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9E84BB09-DC53-4115-8A55-EDDA3204E18C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52BF7F22-CCE6-44DD-A55B-469F22DA8921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246E802-EA75-41DC-9AAD-2E05C8245F8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10EEE2A5-35D5-4A5A-8C22-D6FB56BA36DD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F68C942-03E1-41C6-B331-B0E9260DC7C6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06151CD5-7D6F-42C6-8110-2D0F6D2A313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630B3359-D3E9-45C9-8C34-358AA5952AE5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0E7FC9A-702E-4171-85F2-4AE36809440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10A3ED67-9605-416B-8BE7-E5C5D1386D2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7B057EEC-E771-4811-925B-DF464417E1C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6ABAA2C3-AF32-4D4E-A56E-6069F665B6C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B5821E-E2FA-40FB-B548-627A8B2010F2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E544E2FC-2DEE-45AA-8060-6B962F0484DB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78EC589-890C-476C-BD95-502CB5A105C7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C3684C66-C2CE-44A7-ADB9-1580035781C9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A83A3ED0-A9D4-4074-AF15-B275E693945C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FB0A740C-E7E7-4367-AAD3-8EE645CC2AA8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4F3C67AB-DCF0-4633-8790-23958FCE211B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2D289D3-DB80-4FF1-8FD8-BCB69D7B1A7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953B4D0-1BC6-40B2-AFB5-FAC9346295B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03875C8-04AB-412D-A53C-AAA4C41B8ED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0D6D0EC3-274E-462C-86FA-567697CBBBCF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C39EAB11-E55F-4C82-8CC3-C1CFEA6229BF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46585475-6A95-41D1-9791-5FBF8300A887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2BC47764-DAD5-4ECD-A984-4AD90E1E9283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E1577BD-1D4B-48AD-978C-455E10541EF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F30F94CF-DAE7-490B-B246-0D0C5473BC53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CA13DD06-C4D1-48F8-BB72-D00D3326806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537FC2B6-BFEA-4EA7-B286-7799B9998489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2D523B00-6077-4279-B832-05555F6F107E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EACE67B-7DB8-4A1F-873A-9127D9F8C3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6134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8B56EEF-8FD2-41FD-A63C-388261D72BC0}"/>
              </a:ext>
            </a:extLst>
          </p:cNvPr>
          <p:cNvGrpSpPr/>
          <p:nvPr/>
        </p:nvGrpSpPr>
        <p:grpSpPr>
          <a:xfrm>
            <a:off x="-222256" y="-2447543"/>
            <a:ext cx="13049229" cy="15238956"/>
            <a:chOff x="-444571" y="0"/>
            <a:chExt cx="26101857" cy="30481880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FCB654F-9BBD-4828-BB7C-F24343123EF1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8425C740-4FFB-451D-A932-E12E4D5B997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F07372D8-78B5-4660-A312-7ECEAC3E2BF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91A47BDF-FBF3-4D40-BC89-B14274BEF5CF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0BBC59A-EB23-4550-9E53-A30F052917D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5656B11-3B51-4F98-B30F-E8D268051B0F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2EA21372-16C5-4EE8-ACFE-45DD2E55BAD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93A1769E-0848-4AE0-A15C-35D338E6E46D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7E0FF37A-3D89-4A04-9B06-C80FA766A12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88592062-6D0B-4A99-AA0C-C843D76DAF1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32942C05-9C29-4057-8C8A-ABAA1C156C56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356A24E2-C44E-459E-B59C-75814012F8C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2BB1D63E-6DD5-45F1-9DF8-196D45F5D8B1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935FAAD-1C78-4363-A5BB-E43BA2747B00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18C75D6D-51C9-473F-8F55-F68B6A53C11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AC5E31D7-D964-4513-A1E6-52305A26CA64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62970E80-6F26-4CAB-A45C-9ADD38023F96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DCACACFA-86B9-4BBC-AD4E-1F545BFE231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E57890E6-3CAC-4A4B-8C1B-FAF0CB33468E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5889ECF5-537C-448B-8802-93297B5C7257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2EFA34CC-2326-4AA2-976E-C3F2A276B675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848AC712-DAA0-46BB-99A2-B47DEDC5725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A3CA67B-D14E-4F30-951A-FA737B5674A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81C1CB29-1011-4E46-A8BE-5E0E9596B36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41F533F7-3083-4AD0-A449-70A8C54A3C4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E680E3DC-FF49-47A9-860D-B82450133901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7CFB2DC4-CF77-4FD1-918A-D75AB79AB05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514C2377-A2A1-4CCA-8A06-D01481F3D281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BA229FA-3431-49AA-921C-4933C254501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FE3C4030-B0F0-4ED9-B7F8-FF4CAFBA4E8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5B841D2A-36DF-41A9-BCD5-2565C9CC2859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0040DBF6-68D0-4C42-AF14-1756FBDF913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B1DBB37D-EC19-4BCC-98EA-905702F42DF9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C252732-2077-4111-AD65-7F4CEC0A9BA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67C65660-F1D7-44FF-B02E-E5A6C720DAA7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0DAC9547-5514-4BB0-8A26-73DEE6F6584F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0D657DE5-8588-403F-86D6-6BB66969358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C056621F-5110-4D1A-AC12-62CADD51F961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4C763E57-5A0E-4F89-9758-6DBF4F6105C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C4E52534-62CE-4428-A63D-254B837E371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3082687A-2214-432F-B4CE-7E11458CD0C2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33B33EEB-73D6-40DC-8017-5C9E094C162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0CB60F41-56C5-4230-A832-994B5A26C20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8E562188-0BEB-478A-8D2A-661D4805A8A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C800C2CA-213E-4667-B408-CCE6FE10863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D98C0F88-1BC5-4F5B-BA2E-7FF044432197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AD2862FE-B7C3-4403-B39D-DCE24F860AF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7D66564B-35F3-48EB-B458-4A6ADB5AABD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1A080EFB-B4B3-40A4-AFFE-B41F005A9FB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69E20A9A-54B0-4396-82D7-7DA81E38720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74780B70-4F13-4660-A429-F341644E8488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6B0B967D-05F2-47D0-8EFD-CB79FAC0E77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5EE3E4EB-E014-45B6-B973-82E3A12CCA3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A286329C-08B8-4A3D-9508-DB217EB4678F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EA982F5F-7AF8-456F-8E3C-492BE8DBE33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954BC5E7-D85A-4D5C-8CED-3C74CA5D2608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E71BC88F-A74C-4925-890F-CC061AFBE25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D0106195-96B7-4803-A21E-00F0FC2478D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8A01A61-807F-4196-A5FC-DC6ABAD5C705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0BDE373C-E58F-4209-B4E3-DB9262A94DF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565A05-6D5F-4C4F-B1EE-2AC7F005F0EA}"/>
              </a:ext>
            </a:extLst>
          </p:cNvPr>
          <p:cNvGrpSpPr/>
          <p:nvPr/>
        </p:nvGrpSpPr>
        <p:grpSpPr>
          <a:xfrm>
            <a:off x="5868437" y="-1086836"/>
            <a:ext cx="455126" cy="8469293"/>
            <a:chOff x="19391061" y="-4253615"/>
            <a:chExt cx="910371" cy="16940792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4371EE-4590-4CD2-95D0-4CC87EAB9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8FB7B87-8D85-44A4-8AB4-DAA5F74CA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009D20B-3A3D-41C4-AFB2-E68BD4FB8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20CEC279-E336-4164-81AA-FF16D5F1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B0AAEBDA-BF2E-435C-A041-FC89DA450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D251AFDB-4228-42C5-9A65-43E565B4D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CB86E3B-1609-49CF-BDC9-31F0D164C751}"/>
              </a:ext>
            </a:extLst>
          </p:cNvPr>
          <p:cNvGrpSpPr/>
          <p:nvPr/>
        </p:nvGrpSpPr>
        <p:grpSpPr>
          <a:xfrm>
            <a:off x="4004767" y="-4305914"/>
            <a:ext cx="4182467" cy="4411537"/>
            <a:chOff x="8736553" y="3611344"/>
            <a:chExt cx="6914068" cy="7292746"/>
          </a:xfrm>
        </p:grpSpPr>
        <p:sp>
          <p:nvSpPr>
            <p:cNvPr id="6" name="One">
              <a:extLst>
                <a:ext uri="{FF2B5EF4-FFF2-40B4-BE49-F238E27FC236}">
                  <a16:creationId xmlns:a16="http://schemas.microsoft.com/office/drawing/2014/main" id="{A50F673D-ADCC-4B74-9A65-DD8AE6144D5F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wo">
              <a:extLst>
                <a:ext uri="{FF2B5EF4-FFF2-40B4-BE49-F238E27FC236}">
                  <a16:creationId xmlns:a16="http://schemas.microsoft.com/office/drawing/2014/main" id="{BB1C1FD0-B99A-4F38-896E-803C30700361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1">
                    <a:lumMod val="75000"/>
                  </a:schemeClr>
                </a:gs>
                <a:gs pos="0">
                  <a:schemeClr val="accent1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hree">
              <a:extLst>
                <a:ext uri="{FF2B5EF4-FFF2-40B4-BE49-F238E27FC236}">
                  <a16:creationId xmlns:a16="http://schemas.microsoft.com/office/drawing/2014/main" id="{127FB52B-E3CB-4DC9-8BB4-AA6D8C6C5399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1">
                    <a:lumMod val="75000"/>
                  </a:schemeClr>
                </a:gs>
                <a:gs pos="19000">
                  <a:schemeClr val="accent1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" name="Four">
              <a:extLst>
                <a:ext uri="{FF2B5EF4-FFF2-40B4-BE49-F238E27FC236}">
                  <a16:creationId xmlns:a16="http://schemas.microsoft.com/office/drawing/2014/main" id="{C14E20DF-68D2-4F6A-82BE-FC689C7DD536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9000">
                  <a:schemeClr val="accent1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6F9308B-5ACC-45D0-9EB7-812307A435FC}"/>
              </a:ext>
            </a:extLst>
          </p:cNvPr>
          <p:cNvSpPr txBox="1"/>
          <p:nvPr/>
        </p:nvSpPr>
        <p:spPr>
          <a:xfrm>
            <a:off x="855634" y="648062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3E3848-44D0-4E81-B833-83D6D1840C93}"/>
              </a:ext>
            </a:extLst>
          </p:cNvPr>
          <p:cNvSpPr txBox="1"/>
          <p:nvPr/>
        </p:nvSpPr>
        <p:spPr>
          <a:xfrm>
            <a:off x="4981496" y="-2722445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Pemilihan</a:t>
            </a:r>
            <a:r>
              <a:rPr kumimoji="0" lang="en-US" sz="18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Bahan Baku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715D2A-5EE9-4347-8F4D-800D3EC5E2FF}"/>
              </a:ext>
            </a:extLst>
          </p:cNvPr>
          <p:cNvSpPr txBox="1"/>
          <p:nvPr/>
        </p:nvSpPr>
        <p:spPr>
          <a:xfrm>
            <a:off x="5485897" y="-3763974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01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8F299CA-F8BA-4A46-A0E5-A5D9219D81BC}"/>
              </a:ext>
            </a:extLst>
          </p:cNvPr>
          <p:cNvGrpSpPr/>
          <p:nvPr/>
        </p:nvGrpSpPr>
        <p:grpSpPr>
          <a:xfrm>
            <a:off x="4194879" y="1706825"/>
            <a:ext cx="3802243" cy="4010488"/>
            <a:chOff x="1563688" y="3246708"/>
            <a:chExt cx="7605475" cy="8022019"/>
          </a:xfrm>
        </p:grpSpPr>
        <p:sp>
          <p:nvSpPr>
            <p:cNvPr id="93" name="One">
              <a:extLst>
                <a:ext uri="{FF2B5EF4-FFF2-40B4-BE49-F238E27FC236}">
                  <a16:creationId xmlns:a16="http://schemas.microsoft.com/office/drawing/2014/main" id="{55817D41-4332-4425-9B0B-08FE3138EFF5}"/>
                </a:ext>
              </a:extLst>
            </p:cNvPr>
            <p:cNvSpPr/>
            <p:nvPr/>
          </p:nvSpPr>
          <p:spPr>
            <a:xfrm>
              <a:off x="2288734" y="3567670"/>
              <a:ext cx="6155382" cy="611666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Two">
              <a:extLst>
                <a:ext uri="{FF2B5EF4-FFF2-40B4-BE49-F238E27FC236}">
                  <a16:creationId xmlns:a16="http://schemas.microsoft.com/office/drawing/2014/main" id="{39A71E27-7456-43B1-95AB-3EF745A9F314}"/>
                </a:ext>
              </a:extLst>
            </p:cNvPr>
            <p:cNvSpPr/>
            <p:nvPr/>
          </p:nvSpPr>
          <p:spPr>
            <a:xfrm>
              <a:off x="2197732" y="3708255"/>
              <a:ext cx="6337387" cy="6304832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2">
                    <a:lumMod val="75000"/>
                  </a:schemeClr>
                </a:gs>
                <a:gs pos="0">
                  <a:schemeClr val="accent2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hree">
              <a:extLst>
                <a:ext uri="{FF2B5EF4-FFF2-40B4-BE49-F238E27FC236}">
                  <a16:creationId xmlns:a16="http://schemas.microsoft.com/office/drawing/2014/main" id="{50DD8299-5050-443B-9731-57409DC69CF9}"/>
                </a:ext>
              </a:extLst>
            </p:cNvPr>
            <p:cNvSpPr/>
            <p:nvPr/>
          </p:nvSpPr>
          <p:spPr>
            <a:xfrm>
              <a:off x="1563688" y="3708255"/>
              <a:ext cx="7605475" cy="7560472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2">
                    <a:lumMod val="75000"/>
                  </a:schemeClr>
                </a:gs>
                <a:gs pos="19000">
                  <a:schemeClr val="accent2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Four">
              <a:extLst>
                <a:ext uri="{FF2B5EF4-FFF2-40B4-BE49-F238E27FC236}">
                  <a16:creationId xmlns:a16="http://schemas.microsoft.com/office/drawing/2014/main" id="{2E968528-E244-4015-A824-3F8C50CF7363}"/>
                </a:ext>
              </a:extLst>
            </p:cNvPr>
            <p:cNvSpPr/>
            <p:nvPr/>
          </p:nvSpPr>
          <p:spPr>
            <a:xfrm>
              <a:off x="2795924" y="3246708"/>
              <a:ext cx="5141002" cy="5117581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9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63143EA-847B-42FE-97AB-724DD317F5FD}"/>
              </a:ext>
            </a:extLst>
          </p:cNvPr>
          <p:cNvSpPr txBox="1"/>
          <p:nvPr/>
        </p:nvSpPr>
        <p:spPr>
          <a:xfrm>
            <a:off x="4981496" y="3583358"/>
            <a:ext cx="222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Desain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Produk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220C68E-B97A-4F5D-99A3-70BDECC91BA6}"/>
              </a:ext>
            </a:extLst>
          </p:cNvPr>
          <p:cNvSpPr txBox="1"/>
          <p:nvPr/>
        </p:nvSpPr>
        <p:spPr>
          <a:xfrm>
            <a:off x="5485897" y="2483398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02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5A7445D-EC78-4F6C-868E-1EC68D1D8ADD}"/>
              </a:ext>
            </a:extLst>
          </p:cNvPr>
          <p:cNvGrpSpPr/>
          <p:nvPr/>
        </p:nvGrpSpPr>
        <p:grpSpPr>
          <a:xfrm>
            <a:off x="4194879" y="7247835"/>
            <a:ext cx="3802242" cy="4010488"/>
            <a:chOff x="8736552" y="3611344"/>
            <a:chExt cx="6914067" cy="7292746"/>
          </a:xfrm>
        </p:grpSpPr>
        <p:sp>
          <p:nvSpPr>
            <p:cNvPr id="101" name="One">
              <a:extLst>
                <a:ext uri="{FF2B5EF4-FFF2-40B4-BE49-F238E27FC236}">
                  <a16:creationId xmlns:a16="http://schemas.microsoft.com/office/drawing/2014/main" id="{007080C4-CF4B-4CE2-944F-327D78FC05BE}"/>
                </a:ext>
              </a:extLst>
            </p:cNvPr>
            <p:cNvSpPr/>
            <p:nvPr/>
          </p:nvSpPr>
          <p:spPr>
            <a:xfrm>
              <a:off x="9395685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Two">
              <a:extLst>
                <a:ext uri="{FF2B5EF4-FFF2-40B4-BE49-F238E27FC236}">
                  <a16:creationId xmlns:a16="http://schemas.microsoft.com/office/drawing/2014/main" id="{BCBFB09D-1E3A-45C2-949B-A01B1D1051EE}"/>
                </a:ext>
              </a:extLst>
            </p:cNvPr>
            <p:cNvSpPr/>
            <p:nvPr/>
          </p:nvSpPr>
          <p:spPr>
            <a:xfrm>
              <a:off x="9312956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3">
                    <a:lumMod val="75000"/>
                  </a:schemeClr>
                </a:gs>
                <a:gs pos="0">
                  <a:schemeClr val="accent3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Three">
              <a:extLst>
                <a:ext uri="{FF2B5EF4-FFF2-40B4-BE49-F238E27FC236}">
                  <a16:creationId xmlns:a16="http://schemas.microsoft.com/office/drawing/2014/main" id="{1A4726EF-9009-455F-AEB4-0D99FD563EF4}"/>
                </a:ext>
              </a:extLst>
            </p:cNvPr>
            <p:cNvSpPr/>
            <p:nvPr/>
          </p:nvSpPr>
          <p:spPr>
            <a:xfrm>
              <a:off x="8736552" y="4030932"/>
              <a:ext cx="6914067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3">
                    <a:lumMod val="75000"/>
                  </a:schemeClr>
                </a:gs>
                <a:gs pos="19000">
                  <a:schemeClr val="accent3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Four">
              <a:extLst>
                <a:ext uri="{FF2B5EF4-FFF2-40B4-BE49-F238E27FC236}">
                  <a16:creationId xmlns:a16="http://schemas.microsoft.com/office/drawing/2014/main" id="{AFE8EC35-A45C-433D-B5A6-B0FA081F33E5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3">
                    <a:lumMod val="60000"/>
                    <a:lumOff val="40000"/>
                  </a:schemeClr>
                </a:gs>
                <a:gs pos="9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2A590914-F439-4428-B273-32AD66077974}"/>
              </a:ext>
            </a:extLst>
          </p:cNvPr>
          <p:cNvSpPr txBox="1"/>
          <p:nvPr/>
        </p:nvSpPr>
        <p:spPr>
          <a:xfrm>
            <a:off x="4981496" y="8658528"/>
            <a:ext cx="222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Produksi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A03D902-45EF-44B8-AB4C-50BC4140C7BC}"/>
              </a:ext>
            </a:extLst>
          </p:cNvPr>
          <p:cNvSpPr txBox="1"/>
          <p:nvPr/>
        </p:nvSpPr>
        <p:spPr>
          <a:xfrm>
            <a:off x="5485897" y="7558568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03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128FF1F-578E-4DE9-8E00-59DE3F384846}"/>
              </a:ext>
            </a:extLst>
          </p:cNvPr>
          <p:cNvGrpSpPr/>
          <p:nvPr/>
        </p:nvGrpSpPr>
        <p:grpSpPr>
          <a:xfrm>
            <a:off x="-2995757" y="-8177069"/>
            <a:ext cx="15954505" cy="30069246"/>
            <a:chOff x="-5487555" y="-2658810"/>
            <a:chExt cx="31913164" cy="60146323"/>
          </a:xfrm>
        </p:grpSpPr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14B1C47A-4050-4F12-937D-B5921EA9B3BF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834DC2A0-8CD9-486C-9A01-D100CC3D4864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A5A78C1F-88AE-46B8-8FA7-C72FCB72ABC4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2F45A96A-6FC2-466C-9955-17DECF130918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14B8BB6B-A7DC-4FBD-9953-111967CE3B62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60F216E2-5F32-4678-BC89-4FDC5C4D3DF8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B098ED1F-2F29-4D98-BEF5-0A4F1C47586B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1406A7A8-0CB0-454A-A46D-54F76FD9B54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A31AFC7E-23E3-4020-8CE0-E7ECDD5AB73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3B57D211-5658-4D22-964B-821C8F04F22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B33F515D-2243-4EF3-A994-F56B3AEAE6B9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BA652720-6B97-4C51-BD63-14121CAC517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B37D88B0-9C4A-4618-A6F8-9E9353E7C59D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0B873B74-8CE6-4BB6-97B6-7CCABF73F421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52838944-F5B0-4EE8-A371-9D9D1502CBA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B16499A7-531B-4F31-9851-D7AAC97DE120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97F50A71-89F0-410D-85A6-79F8BCF1A2D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FD9AB411-DB22-4224-A2C4-ECDF752979F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2F62E8B6-E70F-4717-8319-5A90A5E53F14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A91353D7-A6F0-4091-B3DF-0D8244AEAD3C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5733D7E-F842-499E-BC2C-1AB7F51B088E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F28DF9A3-ACCF-44E0-B920-A0C3BF323A94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E135E690-898F-406B-9441-C8A736FEF5BC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5816441E-C4C6-4C64-A056-55654435DCE1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15011500-3E70-4BD8-A562-3C282520D03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380D0546-BB28-4A03-8D83-B75B6348204B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6FB749D3-36EC-478C-9F39-AE1A8FCBD39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A07B07FD-639F-4633-9EC1-26B5456A137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E170BE1-9B7E-46A2-B689-09B7D217986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36E245C5-330A-4DE8-822C-4EBF9862E1D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EC2AF23F-A958-43A3-B77E-8EAB57E3F816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B6D4BB9-3181-4D4B-908A-7856B1D1290B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74773F79-2F31-4D45-A201-0D6A2E6EDF76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3D7D43B0-BEAC-4432-9BFE-4410B827A166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FF8038FC-CA33-4C6D-B639-98BA86D04B47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7352AB78-7939-4461-B684-4DA5E3A1D3B6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95A51629-5804-4AA7-8898-612F8A55FE86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7D4AA969-D48E-4EBF-A5CB-AD8B093D22D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AD73AD9A-7C5D-4F00-8C92-6303F8EEEF5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D6EB1101-88E7-46CD-AD25-153C1A0BC5C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749743E-40D6-47EC-8894-36DF80928D0E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77D25E4C-4CD8-47C4-8AE3-22ACCC3350AF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9E8FE7F3-0479-4A00-A756-42453330FEBF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D66C0492-6073-42F7-8C55-7B89BF3FB4E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B6E0A6AD-B3DB-4296-817E-8B0968F440B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01917A88-B477-4C12-897A-F43B1C2D338D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B469A98C-4BD7-4CC7-A67E-CC400B56D7A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39331B1D-BFF8-493F-96A1-096D4758B4C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B7CE3C5B-13CB-4E23-91C5-401EA0FACA04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193994D-AB75-4522-9B64-CC934162B2C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A03F0625-256C-4802-B5E1-91F385119A3E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69229CE9-46C3-4865-930C-740E633742BE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BC912A20-E8B5-485C-B6E0-17D174E86289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F5525B08-F167-44AE-AD37-DAFA97DDF2B7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AC19A08-9C84-40FB-B4D7-1356168348E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E7821393-EC81-459D-B0E5-3D39FD739182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EE676385-C3BA-49F5-927D-96637280543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DB2A6557-CC09-443F-AE11-592A70E1696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682D019-9DDD-4B81-9297-CBC6B6BA00F4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95874938-E60C-47C0-B1DC-DB3AEA4959D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23829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147">
            <a:extLst>
              <a:ext uri="{FF2B5EF4-FFF2-40B4-BE49-F238E27FC236}">
                <a16:creationId xmlns:a16="http://schemas.microsoft.com/office/drawing/2014/main" id="{85E42368-FFE4-4550-A972-A0256EC406A9}"/>
              </a:ext>
            </a:extLst>
          </p:cNvPr>
          <p:cNvGrpSpPr/>
          <p:nvPr/>
        </p:nvGrpSpPr>
        <p:grpSpPr>
          <a:xfrm>
            <a:off x="-222256" y="-4771550"/>
            <a:ext cx="13049229" cy="15238956"/>
            <a:chOff x="-444571" y="0"/>
            <a:chExt cx="26101857" cy="30481880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E1D01602-9DCD-4FA9-BC97-025149EB46AF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A854B213-2E80-4BF0-9234-AAD79420400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ADA1173-3183-4990-99C5-A53AFE1C92ED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77EB1FA3-DA84-4854-973D-4F761FA34AF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0F6F72A4-CCC3-4703-8992-3B160DC297A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D583BBB7-C816-4F44-BEA4-3A968C96B7AD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BD4AC32A-149D-48EB-A8DB-B1050B6490F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A1CA4DF0-0211-403E-98DF-90A71DE3B941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AD252EC9-33FC-4E67-B27E-141B05E0141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82FDFCF4-6DB4-4567-8907-44623C8ECD9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BF3E8C16-D33F-4501-B6D5-913F8F851EF6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4E541DEA-6A47-4A0E-81A7-E0F65D69F237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4F414300-2754-45CF-922C-842D617B4533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A4547D8F-B0E6-4D8D-AE7D-803EF388102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5E23125-4275-47E9-9EC1-30F9A7D1E292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39E0B8EE-1069-49B7-A545-8C67D0E6488E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38DD46B-8426-431D-A68D-42720E07724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992E1A27-3FC0-4E07-800C-EF785C0D042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28C0787E-461F-4196-BA8A-DE71E53183A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35B4CBD1-9BD1-4093-93EE-B5BD58A758B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14E1193F-23A4-41E1-9771-A0783D370A5B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41A7525A-C38C-41AA-BE5A-74E8BB5739A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F0D00D32-5762-4AF8-9A47-2CD78D4E19D6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52204FEB-3000-4684-8D85-8447FE7EAEA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362F4AAC-7FF0-48BF-9F8D-556440FDB37C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5CFEB0B4-75D1-45E0-9304-704AFF03D026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7C8CE07F-F6BA-484A-BEC0-BBD08AF0F1A6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55DB1B48-969E-4928-BCEB-5BFCE779756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157B0807-ACB8-494B-B553-5E6ED6ADD13D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E2757DF6-BD79-4F3C-B3B0-2E7A18D4A4B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F23280B0-F7C5-43BE-B3FD-DE4246AEF9FB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AB7BE11-CAC9-42DE-AD8A-53B5FEF2943F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FA70F5E5-D70C-4944-B218-C1C2F87BB93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3417C5A4-32DD-4782-82A8-9A68C6925FE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8398EE6C-9410-49FD-B72C-6C736F0F03C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6AC648CD-6648-4597-BE0B-95DBE617B408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6D8DA353-BB8C-4582-B9B6-6EBA2509EBE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2801889F-6B17-4848-8E18-C86F51E91B6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ED93C89A-1FC6-4BE3-BE51-EA2502D7FA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D34DF639-5AE0-4950-A331-072B9560812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F5305B15-204C-4C72-BF03-46D04C4FCD8B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1E16C6E2-D25B-40B6-9971-845A4941B0B9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95164C92-9FC5-4D88-A732-C2099C43F51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1BD13E34-A51B-481D-BF79-6346257C3A5F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6D2C853D-EA8B-41FE-884C-038268DD45F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9799894B-FE0B-40A5-B136-6027EA285430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E6171E5F-C5AD-46D0-BC60-004C35AFBDF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AD1887F9-408C-4A05-AC9C-D8093B65F57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DED8A0DB-6253-4B5A-9DD2-13C60D056B4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0C8F66AB-AC04-42E2-ADE0-78D4305FDBB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12F2732F-C87E-4066-A682-9CE95394B358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FDC9FC67-A4E3-4A4A-AEE6-87469C1AFC4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7B5049E2-0EA9-42F0-937A-587C98D6B8B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9A1025F7-32D3-4767-920B-40C160493E4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3BBCADD9-5A66-4B5F-A4FE-28202DE0815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8C2B1E7E-B3BC-451F-9173-D8345B763875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CFE059AA-55BE-4DB4-BD41-D69E4C2BD36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73F5A957-79EC-4E46-8C04-51A9DE633B2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F22A21FB-FB3A-4865-AA23-86D4144EF7F3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F1E737A1-64C7-4D89-94A3-B7703DB916B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3565A05-6D5F-4C4F-B1EE-2AC7F005F0EA}"/>
              </a:ext>
            </a:extLst>
          </p:cNvPr>
          <p:cNvGrpSpPr/>
          <p:nvPr/>
        </p:nvGrpSpPr>
        <p:grpSpPr>
          <a:xfrm>
            <a:off x="5868437" y="-523043"/>
            <a:ext cx="455126" cy="8469293"/>
            <a:chOff x="19391061" y="-4253615"/>
            <a:chExt cx="910371" cy="16940792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4371EE-4590-4CD2-95D0-4CC87EAB9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78FB7B87-8D85-44A4-8AB4-DAA5F74CA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009D20B-3A3D-41C4-AFB2-E68BD4FB8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20CEC279-E336-4164-81AA-FF16D5F13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70" name="Graphic 69">
              <a:extLst>
                <a:ext uri="{FF2B5EF4-FFF2-40B4-BE49-F238E27FC236}">
                  <a16:creationId xmlns:a16="http://schemas.microsoft.com/office/drawing/2014/main" id="{B0AAEBDA-BF2E-435C-A041-FC89DA450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71" name="Graphic 70">
              <a:extLst>
                <a:ext uri="{FF2B5EF4-FFF2-40B4-BE49-F238E27FC236}">
                  <a16:creationId xmlns:a16="http://schemas.microsoft.com/office/drawing/2014/main" id="{D251AFDB-4228-42C5-9A65-43E565B4D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6F9308B-5ACC-45D0-9EB7-812307A435FC}"/>
              </a:ext>
            </a:extLst>
          </p:cNvPr>
          <p:cNvSpPr txBox="1"/>
          <p:nvPr/>
        </p:nvSpPr>
        <p:spPr>
          <a:xfrm>
            <a:off x="855634" y="648062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8F299CA-F8BA-4A46-A0E5-A5D9219D81BC}"/>
              </a:ext>
            </a:extLst>
          </p:cNvPr>
          <p:cNvGrpSpPr/>
          <p:nvPr/>
        </p:nvGrpSpPr>
        <p:grpSpPr>
          <a:xfrm>
            <a:off x="4194879" y="-4116568"/>
            <a:ext cx="3802243" cy="4010488"/>
            <a:chOff x="1563688" y="3246708"/>
            <a:chExt cx="7605475" cy="8022019"/>
          </a:xfrm>
        </p:grpSpPr>
        <p:sp>
          <p:nvSpPr>
            <p:cNvPr id="93" name="One">
              <a:extLst>
                <a:ext uri="{FF2B5EF4-FFF2-40B4-BE49-F238E27FC236}">
                  <a16:creationId xmlns:a16="http://schemas.microsoft.com/office/drawing/2014/main" id="{55817D41-4332-4425-9B0B-08FE3138EFF5}"/>
                </a:ext>
              </a:extLst>
            </p:cNvPr>
            <p:cNvSpPr/>
            <p:nvPr/>
          </p:nvSpPr>
          <p:spPr>
            <a:xfrm>
              <a:off x="2288734" y="3567670"/>
              <a:ext cx="6155382" cy="611666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4" name="Two">
              <a:extLst>
                <a:ext uri="{FF2B5EF4-FFF2-40B4-BE49-F238E27FC236}">
                  <a16:creationId xmlns:a16="http://schemas.microsoft.com/office/drawing/2014/main" id="{39A71E27-7456-43B1-95AB-3EF745A9F314}"/>
                </a:ext>
              </a:extLst>
            </p:cNvPr>
            <p:cNvSpPr/>
            <p:nvPr/>
          </p:nvSpPr>
          <p:spPr>
            <a:xfrm>
              <a:off x="2197732" y="3708255"/>
              <a:ext cx="6337387" cy="6304832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2">
                    <a:lumMod val="75000"/>
                  </a:schemeClr>
                </a:gs>
                <a:gs pos="0">
                  <a:schemeClr val="accent2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hree">
              <a:extLst>
                <a:ext uri="{FF2B5EF4-FFF2-40B4-BE49-F238E27FC236}">
                  <a16:creationId xmlns:a16="http://schemas.microsoft.com/office/drawing/2014/main" id="{50DD8299-5050-443B-9731-57409DC69CF9}"/>
                </a:ext>
              </a:extLst>
            </p:cNvPr>
            <p:cNvSpPr/>
            <p:nvPr/>
          </p:nvSpPr>
          <p:spPr>
            <a:xfrm>
              <a:off x="1563688" y="3708255"/>
              <a:ext cx="7605475" cy="7560472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2">
                    <a:lumMod val="75000"/>
                  </a:schemeClr>
                </a:gs>
                <a:gs pos="19000">
                  <a:schemeClr val="accent2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6" name="Four">
              <a:extLst>
                <a:ext uri="{FF2B5EF4-FFF2-40B4-BE49-F238E27FC236}">
                  <a16:creationId xmlns:a16="http://schemas.microsoft.com/office/drawing/2014/main" id="{2E968528-E244-4015-A824-3F8C50CF7363}"/>
                </a:ext>
              </a:extLst>
            </p:cNvPr>
            <p:cNvSpPr/>
            <p:nvPr/>
          </p:nvSpPr>
          <p:spPr>
            <a:xfrm>
              <a:off x="2795924" y="3246708"/>
              <a:ext cx="5141002" cy="5117581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2">
                    <a:lumMod val="60000"/>
                    <a:lumOff val="40000"/>
                  </a:schemeClr>
                </a:gs>
                <a:gs pos="9000">
                  <a:schemeClr val="accent2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63143EA-847B-42FE-97AB-724DD317F5FD}"/>
              </a:ext>
            </a:extLst>
          </p:cNvPr>
          <p:cNvSpPr txBox="1"/>
          <p:nvPr/>
        </p:nvSpPr>
        <p:spPr>
          <a:xfrm>
            <a:off x="4981496" y="-2672108"/>
            <a:ext cx="222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Desain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Produk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220C68E-B97A-4F5D-99A3-70BDECC91BA6}"/>
              </a:ext>
            </a:extLst>
          </p:cNvPr>
          <p:cNvSpPr txBox="1"/>
          <p:nvPr/>
        </p:nvSpPr>
        <p:spPr>
          <a:xfrm>
            <a:off x="5485897" y="-3772067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02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1BCA261-96A6-4B4B-853B-FA20B852EB14}"/>
              </a:ext>
            </a:extLst>
          </p:cNvPr>
          <p:cNvGrpSpPr/>
          <p:nvPr/>
        </p:nvGrpSpPr>
        <p:grpSpPr>
          <a:xfrm>
            <a:off x="4194879" y="1880896"/>
            <a:ext cx="3802242" cy="4010488"/>
            <a:chOff x="8736552" y="3611344"/>
            <a:chExt cx="6914067" cy="7292746"/>
          </a:xfrm>
        </p:grpSpPr>
        <p:sp>
          <p:nvSpPr>
            <p:cNvPr id="108" name="One">
              <a:extLst>
                <a:ext uri="{FF2B5EF4-FFF2-40B4-BE49-F238E27FC236}">
                  <a16:creationId xmlns:a16="http://schemas.microsoft.com/office/drawing/2014/main" id="{030961FA-E979-4821-86F3-3238F6CFA609}"/>
                </a:ext>
              </a:extLst>
            </p:cNvPr>
            <p:cNvSpPr/>
            <p:nvPr/>
          </p:nvSpPr>
          <p:spPr>
            <a:xfrm>
              <a:off x="9395685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Two">
              <a:extLst>
                <a:ext uri="{FF2B5EF4-FFF2-40B4-BE49-F238E27FC236}">
                  <a16:creationId xmlns:a16="http://schemas.microsoft.com/office/drawing/2014/main" id="{6C5AF791-CF00-4AD7-AEF7-0448FF5EAAD1}"/>
                </a:ext>
              </a:extLst>
            </p:cNvPr>
            <p:cNvSpPr/>
            <p:nvPr/>
          </p:nvSpPr>
          <p:spPr>
            <a:xfrm>
              <a:off x="9312956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3">
                    <a:lumMod val="75000"/>
                  </a:schemeClr>
                </a:gs>
                <a:gs pos="0">
                  <a:schemeClr val="accent3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Three">
              <a:extLst>
                <a:ext uri="{FF2B5EF4-FFF2-40B4-BE49-F238E27FC236}">
                  <a16:creationId xmlns:a16="http://schemas.microsoft.com/office/drawing/2014/main" id="{0C4186A7-568D-4257-8905-4857A4DF0990}"/>
                </a:ext>
              </a:extLst>
            </p:cNvPr>
            <p:cNvSpPr/>
            <p:nvPr/>
          </p:nvSpPr>
          <p:spPr>
            <a:xfrm>
              <a:off x="8736552" y="4030932"/>
              <a:ext cx="6914067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3">
                    <a:lumMod val="75000"/>
                  </a:schemeClr>
                </a:gs>
                <a:gs pos="19000">
                  <a:schemeClr val="accent3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1" name="Four">
              <a:extLst>
                <a:ext uri="{FF2B5EF4-FFF2-40B4-BE49-F238E27FC236}">
                  <a16:creationId xmlns:a16="http://schemas.microsoft.com/office/drawing/2014/main" id="{F20DAB64-D657-4F4C-BB61-BF4AE54FF0E1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3">
                    <a:lumMod val="60000"/>
                    <a:lumOff val="40000"/>
                  </a:schemeClr>
                </a:gs>
                <a:gs pos="9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5EA8058-8708-4FB2-8918-8F7B589B5CDE}"/>
              </a:ext>
            </a:extLst>
          </p:cNvPr>
          <p:cNvSpPr txBox="1"/>
          <p:nvPr/>
        </p:nvSpPr>
        <p:spPr>
          <a:xfrm>
            <a:off x="4981496" y="3924636"/>
            <a:ext cx="222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Produksi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F3E0961-0FFF-49DC-8176-6356E22B0711}"/>
              </a:ext>
            </a:extLst>
          </p:cNvPr>
          <p:cNvSpPr txBox="1"/>
          <p:nvPr/>
        </p:nvSpPr>
        <p:spPr>
          <a:xfrm>
            <a:off x="5485897" y="2824677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03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F94DE0B4-5DFA-4164-8789-6AA47A1B7CD6}"/>
              </a:ext>
            </a:extLst>
          </p:cNvPr>
          <p:cNvGrpSpPr/>
          <p:nvPr/>
        </p:nvGrpSpPr>
        <p:grpSpPr>
          <a:xfrm>
            <a:off x="4004767" y="7117197"/>
            <a:ext cx="4182467" cy="4411537"/>
            <a:chOff x="8736553" y="3611344"/>
            <a:chExt cx="6914068" cy="7292746"/>
          </a:xfrm>
        </p:grpSpPr>
        <p:sp>
          <p:nvSpPr>
            <p:cNvPr id="141" name="One">
              <a:extLst>
                <a:ext uri="{FF2B5EF4-FFF2-40B4-BE49-F238E27FC236}">
                  <a16:creationId xmlns:a16="http://schemas.microsoft.com/office/drawing/2014/main" id="{D2E2A835-68C6-4767-9ECF-4AD55263C73D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2" name="Two">
              <a:extLst>
                <a:ext uri="{FF2B5EF4-FFF2-40B4-BE49-F238E27FC236}">
                  <a16:creationId xmlns:a16="http://schemas.microsoft.com/office/drawing/2014/main" id="{CF2626D1-A7DB-4AFB-B786-CFF211210E63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4">
                    <a:lumMod val="75000"/>
                  </a:schemeClr>
                </a:gs>
                <a:gs pos="0">
                  <a:schemeClr val="accent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3" name="Three">
              <a:extLst>
                <a:ext uri="{FF2B5EF4-FFF2-40B4-BE49-F238E27FC236}">
                  <a16:creationId xmlns:a16="http://schemas.microsoft.com/office/drawing/2014/main" id="{DE906B25-DAA3-47FC-9534-6F195DB21F9D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4">
                    <a:lumMod val="75000"/>
                  </a:schemeClr>
                </a:gs>
                <a:gs pos="19000">
                  <a:schemeClr val="accent4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4" name="Four">
              <a:extLst>
                <a:ext uri="{FF2B5EF4-FFF2-40B4-BE49-F238E27FC236}">
                  <a16:creationId xmlns:a16="http://schemas.microsoft.com/office/drawing/2014/main" id="{33BBF573-76A5-4FA4-8113-4DEADD0AEEF5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9000">
                  <a:schemeClr val="accent4">
                    <a:alpha val="0"/>
                    <a:lumMod val="60000"/>
                    <a:lumOff val="4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5" name="TextBox 144">
            <a:extLst>
              <a:ext uri="{FF2B5EF4-FFF2-40B4-BE49-F238E27FC236}">
                <a16:creationId xmlns:a16="http://schemas.microsoft.com/office/drawing/2014/main" id="{8A3A7CF6-26FB-4B9B-986D-A24893ED50BE}"/>
              </a:ext>
            </a:extLst>
          </p:cNvPr>
          <p:cNvSpPr txBox="1"/>
          <p:nvPr/>
        </p:nvSpPr>
        <p:spPr>
          <a:xfrm>
            <a:off x="4981496" y="8635364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Quality 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Assurance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3DE4A63-C96B-4CB6-9283-91A1B96E15AB}"/>
              </a:ext>
            </a:extLst>
          </p:cNvPr>
          <p:cNvSpPr txBox="1"/>
          <p:nvPr/>
        </p:nvSpPr>
        <p:spPr>
          <a:xfrm>
            <a:off x="5485897" y="7535404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04</a:t>
            </a: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82480C8-E96A-4F6D-B13D-7D314FE685E9}"/>
              </a:ext>
            </a:extLst>
          </p:cNvPr>
          <p:cNvGrpSpPr/>
          <p:nvPr/>
        </p:nvGrpSpPr>
        <p:grpSpPr>
          <a:xfrm>
            <a:off x="-2995757" y="-14166370"/>
            <a:ext cx="15954505" cy="30069246"/>
            <a:chOff x="-5487555" y="-2658810"/>
            <a:chExt cx="31913164" cy="60146323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10F39EF-404A-45DA-B13B-7CE54ED9425A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44D07C16-9EBA-4C25-A01C-383026CF009C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B0C88C6A-7E7E-4C9C-8C04-992643936E43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1CE34B5C-6F73-4CC4-BCF2-C85BD05C992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64761F59-B834-4005-8610-C14E74F4228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ABB45632-869E-4487-8A08-F5CB7D496571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6A90B1C-D648-4476-95FC-CD18DCE16A8F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497A184D-C18C-4400-BE6A-848B893A917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1521D373-B2E6-4EB7-934B-F7603044E0E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0CD3CC2C-2D83-44AF-92D5-F3505E65CA1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742C8A9-0DFA-48DC-90C6-B425FC71F385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C35CF16-0000-436B-9FB7-C5EBA7B2A427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B93AF14A-D522-4617-A127-1F8960676900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A43D7193-AE44-45E5-AAC4-5FF2C56AE330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EA1B6EF3-D59F-43C7-8F10-610E8923343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D828CCF4-C693-456E-82F7-1AB46CE16EFA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6D2CA9B6-7639-4797-9514-81456AB8831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0681DC58-D803-4A98-ADBF-A66A27E59E1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E4CCEF89-9490-418F-BE17-5FF3F8F17FE5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1F38B179-C134-4E5A-9DF7-2A62E53DC6F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221EA453-0131-4C32-874B-25531FA9C9C9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2055FF20-E855-49A6-A80E-43C2799B2B23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C2D3AB82-6DC4-47B2-B623-B1DC84FC7856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870FC647-B26E-4EC6-92D5-63B09D4EFAEF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E0E440FA-D8C0-46C4-8D93-4C369BCBD13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4D1D6C82-85C5-4F8A-AC70-273B17E0EBD5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95900B5-7880-45EB-A6D9-7107A7B29799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71FFBDD-7655-4C40-B1DC-F7BB3F47315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5E6BFCF4-BD75-4CC4-B4FF-CAA2D36B497E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EA6B10D8-DD5A-41F1-9F55-DC1C8423802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1458E5D0-8705-47C4-9270-B823258CE6BC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65A89996-26BE-4A5B-878D-916BB4C0F387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63C8A2E6-5B2F-4340-9645-473F7F2558FD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7D67FB43-81AF-4C33-AAD4-4E01619000DF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5EC92485-2A11-410B-B11F-EB47523A788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D8962312-ED69-46BB-A2FE-64DB5DAADC34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E8B6160A-0FF2-4A92-90DB-F7E64C7E2A72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A45A0F5E-72AF-417B-B22D-0BBFE3D3806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2447BE46-97FA-469E-9421-FB096D3298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3044FA1F-8C67-49DA-935F-71E4AA77D5D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33A636DA-864F-40AC-BEFF-327CAB00EE16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CF7BEEA9-C983-42B1-A50F-DB5FEFA09F03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5514FDAE-484C-411A-8495-391DD72107E4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409DCB41-E8B6-49A0-A585-D5BDB8C3EA2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DC060535-F44D-4159-8C09-FEEC121C232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D354B8F-B0FA-4218-98F5-2FDDBCB5C424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716A046A-E754-44DD-A8CC-029CB19CABE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1939129B-9940-4D7B-B478-1EA0E1F50B83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EAE07FE4-2DC7-4DBB-B336-699C84458D0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29A0C720-030E-4678-B53E-54454D78409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63212EF0-37E6-46A2-8C99-B5CF68603E55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1B7C7384-41DD-4350-A09B-882AD0CF5D5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71834EBC-5E9C-4258-B600-62DC734B5BD1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B0FECD03-F4B1-43E6-B757-1E8748074011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75836944-A7E5-40E9-9D88-978A8954084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BF250796-C6BD-4D7F-A163-7CDA426215DB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429098CF-E2A7-4C8B-8863-5215BE5EC6BE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FE0F3A1-A119-4B2E-B68E-57D86F943EA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91D2BC04-574C-48A8-8700-CD2FD44BA13E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9A929710-BEFC-489A-AF0C-7E7513010CC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99959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3AB7E99-14D1-4843-AE7B-08AB8401C8C3}"/>
              </a:ext>
            </a:extLst>
          </p:cNvPr>
          <p:cNvGrpSpPr/>
          <p:nvPr/>
        </p:nvGrpSpPr>
        <p:grpSpPr>
          <a:xfrm>
            <a:off x="5868437" y="-1611740"/>
            <a:ext cx="455126" cy="8469293"/>
            <a:chOff x="19391061" y="-4253615"/>
            <a:chExt cx="910371" cy="16940792"/>
          </a:xfrm>
        </p:grpSpPr>
        <p:pic>
          <p:nvPicPr>
            <p:cNvPr id="405" name="Graphic 404">
              <a:extLst>
                <a:ext uri="{FF2B5EF4-FFF2-40B4-BE49-F238E27FC236}">
                  <a16:creationId xmlns:a16="http://schemas.microsoft.com/office/drawing/2014/main" id="{CF2C0880-8375-4E15-A80E-EA0DD6D8B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406" name="Graphic 405">
              <a:extLst>
                <a:ext uri="{FF2B5EF4-FFF2-40B4-BE49-F238E27FC236}">
                  <a16:creationId xmlns:a16="http://schemas.microsoft.com/office/drawing/2014/main" id="{2285E70F-A619-4839-BF40-292A617EB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407" name="Graphic 406">
              <a:extLst>
                <a:ext uri="{FF2B5EF4-FFF2-40B4-BE49-F238E27FC236}">
                  <a16:creationId xmlns:a16="http://schemas.microsoft.com/office/drawing/2014/main" id="{D3265D26-DEEA-4520-98C8-6832166A8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408" name="Graphic 407">
              <a:extLst>
                <a:ext uri="{FF2B5EF4-FFF2-40B4-BE49-F238E27FC236}">
                  <a16:creationId xmlns:a16="http://schemas.microsoft.com/office/drawing/2014/main" id="{55A59780-47C1-4FC4-978F-F494F216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409" name="Graphic 408">
              <a:extLst>
                <a:ext uri="{FF2B5EF4-FFF2-40B4-BE49-F238E27FC236}">
                  <a16:creationId xmlns:a16="http://schemas.microsoft.com/office/drawing/2014/main" id="{626EFD90-681D-4E6E-8DA3-B1F3A67EA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410" name="Graphic 409">
              <a:extLst>
                <a:ext uri="{FF2B5EF4-FFF2-40B4-BE49-F238E27FC236}">
                  <a16:creationId xmlns:a16="http://schemas.microsoft.com/office/drawing/2014/main" id="{05B6D6B3-187A-493C-B03B-A0F40B4AD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BBC438-62AC-4BDE-801A-AB03723B4B20}"/>
              </a:ext>
            </a:extLst>
          </p:cNvPr>
          <p:cNvGrpSpPr/>
          <p:nvPr/>
        </p:nvGrpSpPr>
        <p:grpSpPr>
          <a:xfrm>
            <a:off x="-222256" y="-6596979"/>
            <a:ext cx="13049229" cy="15238956"/>
            <a:chOff x="-444571" y="0"/>
            <a:chExt cx="26101857" cy="30481880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65C0749D-2B81-40AD-B72A-B86EDFE0F586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5EAA9FE9-8308-47E9-A1B5-E2C56448D11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B3A94A00-BFB4-49B2-8013-E635BAA6E21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8644227D-EA65-43C5-839C-E4385475841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8BC0C678-7141-4621-BB08-073D899B0F5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C0D07458-DD0E-40A7-A66B-EEF5DB198FFC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B69FE1ED-1D04-4273-9D04-8AFA3B0346DE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89CF9B84-D07D-486C-8A78-2893AEC2017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939A2B58-DE24-43DA-ADBF-79AB1371CE6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379D46E0-6084-48C7-9785-BD1383F5884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547634C-93C3-4859-A55C-C2D014DF7191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AA092772-7831-4A3A-81F0-64AF9D809CF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5447E2AD-0473-4A3E-A3A4-1AC67963E0D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075245BF-ED95-44D0-B592-48889250A3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5CDE41E-2ED6-4CEF-A35E-641C18756CB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7BCC1178-747D-46D8-A2D4-E887C69BA6ED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B6390554-86A1-4089-8065-9A6AD951B6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32B98840-397A-44B8-B5E9-2A22FF1B9EC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6A5B5E93-EE7B-4183-9E38-C302BE9E5B2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7DE36863-6690-4EEA-B94F-9F04ED7EA09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8F41B3F8-A8B0-4BB6-9593-10A68C0E9767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3EDF2F90-E233-4D5D-8B3E-62D4E8C877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9086DEC4-2527-420B-98ED-CBE250BEDFE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9C7A90F7-22F5-4B49-A366-5D3B237E24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945460CA-F3B1-46F4-9322-B1F31BDF0D9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CCBCDE81-6A8F-4A61-9C9A-9CEBFFAF2126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83E83070-9BCD-4F59-B569-404B7EA877CF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8001CE03-1FC1-49BD-B18F-65A02B8C1F2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E05504F3-9D83-49B5-B4F9-E73AAF88DCB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0AA6DC6C-8A0A-4657-B944-44087A815D9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F023D3CC-6D1A-4768-890B-116CBDD3C0A3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EC7F57C9-3C1E-4A8E-AA3C-6D4C745F29F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231F417D-4878-49D8-8C68-0262431C013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A542CEAA-F282-4A92-AD30-20CAE39A094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4CB15969-4DC3-4D33-AA12-342BCABE726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2D2CB45B-057C-41AE-878F-42043DC37811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44996728-8AF6-405A-8B17-EEDA245BD1D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227AFF42-BC51-4A98-8BD5-8307C4D45F5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EAA3DCDE-51AB-4338-90A1-111F0390D57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753C694D-337B-475F-B9A2-13671EA396B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232ECC8F-7FA7-4C51-9FB8-90F1BF4011B2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69C8C6E8-C428-4356-8FA6-8F53C94211DB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C8ADB513-6DB7-4BC9-9113-48A5220E26C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978C122B-DCB7-4016-9391-6FCCF4753D2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78F9646C-6F3F-4153-BFC9-F8B392CAEF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9CF424A4-C856-40B1-862A-CFD089CEE44A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C908A9A1-5CAF-4566-9754-95DCA1D9E93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48455918-1304-4EE2-BF9E-C99D9380E6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7BD7407A-5DC6-4C3B-9273-9B2A4EB89FE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44529805-1B36-426C-920B-81F0C42056A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497FA6B6-6810-4DFA-95B2-01E95366DF94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44B0E533-F021-4CC7-92FB-140741C2F40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91E1938E-727A-4177-879C-3832D88B21B6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71F5EC8E-6440-4C41-92CA-D428E1ADBB6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8E68625A-B687-4C74-A01E-B88B644E910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BD0124B7-D050-4EEA-AFF7-8F38C8D365AB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4FC3E24-2427-4661-B5D5-643332B2680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B5C821C6-7245-47E3-9939-6FEE739C045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936F1C6-4F62-41B6-8861-021C1F5EA6F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54D08D5-DBA8-4205-8441-780C04E631A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BB4724C8-FD65-45F7-A34C-8504BCB5D6EC}"/>
              </a:ext>
            </a:extLst>
          </p:cNvPr>
          <p:cNvSpPr txBox="1"/>
          <p:nvPr/>
        </p:nvSpPr>
        <p:spPr>
          <a:xfrm>
            <a:off x="855634" y="648062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1BCA261-96A6-4B4B-853B-FA20B852EB14}"/>
              </a:ext>
            </a:extLst>
          </p:cNvPr>
          <p:cNvGrpSpPr/>
          <p:nvPr/>
        </p:nvGrpSpPr>
        <p:grpSpPr>
          <a:xfrm>
            <a:off x="4194879" y="-3822730"/>
            <a:ext cx="3802242" cy="4010488"/>
            <a:chOff x="8736552" y="3611344"/>
            <a:chExt cx="6914067" cy="7292746"/>
          </a:xfrm>
        </p:grpSpPr>
        <p:sp>
          <p:nvSpPr>
            <p:cNvPr id="108" name="One">
              <a:extLst>
                <a:ext uri="{FF2B5EF4-FFF2-40B4-BE49-F238E27FC236}">
                  <a16:creationId xmlns:a16="http://schemas.microsoft.com/office/drawing/2014/main" id="{030961FA-E979-4821-86F3-3238F6CFA609}"/>
                </a:ext>
              </a:extLst>
            </p:cNvPr>
            <p:cNvSpPr/>
            <p:nvPr/>
          </p:nvSpPr>
          <p:spPr>
            <a:xfrm>
              <a:off x="9395685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Two">
              <a:extLst>
                <a:ext uri="{FF2B5EF4-FFF2-40B4-BE49-F238E27FC236}">
                  <a16:creationId xmlns:a16="http://schemas.microsoft.com/office/drawing/2014/main" id="{6C5AF791-CF00-4AD7-AEF7-0448FF5EAAD1}"/>
                </a:ext>
              </a:extLst>
            </p:cNvPr>
            <p:cNvSpPr/>
            <p:nvPr/>
          </p:nvSpPr>
          <p:spPr>
            <a:xfrm>
              <a:off x="9312956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3">
                    <a:lumMod val="75000"/>
                  </a:schemeClr>
                </a:gs>
                <a:gs pos="0">
                  <a:schemeClr val="accent3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Three">
              <a:extLst>
                <a:ext uri="{FF2B5EF4-FFF2-40B4-BE49-F238E27FC236}">
                  <a16:creationId xmlns:a16="http://schemas.microsoft.com/office/drawing/2014/main" id="{0C4186A7-568D-4257-8905-4857A4DF0990}"/>
                </a:ext>
              </a:extLst>
            </p:cNvPr>
            <p:cNvSpPr/>
            <p:nvPr/>
          </p:nvSpPr>
          <p:spPr>
            <a:xfrm>
              <a:off x="8736552" y="4030932"/>
              <a:ext cx="6914067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3">
                    <a:lumMod val="75000"/>
                  </a:schemeClr>
                </a:gs>
                <a:gs pos="19000">
                  <a:schemeClr val="accent3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1" name="Four">
              <a:extLst>
                <a:ext uri="{FF2B5EF4-FFF2-40B4-BE49-F238E27FC236}">
                  <a16:creationId xmlns:a16="http://schemas.microsoft.com/office/drawing/2014/main" id="{F20DAB64-D657-4F4C-BB61-BF4AE54FF0E1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3">
                    <a:lumMod val="60000"/>
                    <a:lumOff val="40000"/>
                  </a:schemeClr>
                </a:gs>
                <a:gs pos="9000">
                  <a:schemeClr val="accent3">
                    <a:lumMod val="40000"/>
                    <a:lumOff val="6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75EA8058-8708-4FB2-8918-8F7B589B5CDE}"/>
              </a:ext>
            </a:extLst>
          </p:cNvPr>
          <p:cNvSpPr txBox="1"/>
          <p:nvPr/>
        </p:nvSpPr>
        <p:spPr>
          <a:xfrm>
            <a:off x="4981496" y="-2412484"/>
            <a:ext cx="2229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Produksi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F3E0961-0FFF-49DC-8176-6356E22B0711}"/>
              </a:ext>
            </a:extLst>
          </p:cNvPr>
          <p:cNvSpPr txBox="1"/>
          <p:nvPr/>
        </p:nvSpPr>
        <p:spPr>
          <a:xfrm>
            <a:off x="5485897" y="-3512443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03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FDCB972-D1F6-41B3-8233-0A010BECBE3D}"/>
              </a:ext>
            </a:extLst>
          </p:cNvPr>
          <p:cNvGrpSpPr/>
          <p:nvPr/>
        </p:nvGrpSpPr>
        <p:grpSpPr>
          <a:xfrm>
            <a:off x="4004767" y="1423964"/>
            <a:ext cx="4182467" cy="4411537"/>
            <a:chOff x="8736553" y="3611344"/>
            <a:chExt cx="6914068" cy="7292746"/>
          </a:xfrm>
        </p:grpSpPr>
        <p:sp>
          <p:nvSpPr>
            <p:cNvPr id="101" name="One">
              <a:extLst>
                <a:ext uri="{FF2B5EF4-FFF2-40B4-BE49-F238E27FC236}">
                  <a16:creationId xmlns:a16="http://schemas.microsoft.com/office/drawing/2014/main" id="{904C1EAC-C5F4-47E0-9ABE-43E0B8440FA8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Two">
              <a:extLst>
                <a:ext uri="{FF2B5EF4-FFF2-40B4-BE49-F238E27FC236}">
                  <a16:creationId xmlns:a16="http://schemas.microsoft.com/office/drawing/2014/main" id="{A24519EC-27EC-4AC9-BCCC-C841D18FF297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4">
                    <a:lumMod val="75000"/>
                  </a:schemeClr>
                </a:gs>
                <a:gs pos="0">
                  <a:schemeClr val="accent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Three">
              <a:extLst>
                <a:ext uri="{FF2B5EF4-FFF2-40B4-BE49-F238E27FC236}">
                  <a16:creationId xmlns:a16="http://schemas.microsoft.com/office/drawing/2014/main" id="{8CE610AA-CEBB-4EFB-8559-943B2B3CF123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4">
                    <a:lumMod val="75000"/>
                  </a:schemeClr>
                </a:gs>
                <a:gs pos="19000">
                  <a:schemeClr val="accent4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Four">
              <a:extLst>
                <a:ext uri="{FF2B5EF4-FFF2-40B4-BE49-F238E27FC236}">
                  <a16:creationId xmlns:a16="http://schemas.microsoft.com/office/drawing/2014/main" id="{A3E67314-2ABC-41C1-9111-1EAD0720B5E8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9000">
                  <a:schemeClr val="accent4">
                    <a:alpha val="0"/>
                    <a:lumMod val="60000"/>
                    <a:lumOff val="4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03FB6F02-854E-4FE9-804A-DB8857089C6D}"/>
              </a:ext>
            </a:extLst>
          </p:cNvPr>
          <p:cNvSpPr txBox="1"/>
          <p:nvPr/>
        </p:nvSpPr>
        <p:spPr>
          <a:xfrm>
            <a:off x="4981496" y="3474689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Quality 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Assurance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5EF2E9-1AD1-41B0-8B7D-52BFF54E44E8}"/>
              </a:ext>
            </a:extLst>
          </p:cNvPr>
          <p:cNvSpPr txBox="1"/>
          <p:nvPr/>
        </p:nvSpPr>
        <p:spPr>
          <a:xfrm>
            <a:off x="5485897" y="2374730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04</a:t>
            </a: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C3DB2488-BA42-4602-89E0-8CEDD44B8C90}"/>
              </a:ext>
            </a:extLst>
          </p:cNvPr>
          <p:cNvGrpSpPr/>
          <p:nvPr/>
        </p:nvGrpSpPr>
        <p:grpSpPr>
          <a:xfrm>
            <a:off x="-2995757" y="-19853767"/>
            <a:ext cx="15954505" cy="30069246"/>
            <a:chOff x="-5487555" y="-2658810"/>
            <a:chExt cx="31913164" cy="60146323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ED759E7B-51BB-4458-97BF-EF8BCC826286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13A06C3E-C778-474F-A14F-81D51D3E43F6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5BC7AE56-DBC4-4F67-9526-F394A3F48C0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61075CE8-043E-43CD-89B5-B78F7C16EE67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5E2890E7-434F-44FC-B87C-0A8A7B1AF7B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315FB610-78BD-4561-874B-AA22639784E0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AE4BDEE8-54B7-479D-A5C5-22CA89ED1FB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A3FB88-3B76-445E-900A-219454D7387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9F6C421E-DE93-4A3B-82E5-642B616D008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0F6E2236-BD7D-49D9-BB02-D33BA8C8EEE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28481B2C-EC2D-4AF6-BB17-EEF00A4CFA0D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99FB99D1-2E7E-4120-922B-28A31879336B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65F56FB-1E04-4F46-86BC-8ABCFE660E2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F0374B48-A21E-4D54-84AB-04694E88777B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6E05AD5-4150-405C-B02E-34A403ED803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8D938E28-E7FC-4358-9195-B2BCDFC9FFF7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9B6481C-B0AB-4FB0-B4C1-EA3FEB1F0E0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B8D314E-FBD2-4129-AF83-807AD67CF78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3C509955-11DC-4A21-82BA-AB598BCDFCD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A1383E72-FE84-4012-965E-004E05473F4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281E75CE-3362-4D4D-A7E5-5F2E8ACA512E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12B17058-8332-4149-AFE4-7AFEF9315C23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C3D5148A-66FE-4ABF-AF20-3ACC296548A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637C9B21-4BE6-4CF5-BB0B-5BD401E24EE9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F8F3B400-7601-460C-AEB9-5A118FCB954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CF9D19EB-434D-4CE8-B684-D494477C4B4A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C1FA38F1-AC82-456D-BFF4-F17C804DB5D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69099C3-5B14-402B-90CD-970773CFE51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BA5F5AEB-11CC-45A3-8B2B-B756671C7550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1BFA1D4A-2251-493F-9BD5-5930C0FF887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6FF816AC-864A-4F89-B94F-B24B88BAA163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D5CA1E09-4C90-4002-B97D-F70EA69CD9A7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C1DC935E-09A0-4CB9-93DA-74CA415025E0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89E52D6F-E863-480A-9EE7-E5BDEB8470FE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AA2E0BF2-DC55-411D-B0CF-C2D2BE99CDA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A4A504D3-9793-4C52-AE31-E9084F7B6077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3A49FB1D-FE21-4C86-AD1D-8A2C90C0EC2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8DF6F252-D185-4219-838B-E8D4419EEBD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0F939989-BE70-4F45-AF1A-62ECC509173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060830FE-BADB-42C9-BA6A-BC8492B0806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AA31F3DA-0775-4C69-8544-A8A331423CE5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E1636E67-0824-4D72-BC81-C75FB120AE8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3CD65B14-600F-4DD8-8E54-22EAACC60A4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00D87B5A-8907-46D3-9B51-1989C034F16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3A12D976-8E27-4DC0-81D2-29D14DEA225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ECEAB9B4-E06F-4F50-B9DD-12B5A3D5B575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B3A2EAC-E40A-4414-B287-2C34708D9FA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0A6072EF-C907-443F-8192-FC673B1CBE9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20760D7B-95B8-4FC4-AAC9-AAA122E9BF42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3F6D80E2-68A6-4A28-98D0-4C2CE78D1542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A54E0ADB-08B2-4AB6-95B0-EF53BC5FF2F5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3321EA5C-4B35-4AF9-8CB1-0AC204659A31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5C5EB32E-3B94-4D2D-BCF5-F956715572F4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03E39664-F7DF-4357-A915-125188010464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F07EE7A1-07A0-4692-96CB-398755DFC3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1C76FF68-44C6-4E2F-B3CA-86BA70C20ED3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BFE424B8-D4E1-4816-A254-08770E8597C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71A138B-7F9D-4F44-8C02-6623087C40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84CEA6A4-CCDE-4231-A283-EB07BDC0EBF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EBF4F1C9-5920-4EC5-A4B4-C5DCCE93FD9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46A1C9CC-3422-442C-A621-2F3130D8EFDB}"/>
              </a:ext>
            </a:extLst>
          </p:cNvPr>
          <p:cNvGrpSpPr/>
          <p:nvPr/>
        </p:nvGrpSpPr>
        <p:grpSpPr>
          <a:xfrm>
            <a:off x="4004767" y="6971134"/>
            <a:ext cx="4182467" cy="4411537"/>
            <a:chOff x="8736553" y="3611344"/>
            <a:chExt cx="6914068" cy="7292746"/>
          </a:xfrm>
        </p:grpSpPr>
        <p:sp>
          <p:nvSpPr>
            <p:cNvPr id="473" name="One">
              <a:extLst>
                <a:ext uri="{FF2B5EF4-FFF2-40B4-BE49-F238E27FC236}">
                  <a16:creationId xmlns:a16="http://schemas.microsoft.com/office/drawing/2014/main" id="{15AED9F3-2022-4B7E-B4BF-A44AB21E0E6B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4" name="Two">
              <a:extLst>
                <a:ext uri="{FF2B5EF4-FFF2-40B4-BE49-F238E27FC236}">
                  <a16:creationId xmlns:a16="http://schemas.microsoft.com/office/drawing/2014/main" id="{7C9C74A2-AA1A-4C3C-AC98-EE59C5C8EAD5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5">
                    <a:lumMod val="75000"/>
                  </a:schemeClr>
                </a:gs>
                <a:gs pos="0">
                  <a:schemeClr val="accent5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5" name="Three">
              <a:extLst>
                <a:ext uri="{FF2B5EF4-FFF2-40B4-BE49-F238E27FC236}">
                  <a16:creationId xmlns:a16="http://schemas.microsoft.com/office/drawing/2014/main" id="{BE051A6F-FE11-4B1F-9FB5-E4BCB2C86164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5">
                    <a:lumMod val="75000"/>
                  </a:schemeClr>
                </a:gs>
                <a:gs pos="19000">
                  <a:schemeClr val="accent5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6" name="Four">
              <a:extLst>
                <a:ext uri="{FF2B5EF4-FFF2-40B4-BE49-F238E27FC236}">
                  <a16:creationId xmlns:a16="http://schemas.microsoft.com/office/drawing/2014/main" id="{29C21A1E-AA63-4C18-ACB6-7CF46B71EA98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5">
                    <a:lumMod val="60000"/>
                    <a:lumOff val="40000"/>
                  </a:schemeClr>
                </a:gs>
                <a:gs pos="9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477" name="TextBox 476">
            <a:extLst>
              <a:ext uri="{FF2B5EF4-FFF2-40B4-BE49-F238E27FC236}">
                <a16:creationId xmlns:a16="http://schemas.microsoft.com/office/drawing/2014/main" id="{92A4B8DD-832F-404A-9496-051B4F49E241}"/>
              </a:ext>
            </a:extLst>
          </p:cNvPr>
          <p:cNvSpPr txBox="1"/>
          <p:nvPr/>
        </p:nvSpPr>
        <p:spPr>
          <a:xfrm>
            <a:off x="4981496" y="8561736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Pemasaran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dan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Penjualan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58899213-B9E2-4A1D-AB39-72FF74CB47CE}"/>
              </a:ext>
            </a:extLst>
          </p:cNvPr>
          <p:cNvSpPr txBox="1"/>
          <p:nvPr/>
        </p:nvSpPr>
        <p:spPr>
          <a:xfrm>
            <a:off x="5485897" y="7461777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41206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3AB7E99-14D1-4843-AE7B-08AB8401C8C3}"/>
              </a:ext>
            </a:extLst>
          </p:cNvPr>
          <p:cNvGrpSpPr/>
          <p:nvPr/>
        </p:nvGrpSpPr>
        <p:grpSpPr>
          <a:xfrm>
            <a:off x="5868437" y="-1095412"/>
            <a:ext cx="455126" cy="8469293"/>
            <a:chOff x="19391061" y="-4253615"/>
            <a:chExt cx="910371" cy="16940792"/>
          </a:xfrm>
        </p:grpSpPr>
        <p:pic>
          <p:nvPicPr>
            <p:cNvPr id="405" name="Graphic 404">
              <a:extLst>
                <a:ext uri="{FF2B5EF4-FFF2-40B4-BE49-F238E27FC236}">
                  <a16:creationId xmlns:a16="http://schemas.microsoft.com/office/drawing/2014/main" id="{CF2C0880-8375-4E15-A80E-EA0DD6D8B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406" name="Graphic 405">
              <a:extLst>
                <a:ext uri="{FF2B5EF4-FFF2-40B4-BE49-F238E27FC236}">
                  <a16:creationId xmlns:a16="http://schemas.microsoft.com/office/drawing/2014/main" id="{2285E70F-A619-4839-BF40-292A617EB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407" name="Graphic 406">
              <a:extLst>
                <a:ext uri="{FF2B5EF4-FFF2-40B4-BE49-F238E27FC236}">
                  <a16:creationId xmlns:a16="http://schemas.microsoft.com/office/drawing/2014/main" id="{D3265D26-DEEA-4520-98C8-6832166A8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408" name="Graphic 407">
              <a:extLst>
                <a:ext uri="{FF2B5EF4-FFF2-40B4-BE49-F238E27FC236}">
                  <a16:creationId xmlns:a16="http://schemas.microsoft.com/office/drawing/2014/main" id="{55A59780-47C1-4FC4-978F-F494F216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409" name="Graphic 408">
              <a:extLst>
                <a:ext uri="{FF2B5EF4-FFF2-40B4-BE49-F238E27FC236}">
                  <a16:creationId xmlns:a16="http://schemas.microsoft.com/office/drawing/2014/main" id="{626EFD90-681D-4E6E-8DA3-B1F3A67EA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410" name="Graphic 409">
              <a:extLst>
                <a:ext uri="{FF2B5EF4-FFF2-40B4-BE49-F238E27FC236}">
                  <a16:creationId xmlns:a16="http://schemas.microsoft.com/office/drawing/2014/main" id="{05B6D6B3-187A-493C-B03B-A0F40B4AD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BBC438-62AC-4BDE-801A-AB03723B4B20}"/>
              </a:ext>
            </a:extLst>
          </p:cNvPr>
          <p:cNvGrpSpPr/>
          <p:nvPr/>
        </p:nvGrpSpPr>
        <p:grpSpPr>
          <a:xfrm>
            <a:off x="-222256" y="-8621206"/>
            <a:ext cx="13049229" cy="15238956"/>
            <a:chOff x="-444571" y="0"/>
            <a:chExt cx="26101857" cy="30481880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65C0749D-2B81-40AD-B72A-B86EDFE0F586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5EAA9FE9-8308-47E9-A1B5-E2C56448D11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B3A94A00-BFB4-49B2-8013-E635BAA6E21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8644227D-EA65-43C5-839C-E4385475841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8BC0C678-7141-4621-BB08-073D899B0F5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C0D07458-DD0E-40A7-A66B-EEF5DB198FFC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B69FE1ED-1D04-4273-9D04-8AFA3B0346DE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89CF9B84-D07D-486C-8A78-2893AEC2017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939A2B58-DE24-43DA-ADBF-79AB1371CE6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379D46E0-6084-48C7-9785-BD1383F5884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547634C-93C3-4859-A55C-C2D014DF7191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AA092772-7831-4A3A-81F0-64AF9D809CF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5447E2AD-0473-4A3E-A3A4-1AC67963E0D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075245BF-ED95-44D0-B592-48889250A3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5CDE41E-2ED6-4CEF-A35E-641C18756CB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7BCC1178-747D-46D8-A2D4-E887C69BA6ED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B6390554-86A1-4089-8065-9A6AD951B6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32B98840-397A-44B8-B5E9-2A22FF1B9EC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6A5B5E93-EE7B-4183-9E38-C302BE9E5B2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7DE36863-6690-4EEA-B94F-9F04ED7EA09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8F41B3F8-A8B0-4BB6-9593-10A68C0E9767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3EDF2F90-E233-4D5D-8B3E-62D4E8C877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9086DEC4-2527-420B-98ED-CBE250BEDFE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9C7A90F7-22F5-4B49-A366-5D3B237E24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945460CA-F3B1-46F4-9322-B1F31BDF0D9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CCBCDE81-6A8F-4A61-9C9A-9CEBFFAF2126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83E83070-9BCD-4F59-B569-404B7EA877CF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8001CE03-1FC1-49BD-B18F-65A02B8C1F2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E05504F3-9D83-49B5-B4F9-E73AAF88DCB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0AA6DC6C-8A0A-4657-B944-44087A815D9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F023D3CC-6D1A-4768-890B-116CBDD3C0A3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EC7F57C9-3C1E-4A8E-AA3C-6D4C745F29F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231F417D-4878-49D8-8C68-0262431C013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A542CEAA-F282-4A92-AD30-20CAE39A094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4CB15969-4DC3-4D33-AA12-342BCABE726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2D2CB45B-057C-41AE-878F-42043DC37811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44996728-8AF6-405A-8B17-EEDA245BD1D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227AFF42-BC51-4A98-8BD5-8307C4D45F5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EAA3DCDE-51AB-4338-90A1-111F0390D57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753C694D-337B-475F-B9A2-13671EA396B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232ECC8F-7FA7-4C51-9FB8-90F1BF4011B2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69C8C6E8-C428-4356-8FA6-8F53C94211DB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C8ADB513-6DB7-4BC9-9113-48A5220E26C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978C122B-DCB7-4016-9391-6FCCF4753D2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78F9646C-6F3F-4153-BFC9-F8B392CAEF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9CF424A4-C856-40B1-862A-CFD089CEE44A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C908A9A1-5CAF-4566-9754-95DCA1D9E93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48455918-1304-4EE2-BF9E-C99D9380E6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7BD7407A-5DC6-4C3B-9273-9B2A4EB89FE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44529805-1B36-426C-920B-81F0C42056A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497FA6B6-6810-4DFA-95B2-01E95366DF94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44B0E533-F021-4CC7-92FB-140741C2F40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91E1938E-727A-4177-879C-3832D88B21B6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71F5EC8E-6440-4C41-92CA-D428E1ADBB6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8E68625A-B687-4C74-A01E-B88B644E910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BD0124B7-D050-4EEA-AFF7-8F38C8D365AB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4FC3E24-2427-4661-B5D5-643332B2680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B5C821C6-7245-47E3-9939-6FEE739C045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936F1C6-4F62-41B6-8861-021C1F5EA6F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54D08D5-DBA8-4205-8441-780C04E631A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BB4724C8-FD65-45F7-A34C-8504BCB5D6EC}"/>
              </a:ext>
            </a:extLst>
          </p:cNvPr>
          <p:cNvSpPr txBox="1"/>
          <p:nvPr/>
        </p:nvSpPr>
        <p:spPr>
          <a:xfrm>
            <a:off x="855634" y="648062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FDCB972-D1F6-41B3-8233-0A010BECBE3D}"/>
              </a:ext>
            </a:extLst>
          </p:cNvPr>
          <p:cNvGrpSpPr/>
          <p:nvPr/>
        </p:nvGrpSpPr>
        <p:grpSpPr>
          <a:xfrm>
            <a:off x="4004767" y="-4596900"/>
            <a:ext cx="4182467" cy="4411537"/>
            <a:chOff x="8736553" y="3611344"/>
            <a:chExt cx="6914068" cy="7292746"/>
          </a:xfrm>
        </p:grpSpPr>
        <p:sp>
          <p:nvSpPr>
            <p:cNvPr id="101" name="One">
              <a:extLst>
                <a:ext uri="{FF2B5EF4-FFF2-40B4-BE49-F238E27FC236}">
                  <a16:creationId xmlns:a16="http://schemas.microsoft.com/office/drawing/2014/main" id="{904C1EAC-C5F4-47E0-9ABE-43E0B8440FA8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2" name="Two">
              <a:extLst>
                <a:ext uri="{FF2B5EF4-FFF2-40B4-BE49-F238E27FC236}">
                  <a16:creationId xmlns:a16="http://schemas.microsoft.com/office/drawing/2014/main" id="{A24519EC-27EC-4AC9-BCCC-C841D18FF297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4">
                    <a:lumMod val="75000"/>
                  </a:schemeClr>
                </a:gs>
                <a:gs pos="0">
                  <a:schemeClr val="accent4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Three">
              <a:extLst>
                <a:ext uri="{FF2B5EF4-FFF2-40B4-BE49-F238E27FC236}">
                  <a16:creationId xmlns:a16="http://schemas.microsoft.com/office/drawing/2014/main" id="{8CE610AA-CEBB-4EFB-8559-943B2B3CF123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4">
                    <a:lumMod val="75000"/>
                  </a:schemeClr>
                </a:gs>
                <a:gs pos="19000">
                  <a:schemeClr val="accent4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4" name="Four">
              <a:extLst>
                <a:ext uri="{FF2B5EF4-FFF2-40B4-BE49-F238E27FC236}">
                  <a16:creationId xmlns:a16="http://schemas.microsoft.com/office/drawing/2014/main" id="{A3E67314-2ABC-41C1-9111-1EAD0720B5E8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9000">
                  <a:schemeClr val="accent4">
                    <a:alpha val="0"/>
                    <a:lumMod val="60000"/>
                    <a:lumOff val="4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03FB6F02-854E-4FE9-804A-DB8857089C6D}"/>
              </a:ext>
            </a:extLst>
          </p:cNvPr>
          <p:cNvSpPr txBox="1"/>
          <p:nvPr/>
        </p:nvSpPr>
        <p:spPr>
          <a:xfrm>
            <a:off x="4981496" y="-3078734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Quality 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Assurance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65EF2E9-1AD1-41B0-8B7D-52BFF54E44E8}"/>
              </a:ext>
            </a:extLst>
          </p:cNvPr>
          <p:cNvSpPr txBox="1"/>
          <p:nvPr/>
        </p:nvSpPr>
        <p:spPr>
          <a:xfrm>
            <a:off x="5485897" y="-4178693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04</a:t>
            </a: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C3DB2488-BA42-4602-89E0-8CEDD44B8C90}"/>
              </a:ext>
            </a:extLst>
          </p:cNvPr>
          <p:cNvGrpSpPr/>
          <p:nvPr/>
        </p:nvGrpSpPr>
        <p:grpSpPr>
          <a:xfrm>
            <a:off x="-2995757" y="-24170691"/>
            <a:ext cx="15954505" cy="30069246"/>
            <a:chOff x="-5487555" y="-2658810"/>
            <a:chExt cx="31913164" cy="60146323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ED759E7B-51BB-4458-97BF-EF8BCC826286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13A06C3E-C778-474F-A14F-81D51D3E43F6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5BC7AE56-DBC4-4F67-9526-F394A3F48C0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61075CE8-043E-43CD-89B5-B78F7C16EE67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5E2890E7-434F-44FC-B87C-0A8A7B1AF7B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315FB610-78BD-4561-874B-AA22639784E0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AE4BDEE8-54B7-479D-A5C5-22CA89ED1FB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A3FB88-3B76-445E-900A-219454D7387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9F6C421E-DE93-4A3B-82E5-642B616D008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0F6E2236-BD7D-49D9-BB02-D33BA8C8EEE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28481B2C-EC2D-4AF6-BB17-EEF00A4CFA0D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99FB99D1-2E7E-4120-922B-28A31879336B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65F56FB-1E04-4F46-86BC-8ABCFE660E2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F0374B48-A21E-4D54-84AB-04694E88777B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6E05AD5-4150-405C-B02E-34A403ED803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8D938E28-E7FC-4358-9195-B2BCDFC9FFF7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9B6481C-B0AB-4FB0-B4C1-EA3FEB1F0E0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B8D314E-FBD2-4129-AF83-807AD67CF78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3C509955-11DC-4A21-82BA-AB598BCDFCD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A1383E72-FE84-4012-965E-004E05473F4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281E75CE-3362-4D4D-A7E5-5F2E8ACA512E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12B17058-8332-4149-AFE4-7AFEF9315C23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C3D5148A-66FE-4ABF-AF20-3ACC296548A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637C9B21-4BE6-4CF5-BB0B-5BD401E24EE9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F8F3B400-7601-460C-AEB9-5A118FCB954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CF9D19EB-434D-4CE8-B684-D494477C4B4A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C1FA38F1-AC82-456D-BFF4-F17C804DB5D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69099C3-5B14-402B-90CD-970773CFE51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BA5F5AEB-11CC-45A3-8B2B-B756671C7550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1BFA1D4A-2251-493F-9BD5-5930C0FF887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6FF816AC-864A-4F89-B94F-B24B88BAA163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D5CA1E09-4C90-4002-B97D-F70EA69CD9A7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C1DC935E-09A0-4CB9-93DA-74CA415025E0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89E52D6F-E863-480A-9EE7-E5BDEB8470FE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AA2E0BF2-DC55-411D-B0CF-C2D2BE99CDA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A4A504D3-9793-4C52-AE31-E9084F7B6077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3A49FB1D-FE21-4C86-AD1D-8A2C90C0EC2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8DF6F252-D185-4219-838B-E8D4419EEBD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0F939989-BE70-4F45-AF1A-62ECC509173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060830FE-BADB-42C9-BA6A-BC8492B0806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AA31F3DA-0775-4C69-8544-A8A331423CE5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E1636E67-0824-4D72-BC81-C75FB120AE8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3CD65B14-600F-4DD8-8E54-22EAACC60A4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00D87B5A-8907-46D3-9B51-1989C034F16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3A12D976-8E27-4DC0-81D2-29D14DEA225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ECEAB9B4-E06F-4F50-B9DD-12B5A3D5B575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B3A2EAC-E40A-4414-B287-2C34708D9FA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0A6072EF-C907-443F-8192-FC673B1CBE9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20760D7B-95B8-4FC4-AAC9-AAA122E9BF42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3F6D80E2-68A6-4A28-98D0-4C2CE78D1542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A54E0ADB-08B2-4AB6-95B0-EF53BC5FF2F5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3321EA5C-4B35-4AF9-8CB1-0AC204659A31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5C5EB32E-3B94-4D2D-BCF5-F956715572F4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03E39664-F7DF-4357-A915-125188010464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F07EE7A1-07A0-4692-96CB-398755DFC3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1C76FF68-44C6-4E2F-B3CA-86BA70C20ED3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BFE424B8-D4E1-4816-A254-08770E8597C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71A138B-7F9D-4F44-8C02-6623087C40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84CEA6A4-CCDE-4231-A283-EB07BDC0EBF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EBF4F1C9-5920-4EC5-A4B4-C5DCCE93FD9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536D9C3-6C23-41AD-9F45-35847C623D94}"/>
              </a:ext>
            </a:extLst>
          </p:cNvPr>
          <p:cNvGrpSpPr/>
          <p:nvPr/>
        </p:nvGrpSpPr>
        <p:grpSpPr>
          <a:xfrm>
            <a:off x="4004767" y="1659339"/>
            <a:ext cx="4182467" cy="4411537"/>
            <a:chOff x="8736553" y="3611344"/>
            <a:chExt cx="6914068" cy="7292746"/>
          </a:xfrm>
        </p:grpSpPr>
        <p:sp>
          <p:nvSpPr>
            <p:cNvPr id="149" name="One">
              <a:extLst>
                <a:ext uri="{FF2B5EF4-FFF2-40B4-BE49-F238E27FC236}">
                  <a16:creationId xmlns:a16="http://schemas.microsoft.com/office/drawing/2014/main" id="{83EC4E08-C236-4BEA-9FEA-D97FF7E96AE6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0" name="Two">
              <a:extLst>
                <a:ext uri="{FF2B5EF4-FFF2-40B4-BE49-F238E27FC236}">
                  <a16:creationId xmlns:a16="http://schemas.microsoft.com/office/drawing/2014/main" id="{7843FCEF-0E24-4697-B108-4AB910805B34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5">
                    <a:lumMod val="75000"/>
                  </a:schemeClr>
                </a:gs>
                <a:gs pos="0">
                  <a:schemeClr val="accent5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1" name="Three">
              <a:extLst>
                <a:ext uri="{FF2B5EF4-FFF2-40B4-BE49-F238E27FC236}">
                  <a16:creationId xmlns:a16="http://schemas.microsoft.com/office/drawing/2014/main" id="{293FF8DC-0561-4561-A512-9596EE015BDB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5">
                    <a:lumMod val="75000"/>
                  </a:schemeClr>
                </a:gs>
                <a:gs pos="19000">
                  <a:schemeClr val="accent5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2" name="Four">
              <a:extLst>
                <a:ext uri="{FF2B5EF4-FFF2-40B4-BE49-F238E27FC236}">
                  <a16:creationId xmlns:a16="http://schemas.microsoft.com/office/drawing/2014/main" id="{8365DBFC-A66D-483E-808B-53EB305383A2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5">
                    <a:lumMod val="60000"/>
                    <a:lumOff val="40000"/>
                  </a:schemeClr>
                </a:gs>
                <a:gs pos="9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6745887-27BF-431E-8B23-5298B71CB4FC}"/>
              </a:ext>
            </a:extLst>
          </p:cNvPr>
          <p:cNvSpPr txBox="1"/>
          <p:nvPr/>
        </p:nvSpPr>
        <p:spPr>
          <a:xfrm>
            <a:off x="4981496" y="3631774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Pemasaran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dan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Penjualan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F32FDE8-2C8B-4B25-8C74-997DB2CAA880}"/>
              </a:ext>
            </a:extLst>
          </p:cNvPr>
          <p:cNvSpPr txBox="1"/>
          <p:nvPr/>
        </p:nvSpPr>
        <p:spPr>
          <a:xfrm>
            <a:off x="5485896" y="2531814"/>
            <a:ext cx="1220207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05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231BCED-462E-482A-9AD1-564443AFD833}"/>
              </a:ext>
            </a:extLst>
          </p:cNvPr>
          <p:cNvGrpSpPr/>
          <p:nvPr/>
        </p:nvGrpSpPr>
        <p:grpSpPr>
          <a:xfrm>
            <a:off x="4004767" y="7374327"/>
            <a:ext cx="4182467" cy="4411537"/>
            <a:chOff x="12087587" y="7316443"/>
            <a:chExt cx="5194642" cy="5479148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5579718F-9E84-447F-A628-21E3F44C44B9}"/>
                </a:ext>
              </a:extLst>
            </p:cNvPr>
            <p:cNvGrpSpPr/>
            <p:nvPr/>
          </p:nvGrpSpPr>
          <p:grpSpPr>
            <a:xfrm>
              <a:off x="12087587" y="7316443"/>
              <a:ext cx="5194642" cy="5479148"/>
              <a:chOff x="8736553" y="3611344"/>
              <a:chExt cx="6914068" cy="7292746"/>
            </a:xfrm>
          </p:grpSpPr>
          <p:sp>
            <p:nvSpPr>
              <p:cNvPr id="160" name="One">
                <a:extLst>
                  <a:ext uri="{FF2B5EF4-FFF2-40B4-BE49-F238E27FC236}">
                    <a16:creationId xmlns:a16="http://schemas.microsoft.com/office/drawing/2014/main" id="{6F83D5B9-EEDA-4C55-9196-28D7F94B4249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Two">
                <a:extLst>
                  <a:ext uri="{FF2B5EF4-FFF2-40B4-BE49-F238E27FC236}">
                    <a16:creationId xmlns:a16="http://schemas.microsoft.com/office/drawing/2014/main" id="{FBE2FC0F-DA2E-40A7-ACE4-92675E46975B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bg2">
                      <a:lumMod val="75000"/>
                    </a:schemeClr>
                  </a:gs>
                  <a:gs pos="0">
                    <a:schemeClr val="bg2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Three">
                <a:extLst>
                  <a:ext uri="{FF2B5EF4-FFF2-40B4-BE49-F238E27FC236}">
                    <a16:creationId xmlns:a16="http://schemas.microsoft.com/office/drawing/2014/main" id="{EE03961B-6A23-4FDB-BECD-933AC2C2898D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bg2">
                      <a:lumMod val="75000"/>
                    </a:schemeClr>
                  </a:gs>
                  <a:gs pos="19000">
                    <a:schemeClr val="bg2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Four">
                <a:extLst>
                  <a:ext uri="{FF2B5EF4-FFF2-40B4-BE49-F238E27FC236}">
                    <a16:creationId xmlns:a16="http://schemas.microsoft.com/office/drawing/2014/main" id="{05488752-E239-4370-8ACA-1483128A57C4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lumMod val="60000"/>
                      <a:lumOff val="40000"/>
                    </a:schemeClr>
                  </a:gs>
                  <a:gs pos="9000">
                    <a:schemeClr val="bg2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70B1200-B6A4-4BC0-ADEA-8553DE5D6249}"/>
                </a:ext>
              </a:extLst>
            </p:cNvPr>
            <p:cNvSpPr txBox="1"/>
            <p:nvPr/>
          </p:nvSpPr>
          <p:spPr>
            <a:xfrm>
              <a:off x="13008039" y="9492069"/>
              <a:ext cx="3337032" cy="149081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Option Seven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Donec ornare rutrum neque sit amet pellentesque. Nulla eget dictum tortor. 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DD26CCF-2FE0-486D-BE91-FE077CF91A46}"/>
                </a:ext>
              </a:extLst>
            </p:cNvPr>
            <p:cNvSpPr/>
            <p:nvPr/>
          </p:nvSpPr>
          <p:spPr>
            <a:xfrm>
              <a:off x="13626492" y="7614503"/>
              <a:ext cx="2132693" cy="2398283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948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signball-Electronic-Device-01" pitchFamily="2" charset="0"/>
                  <a:ea typeface="Open Sans" panose="020B0606030504020204" pitchFamily="34" charset="0"/>
                  <a:cs typeface="Arial" panose="020B0604020202020204" pitchFamily="34" charset="0"/>
                </a:rPr>
                <a:t>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9071DD3-67BF-1BE1-D55F-58641E9DAC9B}"/>
              </a:ext>
            </a:extLst>
          </p:cNvPr>
          <p:cNvGrpSpPr/>
          <p:nvPr/>
        </p:nvGrpSpPr>
        <p:grpSpPr>
          <a:xfrm>
            <a:off x="4004767" y="7389575"/>
            <a:ext cx="4182467" cy="4411537"/>
            <a:chOff x="12087587" y="7316443"/>
            <a:chExt cx="5194642" cy="54791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68C62F0-166E-BCA8-8AEE-F80C86505928}"/>
                </a:ext>
              </a:extLst>
            </p:cNvPr>
            <p:cNvGrpSpPr/>
            <p:nvPr/>
          </p:nvGrpSpPr>
          <p:grpSpPr>
            <a:xfrm>
              <a:off x="12087587" y="7316443"/>
              <a:ext cx="5194642" cy="5479148"/>
              <a:chOff x="8736553" y="3611344"/>
              <a:chExt cx="6914068" cy="7292746"/>
            </a:xfrm>
          </p:grpSpPr>
          <p:sp>
            <p:nvSpPr>
              <p:cNvPr id="6" name="One">
                <a:extLst>
                  <a:ext uri="{FF2B5EF4-FFF2-40B4-BE49-F238E27FC236}">
                    <a16:creationId xmlns:a16="http://schemas.microsoft.com/office/drawing/2014/main" id="{9ACC7C7E-7E6C-A552-B23D-A9056FB07BB6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" name="Two">
                <a:extLst>
                  <a:ext uri="{FF2B5EF4-FFF2-40B4-BE49-F238E27FC236}">
                    <a16:creationId xmlns:a16="http://schemas.microsoft.com/office/drawing/2014/main" id="{09002A23-A10D-BBB3-A247-B2C4AAAC59D5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bg2">
                      <a:lumMod val="75000"/>
                    </a:schemeClr>
                  </a:gs>
                  <a:gs pos="0">
                    <a:schemeClr val="bg2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hree">
                <a:extLst>
                  <a:ext uri="{FF2B5EF4-FFF2-40B4-BE49-F238E27FC236}">
                    <a16:creationId xmlns:a16="http://schemas.microsoft.com/office/drawing/2014/main" id="{8262CCA3-F56E-E5F4-3D00-FE2A2D5D64B2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bg2">
                      <a:lumMod val="75000"/>
                    </a:schemeClr>
                  </a:gs>
                  <a:gs pos="19000">
                    <a:schemeClr val="bg2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" name="Four">
                <a:extLst>
                  <a:ext uri="{FF2B5EF4-FFF2-40B4-BE49-F238E27FC236}">
                    <a16:creationId xmlns:a16="http://schemas.microsoft.com/office/drawing/2014/main" id="{76E21A23-3AD4-87A7-7ECA-E6E071C547AC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lumMod val="60000"/>
                      <a:lumOff val="40000"/>
                    </a:schemeClr>
                  </a:gs>
                  <a:gs pos="9000">
                    <a:schemeClr val="bg2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F2517B-045F-2BA5-CBD9-6BC6BB41C627}"/>
                </a:ext>
              </a:extLst>
            </p:cNvPr>
            <p:cNvSpPr txBox="1"/>
            <p:nvPr/>
          </p:nvSpPr>
          <p:spPr>
            <a:xfrm>
              <a:off x="13008039" y="9319992"/>
              <a:ext cx="3337032" cy="5733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Instalasi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FAC9A-FC4E-79DA-E3EA-77EF3E2BD16A}"/>
                </a:ext>
              </a:extLst>
            </p:cNvPr>
            <p:cNvSpPr/>
            <p:nvPr/>
          </p:nvSpPr>
          <p:spPr>
            <a:xfrm>
              <a:off x="13935088" y="8096987"/>
              <a:ext cx="1515501" cy="143331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899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056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 p14:presetBounceEnd="76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7" dur="250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8" dur="250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3AB7E99-14D1-4843-AE7B-08AB8401C8C3}"/>
              </a:ext>
            </a:extLst>
          </p:cNvPr>
          <p:cNvGrpSpPr/>
          <p:nvPr/>
        </p:nvGrpSpPr>
        <p:grpSpPr>
          <a:xfrm>
            <a:off x="5868437" y="-533538"/>
            <a:ext cx="455126" cy="8469293"/>
            <a:chOff x="19391061" y="-4253615"/>
            <a:chExt cx="910371" cy="16940792"/>
          </a:xfrm>
        </p:grpSpPr>
        <p:pic>
          <p:nvPicPr>
            <p:cNvPr id="405" name="Graphic 404">
              <a:extLst>
                <a:ext uri="{FF2B5EF4-FFF2-40B4-BE49-F238E27FC236}">
                  <a16:creationId xmlns:a16="http://schemas.microsoft.com/office/drawing/2014/main" id="{CF2C0880-8375-4E15-A80E-EA0DD6D8B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406" name="Graphic 405">
              <a:extLst>
                <a:ext uri="{FF2B5EF4-FFF2-40B4-BE49-F238E27FC236}">
                  <a16:creationId xmlns:a16="http://schemas.microsoft.com/office/drawing/2014/main" id="{2285E70F-A619-4839-BF40-292A617EB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407" name="Graphic 406">
              <a:extLst>
                <a:ext uri="{FF2B5EF4-FFF2-40B4-BE49-F238E27FC236}">
                  <a16:creationId xmlns:a16="http://schemas.microsoft.com/office/drawing/2014/main" id="{D3265D26-DEEA-4520-98C8-6832166A8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408" name="Graphic 407">
              <a:extLst>
                <a:ext uri="{FF2B5EF4-FFF2-40B4-BE49-F238E27FC236}">
                  <a16:creationId xmlns:a16="http://schemas.microsoft.com/office/drawing/2014/main" id="{55A59780-47C1-4FC4-978F-F494F216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409" name="Graphic 408">
              <a:extLst>
                <a:ext uri="{FF2B5EF4-FFF2-40B4-BE49-F238E27FC236}">
                  <a16:creationId xmlns:a16="http://schemas.microsoft.com/office/drawing/2014/main" id="{626EFD90-681D-4E6E-8DA3-B1F3A67EA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410" name="Graphic 409">
              <a:extLst>
                <a:ext uri="{FF2B5EF4-FFF2-40B4-BE49-F238E27FC236}">
                  <a16:creationId xmlns:a16="http://schemas.microsoft.com/office/drawing/2014/main" id="{05B6D6B3-187A-493C-B03B-A0F40B4AD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BBC438-62AC-4BDE-801A-AB03723B4B20}"/>
              </a:ext>
            </a:extLst>
          </p:cNvPr>
          <p:cNvGrpSpPr/>
          <p:nvPr/>
        </p:nvGrpSpPr>
        <p:grpSpPr>
          <a:xfrm>
            <a:off x="-222256" y="-9308966"/>
            <a:ext cx="13049229" cy="15238956"/>
            <a:chOff x="-444571" y="0"/>
            <a:chExt cx="26101857" cy="30481880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65C0749D-2B81-40AD-B72A-B86EDFE0F586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5EAA9FE9-8308-47E9-A1B5-E2C56448D11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B3A94A00-BFB4-49B2-8013-E635BAA6E21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8644227D-EA65-43C5-839C-E4385475841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8BC0C678-7141-4621-BB08-073D899B0F5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C0D07458-DD0E-40A7-A66B-EEF5DB198FFC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B69FE1ED-1D04-4273-9D04-8AFA3B0346DE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89CF9B84-D07D-486C-8A78-2893AEC2017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939A2B58-DE24-43DA-ADBF-79AB1371CE6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379D46E0-6084-48C7-9785-BD1383F5884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547634C-93C3-4859-A55C-C2D014DF7191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AA092772-7831-4A3A-81F0-64AF9D809CF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5447E2AD-0473-4A3E-A3A4-1AC67963E0D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075245BF-ED95-44D0-B592-48889250A3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5CDE41E-2ED6-4CEF-A35E-641C18756CB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7BCC1178-747D-46D8-A2D4-E887C69BA6ED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B6390554-86A1-4089-8065-9A6AD951B6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32B98840-397A-44B8-B5E9-2A22FF1B9EC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6A5B5E93-EE7B-4183-9E38-C302BE9E5B2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7DE36863-6690-4EEA-B94F-9F04ED7EA09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8F41B3F8-A8B0-4BB6-9593-10A68C0E9767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3EDF2F90-E233-4D5D-8B3E-62D4E8C877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9086DEC4-2527-420B-98ED-CBE250BEDFE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9C7A90F7-22F5-4B49-A366-5D3B237E24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945460CA-F3B1-46F4-9322-B1F31BDF0D9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CCBCDE81-6A8F-4A61-9C9A-9CEBFFAF2126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83E83070-9BCD-4F59-B569-404B7EA877CF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8001CE03-1FC1-49BD-B18F-65A02B8C1F2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E05504F3-9D83-49B5-B4F9-E73AAF88DCB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0AA6DC6C-8A0A-4657-B944-44087A815D9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F023D3CC-6D1A-4768-890B-116CBDD3C0A3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EC7F57C9-3C1E-4A8E-AA3C-6D4C745F29F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231F417D-4878-49D8-8C68-0262431C013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A542CEAA-F282-4A92-AD30-20CAE39A094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4CB15969-4DC3-4D33-AA12-342BCABE726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2D2CB45B-057C-41AE-878F-42043DC37811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44996728-8AF6-405A-8B17-EEDA245BD1D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227AFF42-BC51-4A98-8BD5-8307C4D45F5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EAA3DCDE-51AB-4338-90A1-111F0390D57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753C694D-337B-475F-B9A2-13671EA396B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232ECC8F-7FA7-4C51-9FB8-90F1BF4011B2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69C8C6E8-C428-4356-8FA6-8F53C94211DB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C8ADB513-6DB7-4BC9-9113-48A5220E26C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978C122B-DCB7-4016-9391-6FCCF4753D2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78F9646C-6F3F-4153-BFC9-F8B392CAEF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9CF424A4-C856-40B1-862A-CFD089CEE44A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C908A9A1-5CAF-4566-9754-95DCA1D9E93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48455918-1304-4EE2-BF9E-C99D9380E6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7BD7407A-5DC6-4C3B-9273-9B2A4EB89FE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44529805-1B36-426C-920B-81F0C42056A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497FA6B6-6810-4DFA-95B2-01E95366DF94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44B0E533-F021-4CC7-92FB-140741C2F40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91E1938E-727A-4177-879C-3832D88B21B6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71F5EC8E-6440-4C41-92CA-D428E1ADBB6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8E68625A-B687-4C74-A01E-B88B644E910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BD0124B7-D050-4EEA-AFF7-8F38C8D365AB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4FC3E24-2427-4661-B5D5-643332B2680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B5C821C6-7245-47E3-9939-6FEE739C045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936F1C6-4F62-41B6-8861-021C1F5EA6F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54D08D5-DBA8-4205-8441-780C04E631A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BB4724C8-FD65-45F7-A34C-8504BCB5D6EC}"/>
              </a:ext>
            </a:extLst>
          </p:cNvPr>
          <p:cNvSpPr txBox="1"/>
          <p:nvPr/>
        </p:nvSpPr>
        <p:spPr>
          <a:xfrm>
            <a:off x="855634" y="648062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C3DB2488-BA42-4602-89E0-8CEDD44B8C90}"/>
              </a:ext>
            </a:extLst>
          </p:cNvPr>
          <p:cNvGrpSpPr/>
          <p:nvPr/>
        </p:nvGrpSpPr>
        <p:grpSpPr>
          <a:xfrm>
            <a:off x="-2995757" y="-24965230"/>
            <a:ext cx="15954505" cy="30069246"/>
            <a:chOff x="-5487555" y="-2658810"/>
            <a:chExt cx="31913164" cy="60146323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ED759E7B-51BB-4458-97BF-EF8BCC826286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13A06C3E-C778-474F-A14F-81D51D3E43F6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5BC7AE56-DBC4-4F67-9526-F394A3F48C0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61075CE8-043E-43CD-89B5-B78F7C16EE67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5E2890E7-434F-44FC-B87C-0A8A7B1AF7B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315FB610-78BD-4561-874B-AA22639784E0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AE4BDEE8-54B7-479D-A5C5-22CA89ED1FB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A3FB88-3B76-445E-900A-219454D7387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9F6C421E-DE93-4A3B-82E5-642B616D008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0F6E2236-BD7D-49D9-BB02-D33BA8C8EEE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28481B2C-EC2D-4AF6-BB17-EEF00A4CFA0D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99FB99D1-2E7E-4120-922B-28A31879336B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65F56FB-1E04-4F46-86BC-8ABCFE660E2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F0374B48-A21E-4D54-84AB-04694E88777B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6E05AD5-4150-405C-B02E-34A403ED803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8D938E28-E7FC-4358-9195-B2BCDFC9FFF7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9B6481C-B0AB-4FB0-B4C1-EA3FEB1F0E0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B8D314E-FBD2-4129-AF83-807AD67CF78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3C509955-11DC-4A21-82BA-AB598BCDFCD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A1383E72-FE84-4012-965E-004E05473F4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281E75CE-3362-4D4D-A7E5-5F2E8ACA512E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12B17058-8332-4149-AFE4-7AFEF9315C23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C3D5148A-66FE-4ABF-AF20-3ACC296548A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637C9B21-4BE6-4CF5-BB0B-5BD401E24EE9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F8F3B400-7601-460C-AEB9-5A118FCB954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CF9D19EB-434D-4CE8-B684-D494477C4B4A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C1FA38F1-AC82-456D-BFF4-F17C804DB5D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69099C3-5B14-402B-90CD-970773CFE51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BA5F5AEB-11CC-45A3-8B2B-B756671C7550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1BFA1D4A-2251-493F-9BD5-5930C0FF887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6FF816AC-864A-4F89-B94F-B24B88BAA163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D5CA1E09-4C90-4002-B97D-F70EA69CD9A7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C1DC935E-09A0-4CB9-93DA-74CA415025E0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89E52D6F-E863-480A-9EE7-E5BDEB8470FE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AA2E0BF2-DC55-411D-B0CF-C2D2BE99CDA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A4A504D3-9793-4C52-AE31-E9084F7B6077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3A49FB1D-FE21-4C86-AD1D-8A2C90C0EC2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8DF6F252-D185-4219-838B-E8D4419EEBD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0F939989-BE70-4F45-AF1A-62ECC509173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060830FE-BADB-42C9-BA6A-BC8492B0806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AA31F3DA-0775-4C69-8544-A8A331423CE5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E1636E67-0824-4D72-BC81-C75FB120AE8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3CD65B14-600F-4DD8-8E54-22EAACC60A4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00D87B5A-8907-46D3-9B51-1989C034F16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3A12D976-8E27-4DC0-81D2-29D14DEA225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ECEAB9B4-E06F-4F50-B9DD-12B5A3D5B575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B3A2EAC-E40A-4414-B287-2C34708D9FA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0A6072EF-C907-443F-8192-FC673B1CBE9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20760D7B-95B8-4FC4-AAC9-AAA122E9BF42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3F6D80E2-68A6-4A28-98D0-4C2CE78D1542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A54E0ADB-08B2-4AB6-95B0-EF53BC5FF2F5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3321EA5C-4B35-4AF9-8CB1-0AC204659A31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5C5EB32E-3B94-4D2D-BCF5-F956715572F4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03E39664-F7DF-4357-A915-125188010464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F07EE7A1-07A0-4692-96CB-398755DFC3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1C76FF68-44C6-4E2F-B3CA-86BA70C20ED3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BFE424B8-D4E1-4816-A254-08770E8597C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71A138B-7F9D-4F44-8C02-6623087C40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84CEA6A4-CCDE-4231-A283-EB07BDC0EBF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EBF4F1C9-5920-4EC5-A4B4-C5DCCE93FD9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536D9C3-6C23-41AD-9F45-35847C623D94}"/>
              </a:ext>
            </a:extLst>
          </p:cNvPr>
          <p:cNvGrpSpPr/>
          <p:nvPr/>
        </p:nvGrpSpPr>
        <p:grpSpPr>
          <a:xfrm>
            <a:off x="4004767" y="-5273608"/>
            <a:ext cx="4182467" cy="4411537"/>
            <a:chOff x="8736553" y="3611344"/>
            <a:chExt cx="6914068" cy="7292746"/>
          </a:xfrm>
        </p:grpSpPr>
        <p:sp>
          <p:nvSpPr>
            <p:cNvPr id="149" name="One">
              <a:extLst>
                <a:ext uri="{FF2B5EF4-FFF2-40B4-BE49-F238E27FC236}">
                  <a16:creationId xmlns:a16="http://schemas.microsoft.com/office/drawing/2014/main" id="{83EC4E08-C236-4BEA-9FEA-D97FF7E96AE6}"/>
                </a:ext>
              </a:extLst>
            </p:cNvPr>
            <p:cNvSpPr/>
            <p:nvPr/>
          </p:nvSpPr>
          <p:spPr>
            <a:xfrm>
              <a:off x="9395686" y="3903128"/>
              <a:ext cx="5595802" cy="5560608"/>
            </a:xfrm>
            <a:custGeom>
              <a:avLst/>
              <a:gdLst>
                <a:gd name="connsiteX0" fmla="*/ 6057900 w 6057900"/>
                <a:gd name="connsiteY0" fmla="*/ 3009900 h 6019800"/>
                <a:gd name="connsiteX1" fmla="*/ 3028950 w 6057900"/>
                <a:gd name="connsiteY1" fmla="*/ 6019800 h 6019800"/>
                <a:gd name="connsiteX2" fmla="*/ 0 w 6057900"/>
                <a:gd name="connsiteY2" fmla="*/ 3009900 h 6019800"/>
                <a:gd name="connsiteX3" fmla="*/ 3028950 w 6057900"/>
                <a:gd name="connsiteY3" fmla="*/ 0 h 6019800"/>
                <a:gd name="connsiteX4" fmla="*/ 6057900 w 6057900"/>
                <a:gd name="connsiteY4" fmla="*/ 3009900 h 601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7900" h="6019800">
                  <a:moveTo>
                    <a:pt x="6057900" y="3009900"/>
                  </a:moveTo>
                  <a:cubicBezTo>
                    <a:pt x="6057900" y="4672222"/>
                    <a:pt x="4701793" y="6019800"/>
                    <a:pt x="3028950" y="6019800"/>
                  </a:cubicBezTo>
                  <a:cubicBezTo>
                    <a:pt x="1356107" y="6019800"/>
                    <a:pt x="0" y="4672222"/>
                    <a:pt x="0" y="3009900"/>
                  </a:cubicBezTo>
                  <a:cubicBezTo>
                    <a:pt x="0" y="1347578"/>
                    <a:pt x="1356107" y="0"/>
                    <a:pt x="3028950" y="0"/>
                  </a:cubicBezTo>
                  <a:cubicBezTo>
                    <a:pt x="4701793" y="0"/>
                    <a:pt x="6057900" y="1347578"/>
                    <a:pt x="6057900" y="300990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0" name="Two">
              <a:extLst>
                <a:ext uri="{FF2B5EF4-FFF2-40B4-BE49-F238E27FC236}">
                  <a16:creationId xmlns:a16="http://schemas.microsoft.com/office/drawing/2014/main" id="{7843FCEF-0E24-4697-B108-4AB910805B34}"/>
                </a:ext>
              </a:extLst>
            </p:cNvPr>
            <p:cNvSpPr/>
            <p:nvPr/>
          </p:nvSpPr>
          <p:spPr>
            <a:xfrm>
              <a:off x="9312957" y="4030932"/>
              <a:ext cx="5761261" cy="5731667"/>
            </a:xfrm>
            <a:custGeom>
              <a:avLst/>
              <a:gdLst>
                <a:gd name="connsiteX0" fmla="*/ 5568315 w 5562600"/>
                <a:gd name="connsiteY0" fmla="*/ 2767013 h 5534025"/>
                <a:gd name="connsiteX1" fmla="*/ 2784158 w 5562600"/>
                <a:gd name="connsiteY1" fmla="*/ 5534025 h 5534025"/>
                <a:gd name="connsiteX2" fmla="*/ 0 w 5562600"/>
                <a:gd name="connsiteY2" fmla="*/ 2767013 h 5534025"/>
                <a:gd name="connsiteX3" fmla="*/ 2784158 w 5562600"/>
                <a:gd name="connsiteY3" fmla="*/ 0 h 5534025"/>
                <a:gd name="connsiteX4" fmla="*/ 5568315 w 5562600"/>
                <a:gd name="connsiteY4" fmla="*/ 2767013 h 553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600" h="5534025">
                  <a:moveTo>
                    <a:pt x="5568315" y="2767013"/>
                  </a:moveTo>
                  <a:cubicBezTo>
                    <a:pt x="5568315" y="4295192"/>
                    <a:pt x="4321805" y="5534025"/>
                    <a:pt x="2784158" y="5534025"/>
                  </a:cubicBezTo>
                  <a:cubicBezTo>
                    <a:pt x="1246510" y="5534025"/>
                    <a:pt x="0" y="4295192"/>
                    <a:pt x="0" y="2767013"/>
                  </a:cubicBezTo>
                  <a:cubicBezTo>
                    <a:pt x="0" y="1238834"/>
                    <a:pt x="1246510" y="0"/>
                    <a:pt x="2784158" y="0"/>
                  </a:cubicBezTo>
                  <a:cubicBezTo>
                    <a:pt x="4321805" y="0"/>
                    <a:pt x="5568315" y="1238834"/>
                    <a:pt x="5568315" y="2767013"/>
                  </a:cubicBezTo>
                  <a:close/>
                </a:path>
              </a:pathLst>
            </a:custGeom>
            <a:gradFill flip="none" rotWithShape="1">
              <a:gsLst>
                <a:gs pos="43000">
                  <a:schemeClr val="accent5">
                    <a:lumMod val="75000"/>
                  </a:schemeClr>
                </a:gs>
                <a:gs pos="0">
                  <a:schemeClr val="accent5"/>
                </a:gs>
              </a:gsLst>
              <a:lin ang="16200000" scaled="1"/>
              <a:tileRect/>
            </a:gradFill>
            <a:ln w="9525" cap="flat">
              <a:noFill/>
              <a:prstDash val="solid"/>
              <a:miter/>
            </a:ln>
            <a:effectLst>
              <a:softEdge rad="381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1" name="Three">
              <a:extLst>
                <a:ext uri="{FF2B5EF4-FFF2-40B4-BE49-F238E27FC236}">
                  <a16:creationId xmlns:a16="http://schemas.microsoft.com/office/drawing/2014/main" id="{293FF8DC-0561-4561-A512-9596EE015BDB}"/>
                </a:ext>
              </a:extLst>
            </p:cNvPr>
            <p:cNvSpPr/>
            <p:nvPr/>
          </p:nvSpPr>
          <p:spPr>
            <a:xfrm>
              <a:off x="8736553" y="4030932"/>
              <a:ext cx="6914068" cy="6873158"/>
            </a:xfrm>
            <a:custGeom>
              <a:avLst/>
              <a:gdLst>
                <a:gd name="connsiteX0" fmla="*/ 4831080 w 4829175"/>
                <a:gd name="connsiteY0" fmla="*/ 2400300 h 4800600"/>
                <a:gd name="connsiteX1" fmla="*/ 2415540 w 4829175"/>
                <a:gd name="connsiteY1" fmla="*/ 4800600 h 4800600"/>
                <a:gd name="connsiteX2" fmla="*/ 0 w 4829175"/>
                <a:gd name="connsiteY2" fmla="*/ 2400300 h 4800600"/>
                <a:gd name="connsiteX3" fmla="*/ 2415540 w 4829175"/>
                <a:gd name="connsiteY3" fmla="*/ 0 h 4800600"/>
                <a:gd name="connsiteX4" fmla="*/ 4831080 w 4829175"/>
                <a:gd name="connsiteY4" fmla="*/ 2400300 h 480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9175" h="4800600">
                  <a:moveTo>
                    <a:pt x="4831080" y="2400300"/>
                  </a:moveTo>
                  <a:cubicBezTo>
                    <a:pt x="4831080" y="3725949"/>
                    <a:pt x="3749606" y="4800600"/>
                    <a:pt x="2415540" y="4800600"/>
                  </a:cubicBezTo>
                  <a:cubicBezTo>
                    <a:pt x="1081474" y="4800600"/>
                    <a:pt x="0" y="3725949"/>
                    <a:pt x="0" y="2400300"/>
                  </a:cubicBezTo>
                  <a:cubicBezTo>
                    <a:pt x="0" y="1074651"/>
                    <a:pt x="1081474" y="0"/>
                    <a:pt x="2415540" y="0"/>
                  </a:cubicBezTo>
                  <a:cubicBezTo>
                    <a:pt x="3749606" y="0"/>
                    <a:pt x="4831080" y="1074651"/>
                    <a:pt x="4831080" y="2400300"/>
                  </a:cubicBezTo>
                  <a:close/>
                </a:path>
              </a:pathLst>
            </a:custGeom>
            <a:gradFill>
              <a:gsLst>
                <a:gs pos="84000">
                  <a:schemeClr val="accent5">
                    <a:lumMod val="75000"/>
                  </a:schemeClr>
                </a:gs>
                <a:gs pos="19000">
                  <a:schemeClr val="accent5">
                    <a:lumMod val="5000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1270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2" name="Four">
              <a:extLst>
                <a:ext uri="{FF2B5EF4-FFF2-40B4-BE49-F238E27FC236}">
                  <a16:creationId xmlns:a16="http://schemas.microsoft.com/office/drawing/2014/main" id="{8365DBFC-A66D-483E-808B-53EB305383A2}"/>
                </a:ext>
              </a:extLst>
            </p:cNvPr>
            <p:cNvSpPr/>
            <p:nvPr/>
          </p:nvSpPr>
          <p:spPr>
            <a:xfrm>
              <a:off x="9856768" y="3611344"/>
              <a:ext cx="4673638" cy="4652347"/>
            </a:xfrm>
            <a:custGeom>
              <a:avLst/>
              <a:gdLst>
                <a:gd name="connsiteX0" fmla="*/ 4189095 w 4181475"/>
                <a:gd name="connsiteY0" fmla="*/ 2081213 h 4162425"/>
                <a:gd name="connsiteX1" fmla="*/ 2094548 w 4181475"/>
                <a:gd name="connsiteY1" fmla="*/ 4162425 h 4162425"/>
                <a:gd name="connsiteX2" fmla="*/ 0 w 4181475"/>
                <a:gd name="connsiteY2" fmla="*/ 2081213 h 4162425"/>
                <a:gd name="connsiteX3" fmla="*/ 2094548 w 4181475"/>
                <a:gd name="connsiteY3" fmla="*/ 0 h 4162425"/>
                <a:gd name="connsiteX4" fmla="*/ 4189095 w 4181475"/>
                <a:gd name="connsiteY4" fmla="*/ 2081213 h 416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81475" h="4162425">
                  <a:moveTo>
                    <a:pt x="4189095" y="2081213"/>
                  </a:moveTo>
                  <a:cubicBezTo>
                    <a:pt x="4189095" y="3230635"/>
                    <a:pt x="3251335" y="4162425"/>
                    <a:pt x="2094548" y="4162425"/>
                  </a:cubicBezTo>
                  <a:cubicBezTo>
                    <a:pt x="937761" y="4162425"/>
                    <a:pt x="0" y="3230635"/>
                    <a:pt x="0" y="2081213"/>
                  </a:cubicBezTo>
                  <a:cubicBezTo>
                    <a:pt x="0" y="931791"/>
                    <a:pt x="937761" y="0"/>
                    <a:pt x="2094548" y="0"/>
                  </a:cubicBezTo>
                  <a:cubicBezTo>
                    <a:pt x="3251335" y="0"/>
                    <a:pt x="4189095" y="931791"/>
                    <a:pt x="4189095" y="2081213"/>
                  </a:cubicBezTo>
                  <a:close/>
                </a:path>
              </a:pathLst>
            </a:custGeom>
            <a:gradFill>
              <a:gsLst>
                <a:gs pos="100000">
                  <a:schemeClr val="accent5">
                    <a:lumMod val="60000"/>
                    <a:lumOff val="40000"/>
                  </a:schemeClr>
                </a:gs>
                <a:gs pos="9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6200000" scaled="1"/>
            </a:gradFill>
            <a:ln w="9525" cap="flat">
              <a:noFill/>
              <a:prstDash val="solid"/>
              <a:miter/>
            </a:ln>
            <a:effectLst>
              <a:softEdge rad="508000"/>
            </a:effectLst>
          </p:spPr>
          <p:txBody>
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1142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B6745887-27BF-431E-8B23-5298B71CB4FC}"/>
              </a:ext>
            </a:extLst>
          </p:cNvPr>
          <p:cNvSpPr txBox="1"/>
          <p:nvPr/>
        </p:nvSpPr>
        <p:spPr>
          <a:xfrm>
            <a:off x="4981496" y="-3461945"/>
            <a:ext cx="2229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Pemasaran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dan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>
                <a:solidFill>
                  <a:srgbClr val="FFFFFF"/>
                </a:solidFill>
                <a:latin typeface="Century Gothic"/>
              </a:rPr>
              <a:t>Penjualan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F32FDE8-2C8B-4B25-8C74-997DB2CAA880}"/>
              </a:ext>
            </a:extLst>
          </p:cNvPr>
          <p:cNvSpPr txBox="1"/>
          <p:nvPr/>
        </p:nvSpPr>
        <p:spPr>
          <a:xfrm>
            <a:off x="5485897" y="-4561904"/>
            <a:ext cx="1220206" cy="115403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99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rPr>
              <a:t>05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60A2FCF-792C-45B6-AA0A-9901649C7EAF}"/>
              </a:ext>
            </a:extLst>
          </p:cNvPr>
          <p:cNvGrpSpPr/>
          <p:nvPr/>
        </p:nvGrpSpPr>
        <p:grpSpPr>
          <a:xfrm>
            <a:off x="4004767" y="1459813"/>
            <a:ext cx="4182467" cy="4411537"/>
            <a:chOff x="12087587" y="7316443"/>
            <a:chExt cx="5194642" cy="5479148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A27CAD2-143E-4C85-AD2A-732AB7466905}"/>
                </a:ext>
              </a:extLst>
            </p:cNvPr>
            <p:cNvGrpSpPr/>
            <p:nvPr/>
          </p:nvGrpSpPr>
          <p:grpSpPr>
            <a:xfrm>
              <a:off x="12087587" y="7316443"/>
              <a:ext cx="5194642" cy="5479148"/>
              <a:chOff x="8736553" y="3611344"/>
              <a:chExt cx="6914068" cy="7292746"/>
            </a:xfrm>
          </p:grpSpPr>
          <p:sp>
            <p:nvSpPr>
              <p:cNvPr id="160" name="One">
                <a:extLst>
                  <a:ext uri="{FF2B5EF4-FFF2-40B4-BE49-F238E27FC236}">
                    <a16:creationId xmlns:a16="http://schemas.microsoft.com/office/drawing/2014/main" id="{3148C293-0045-4669-B00B-5F008C8664A6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Two">
                <a:extLst>
                  <a:ext uri="{FF2B5EF4-FFF2-40B4-BE49-F238E27FC236}">
                    <a16:creationId xmlns:a16="http://schemas.microsoft.com/office/drawing/2014/main" id="{EBBE5FF9-C468-4646-B1BD-8DAD7E4DD258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bg2">
                      <a:lumMod val="75000"/>
                    </a:schemeClr>
                  </a:gs>
                  <a:gs pos="0">
                    <a:schemeClr val="bg2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Three">
                <a:extLst>
                  <a:ext uri="{FF2B5EF4-FFF2-40B4-BE49-F238E27FC236}">
                    <a16:creationId xmlns:a16="http://schemas.microsoft.com/office/drawing/2014/main" id="{8CAD49D4-88BD-4F8B-944E-0FE27EC98A96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bg2">
                      <a:lumMod val="75000"/>
                    </a:schemeClr>
                  </a:gs>
                  <a:gs pos="19000">
                    <a:schemeClr val="bg2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Four">
                <a:extLst>
                  <a:ext uri="{FF2B5EF4-FFF2-40B4-BE49-F238E27FC236}">
                    <a16:creationId xmlns:a16="http://schemas.microsoft.com/office/drawing/2014/main" id="{66978AFE-855F-4C0E-8299-6CCD5C8FA568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lumMod val="60000"/>
                      <a:lumOff val="40000"/>
                    </a:schemeClr>
                  </a:gs>
                  <a:gs pos="9000">
                    <a:schemeClr val="bg2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401F595-0473-4B37-9029-6C5B7F75FCE8}"/>
                </a:ext>
              </a:extLst>
            </p:cNvPr>
            <p:cNvSpPr txBox="1"/>
            <p:nvPr/>
          </p:nvSpPr>
          <p:spPr>
            <a:xfrm>
              <a:off x="13008039" y="9831672"/>
              <a:ext cx="3337032" cy="5733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Instalasi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9548E2D4-958A-4801-B687-C27B8ACFCB02}"/>
                </a:ext>
              </a:extLst>
            </p:cNvPr>
            <p:cNvSpPr/>
            <p:nvPr/>
          </p:nvSpPr>
          <p:spPr>
            <a:xfrm>
              <a:off x="13935088" y="8608667"/>
              <a:ext cx="1515501" cy="143331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899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06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9459FC8-CEFA-44F1-B880-D59A484B3B8E}"/>
              </a:ext>
            </a:extLst>
          </p:cNvPr>
          <p:cNvGrpSpPr/>
          <p:nvPr/>
        </p:nvGrpSpPr>
        <p:grpSpPr>
          <a:xfrm>
            <a:off x="3904821" y="7745110"/>
            <a:ext cx="4382358" cy="4622376"/>
            <a:chOff x="7104948" y="7316443"/>
            <a:chExt cx="5194642" cy="5479148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8F1F4EC1-E86B-46F6-B60A-DA37B9EF07AA}"/>
                </a:ext>
              </a:extLst>
            </p:cNvPr>
            <p:cNvGrpSpPr/>
            <p:nvPr/>
          </p:nvGrpSpPr>
          <p:grpSpPr>
            <a:xfrm>
              <a:off x="7104948" y="7316443"/>
              <a:ext cx="5194642" cy="5479148"/>
              <a:chOff x="8736553" y="3611344"/>
              <a:chExt cx="6914068" cy="7292746"/>
            </a:xfrm>
          </p:grpSpPr>
          <p:sp>
            <p:nvSpPr>
              <p:cNvPr id="168" name="One">
                <a:extLst>
                  <a:ext uri="{FF2B5EF4-FFF2-40B4-BE49-F238E27FC236}">
                    <a16:creationId xmlns:a16="http://schemas.microsoft.com/office/drawing/2014/main" id="{2E10DF4D-F36C-42C3-91DE-9C035BB4F4A9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Two">
                <a:extLst>
                  <a:ext uri="{FF2B5EF4-FFF2-40B4-BE49-F238E27FC236}">
                    <a16:creationId xmlns:a16="http://schemas.microsoft.com/office/drawing/2014/main" id="{33F850F4-E789-43E6-9041-FB426B24D91A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accent6">
                      <a:lumMod val="75000"/>
                    </a:schemeClr>
                  </a:gs>
                  <a:gs pos="0">
                    <a:schemeClr val="accent6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Three">
                <a:extLst>
                  <a:ext uri="{FF2B5EF4-FFF2-40B4-BE49-F238E27FC236}">
                    <a16:creationId xmlns:a16="http://schemas.microsoft.com/office/drawing/2014/main" id="{ED7CF730-E932-4F88-992A-62FDE76EF7EB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accent6">
                      <a:lumMod val="75000"/>
                    </a:schemeClr>
                  </a:gs>
                  <a:gs pos="19000">
                    <a:schemeClr val="accent6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1" name="Four">
                <a:extLst>
                  <a:ext uri="{FF2B5EF4-FFF2-40B4-BE49-F238E27FC236}">
                    <a16:creationId xmlns:a16="http://schemas.microsoft.com/office/drawing/2014/main" id="{12C94EA6-85E5-41F4-8787-2D7502C8AF1F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9000">
                    <a:schemeClr val="accent6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3861596F-2E6C-4304-B798-7C2FBA26C9E0}"/>
                </a:ext>
              </a:extLst>
            </p:cNvPr>
            <p:cNvSpPr txBox="1"/>
            <p:nvPr/>
          </p:nvSpPr>
          <p:spPr>
            <a:xfrm>
              <a:off x="8033752" y="9492069"/>
              <a:ext cx="3337032" cy="142281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Option Seven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Donec ornare rutrum neque sit amet pellentesque. Nulla eget dictum tortor. </a:t>
              </a: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9780AC3-A616-4271-8670-93CD7A564C69}"/>
                </a:ext>
              </a:extLst>
            </p:cNvPr>
            <p:cNvSpPr/>
            <p:nvPr/>
          </p:nvSpPr>
          <p:spPr>
            <a:xfrm>
              <a:off x="8961978" y="7937591"/>
              <a:ext cx="1480578" cy="1623087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4571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298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Designball-Electronic-Device-01" pitchFamily="2" charset="0"/>
                  <a:ea typeface="Open Sans" panose="020B0606030504020204" pitchFamily="34" charset="0"/>
                  <a:cs typeface="Arial" panose="020B0604020202020204" pitchFamily="34" charset="0"/>
                </a:rPr>
                <a:t>f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4D77200-4D66-C60B-40D5-4477F8704620}"/>
              </a:ext>
            </a:extLst>
          </p:cNvPr>
          <p:cNvGrpSpPr/>
          <p:nvPr/>
        </p:nvGrpSpPr>
        <p:grpSpPr>
          <a:xfrm>
            <a:off x="3904821" y="7714550"/>
            <a:ext cx="4382358" cy="4622376"/>
            <a:chOff x="7104948" y="7316443"/>
            <a:chExt cx="5194642" cy="54791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88EDE9-5544-5F11-F3A4-690072ACA1F9}"/>
                </a:ext>
              </a:extLst>
            </p:cNvPr>
            <p:cNvGrpSpPr/>
            <p:nvPr/>
          </p:nvGrpSpPr>
          <p:grpSpPr>
            <a:xfrm>
              <a:off x="7104948" y="7316443"/>
              <a:ext cx="5194642" cy="5479148"/>
              <a:chOff x="8736553" y="3611344"/>
              <a:chExt cx="6914068" cy="7292746"/>
            </a:xfrm>
          </p:grpSpPr>
          <p:sp>
            <p:nvSpPr>
              <p:cNvPr id="6" name="One">
                <a:extLst>
                  <a:ext uri="{FF2B5EF4-FFF2-40B4-BE49-F238E27FC236}">
                    <a16:creationId xmlns:a16="http://schemas.microsoft.com/office/drawing/2014/main" id="{69472E33-E487-A6CD-8A51-87257D423878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" name="Two">
                <a:extLst>
                  <a:ext uri="{FF2B5EF4-FFF2-40B4-BE49-F238E27FC236}">
                    <a16:creationId xmlns:a16="http://schemas.microsoft.com/office/drawing/2014/main" id="{336EEEFE-9020-103A-13D4-04662D66F3B3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accent6">
                      <a:lumMod val="75000"/>
                    </a:schemeClr>
                  </a:gs>
                  <a:gs pos="0">
                    <a:schemeClr val="accent6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hree">
                <a:extLst>
                  <a:ext uri="{FF2B5EF4-FFF2-40B4-BE49-F238E27FC236}">
                    <a16:creationId xmlns:a16="http://schemas.microsoft.com/office/drawing/2014/main" id="{5A4BB299-28D8-CB1C-65A6-015A2E493C4F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accent6">
                      <a:lumMod val="75000"/>
                    </a:schemeClr>
                  </a:gs>
                  <a:gs pos="19000">
                    <a:schemeClr val="accent6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" name="Four">
                <a:extLst>
                  <a:ext uri="{FF2B5EF4-FFF2-40B4-BE49-F238E27FC236}">
                    <a16:creationId xmlns:a16="http://schemas.microsoft.com/office/drawing/2014/main" id="{B0C10870-68B7-B192-22D3-7F7D8575142E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9000">
                    <a:schemeClr val="accent6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8AC9949-AC33-0688-7625-A794FB58795E}"/>
                </a:ext>
              </a:extLst>
            </p:cNvPr>
            <p:cNvSpPr txBox="1"/>
            <p:nvPr/>
          </p:nvSpPr>
          <p:spPr>
            <a:xfrm>
              <a:off x="8033752" y="9680290"/>
              <a:ext cx="3337032" cy="5472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Pemeliharaan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63C745-EA79-ADD4-4E4E-3E2788C61768}"/>
                </a:ext>
              </a:extLst>
            </p:cNvPr>
            <p:cNvSpPr/>
            <p:nvPr/>
          </p:nvSpPr>
          <p:spPr>
            <a:xfrm>
              <a:off x="8979080" y="8565418"/>
              <a:ext cx="1446375" cy="136793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899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8717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3AB7E99-14D1-4843-AE7B-08AB8401C8C3}"/>
              </a:ext>
            </a:extLst>
          </p:cNvPr>
          <p:cNvGrpSpPr/>
          <p:nvPr/>
        </p:nvGrpSpPr>
        <p:grpSpPr>
          <a:xfrm>
            <a:off x="5868437" y="-4471041"/>
            <a:ext cx="455126" cy="8469293"/>
            <a:chOff x="19391061" y="-4253615"/>
            <a:chExt cx="910371" cy="16940792"/>
          </a:xfrm>
        </p:grpSpPr>
        <p:pic>
          <p:nvPicPr>
            <p:cNvPr id="405" name="Graphic 404">
              <a:extLst>
                <a:ext uri="{FF2B5EF4-FFF2-40B4-BE49-F238E27FC236}">
                  <a16:creationId xmlns:a16="http://schemas.microsoft.com/office/drawing/2014/main" id="{CF2C0880-8375-4E15-A80E-EA0DD6D8B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3278925"/>
              <a:ext cx="2859752" cy="910371"/>
            </a:xfrm>
            <a:prstGeom prst="rect">
              <a:avLst/>
            </a:prstGeom>
          </p:spPr>
        </p:pic>
        <p:pic>
          <p:nvPicPr>
            <p:cNvPr id="406" name="Graphic 405">
              <a:extLst>
                <a:ext uri="{FF2B5EF4-FFF2-40B4-BE49-F238E27FC236}">
                  <a16:creationId xmlns:a16="http://schemas.microsoft.com/office/drawing/2014/main" id="{2285E70F-A619-4839-BF40-292A617EB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-495969"/>
              <a:ext cx="2859752" cy="910371"/>
            </a:xfrm>
            <a:prstGeom prst="rect">
              <a:avLst/>
            </a:prstGeom>
          </p:spPr>
        </p:pic>
        <p:pic>
          <p:nvPicPr>
            <p:cNvPr id="407" name="Graphic 406">
              <a:extLst>
                <a:ext uri="{FF2B5EF4-FFF2-40B4-BE49-F238E27FC236}">
                  <a16:creationId xmlns:a16="http://schemas.microsoft.com/office/drawing/2014/main" id="{D3265D26-DEEA-4520-98C8-6832166A8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2326744"/>
              <a:ext cx="2859752" cy="910371"/>
            </a:xfrm>
            <a:prstGeom prst="rect">
              <a:avLst/>
            </a:prstGeom>
          </p:spPr>
        </p:pic>
        <p:pic>
          <p:nvPicPr>
            <p:cNvPr id="408" name="Graphic 407">
              <a:extLst>
                <a:ext uri="{FF2B5EF4-FFF2-40B4-BE49-F238E27FC236}">
                  <a16:creationId xmlns:a16="http://schemas.microsoft.com/office/drawing/2014/main" id="{55A59780-47C1-4FC4-978F-F494F216B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5153073"/>
              <a:ext cx="2859752" cy="910371"/>
            </a:xfrm>
            <a:prstGeom prst="rect">
              <a:avLst/>
            </a:prstGeom>
          </p:spPr>
        </p:pic>
        <p:pic>
          <p:nvPicPr>
            <p:cNvPr id="409" name="Graphic 408">
              <a:extLst>
                <a:ext uri="{FF2B5EF4-FFF2-40B4-BE49-F238E27FC236}">
                  <a16:creationId xmlns:a16="http://schemas.microsoft.com/office/drawing/2014/main" id="{626EFD90-681D-4E6E-8DA3-B1F3A67EA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7975786"/>
              <a:ext cx="2859752" cy="910371"/>
            </a:xfrm>
            <a:prstGeom prst="rect">
              <a:avLst/>
            </a:prstGeom>
          </p:spPr>
        </p:pic>
        <p:pic>
          <p:nvPicPr>
            <p:cNvPr id="410" name="Graphic 409">
              <a:extLst>
                <a:ext uri="{FF2B5EF4-FFF2-40B4-BE49-F238E27FC236}">
                  <a16:creationId xmlns:a16="http://schemas.microsoft.com/office/drawing/2014/main" id="{05B6D6B3-187A-493C-B03B-A0F40B4AD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8416371" y="10802115"/>
              <a:ext cx="2859752" cy="910371"/>
            </a:xfrm>
            <a:prstGeom prst="rect">
              <a:avLst/>
            </a:prstGeom>
          </p:spPr>
        </p:pic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40BBC438-62AC-4BDE-801A-AB03723B4B20}"/>
              </a:ext>
            </a:extLst>
          </p:cNvPr>
          <p:cNvGrpSpPr/>
          <p:nvPr/>
        </p:nvGrpSpPr>
        <p:grpSpPr>
          <a:xfrm>
            <a:off x="-222256" y="-12843660"/>
            <a:ext cx="13049229" cy="15238956"/>
            <a:chOff x="-444571" y="0"/>
            <a:chExt cx="26101857" cy="30481880"/>
          </a:xfrm>
        </p:grpSpPr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65C0749D-2B81-40AD-B72A-B86EDFE0F586}"/>
                </a:ext>
              </a:extLst>
            </p:cNvPr>
            <p:cNvGrpSpPr/>
            <p:nvPr/>
          </p:nvGrpSpPr>
          <p:grpSpPr>
            <a:xfrm>
              <a:off x="12218517" y="20165282"/>
              <a:ext cx="5893125" cy="5858254"/>
              <a:chOff x="8451075" y="2889337"/>
              <a:chExt cx="7485029" cy="7440738"/>
            </a:xfrm>
          </p:grpSpPr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5EAA9FE9-8308-47E9-A1B5-E2C56448D11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B3A94A00-BFB4-49B2-8013-E635BAA6E21C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8644227D-EA65-43C5-839C-E4385475841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8BC0C678-7141-4621-BB08-073D899B0F5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C0D07458-DD0E-40A7-A66B-EEF5DB198FFC}"/>
                </a:ext>
              </a:extLst>
            </p:cNvPr>
            <p:cNvGrpSpPr/>
            <p:nvPr/>
          </p:nvGrpSpPr>
          <p:grpSpPr>
            <a:xfrm>
              <a:off x="4115323" y="344169"/>
              <a:ext cx="4317368" cy="4291821"/>
              <a:chOff x="8451075" y="2889337"/>
              <a:chExt cx="7485029" cy="7440738"/>
            </a:xfrm>
          </p:grpSpPr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B69FE1ED-1D04-4273-9D04-8AFA3B0346DE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89CF9B84-D07D-486C-8A78-2893AEC2017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939A2B58-DE24-43DA-ADBF-79AB1371CE6B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379D46E0-6084-48C7-9785-BD1383F5884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547634C-93C3-4859-A55C-C2D014DF7191}"/>
                </a:ext>
              </a:extLst>
            </p:cNvPr>
            <p:cNvGrpSpPr/>
            <p:nvPr/>
          </p:nvGrpSpPr>
          <p:grpSpPr>
            <a:xfrm>
              <a:off x="1238531" y="5226904"/>
              <a:ext cx="5893125" cy="5858254"/>
              <a:chOff x="8451075" y="2889337"/>
              <a:chExt cx="7485029" cy="7440738"/>
            </a:xfrm>
          </p:grpSpPr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AA092772-7831-4A3A-81F0-64AF9D809CFC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5447E2AD-0473-4A3E-A3A4-1AC67963E0DE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075245BF-ED95-44D0-B592-48889250A3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5CDE41E-2ED6-4CEF-A35E-641C18756CB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7" name="Group 346">
              <a:extLst>
                <a:ext uri="{FF2B5EF4-FFF2-40B4-BE49-F238E27FC236}">
                  <a16:creationId xmlns:a16="http://schemas.microsoft.com/office/drawing/2014/main" id="{7BCC1178-747D-46D8-A2D4-E887C69BA6ED}"/>
                </a:ext>
              </a:extLst>
            </p:cNvPr>
            <p:cNvGrpSpPr/>
            <p:nvPr/>
          </p:nvGrpSpPr>
          <p:grpSpPr>
            <a:xfrm>
              <a:off x="16778975" y="0"/>
              <a:ext cx="6770922" cy="6730857"/>
              <a:chOff x="8451075" y="2889337"/>
              <a:chExt cx="7485029" cy="7440738"/>
            </a:xfrm>
          </p:grpSpPr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B6390554-86A1-4089-8065-9A6AD951B6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32B98840-397A-44B8-B5E9-2A22FF1B9EC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6A5B5E93-EE7B-4183-9E38-C302BE9E5B2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7DE36863-6690-4EEA-B94F-9F04ED7EA09B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8" name="Group 347">
              <a:extLst>
                <a:ext uri="{FF2B5EF4-FFF2-40B4-BE49-F238E27FC236}">
                  <a16:creationId xmlns:a16="http://schemas.microsoft.com/office/drawing/2014/main" id="{8F41B3F8-A8B0-4BB6-9593-10A68C0E9767}"/>
                </a:ext>
              </a:extLst>
            </p:cNvPr>
            <p:cNvGrpSpPr/>
            <p:nvPr/>
          </p:nvGrpSpPr>
          <p:grpSpPr>
            <a:xfrm>
              <a:off x="13946872" y="7309998"/>
              <a:ext cx="5457706" cy="5425411"/>
              <a:chOff x="8451075" y="2889337"/>
              <a:chExt cx="7485029" cy="7440738"/>
            </a:xfrm>
          </p:grpSpPr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3EDF2F90-E233-4D5D-8B3E-62D4E8C8771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9086DEC4-2527-420B-98ED-CBE250BEDFEB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9C7A90F7-22F5-4B49-A366-5D3B237E240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945460CA-F3B1-46F4-9322-B1F31BDF0D90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CCBCDE81-6A8F-4A61-9C9A-9CEBFFAF2126}"/>
                </a:ext>
              </a:extLst>
            </p:cNvPr>
            <p:cNvGrpSpPr/>
            <p:nvPr/>
          </p:nvGrpSpPr>
          <p:grpSpPr>
            <a:xfrm>
              <a:off x="6232165" y="11676070"/>
              <a:ext cx="4317368" cy="4291821"/>
              <a:chOff x="8451075" y="2889337"/>
              <a:chExt cx="7485029" cy="7440738"/>
            </a:xfrm>
          </p:grpSpPr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83E83070-9BCD-4F59-B569-404B7EA877CF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8001CE03-1FC1-49BD-B18F-65A02B8C1F25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E05504F3-9D83-49B5-B4F9-E73AAF88DCB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0AA6DC6C-8A0A-4657-B944-44087A815D9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0" name="Group 349">
              <a:extLst>
                <a:ext uri="{FF2B5EF4-FFF2-40B4-BE49-F238E27FC236}">
                  <a16:creationId xmlns:a16="http://schemas.microsoft.com/office/drawing/2014/main" id="{F023D3CC-6D1A-4768-890B-116CBDD3C0A3}"/>
                </a:ext>
              </a:extLst>
            </p:cNvPr>
            <p:cNvGrpSpPr/>
            <p:nvPr/>
          </p:nvGrpSpPr>
          <p:grpSpPr>
            <a:xfrm>
              <a:off x="1992607" y="16558804"/>
              <a:ext cx="7255892" cy="7212957"/>
              <a:chOff x="8451075" y="2889337"/>
              <a:chExt cx="7485029" cy="7440738"/>
            </a:xfrm>
          </p:grpSpPr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EC7F57C9-3C1E-4A8E-AA3C-6D4C745F29F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231F417D-4878-49D8-8C68-0262431C0137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A542CEAA-F282-4A92-AD30-20CAE39A094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4CB15969-4DC3-4D33-AA12-342BCABE726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1" name="Group 350">
              <a:extLst>
                <a:ext uri="{FF2B5EF4-FFF2-40B4-BE49-F238E27FC236}">
                  <a16:creationId xmlns:a16="http://schemas.microsoft.com/office/drawing/2014/main" id="{2D2CB45B-057C-41AE-878F-42043DC37811}"/>
                </a:ext>
              </a:extLst>
            </p:cNvPr>
            <p:cNvGrpSpPr/>
            <p:nvPr/>
          </p:nvGrpSpPr>
          <p:grpSpPr>
            <a:xfrm>
              <a:off x="19404578" y="14885624"/>
              <a:ext cx="4871833" cy="4843006"/>
              <a:chOff x="8451075" y="2889337"/>
              <a:chExt cx="7485029" cy="7440738"/>
            </a:xfrm>
          </p:grpSpPr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44996728-8AF6-405A-8B17-EEDA245BD1D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227AFF42-BC51-4A98-8BD5-8307C4D45F52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EAA3DCDE-51AB-4338-90A1-111F0390D571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753C694D-337B-475F-B9A2-13671EA396B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232ECC8F-7FA7-4C51-9FB8-90F1BF4011B2}"/>
                </a:ext>
              </a:extLst>
            </p:cNvPr>
            <p:cNvGrpSpPr/>
            <p:nvPr/>
          </p:nvGrpSpPr>
          <p:grpSpPr>
            <a:xfrm>
              <a:off x="12436225" y="14174681"/>
              <a:ext cx="5457706" cy="5425411"/>
              <a:chOff x="8451075" y="2889337"/>
              <a:chExt cx="7485029" cy="7440738"/>
            </a:xfrm>
          </p:grpSpPr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69C8C6E8-C428-4356-8FA6-8F53C94211DB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C8ADB513-6DB7-4BC9-9113-48A5220E26C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978C122B-DCB7-4016-9391-6FCCF4753D2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78F9646C-6F3F-4153-BFC9-F8B392CAEF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9CF424A4-C856-40B1-862A-CFD089CEE44A}"/>
                </a:ext>
              </a:extLst>
            </p:cNvPr>
            <p:cNvGrpSpPr/>
            <p:nvPr/>
          </p:nvGrpSpPr>
          <p:grpSpPr>
            <a:xfrm>
              <a:off x="18886364" y="20271861"/>
              <a:ext cx="6770922" cy="6730857"/>
              <a:chOff x="8451075" y="2889337"/>
              <a:chExt cx="7485029" cy="7440738"/>
            </a:xfrm>
          </p:grpSpPr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C908A9A1-5CAF-4566-9754-95DCA1D9E931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48455918-1304-4EE2-BF9E-C99D9380E6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7BD7407A-5DC6-4C3B-9273-9B2A4EB89FE8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44529805-1B36-426C-920B-81F0C42056AE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497FA6B6-6810-4DFA-95B2-01E95366DF94}"/>
                </a:ext>
              </a:extLst>
            </p:cNvPr>
            <p:cNvGrpSpPr/>
            <p:nvPr/>
          </p:nvGrpSpPr>
          <p:grpSpPr>
            <a:xfrm>
              <a:off x="5941124" y="26049663"/>
              <a:ext cx="4458599" cy="4432217"/>
              <a:chOff x="8451075" y="2889337"/>
              <a:chExt cx="7485029" cy="7440738"/>
            </a:xfrm>
          </p:grpSpPr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44B0E533-F021-4CC7-92FB-140741C2F40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91E1938E-727A-4177-879C-3832D88B21B6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71F5EC8E-6440-4C41-92CA-D428E1ADBB66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8E68625A-B687-4C74-A01E-B88B644E910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355" name="Group 354">
              <a:extLst>
                <a:ext uri="{FF2B5EF4-FFF2-40B4-BE49-F238E27FC236}">
                  <a16:creationId xmlns:a16="http://schemas.microsoft.com/office/drawing/2014/main" id="{BD0124B7-D050-4EEA-AFF7-8F38C8D365AB}"/>
                </a:ext>
              </a:extLst>
            </p:cNvPr>
            <p:cNvGrpSpPr/>
            <p:nvPr/>
          </p:nvGrpSpPr>
          <p:grpSpPr>
            <a:xfrm>
              <a:off x="-444571" y="24913310"/>
              <a:ext cx="4871833" cy="4843006"/>
              <a:chOff x="8451075" y="2889337"/>
              <a:chExt cx="7485029" cy="7440738"/>
            </a:xfrm>
          </p:grpSpPr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F4FC3E24-2427-4661-B5D5-643332B2680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B5C821C6-7245-47E3-9939-6FEE739C0454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936F1C6-4F62-41B6-8861-021C1F5EA6FA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854D08D5-DBA8-4205-8441-780C04E631AA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1" name="TextBox 220">
            <a:extLst>
              <a:ext uri="{FF2B5EF4-FFF2-40B4-BE49-F238E27FC236}">
                <a16:creationId xmlns:a16="http://schemas.microsoft.com/office/drawing/2014/main" id="{BB4724C8-FD65-45F7-A34C-8504BCB5D6EC}"/>
              </a:ext>
            </a:extLst>
          </p:cNvPr>
          <p:cNvSpPr txBox="1"/>
          <p:nvPr/>
        </p:nvSpPr>
        <p:spPr>
          <a:xfrm>
            <a:off x="855634" y="648062"/>
            <a:ext cx="5029262" cy="70775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Alur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Produksi</a:t>
            </a:r>
            <a:r>
              <a:rPr kumimoji="0" lang="en-US" sz="3999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kumimoji="0" lang="en-US" sz="3999" b="1" i="0" u="none" strike="noStrike" kern="1200" cap="none" spc="0" normalizeH="0" baseline="0" noProof="0" dirty="0" err="1">
                <a:ln>
                  <a:noFill/>
                </a:ln>
                <a:gradFill flip="none" rotWithShape="1">
                  <a:gsLst>
                    <a:gs pos="0">
                      <a:srgbClr val="FF66C1"/>
                    </a:gs>
                    <a:gs pos="21000">
                      <a:srgbClr val="FF66C1">
                        <a:lumMod val="75000"/>
                      </a:srgbClr>
                    </a:gs>
                    <a:gs pos="48000">
                      <a:srgbClr val="BE50E0"/>
                    </a:gs>
                    <a:gs pos="82000">
                      <a:srgbClr val="FF828E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Produk</a:t>
            </a:r>
            <a:endParaRPr kumimoji="0" lang="en-US" sz="3999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FF66C1"/>
                  </a:gs>
                  <a:gs pos="21000">
                    <a:srgbClr val="FF66C1">
                      <a:lumMod val="75000"/>
                    </a:srgbClr>
                  </a:gs>
                  <a:gs pos="48000">
                    <a:srgbClr val="BE50E0"/>
                  </a:gs>
                  <a:gs pos="82000">
                    <a:srgbClr val="FF828E"/>
                  </a:gs>
                </a:gsLst>
                <a:lin ang="0" scaled="1"/>
                <a:tileRect/>
              </a:gradFill>
              <a:effectLst/>
              <a:uLnTx/>
              <a:uFillTx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C3DB2488-BA42-4602-89E0-8CEDD44B8C90}"/>
              </a:ext>
            </a:extLst>
          </p:cNvPr>
          <p:cNvGrpSpPr/>
          <p:nvPr/>
        </p:nvGrpSpPr>
        <p:grpSpPr>
          <a:xfrm>
            <a:off x="-2995757" y="-27233612"/>
            <a:ext cx="15954505" cy="30069246"/>
            <a:chOff x="-5487555" y="-2658810"/>
            <a:chExt cx="31913164" cy="60146323"/>
          </a:xfrm>
        </p:grpSpPr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ED759E7B-51BB-4458-97BF-EF8BCC826286}"/>
                </a:ext>
              </a:extLst>
            </p:cNvPr>
            <p:cNvGrpSpPr/>
            <p:nvPr/>
          </p:nvGrpSpPr>
          <p:grpSpPr>
            <a:xfrm>
              <a:off x="17234116" y="9701601"/>
              <a:ext cx="9191493" cy="9137106"/>
              <a:chOff x="8451073" y="2889337"/>
              <a:chExt cx="7485028" cy="7440739"/>
            </a:xfrm>
          </p:grpSpPr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13A06C3E-C778-474F-A14F-81D51D3E43F6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5BC7AE56-DBC4-4F67-9526-F394A3F48C0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61075CE8-043E-43CD-89B5-B78F7C16EE67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5E2890E7-434F-44FC-B87C-0A8A7B1AF7B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315FB610-78BD-4561-874B-AA22639784E0}"/>
                </a:ext>
              </a:extLst>
            </p:cNvPr>
            <p:cNvGrpSpPr/>
            <p:nvPr/>
          </p:nvGrpSpPr>
          <p:grpSpPr>
            <a:xfrm>
              <a:off x="2747733" y="8494267"/>
              <a:ext cx="7255892" cy="7212957"/>
              <a:chOff x="8451075" y="2889337"/>
              <a:chExt cx="7485029" cy="7440738"/>
            </a:xfrm>
          </p:grpSpPr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AE4BDEE8-54B7-479D-A5C5-22CA89ED1FB5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3EA3FB88-3B76-445E-900A-219454D7387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9F6C421E-DE93-4A3B-82E5-642B616D0089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0F6E2236-BD7D-49D9-BB02-D33BA8C8EEED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28481B2C-EC2D-4AF6-BB17-EEF00A4CFA0D}"/>
                </a:ext>
              </a:extLst>
            </p:cNvPr>
            <p:cNvGrpSpPr/>
            <p:nvPr/>
          </p:nvGrpSpPr>
          <p:grpSpPr>
            <a:xfrm>
              <a:off x="-5077178" y="-2658810"/>
              <a:ext cx="12925268" cy="12848788"/>
              <a:chOff x="8451073" y="2889337"/>
              <a:chExt cx="7485028" cy="7440739"/>
            </a:xfrm>
          </p:grpSpPr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99FB99D1-2E7E-4120-922B-28A31879336B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165F56FB-1E04-4F46-86BC-8ABCFE660E25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F0374B48-A21E-4D54-84AB-04694E88777B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6E05AD5-4150-405C-B02E-34A403ED8038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8D938E28-E7FC-4358-9195-B2BCDFC9FFF7}"/>
                </a:ext>
              </a:extLst>
            </p:cNvPr>
            <p:cNvGrpSpPr/>
            <p:nvPr/>
          </p:nvGrpSpPr>
          <p:grpSpPr>
            <a:xfrm>
              <a:off x="17087264" y="1911647"/>
              <a:ext cx="6770922" cy="6730857"/>
              <a:chOff x="8451075" y="2889337"/>
              <a:chExt cx="7485029" cy="7440738"/>
            </a:xfrm>
          </p:grpSpPr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9B6481C-B0AB-4FB0-B4C1-EA3FEB1F0E0A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4B8D314E-FBD2-4129-AF83-807AD67CF78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3C509955-11DC-4A21-82BA-AB598BCDFCD7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A1383E72-FE84-4012-965E-004E05473F4F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281E75CE-3362-4D4D-A7E5-5F2E8ACA512E}"/>
                </a:ext>
              </a:extLst>
            </p:cNvPr>
            <p:cNvGrpSpPr/>
            <p:nvPr/>
          </p:nvGrpSpPr>
          <p:grpSpPr>
            <a:xfrm>
              <a:off x="16823739" y="28849594"/>
              <a:ext cx="9191493" cy="9137106"/>
              <a:chOff x="8451073" y="2889337"/>
              <a:chExt cx="7485028" cy="7440739"/>
            </a:xfrm>
          </p:grpSpPr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12B17058-8332-4149-AFE4-7AFEF9315C23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C3D5148A-66FE-4ABF-AF20-3ACC296548A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637C9B21-4BE6-4CF5-BB0B-5BD401E24EE9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F8F3B400-7601-460C-AEB9-5A118FCB954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7" name="Group 416">
              <a:extLst>
                <a:ext uri="{FF2B5EF4-FFF2-40B4-BE49-F238E27FC236}">
                  <a16:creationId xmlns:a16="http://schemas.microsoft.com/office/drawing/2014/main" id="{CF9D19EB-434D-4CE8-B684-D494477C4B4A}"/>
                </a:ext>
              </a:extLst>
            </p:cNvPr>
            <p:cNvGrpSpPr/>
            <p:nvPr/>
          </p:nvGrpSpPr>
          <p:grpSpPr>
            <a:xfrm>
              <a:off x="2337356" y="27642260"/>
              <a:ext cx="7255892" cy="7212957"/>
              <a:chOff x="8451075" y="2889337"/>
              <a:chExt cx="7485029" cy="7440738"/>
            </a:xfrm>
          </p:grpSpPr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C1FA38F1-AC82-456D-BFF4-F17C804DB5D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669099C3-5B14-402B-90CD-970773CFE510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BA5F5AEB-11CC-45A3-8B2B-B756671C7550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1BFA1D4A-2251-493F-9BD5-5930C0FF8871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6FF816AC-864A-4F89-B94F-B24B88BAA163}"/>
                </a:ext>
              </a:extLst>
            </p:cNvPr>
            <p:cNvGrpSpPr/>
            <p:nvPr/>
          </p:nvGrpSpPr>
          <p:grpSpPr>
            <a:xfrm>
              <a:off x="-5487555" y="16489183"/>
              <a:ext cx="12925268" cy="12848788"/>
              <a:chOff x="8451073" y="2889337"/>
              <a:chExt cx="7485028" cy="7440739"/>
            </a:xfrm>
          </p:grpSpPr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D5CA1E09-4C90-4002-B97D-F70EA69CD9A7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C1DC935E-09A0-4CB9-93DA-74CA415025E0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89E52D6F-E863-480A-9EE7-E5BDEB8470FE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AA2E0BF2-DC55-411D-B0CF-C2D2BE99CDA3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19" name="Group 418">
              <a:extLst>
                <a:ext uri="{FF2B5EF4-FFF2-40B4-BE49-F238E27FC236}">
                  <a16:creationId xmlns:a16="http://schemas.microsoft.com/office/drawing/2014/main" id="{A4A504D3-9793-4C52-AE31-E9084F7B6077}"/>
                </a:ext>
              </a:extLst>
            </p:cNvPr>
            <p:cNvGrpSpPr/>
            <p:nvPr/>
          </p:nvGrpSpPr>
          <p:grpSpPr>
            <a:xfrm>
              <a:off x="16676887" y="21059640"/>
              <a:ext cx="6770922" cy="6730857"/>
              <a:chOff x="8451075" y="2889337"/>
              <a:chExt cx="7485029" cy="7440738"/>
            </a:xfrm>
          </p:grpSpPr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3A49FB1D-FE21-4C86-AD1D-8A2C90C0EC24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8DF6F252-D185-4219-838B-E8D4419EEBDA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0F939989-BE70-4F45-AF1A-62ECC509173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060830FE-BADB-42C9-BA6A-BC8492B08066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AA31F3DA-0775-4C69-8544-A8A331423CE5}"/>
                </a:ext>
              </a:extLst>
            </p:cNvPr>
            <p:cNvGrpSpPr/>
            <p:nvPr/>
          </p:nvGrpSpPr>
          <p:grpSpPr>
            <a:xfrm>
              <a:off x="16823739" y="48350407"/>
              <a:ext cx="9191493" cy="9137106"/>
              <a:chOff x="8451073" y="2889337"/>
              <a:chExt cx="7485028" cy="7440739"/>
            </a:xfrm>
          </p:grpSpPr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E1636E67-0824-4D72-BC81-C75FB120AE89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3CD65B14-600F-4DD8-8E54-22EAACC60A4A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00D87B5A-8907-46D3-9B51-1989C034F162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4318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3A12D976-8E27-4DC0-81D2-29D14DEA2259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ECEAB9B4-E06F-4F50-B9DD-12B5A3D5B575}"/>
                </a:ext>
              </a:extLst>
            </p:cNvPr>
            <p:cNvGrpSpPr/>
            <p:nvPr/>
          </p:nvGrpSpPr>
          <p:grpSpPr>
            <a:xfrm>
              <a:off x="2337356" y="47143073"/>
              <a:ext cx="7255892" cy="7212957"/>
              <a:chOff x="8451075" y="2889337"/>
              <a:chExt cx="7485029" cy="7440738"/>
            </a:xfrm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B3A2EAC-E40A-4414-B287-2C34708D9FA3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0A6072EF-C907-443F-8192-FC673B1CBE98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20760D7B-95B8-4FC4-AAC9-AAA122E9BF42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3F6D80E2-68A6-4A28-98D0-4C2CE78D1542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A54E0ADB-08B2-4AB6-95B0-EF53BC5FF2F5}"/>
                </a:ext>
              </a:extLst>
            </p:cNvPr>
            <p:cNvGrpSpPr/>
            <p:nvPr/>
          </p:nvGrpSpPr>
          <p:grpSpPr>
            <a:xfrm>
              <a:off x="-5487555" y="35989996"/>
              <a:ext cx="12925268" cy="12848788"/>
              <a:chOff x="8451073" y="2889337"/>
              <a:chExt cx="7485028" cy="7440739"/>
            </a:xfrm>
          </p:grpSpPr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3321EA5C-4B35-4AF9-8CB1-0AC204659A31}"/>
                  </a:ext>
                </a:extLst>
              </p:cNvPr>
              <p:cNvSpPr/>
              <p:nvPr/>
            </p:nvSpPr>
            <p:spPr>
              <a:xfrm>
                <a:off x="9167494" y="3709750"/>
                <a:ext cx="6057900" cy="6019800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5C5EB32E-3B94-4D2D-BCF5-F956715572F4}"/>
                  </a:ext>
                </a:extLst>
              </p:cNvPr>
              <p:cNvSpPr/>
              <p:nvPr/>
            </p:nvSpPr>
            <p:spPr>
              <a:xfrm>
                <a:off x="9075076" y="3848108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03E39664-F7DF-4357-A915-125188010464}"/>
                  </a:ext>
                </a:extLst>
              </p:cNvPr>
              <p:cNvSpPr/>
              <p:nvPr/>
            </p:nvSpPr>
            <p:spPr>
              <a:xfrm>
                <a:off x="8451073" y="2889337"/>
                <a:ext cx="7485028" cy="7440739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493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F07EE7A1-07A0-4692-96CB-398755DFC3F4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5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1C76FF68-44C6-4E2F-B3CA-86BA70C20ED3}"/>
                </a:ext>
              </a:extLst>
            </p:cNvPr>
            <p:cNvGrpSpPr/>
            <p:nvPr/>
          </p:nvGrpSpPr>
          <p:grpSpPr>
            <a:xfrm>
              <a:off x="16676887" y="40560453"/>
              <a:ext cx="6770922" cy="6730857"/>
              <a:chOff x="8451075" y="2889337"/>
              <a:chExt cx="7485029" cy="7440738"/>
            </a:xfrm>
          </p:grpSpPr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BFE424B8-D4E1-4816-A254-08770E8597C0}"/>
                  </a:ext>
                </a:extLst>
              </p:cNvPr>
              <p:cNvSpPr/>
              <p:nvPr/>
            </p:nvSpPr>
            <p:spPr>
              <a:xfrm>
                <a:off x="9167495" y="3709750"/>
                <a:ext cx="6057900" cy="6019801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rgbClr val="EFF9FB"/>
              </a:solidFill>
              <a:ln w="9525" cap="flat">
                <a:noFill/>
                <a:prstDash val="solid"/>
                <a:miter/>
              </a:ln>
              <a:effectLst>
                <a:softEdge rad="4572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D71A138B-7F9D-4F44-8C02-6623087C400F}"/>
                  </a:ext>
                </a:extLst>
              </p:cNvPr>
              <p:cNvSpPr/>
              <p:nvPr/>
            </p:nvSpPr>
            <p:spPr>
              <a:xfrm>
                <a:off x="9075077" y="3848107"/>
                <a:ext cx="6237023" cy="6204984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rgbClr val="EFF9FB"/>
                  </a:gs>
                  <a:gs pos="0">
                    <a:srgbClr val="FBDBEA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84CEA6A4-CCDE-4231-A283-EB07BDC0EBFC}"/>
                  </a:ext>
                </a:extLst>
              </p:cNvPr>
              <p:cNvSpPr/>
              <p:nvPr/>
            </p:nvSpPr>
            <p:spPr>
              <a:xfrm>
                <a:off x="8451075" y="2889337"/>
                <a:ext cx="7485029" cy="744073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EFF9FB"/>
                  </a:gs>
                  <a:gs pos="0">
                    <a:srgbClr val="B0A9DB"/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7747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EBF4F1C9-5920-4EC5-A4B4-C5DCCE93FD95}"/>
                  </a:ext>
                </a:extLst>
              </p:cNvPr>
              <p:cNvSpPr/>
              <p:nvPr/>
            </p:nvSpPr>
            <p:spPr>
              <a:xfrm>
                <a:off x="9663795" y="3421389"/>
                <a:ext cx="5059585" cy="5036536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rgbClr val="FFFFFF">
                      <a:alpha val="66000"/>
                    </a:srgbClr>
                  </a:gs>
                  <a:gs pos="0">
                    <a:srgbClr val="B0A9DB">
                      <a:alpha val="0"/>
                    </a:srgb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5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60A2FCF-792C-45B6-AA0A-9901649C7EAF}"/>
              </a:ext>
            </a:extLst>
          </p:cNvPr>
          <p:cNvGrpSpPr/>
          <p:nvPr/>
        </p:nvGrpSpPr>
        <p:grpSpPr>
          <a:xfrm>
            <a:off x="4004767" y="-6072778"/>
            <a:ext cx="4182467" cy="4411537"/>
            <a:chOff x="12087587" y="7316443"/>
            <a:chExt cx="5194642" cy="5479148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A27CAD2-143E-4C85-AD2A-732AB7466905}"/>
                </a:ext>
              </a:extLst>
            </p:cNvPr>
            <p:cNvGrpSpPr/>
            <p:nvPr/>
          </p:nvGrpSpPr>
          <p:grpSpPr>
            <a:xfrm>
              <a:off x="12087587" y="7316443"/>
              <a:ext cx="5194642" cy="5479148"/>
              <a:chOff x="8736553" y="3611344"/>
              <a:chExt cx="6914068" cy="7292746"/>
            </a:xfrm>
          </p:grpSpPr>
          <p:sp>
            <p:nvSpPr>
              <p:cNvPr id="160" name="One">
                <a:extLst>
                  <a:ext uri="{FF2B5EF4-FFF2-40B4-BE49-F238E27FC236}">
                    <a16:creationId xmlns:a16="http://schemas.microsoft.com/office/drawing/2014/main" id="{3148C293-0045-4669-B00B-5F008C8664A6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Two">
                <a:extLst>
                  <a:ext uri="{FF2B5EF4-FFF2-40B4-BE49-F238E27FC236}">
                    <a16:creationId xmlns:a16="http://schemas.microsoft.com/office/drawing/2014/main" id="{EBBE5FF9-C468-4646-B1BD-8DAD7E4DD258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bg2">
                      <a:lumMod val="75000"/>
                    </a:schemeClr>
                  </a:gs>
                  <a:gs pos="0">
                    <a:schemeClr val="bg2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Three">
                <a:extLst>
                  <a:ext uri="{FF2B5EF4-FFF2-40B4-BE49-F238E27FC236}">
                    <a16:creationId xmlns:a16="http://schemas.microsoft.com/office/drawing/2014/main" id="{8CAD49D4-88BD-4F8B-944E-0FE27EC98A96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bg2">
                      <a:lumMod val="75000"/>
                    </a:schemeClr>
                  </a:gs>
                  <a:gs pos="19000">
                    <a:schemeClr val="bg2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Four">
                <a:extLst>
                  <a:ext uri="{FF2B5EF4-FFF2-40B4-BE49-F238E27FC236}">
                    <a16:creationId xmlns:a16="http://schemas.microsoft.com/office/drawing/2014/main" id="{66978AFE-855F-4C0E-8299-6CCD5C8FA568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2">
                      <a:lumMod val="60000"/>
                      <a:lumOff val="40000"/>
                    </a:schemeClr>
                  </a:gs>
                  <a:gs pos="9000">
                    <a:schemeClr val="bg2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401F595-0473-4B37-9029-6C5B7F75FCE8}"/>
                </a:ext>
              </a:extLst>
            </p:cNvPr>
            <p:cNvSpPr txBox="1"/>
            <p:nvPr/>
          </p:nvSpPr>
          <p:spPr>
            <a:xfrm>
              <a:off x="13008039" y="9697417"/>
              <a:ext cx="3337032" cy="57339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Instalasi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9548E2D4-958A-4801-B687-C27B8ACFCB02}"/>
                </a:ext>
              </a:extLst>
            </p:cNvPr>
            <p:cNvSpPr/>
            <p:nvPr/>
          </p:nvSpPr>
          <p:spPr>
            <a:xfrm>
              <a:off x="13935088" y="8508827"/>
              <a:ext cx="1515501" cy="1433315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899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06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A2EC1B1-54F4-4E70-8C10-3304B1B34E33}"/>
              </a:ext>
            </a:extLst>
          </p:cNvPr>
          <p:cNvGrpSpPr/>
          <p:nvPr/>
        </p:nvGrpSpPr>
        <p:grpSpPr>
          <a:xfrm>
            <a:off x="3904821" y="1535425"/>
            <a:ext cx="4382358" cy="4622376"/>
            <a:chOff x="7104948" y="7316443"/>
            <a:chExt cx="5194642" cy="5479148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159B6C63-325D-4BF7-8F52-4D8AF29F8B6F}"/>
                </a:ext>
              </a:extLst>
            </p:cNvPr>
            <p:cNvGrpSpPr/>
            <p:nvPr/>
          </p:nvGrpSpPr>
          <p:grpSpPr>
            <a:xfrm>
              <a:off x="7104948" y="7316443"/>
              <a:ext cx="5194642" cy="5479148"/>
              <a:chOff x="8736553" y="3611344"/>
              <a:chExt cx="6914068" cy="7292746"/>
            </a:xfrm>
          </p:grpSpPr>
          <p:sp>
            <p:nvSpPr>
              <p:cNvPr id="168" name="One">
                <a:extLst>
                  <a:ext uri="{FF2B5EF4-FFF2-40B4-BE49-F238E27FC236}">
                    <a16:creationId xmlns:a16="http://schemas.microsoft.com/office/drawing/2014/main" id="{FBB9A59B-735D-497B-96E8-2CC921049804}"/>
                  </a:ext>
                </a:extLst>
              </p:cNvPr>
              <p:cNvSpPr/>
              <p:nvPr/>
            </p:nvSpPr>
            <p:spPr>
              <a:xfrm>
                <a:off x="9395686" y="3903128"/>
                <a:ext cx="5595802" cy="5560608"/>
              </a:xfrm>
              <a:custGeom>
                <a:avLst/>
                <a:gdLst>
                  <a:gd name="connsiteX0" fmla="*/ 6057900 w 6057900"/>
                  <a:gd name="connsiteY0" fmla="*/ 3009900 h 6019800"/>
                  <a:gd name="connsiteX1" fmla="*/ 3028950 w 6057900"/>
                  <a:gd name="connsiteY1" fmla="*/ 6019800 h 6019800"/>
                  <a:gd name="connsiteX2" fmla="*/ 0 w 6057900"/>
                  <a:gd name="connsiteY2" fmla="*/ 3009900 h 6019800"/>
                  <a:gd name="connsiteX3" fmla="*/ 3028950 w 6057900"/>
                  <a:gd name="connsiteY3" fmla="*/ 0 h 6019800"/>
                  <a:gd name="connsiteX4" fmla="*/ 6057900 w 6057900"/>
                  <a:gd name="connsiteY4" fmla="*/ 3009900 h 6019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57900" h="6019800">
                    <a:moveTo>
                      <a:pt x="6057900" y="3009900"/>
                    </a:moveTo>
                    <a:cubicBezTo>
                      <a:pt x="6057900" y="4672222"/>
                      <a:pt x="4701793" y="6019800"/>
                      <a:pt x="3028950" y="6019800"/>
                    </a:cubicBezTo>
                    <a:cubicBezTo>
                      <a:pt x="1356107" y="6019800"/>
                      <a:pt x="0" y="4672222"/>
                      <a:pt x="0" y="3009900"/>
                    </a:cubicBezTo>
                    <a:cubicBezTo>
                      <a:pt x="0" y="1347578"/>
                      <a:pt x="1356107" y="0"/>
                      <a:pt x="3028950" y="0"/>
                    </a:cubicBezTo>
                    <a:cubicBezTo>
                      <a:pt x="4701793" y="0"/>
                      <a:pt x="6057900" y="1347578"/>
                      <a:pt x="6057900" y="300990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Two">
                <a:extLst>
                  <a:ext uri="{FF2B5EF4-FFF2-40B4-BE49-F238E27FC236}">
                    <a16:creationId xmlns:a16="http://schemas.microsoft.com/office/drawing/2014/main" id="{0A4A2946-810C-4935-A003-7A7534526384}"/>
                  </a:ext>
                </a:extLst>
              </p:cNvPr>
              <p:cNvSpPr/>
              <p:nvPr/>
            </p:nvSpPr>
            <p:spPr>
              <a:xfrm>
                <a:off x="9312957" y="4030932"/>
                <a:ext cx="5761261" cy="5731667"/>
              </a:xfrm>
              <a:custGeom>
                <a:avLst/>
                <a:gdLst>
                  <a:gd name="connsiteX0" fmla="*/ 5568315 w 5562600"/>
                  <a:gd name="connsiteY0" fmla="*/ 2767013 h 5534025"/>
                  <a:gd name="connsiteX1" fmla="*/ 2784158 w 5562600"/>
                  <a:gd name="connsiteY1" fmla="*/ 5534025 h 5534025"/>
                  <a:gd name="connsiteX2" fmla="*/ 0 w 5562600"/>
                  <a:gd name="connsiteY2" fmla="*/ 2767013 h 5534025"/>
                  <a:gd name="connsiteX3" fmla="*/ 2784158 w 5562600"/>
                  <a:gd name="connsiteY3" fmla="*/ 0 h 5534025"/>
                  <a:gd name="connsiteX4" fmla="*/ 5568315 w 5562600"/>
                  <a:gd name="connsiteY4" fmla="*/ 2767013 h 5534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62600" h="5534025">
                    <a:moveTo>
                      <a:pt x="5568315" y="2767013"/>
                    </a:moveTo>
                    <a:cubicBezTo>
                      <a:pt x="5568315" y="4295192"/>
                      <a:pt x="4321805" y="5534025"/>
                      <a:pt x="2784158" y="5534025"/>
                    </a:cubicBezTo>
                    <a:cubicBezTo>
                      <a:pt x="1246510" y="5534025"/>
                      <a:pt x="0" y="4295192"/>
                      <a:pt x="0" y="2767013"/>
                    </a:cubicBezTo>
                    <a:cubicBezTo>
                      <a:pt x="0" y="1238834"/>
                      <a:pt x="1246510" y="0"/>
                      <a:pt x="2784158" y="0"/>
                    </a:cubicBezTo>
                    <a:cubicBezTo>
                      <a:pt x="4321805" y="0"/>
                      <a:pt x="5568315" y="1238834"/>
                      <a:pt x="5568315" y="2767013"/>
                    </a:cubicBezTo>
                    <a:close/>
                  </a:path>
                </a:pathLst>
              </a:custGeom>
              <a:gradFill flip="none" rotWithShape="1">
                <a:gsLst>
                  <a:gs pos="43000">
                    <a:schemeClr val="accent6">
                      <a:lumMod val="75000"/>
                    </a:schemeClr>
                  </a:gs>
                  <a:gs pos="0">
                    <a:schemeClr val="accent6"/>
                  </a:gs>
                </a:gsLst>
                <a:lin ang="16200000" scaled="1"/>
                <a:tileRect/>
              </a:gradFill>
              <a:ln w="9525" cap="flat">
                <a:noFill/>
                <a:prstDash val="solid"/>
                <a:miter/>
              </a:ln>
              <a:effectLst>
                <a:softEdge rad="381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Three">
                <a:extLst>
                  <a:ext uri="{FF2B5EF4-FFF2-40B4-BE49-F238E27FC236}">
                    <a16:creationId xmlns:a16="http://schemas.microsoft.com/office/drawing/2014/main" id="{59D53FA0-8AF6-4564-9555-C14E4C659B0C}"/>
                  </a:ext>
                </a:extLst>
              </p:cNvPr>
              <p:cNvSpPr/>
              <p:nvPr/>
            </p:nvSpPr>
            <p:spPr>
              <a:xfrm>
                <a:off x="8736553" y="4030932"/>
                <a:ext cx="6914068" cy="6873158"/>
              </a:xfrm>
              <a:custGeom>
                <a:avLst/>
                <a:gdLst>
                  <a:gd name="connsiteX0" fmla="*/ 4831080 w 4829175"/>
                  <a:gd name="connsiteY0" fmla="*/ 2400300 h 4800600"/>
                  <a:gd name="connsiteX1" fmla="*/ 2415540 w 4829175"/>
                  <a:gd name="connsiteY1" fmla="*/ 4800600 h 4800600"/>
                  <a:gd name="connsiteX2" fmla="*/ 0 w 4829175"/>
                  <a:gd name="connsiteY2" fmla="*/ 2400300 h 4800600"/>
                  <a:gd name="connsiteX3" fmla="*/ 2415540 w 4829175"/>
                  <a:gd name="connsiteY3" fmla="*/ 0 h 4800600"/>
                  <a:gd name="connsiteX4" fmla="*/ 4831080 w 4829175"/>
                  <a:gd name="connsiteY4" fmla="*/ 2400300 h 4800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9175" h="4800600">
                    <a:moveTo>
                      <a:pt x="4831080" y="2400300"/>
                    </a:moveTo>
                    <a:cubicBezTo>
                      <a:pt x="4831080" y="3725949"/>
                      <a:pt x="3749606" y="4800600"/>
                      <a:pt x="2415540" y="4800600"/>
                    </a:cubicBezTo>
                    <a:cubicBezTo>
                      <a:pt x="1081474" y="4800600"/>
                      <a:pt x="0" y="3725949"/>
                      <a:pt x="0" y="2400300"/>
                    </a:cubicBezTo>
                    <a:cubicBezTo>
                      <a:pt x="0" y="1074651"/>
                      <a:pt x="1081474" y="0"/>
                      <a:pt x="2415540" y="0"/>
                    </a:cubicBezTo>
                    <a:cubicBezTo>
                      <a:pt x="3749606" y="0"/>
                      <a:pt x="4831080" y="1074651"/>
                      <a:pt x="4831080" y="2400300"/>
                    </a:cubicBezTo>
                    <a:close/>
                  </a:path>
                </a:pathLst>
              </a:custGeom>
              <a:gradFill>
                <a:gsLst>
                  <a:gs pos="84000">
                    <a:schemeClr val="accent6">
                      <a:lumMod val="75000"/>
                    </a:schemeClr>
                  </a:gs>
                  <a:gs pos="19000">
                    <a:schemeClr val="accent6">
                      <a:lumMod val="5000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1270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1" name="Four">
                <a:extLst>
                  <a:ext uri="{FF2B5EF4-FFF2-40B4-BE49-F238E27FC236}">
                    <a16:creationId xmlns:a16="http://schemas.microsoft.com/office/drawing/2014/main" id="{E36DFBF5-E4B0-4F63-9085-885420489666}"/>
                  </a:ext>
                </a:extLst>
              </p:cNvPr>
              <p:cNvSpPr/>
              <p:nvPr/>
            </p:nvSpPr>
            <p:spPr>
              <a:xfrm>
                <a:off x="9856768" y="3611344"/>
                <a:ext cx="4673638" cy="4652347"/>
              </a:xfrm>
              <a:custGeom>
                <a:avLst/>
                <a:gdLst>
                  <a:gd name="connsiteX0" fmla="*/ 4189095 w 4181475"/>
                  <a:gd name="connsiteY0" fmla="*/ 2081213 h 4162425"/>
                  <a:gd name="connsiteX1" fmla="*/ 2094548 w 4181475"/>
                  <a:gd name="connsiteY1" fmla="*/ 4162425 h 4162425"/>
                  <a:gd name="connsiteX2" fmla="*/ 0 w 4181475"/>
                  <a:gd name="connsiteY2" fmla="*/ 2081213 h 4162425"/>
                  <a:gd name="connsiteX3" fmla="*/ 2094548 w 4181475"/>
                  <a:gd name="connsiteY3" fmla="*/ 0 h 4162425"/>
                  <a:gd name="connsiteX4" fmla="*/ 4189095 w 4181475"/>
                  <a:gd name="connsiteY4" fmla="*/ 2081213 h 4162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81475" h="4162425">
                    <a:moveTo>
                      <a:pt x="4189095" y="2081213"/>
                    </a:moveTo>
                    <a:cubicBezTo>
                      <a:pt x="4189095" y="3230635"/>
                      <a:pt x="3251335" y="4162425"/>
                      <a:pt x="2094548" y="4162425"/>
                    </a:cubicBezTo>
                    <a:cubicBezTo>
                      <a:pt x="937761" y="4162425"/>
                      <a:pt x="0" y="3230635"/>
                      <a:pt x="0" y="2081213"/>
                    </a:cubicBezTo>
                    <a:cubicBezTo>
                      <a:pt x="0" y="931791"/>
                      <a:pt x="937761" y="0"/>
                      <a:pt x="2094548" y="0"/>
                    </a:cubicBezTo>
                    <a:cubicBezTo>
                      <a:pt x="3251335" y="0"/>
                      <a:pt x="4189095" y="931791"/>
                      <a:pt x="4189095" y="2081213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accent6">
                      <a:lumMod val="60000"/>
                      <a:lumOff val="40000"/>
                    </a:schemeClr>
                  </a:gs>
                  <a:gs pos="9000">
                    <a:schemeClr val="accent6">
                      <a:lumMod val="60000"/>
                      <a:lumOff val="40000"/>
                      <a:alpha val="0"/>
                    </a:schemeClr>
                  </a:gs>
                </a:gsLst>
                <a:lin ang="16200000" scaled="1"/>
              </a:gradFill>
              <a:ln w="9525" cap="flat">
                <a:noFill/>
                <a:prstDash val="solid"/>
                <a:miter/>
              </a:ln>
              <a:effectLst>
                <a:softEdge rad="508000"/>
              </a:effectLst>
            </p:spPr>
            <p:txBody>
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1142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600" b="0" i="0" u="none" strike="noStrike" kern="1200" cap="none" spc="0" normalizeH="0" baseline="0" noProof="0">
                  <a:ln>
                    <a:noFill/>
                  </a:ln>
                  <a:solidFill>
                    <a:srgbClr val="172144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79137C0-EFB7-45CE-A6E9-43FF9F43F792}"/>
                </a:ext>
              </a:extLst>
            </p:cNvPr>
            <p:cNvSpPr txBox="1"/>
            <p:nvPr/>
          </p:nvSpPr>
          <p:spPr>
            <a:xfrm>
              <a:off x="8033752" y="9787489"/>
              <a:ext cx="3337032" cy="54723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 err="1">
                  <a:solidFill>
                    <a:srgbClr val="FFFFFF"/>
                  </a:solidFill>
                  <a:latin typeface="Century Gothic"/>
                </a:rPr>
                <a:t>Pemeliharaan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FB0C5A44-70EE-47B0-8A3C-DA10D0333D07}"/>
                </a:ext>
              </a:extLst>
            </p:cNvPr>
            <p:cNvSpPr/>
            <p:nvPr/>
          </p:nvSpPr>
          <p:spPr>
            <a:xfrm>
              <a:off x="8979080" y="8672617"/>
              <a:ext cx="1446375" cy="1367938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899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 Extrabold" panose="020B0906030804020204" pitchFamily="34" charset="0"/>
                  <a:ea typeface="Open Sans Extrabold" panose="020B0906030804020204" pitchFamily="34" charset="0"/>
                  <a:cs typeface="Open Sans Extrabold" panose="020B0906030804020204" pitchFamily="34" charset="0"/>
                </a:rPr>
                <a:t>07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9381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28B90-66CF-305A-1810-6A01E91FAFF1}"/>
              </a:ext>
            </a:extLst>
          </p:cNvPr>
          <p:cNvSpPr/>
          <p:nvPr/>
        </p:nvSpPr>
        <p:spPr>
          <a:xfrm>
            <a:off x="698500" y="0"/>
            <a:ext cx="10795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16FE0-C130-9B8A-7FB6-0CC826A69E66}"/>
              </a:ext>
            </a:extLst>
          </p:cNvPr>
          <p:cNvSpPr/>
          <p:nvPr/>
        </p:nvSpPr>
        <p:spPr>
          <a:xfrm>
            <a:off x="942965" y="390522"/>
            <a:ext cx="2002632" cy="3724278"/>
          </a:xfrm>
          <a:prstGeom prst="rect">
            <a:avLst/>
          </a:prstGeom>
          <a:solidFill>
            <a:srgbClr val="EC4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1BC032-6552-D804-4BCA-EF4F30661360}"/>
              </a:ext>
            </a:extLst>
          </p:cNvPr>
          <p:cNvSpPr/>
          <p:nvPr/>
        </p:nvSpPr>
        <p:spPr>
          <a:xfrm>
            <a:off x="3009901" y="390525"/>
            <a:ext cx="2009758" cy="1838325"/>
          </a:xfrm>
          <a:prstGeom prst="rect">
            <a:avLst/>
          </a:prstGeom>
          <a:solidFill>
            <a:srgbClr val="EC4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9E6A2-399F-B357-5953-16786E10D505}"/>
              </a:ext>
            </a:extLst>
          </p:cNvPr>
          <p:cNvSpPr/>
          <p:nvPr/>
        </p:nvSpPr>
        <p:spPr>
          <a:xfrm>
            <a:off x="3009900" y="2307431"/>
            <a:ext cx="2009775" cy="1807364"/>
          </a:xfrm>
          <a:prstGeom prst="rect">
            <a:avLst/>
          </a:prstGeom>
          <a:solidFill>
            <a:srgbClr val="EC4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6BBA4C-C21E-164B-E41E-1A701C65E63C}"/>
              </a:ext>
            </a:extLst>
          </p:cNvPr>
          <p:cNvSpPr/>
          <p:nvPr/>
        </p:nvSpPr>
        <p:spPr>
          <a:xfrm>
            <a:off x="5083961" y="390524"/>
            <a:ext cx="2009775" cy="3724275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0C6FD0-B2E2-E355-5A8D-21B49FDEBA1C}"/>
              </a:ext>
            </a:extLst>
          </p:cNvPr>
          <p:cNvSpPr/>
          <p:nvPr/>
        </p:nvSpPr>
        <p:spPr>
          <a:xfrm>
            <a:off x="7150896" y="390522"/>
            <a:ext cx="2031204" cy="1838327"/>
          </a:xfrm>
          <a:prstGeom prst="rect">
            <a:avLst/>
          </a:prstGeom>
          <a:solidFill>
            <a:srgbClr val="052B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1A11EC-4D54-95EF-162C-C5DCC95C7A4C}"/>
              </a:ext>
            </a:extLst>
          </p:cNvPr>
          <p:cNvSpPr/>
          <p:nvPr/>
        </p:nvSpPr>
        <p:spPr>
          <a:xfrm>
            <a:off x="7158038" y="2307431"/>
            <a:ext cx="2009775" cy="1807364"/>
          </a:xfrm>
          <a:prstGeom prst="rect">
            <a:avLst/>
          </a:prstGeom>
          <a:solidFill>
            <a:srgbClr val="052B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B1FAD5-5DC1-7706-258C-B01E7D0533E3}"/>
              </a:ext>
            </a:extLst>
          </p:cNvPr>
          <p:cNvSpPr/>
          <p:nvPr/>
        </p:nvSpPr>
        <p:spPr>
          <a:xfrm>
            <a:off x="9224972" y="390522"/>
            <a:ext cx="2009775" cy="3724275"/>
          </a:xfrm>
          <a:prstGeom prst="rect">
            <a:avLst/>
          </a:prstGeom>
          <a:solidFill>
            <a:srgbClr val="052B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705A0D-D092-B8DC-0215-9137A25965BC}"/>
              </a:ext>
            </a:extLst>
          </p:cNvPr>
          <p:cNvSpPr/>
          <p:nvPr/>
        </p:nvSpPr>
        <p:spPr>
          <a:xfrm>
            <a:off x="942965" y="4162424"/>
            <a:ext cx="5102235" cy="2305050"/>
          </a:xfrm>
          <a:prstGeom prst="rect">
            <a:avLst/>
          </a:prstGeom>
          <a:solidFill>
            <a:srgbClr val="EC45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DAB31B-D94F-1D3A-D104-513C3E39146F}"/>
              </a:ext>
            </a:extLst>
          </p:cNvPr>
          <p:cNvSpPr/>
          <p:nvPr/>
        </p:nvSpPr>
        <p:spPr>
          <a:xfrm>
            <a:off x="6110289" y="4162424"/>
            <a:ext cx="5121275" cy="2305050"/>
          </a:xfrm>
          <a:prstGeom prst="rect">
            <a:avLst/>
          </a:prstGeom>
          <a:solidFill>
            <a:srgbClr val="052B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06EEEC-B7BA-270F-5FB2-C1AC269DA7FB}"/>
              </a:ext>
            </a:extLst>
          </p:cNvPr>
          <p:cNvSpPr txBox="1"/>
          <p:nvPr/>
        </p:nvSpPr>
        <p:spPr>
          <a:xfrm>
            <a:off x="1056464" y="470909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Key</a:t>
            </a:r>
          </a:p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Partners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D3617E-0B8F-A65C-ACE2-DA5F6161DD46}"/>
              </a:ext>
            </a:extLst>
          </p:cNvPr>
          <p:cNvSpPr txBox="1"/>
          <p:nvPr/>
        </p:nvSpPr>
        <p:spPr>
          <a:xfrm>
            <a:off x="3126960" y="470909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Key</a:t>
            </a:r>
          </a:p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Activities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C22C1C-3E51-EBF5-8D11-02EFF8F93844}"/>
              </a:ext>
            </a:extLst>
          </p:cNvPr>
          <p:cNvSpPr txBox="1"/>
          <p:nvPr/>
        </p:nvSpPr>
        <p:spPr>
          <a:xfrm>
            <a:off x="3126960" y="2373885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Key</a:t>
            </a:r>
          </a:p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Resources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4BA3AE-8559-83DD-5F20-54405CD4CC00}"/>
              </a:ext>
            </a:extLst>
          </p:cNvPr>
          <p:cNvSpPr txBox="1"/>
          <p:nvPr/>
        </p:nvSpPr>
        <p:spPr>
          <a:xfrm>
            <a:off x="5226034" y="470907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Value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Proportions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600B6B-6D21-0C31-CA2F-63EE241509EC}"/>
              </a:ext>
            </a:extLst>
          </p:cNvPr>
          <p:cNvSpPr txBox="1"/>
          <p:nvPr/>
        </p:nvSpPr>
        <p:spPr>
          <a:xfrm>
            <a:off x="7275099" y="470908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2E2E2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Customer Segment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41963-512E-54C0-C762-7E66847A6323}"/>
              </a:ext>
            </a:extLst>
          </p:cNvPr>
          <p:cNvSpPr txBox="1"/>
          <p:nvPr/>
        </p:nvSpPr>
        <p:spPr>
          <a:xfrm>
            <a:off x="7275099" y="2373885"/>
            <a:ext cx="176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2E2E2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Channel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018C30-4217-3441-74E0-9DB0929D3BE6}"/>
              </a:ext>
            </a:extLst>
          </p:cNvPr>
          <p:cNvSpPr txBox="1"/>
          <p:nvPr/>
        </p:nvSpPr>
        <p:spPr>
          <a:xfrm>
            <a:off x="9345604" y="470909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2E2E2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Key</a:t>
            </a:r>
          </a:p>
          <a:p>
            <a:pPr algn="ctr"/>
            <a:r>
              <a:rPr lang="en-US" dirty="0">
                <a:solidFill>
                  <a:srgbClr val="E2E2E2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Relationship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D16408-D616-DBE2-D260-9F9279433A1B}"/>
              </a:ext>
            </a:extLst>
          </p:cNvPr>
          <p:cNvSpPr txBox="1"/>
          <p:nvPr/>
        </p:nvSpPr>
        <p:spPr>
          <a:xfrm>
            <a:off x="2609827" y="4162419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Cost Structure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2F35F2-C0FB-637C-7630-AF0492726B6B}"/>
              </a:ext>
            </a:extLst>
          </p:cNvPr>
          <p:cNvSpPr txBox="1"/>
          <p:nvPr/>
        </p:nvSpPr>
        <p:spPr>
          <a:xfrm>
            <a:off x="7782716" y="4162419"/>
            <a:ext cx="176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E2E2E2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Revenue</a:t>
            </a:r>
          </a:p>
          <a:p>
            <a:pPr algn="ctr"/>
            <a:r>
              <a:rPr lang="en-US" dirty="0">
                <a:solidFill>
                  <a:srgbClr val="E2E2E2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Streams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3C454C-3E47-1B2F-3692-E3FA83D93337}"/>
              </a:ext>
            </a:extLst>
          </p:cNvPr>
          <p:cNvSpPr txBox="1"/>
          <p:nvPr/>
        </p:nvSpPr>
        <p:spPr>
          <a:xfrm>
            <a:off x="1056464" y="1296237"/>
            <a:ext cx="17685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/>
              <a:t>Produsen</a:t>
            </a:r>
            <a:r>
              <a:rPr lang="en-US" dirty="0"/>
              <a:t> </a:t>
            </a:r>
            <a:r>
              <a:rPr lang="en-US" dirty="0" err="1"/>
              <a:t>Elektronik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 err="1"/>
              <a:t>Penyedia</a:t>
            </a:r>
            <a:r>
              <a:rPr lang="en-US" dirty="0"/>
              <a:t> </a:t>
            </a:r>
            <a:r>
              <a:rPr lang="en-US" dirty="0" err="1"/>
              <a:t>jasa</a:t>
            </a:r>
            <a:r>
              <a:rPr lang="en-US" dirty="0"/>
              <a:t> </a:t>
            </a:r>
            <a:r>
              <a:rPr lang="en-US" dirty="0" err="1"/>
              <a:t>pengiriman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Distributor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0EEE322-457E-A966-12C7-F69DB5B401D9}"/>
              </a:ext>
            </a:extLst>
          </p:cNvPr>
          <p:cNvSpPr txBox="1"/>
          <p:nvPr/>
        </p:nvSpPr>
        <p:spPr>
          <a:xfrm>
            <a:off x="3031315" y="1117238"/>
            <a:ext cx="20097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Pembuatan</a:t>
            </a:r>
            <a:r>
              <a:rPr lang="en-US" sz="1400" dirty="0"/>
              <a:t> </a:t>
            </a:r>
            <a:r>
              <a:rPr lang="en-US" sz="1400" dirty="0" err="1"/>
              <a:t>Sistem</a:t>
            </a:r>
            <a:r>
              <a:rPr lang="en-US" sz="1400" dirty="0"/>
              <a:t> Hidroponik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Pemasaran</a:t>
            </a:r>
            <a:r>
              <a:rPr lang="en-US" sz="1400" dirty="0"/>
              <a:t> </a:t>
            </a:r>
            <a:r>
              <a:rPr lang="en-US" sz="1400" dirty="0" err="1"/>
              <a:t>Produk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Layanan</a:t>
            </a:r>
            <a:r>
              <a:rPr lang="en-US" sz="1400" dirty="0"/>
              <a:t> </a:t>
            </a:r>
            <a:r>
              <a:rPr lang="en-US" sz="1400" dirty="0" err="1"/>
              <a:t>Purna</a:t>
            </a:r>
            <a:r>
              <a:rPr lang="en-US" sz="1400" dirty="0"/>
              <a:t> </a:t>
            </a:r>
            <a:r>
              <a:rPr lang="en-US" sz="1400" dirty="0" err="1"/>
              <a:t>jual</a:t>
            </a:r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532FA7-A7DA-AB58-09F9-C3AD3AA82BF6}"/>
              </a:ext>
            </a:extLst>
          </p:cNvPr>
          <p:cNvSpPr txBox="1"/>
          <p:nvPr/>
        </p:nvSpPr>
        <p:spPr>
          <a:xfrm>
            <a:off x="2950759" y="2967240"/>
            <a:ext cx="2194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Peralatan</a:t>
            </a:r>
            <a:r>
              <a:rPr lang="en-US" sz="1400" dirty="0"/>
              <a:t> </a:t>
            </a:r>
            <a:r>
              <a:rPr lang="en-US" sz="1400" dirty="0" err="1"/>
              <a:t>produksi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Sumber</a:t>
            </a:r>
            <a:r>
              <a:rPr lang="en-US" sz="1400" dirty="0"/>
              <a:t> daya </a:t>
            </a:r>
            <a:r>
              <a:rPr lang="en-US" sz="1400" dirty="0" err="1"/>
              <a:t>manusia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Website dan platform </a:t>
            </a:r>
            <a:r>
              <a:rPr lang="en-US" sz="1400" dirty="0" err="1"/>
              <a:t>penjualan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80BFE0-0568-CA1E-A582-49A2A0BFF146}"/>
              </a:ext>
            </a:extLst>
          </p:cNvPr>
          <p:cNvSpPr txBox="1"/>
          <p:nvPr/>
        </p:nvSpPr>
        <p:spPr>
          <a:xfrm>
            <a:off x="5091104" y="1179788"/>
            <a:ext cx="20026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Modular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Menggunakan </a:t>
            </a:r>
            <a:r>
              <a:rPr lang="en-US" dirty="0" err="1">
                <a:solidFill>
                  <a:schemeClr val="bg1"/>
                </a:solidFill>
              </a:rPr>
              <a:t>teknologi</a:t>
            </a:r>
            <a:r>
              <a:rPr lang="en-US" dirty="0">
                <a:solidFill>
                  <a:schemeClr val="bg1"/>
                </a:solidFill>
              </a:rPr>
              <a:t> IoT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Menggunakan LED grow light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Automated System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D6B02F-F829-535F-A8DD-E812A39771EF}"/>
              </a:ext>
            </a:extLst>
          </p:cNvPr>
          <p:cNvSpPr txBox="1"/>
          <p:nvPr/>
        </p:nvSpPr>
        <p:spPr>
          <a:xfrm>
            <a:off x="7172325" y="1059298"/>
            <a:ext cx="20026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Petani</a:t>
            </a:r>
            <a:r>
              <a:rPr lang="en-US" sz="1400" dirty="0"/>
              <a:t> Hidroponik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Masyarakat </a:t>
            </a:r>
            <a:r>
              <a:rPr lang="en-US" sz="1400" dirty="0" err="1"/>
              <a:t>perkotaan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Masyarakat </a:t>
            </a:r>
            <a:r>
              <a:rPr lang="en-US" sz="1400" dirty="0" err="1"/>
              <a:t>peduli</a:t>
            </a:r>
            <a:r>
              <a:rPr lang="en-US" sz="1400" dirty="0"/>
              <a:t> lingkungan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11CC68-265F-961A-16B6-FDDF99375AA2}"/>
              </a:ext>
            </a:extLst>
          </p:cNvPr>
          <p:cNvSpPr txBox="1"/>
          <p:nvPr/>
        </p:nvSpPr>
        <p:spPr>
          <a:xfrm>
            <a:off x="7222340" y="2691802"/>
            <a:ext cx="20026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Website </a:t>
            </a:r>
            <a:r>
              <a:rPr lang="en-US" sz="1200" dirty="0" err="1"/>
              <a:t>resmi</a:t>
            </a:r>
            <a:endParaRPr lang="en-US" sz="12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Platform </a:t>
            </a:r>
            <a:r>
              <a:rPr lang="en-US" sz="1200" dirty="0" err="1"/>
              <a:t>pemasaran</a:t>
            </a:r>
            <a:r>
              <a:rPr lang="en-US" sz="1200" dirty="0"/>
              <a:t> online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Distributor </a:t>
            </a:r>
            <a:r>
              <a:rPr lang="en-US" sz="1200" dirty="0" err="1"/>
              <a:t>seluruh</a:t>
            </a:r>
            <a:r>
              <a:rPr lang="en-US" sz="1200" dirty="0"/>
              <a:t> Indonesia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Event </a:t>
            </a:r>
            <a:r>
              <a:rPr lang="en-US" sz="1200" dirty="0" err="1"/>
              <a:t>pertanian</a:t>
            </a:r>
            <a:r>
              <a:rPr lang="en-US" sz="1200" dirty="0"/>
              <a:t> atau event </a:t>
            </a:r>
            <a:r>
              <a:rPr lang="en-US" sz="1200" dirty="0" err="1"/>
              <a:t>lainnya</a:t>
            </a:r>
            <a:endParaRPr lang="en-US" sz="1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C9BAC8-39DB-1645-FCDE-A46CC35F754D}"/>
              </a:ext>
            </a:extLst>
          </p:cNvPr>
          <p:cNvSpPr txBox="1"/>
          <p:nvPr/>
        </p:nvSpPr>
        <p:spPr>
          <a:xfrm>
            <a:off x="9214406" y="1085582"/>
            <a:ext cx="20026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Pelayanan</a:t>
            </a:r>
            <a:r>
              <a:rPr lang="en-US" sz="1400" dirty="0"/>
              <a:t> </a:t>
            </a:r>
            <a:r>
              <a:rPr lang="en-US" sz="1400" dirty="0" err="1"/>
              <a:t>Purna</a:t>
            </a:r>
            <a:r>
              <a:rPr lang="en-US" sz="1400" dirty="0"/>
              <a:t> </a:t>
            </a:r>
            <a:r>
              <a:rPr lang="en-US" sz="1400" dirty="0" err="1"/>
              <a:t>Jual</a:t>
            </a:r>
            <a:r>
              <a:rPr lang="en-US" sz="1400" dirty="0"/>
              <a:t> dalam </a:t>
            </a:r>
            <a:r>
              <a:rPr lang="en-US" sz="1400" dirty="0" err="1"/>
              <a:t>membantu</a:t>
            </a:r>
            <a:r>
              <a:rPr lang="en-US" sz="1400" dirty="0"/>
              <a:t> proses </a:t>
            </a:r>
            <a:r>
              <a:rPr lang="en-US" sz="1400" dirty="0" err="1"/>
              <a:t>instalasi</a:t>
            </a:r>
            <a:r>
              <a:rPr lang="en-US" sz="1400" dirty="0"/>
              <a:t> atau </a:t>
            </a:r>
            <a:r>
              <a:rPr lang="en-US" sz="1400" dirty="0" err="1"/>
              <a:t>perbaikan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Hotline service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Mengadakan</a:t>
            </a:r>
            <a:r>
              <a:rPr lang="en-US" sz="1400" dirty="0"/>
              <a:t> Workshop atau seminar </a:t>
            </a:r>
            <a:r>
              <a:rPr lang="en-US" sz="1400" dirty="0" err="1"/>
              <a:t>tentang</a:t>
            </a:r>
            <a:r>
              <a:rPr lang="en-US" sz="1400" dirty="0"/>
              <a:t> Hidroponik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0BBFC2-6E3D-CAE9-EC3F-3E3232082CBE}"/>
              </a:ext>
            </a:extLst>
          </p:cNvPr>
          <p:cNvSpPr txBox="1"/>
          <p:nvPr/>
        </p:nvSpPr>
        <p:spPr>
          <a:xfrm>
            <a:off x="6565907" y="4931258"/>
            <a:ext cx="42021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Penjualan</a:t>
            </a:r>
            <a:r>
              <a:rPr lang="en-US" sz="1400" dirty="0"/>
              <a:t> </a:t>
            </a:r>
            <a:r>
              <a:rPr lang="en-US" sz="1400" dirty="0" err="1"/>
              <a:t>produk</a:t>
            </a:r>
            <a:r>
              <a:rPr lang="en-US" sz="1400" dirty="0"/>
              <a:t> THRUST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Jasa </a:t>
            </a:r>
            <a:r>
              <a:rPr lang="en-US" sz="1400" dirty="0" err="1"/>
              <a:t>Instalasi</a:t>
            </a:r>
            <a:r>
              <a:rPr lang="en-US" sz="1400" dirty="0"/>
              <a:t> </a:t>
            </a:r>
            <a:r>
              <a:rPr lang="en-US" sz="1400" dirty="0" err="1"/>
              <a:t>Produk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Jasa </a:t>
            </a:r>
            <a:r>
              <a:rPr lang="en-US" sz="1400" dirty="0" err="1"/>
              <a:t>perbaikan</a:t>
            </a:r>
            <a:r>
              <a:rPr lang="en-US" sz="1400" dirty="0"/>
              <a:t> </a:t>
            </a:r>
            <a:r>
              <a:rPr lang="en-US" sz="1400" dirty="0" err="1"/>
              <a:t>produk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/>
              <a:t>Penjualan</a:t>
            </a:r>
            <a:r>
              <a:rPr lang="en-US" sz="1400" dirty="0"/>
              <a:t> </a:t>
            </a:r>
            <a:r>
              <a:rPr lang="en-US" sz="1400" dirty="0" err="1"/>
              <a:t>komponen</a:t>
            </a:r>
            <a:r>
              <a:rPr lang="en-US" sz="1400" dirty="0"/>
              <a:t> </a:t>
            </a:r>
            <a:r>
              <a:rPr lang="en-US" sz="1400" dirty="0" err="1"/>
              <a:t>tambahan</a:t>
            </a:r>
            <a:r>
              <a:rPr lang="en-US" sz="1400" dirty="0"/>
              <a:t> seperti </a:t>
            </a:r>
            <a:r>
              <a:rPr lang="en-US" sz="1400" dirty="0" err="1"/>
              <a:t>Nutrisi</a:t>
            </a:r>
            <a:endParaRPr lang="en-US" sz="1400" dirty="0"/>
          </a:p>
          <a:p>
            <a:pPr algn="l"/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1AD3FC-EBF5-EE8A-A31D-85C6723C3B37}"/>
              </a:ext>
            </a:extLst>
          </p:cNvPr>
          <p:cNvSpPr txBox="1"/>
          <p:nvPr/>
        </p:nvSpPr>
        <p:spPr>
          <a:xfrm>
            <a:off x="1393018" y="4998565"/>
            <a:ext cx="42021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produksi</a:t>
            </a:r>
            <a:r>
              <a:rPr lang="en-US" sz="1400" dirty="0"/>
              <a:t> system Hidroponik</a:t>
            </a:r>
          </a:p>
          <a:p>
            <a:pPr algn="l"/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pemasaran</a:t>
            </a:r>
            <a:r>
              <a:rPr lang="en-US" sz="1400" dirty="0"/>
              <a:t> dan </a:t>
            </a:r>
            <a:r>
              <a:rPr lang="en-US" sz="1400" dirty="0" err="1"/>
              <a:t>penualan</a:t>
            </a:r>
            <a:r>
              <a:rPr lang="en-US" sz="1400" dirty="0"/>
              <a:t> </a:t>
            </a:r>
            <a:r>
              <a:rPr lang="en-US" sz="1400" dirty="0" err="1"/>
              <a:t>produk</a:t>
            </a:r>
            <a:endParaRPr lang="en-US" sz="1400" dirty="0"/>
          </a:p>
          <a:p>
            <a:pPr algn="l"/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pelayanan</a:t>
            </a:r>
            <a:r>
              <a:rPr lang="en-US" sz="1400" dirty="0"/>
              <a:t> </a:t>
            </a:r>
            <a:r>
              <a:rPr lang="en-US" sz="1400" dirty="0" err="1"/>
              <a:t>purna</a:t>
            </a:r>
            <a:r>
              <a:rPr lang="en-US" sz="1400" dirty="0"/>
              <a:t> </a:t>
            </a:r>
            <a:r>
              <a:rPr lang="en-US" sz="1400" dirty="0" err="1"/>
              <a:t>jual</a:t>
            </a:r>
            <a:endParaRPr lang="en-US" sz="1400" dirty="0"/>
          </a:p>
          <a:p>
            <a:pPr algn="l"/>
            <a:r>
              <a:rPr lang="en-US" sz="1400" dirty="0" err="1"/>
              <a:t>Biaya</a:t>
            </a:r>
            <a:r>
              <a:rPr lang="en-US" sz="1400" dirty="0"/>
              <a:t> </a:t>
            </a:r>
            <a:r>
              <a:rPr lang="en-US" sz="1400" dirty="0" err="1"/>
              <a:t>operasional</a:t>
            </a:r>
            <a:r>
              <a:rPr lang="en-US" sz="1400" dirty="0"/>
              <a:t> </a:t>
            </a:r>
            <a:r>
              <a:rPr lang="en-US" sz="1400" dirty="0" err="1"/>
              <a:t>perusahaan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4597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 1">
            <a:extLst>
              <a:ext uri="{FF2B5EF4-FFF2-40B4-BE49-F238E27FC236}">
                <a16:creationId xmlns:a16="http://schemas.microsoft.com/office/drawing/2014/main" id="{DCFF74EA-298C-4AD7-B196-285666C0590A}"/>
              </a:ext>
            </a:extLst>
          </p:cNvPr>
          <p:cNvSpPr>
            <a:spLocks/>
          </p:cNvSpPr>
          <p:nvPr/>
        </p:nvSpPr>
        <p:spPr bwMode="auto">
          <a:xfrm rot="17772035">
            <a:off x="1513377" y="1484710"/>
            <a:ext cx="2435682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 1">
            <a:extLst>
              <a:ext uri="{FF2B5EF4-FFF2-40B4-BE49-F238E27FC236}">
                <a16:creationId xmlns:a16="http://schemas.microsoft.com/office/drawing/2014/main" id="{8BF63BE3-3CDA-4A63-92E5-ED40D706B461}"/>
              </a:ext>
            </a:extLst>
          </p:cNvPr>
          <p:cNvSpPr>
            <a:spLocks/>
          </p:cNvSpPr>
          <p:nvPr/>
        </p:nvSpPr>
        <p:spPr bwMode="auto">
          <a:xfrm rot="1800000">
            <a:off x="1594016" y="1446769"/>
            <a:ext cx="2435681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5 1">
            <a:extLst>
              <a:ext uri="{FF2B5EF4-FFF2-40B4-BE49-F238E27FC236}">
                <a16:creationId xmlns:a16="http://schemas.microsoft.com/office/drawing/2014/main" id="{6A1B3C49-FCDD-4568-B024-152C6BFC84E8}"/>
              </a:ext>
            </a:extLst>
          </p:cNvPr>
          <p:cNvSpPr>
            <a:spLocks/>
          </p:cNvSpPr>
          <p:nvPr/>
        </p:nvSpPr>
        <p:spPr bwMode="auto">
          <a:xfrm rot="19800000">
            <a:off x="1524053" y="1473878"/>
            <a:ext cx="2457337" cy="24583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Placeholder 10 1">
            <a:extLst>
              <a:ext uri="{FF2B5EF4-FFF2-40B4-BE49-F238E27FC236}">
                <a16:creationId xmlns:a16="http://schemas.microsoft.com/office/drawing/2014/main" id="{A7B97D08-481E-1079-EA72-0EB1A86B1F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blipFill>
            <a:blip r:embed="rId2"/>
            <a:stretch>
              <a:fillRect/>
            </a:stretch>
          </a:blipFill>
        </p:spPr>
      </p:pic>
      <p:sp>
        <p:nvSpPr>
          <p:cNvPr id="9" name="Freeform 5 1">
            <a:extLst>
              <a:ext uri="{FF2B5EF4-FFF2-40B4-BE49-F238E27FC236}">
                <a16:creationId xmlns:a16="http://schemas.microsoft.com/office/drawing/2014/main" id="{C794EA86-BEDE-4A88-BB3E-AA2C949BC4C3}"/>
              </a:ext>
            </a:extLst>
          </p:cNvPr>
          <p:cNvSpPr>
            <a:spLocks/>
          </p:cNvSpPr>
          <p:nvPr/>
        </p:nvSpPr>
        <p:spPr bwMode="auto">
          <a:xfrm>
            <a:off x="1638206" y="1565048"/>
            <a:ext cx="2287466" cy="2288427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5 2">
            <a:extLst>
              <a:ext uri="{FF2B5EF4-FFF2-40B4-BE49-F238E27FC236}">
                <a16:creationId xmlns:a16="http://schemas.microsoft.com/office/drawing/2014/main" id="{7051BF93-FE13-4ECA-8AF0-F9D1820F47FF}"/>
              </a:ext>
            </a:extLst>
          </p:cNvPr>
          <p:cNvSpPr>
            <a:spLocks/>
          </p:cNvSpPr>
          <p:nvPr/>
        </p:nvSpPr>
        <p:spPr bwMode="auto">
          <a:xfrm rot="17772035">
            <a:off x="4838096" y="1484710"/>
            <a:ext cx="2435682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5 2">
            <a:extLst>
              <a:ext uri="{FF2B5EF4-FFF2-40B4-BE49-F238E27FC236}">
                <a16:creationId xmlns:a16="http://schemas.microsoft.com/office/drawing/2014/main" id="{BE9D7285-465B-4842-9304-731B0B7549D7}"/>
              </a:ext>
            </a:extLst>
          </p:cNvPr>
          <p:cNvSpPr>
            <a:spLocks/>
          </p:cNvSpPr>
          <p:nvPr/>
        </p:nvSpPr>
        <p:spPr bwMode="auto">
          <a:xfrm rot="1800000">
            <a:off x="4918735" y="1446769"/>
            <a:ext cx="2435681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5 2">
            <a:extLst>
              <a:ext uri="{FF2B5EF4-FFF2-40B4-BE49-F238E27FC236}">
                <a16:creationId xmlns:a16="http://schemas.microsoft.com/office/drawing/2014/main" id="{0C597077-077C-45D9-A725-A9AE6A0DCD9F}"/>
              </a:ext>
            </a:extLst>
          </p:cNvPr>
          <p:cNvSpPr>
            <a:spLocks/>
          </p:cNvSpPr>
          <p:nvPr/>
        </p:nvSpPr>
        <p:spPr bwMode="auto">
          <a:xfrm rot="19800000">
            <a:off x="4848772" y="1473878"/>
            <a:ext cx="2457337" cy="24583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3" name="Picture Placeholder 22 2">
            <a:extLst>
              <a:ext uri="{FF2B5EF4-FFF2-40B4-BE49-F238E27FC236}">
                <a16:creationId xmlns:a16="http://schemas.microsoft.com/office/drawing/2014/main" id="{CF1249E0-6CF4-1AC3-83C5-A1718BB9908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0" t="20996" r="660" b="29316"/>
          <a:stretch/>
        </p:blipFill>
        <p:spPr>
          <a:xfrm>
            <a:off x="5047424" y="1644735"/>
            <a:ext cx="2113814" cy="2114978"/>
          </a:xfrm>
        </p:spPr>
      </p:pic>
      <p:sp>
        <p:nvSpPr>
          <p:cNvPr id="15" name="Freeform 5 2">
            <a:extLst>
              <a:ext uri="{FF2B5EF4-FFF2-40B4-BE49-F238E27FC236}">
                <a16:creationId xmlns:a16="http://schemas.microsoft.com/office/drawing/2014/main" id="{DF892A49-E409-4E0C-833C-0EC3C1166530}"/>
              </a:ext>
            </a:extLst>
          </p:cNvPr>
          <p:cNvSpPr>
            <a:spLocks/>
          </p:cNvSpPr>
          <p:nvPr/>
        </p:nvSpPr>
        <p:spPr bwMode="auto">
          <a:xfrm>
            <a:off x="4962925" y="1565048"/>
            <a:ext cx="2287466" cy="2288427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5 3">
            <a:extLst>
              <a:ext uri="{FF2B5EF4-FFF2-40B4-BE49-F238E27FC236}">
                <a16:creationId xmlns:a16="http://schemas.microsoft.com/office/drawing/2014/main" id="{C76F109B-E350-4BB2-9DBA-88C650C9D546}"/>
              </a:ext>
            </a:extLst>
          </p:cNvPr>
          <p:cNvSpPr>
            <a:spLocks/>
          </p:cNvSpPr>
          <p:nvPr/>
        </p:nvSpPr>
        <p:spPr bwMode="auto">
          <a:xfrm rot="17772035">
            <a:off x="8201068" y="1484710"/>
            <a:ext cx="2435682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 5 3">
            <a:extLst>
              <a:ext uri="{FF2B5EF4-FFF2-40B4-BE49-F238E27FC236}">
                <a16:creationId xmlns:a16="http://schemas.microsoft.com/office/drawing/2014/main" id="{08AEC2B9-E365-4794-8B8A-1A913CB66091}"/>
              </a:ext>
            </a:extLst>
          </p:cNvPr>
          <p:cNvSpPr>
            <a:spLocks/>
          </p:cNvSpPr>
          <p:nvPr/>
        </p:nvSpPr>
        <p:spPr bwMode="auto">
          <a:xfrm rot="1800000">
            <a:off x="8281708" y="1446769"/>
            <a:ext cx="2435681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 5 3">
            <a:extLst>
              <a:ext uri="{FF2B5EF4-FFF2-40B4-BE49-F238E27FC236}">
                <a16:creationId xmlns:a16="http://schemas.microsoft.com/office/drawing/2014/main" id="{BDA36FC8-F2CF-4DF1-9941-212F5435BD05}"/>
              </a:ext>
            </a:extLst>
          </p:cNvPr>
          <p:cNvSpPr>
            <a:spLocks/>
          </p:cNvSpPr>
          <p:nvPr/>
        </p:nvSpPr>
        <p:spPr bwMode="auto">
          <a:xfrm rot="19800000">
            <a:off x="8211745" y="1473878"/>
            <a:ext cx="2457337" cy="24583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Picture Placeholder 24 3">
            <a:extLst>
              <a:ext uri="{FF2B5EF4-FFF2-40B4-BE49-F238E27FC236}">
                <a16:creationId xmlns:a16="http://schemas.microsoft.com/office/drawing/2014/main" id="{DFEBA02A-1A3E-6B4D-ADDA-58E0CCE1C9F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>
            <a:fillRect/>
          </a:stretch>
        </p:blipFill>
        <p:spPr/>
      </p:pic>
      <p:sp>
        <p:nvSpPr>
          <p:cNvPr id="20" name="Freeform 5 3">
            <a:extLst>
              <a:ext uri="{FF2B5EF4-FFF2-40B4-BE49-F238E27FC236}">
                <a16:creationId xmlns:a16="http://schemas.microsoft.com/office/drawing/2014/main" id="{06D8600A-A841-4447-A212-D67B20267BDD}"/>
              </a:ext>
            </a:extLst>
          </p:cNvPr>
          <p:cNvSpPr>
            <a:spLocks/>
          </p:cNvSpPr>
          <p:nvPr/>
        </p:nvSpPr>
        <p:spPr bwMode="auto">
          <a:xfrm>
            <a:off x="8323570" y="1540690"/>
            <a:ext cx="2287466" cy="2288427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1 1">
            <a:extLst>
              <a:ext uri="{FF2B5EF4-FFF2-40B4-BE49-F238E27FC236}">
                <a16:creationId xmlns:a16="http://schemas.microsoft.com/office/drawing/2014/main" id="{A10DE0C8-5BDF-4FAF-8CAE-4D337FD2C3AF}"/>
              </a:ext>
            </a:extLst>
          </p:cNvPr>
          <p:cNvGrpSpPr/>
          <p:nvPr/>
        </p:nvGrpSpPr>
        <p:grpSpPr>
          <a:xfrm>
            <a:off x="2088489" y="3705576"/>
            <a:ext cx="1348446" cy="1129472"/>
            <a:chOff x="4177522" y="4420006"/>
            <a:chExt cx="2697242" cy="225924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5D2313-1FB0-4523-BA7F-144DB21D8ADC}"/>
                </a:ext>
              </a:extLst>
            </p:cNvPr>
            <p:cNvSpPr txBox="1"/>
            <p:nvPr/>
          </p:nvSpPr>
          <p:spPr>
            <a:xfrm>
              <a:off x="4177522" y="4420006"/>
              <a:ext cx="2697242" cy="184638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Ariski</a:t>
              </a:r>
              <a:endParaRPr kumimoji="0" lang="en-US" sz="2699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Myardi</a:t>
              </a:r>
              <a:endParaRPr kumimoji="0" lang="en-US" sz="2699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641A66-56E2-4059-A3DB-AC28D577AF24}"/>
                </a:ext>
              </a:extLst>
            </p:cNvPr>
            <p:cNvSpPr txBox="1"/>
            <p:nvPr/>
          </p:nvSpPr>
          <p:spPr>
            <a:xfrm>
              <a:off x="4764298" y="6217523"/>
              <a:ext cx="1523692" cy="461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1103220019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" name="Group 2 2">
            <a:extLst>
              <a:ext uri="{FF2B5EF4-FFF2-40B4-BE49-F238E27FC236}">
                <a16:creationId xmlns:a16="http://schemas.microsoft.com/office/drawing/2014/main" id="{D941D074-9346-4612-BA91-A85C919AFB16}"/>
              </a:ext>
            </a:extLst>
          </p:cNvPr>
          <p:cNvGrpSpPr/>
          <p:nvPr/>
        </p:nvGrpSpPr>
        <p:grpSpPr>
          <a:xfrm>
            <a:off x="5273499" y="3746320"/>
            <a:ext cx="1645002" cy="1036127"/>
            <a:chOff x="10548378" y="4420006"/>
            <a:chExt cx="3290432" cy="207252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674961-86E8-4647-801F-6BAB40B38280}"/>
                </a:ext>
              </a:extLst>
            </p:cNvPr>
            <p:cNvSpPr txBox="1"/>
            <p:nvPr/>
          </p:nvSpPr>
          <p:spPr>
            <a:xfrm>
              <a:off x="10548378" y="4420006"/>
              <a:ext cx="3290432" cy="184638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Bima</a:t>
              </a: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Aji 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Kusuma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47E27CE-A07A-4698-8714-342F29338A97}"/>
                </a:ext>
              </a:extLst>
            </p:cNvPr>
            <p:cNvSpPr txBox="1"/>
            <p:nvPr/>
          </p:nvSpPr>
          <p:spPr>
            <a:xfrm>
              <a:off x="11431747" y="6030808"/>
              <a:ext cx="1523692" cy="461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1103223058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6 3">
            <a:extLst>
              <a:ext uri="{FF2B5EF4-FFF2-40B4-BE49-F238E27FC236}">
                <a16:creationId xmlns:a16="http://schemas.microsoft.com/office/drawing/2014/main" id="{2D06B3AC-9A30-4900-BEBF-47E7C2A979D1}"/>
              </a:ext>
            </a:extLst>
          </p:cNvPr>
          <p:cNvGrpSpPr/>
          <p:nvPr/>
        </p:nvGrpSpPr>
        <p:grpSpPr>
          <a:xfrm>
            <a:off x="8447013" y="3725071"/>
            <a:ext cx="2105063" cy="1037803"/>
            <a:chOff x="16815072" y="4271854"/>
            <a:chExt cx="4210675" cy="207587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5E7C962-B4C0-4133-AF1B-5256287DD5D8}"/>
                </a:ext>
              </a:extLst>
            </p:cNvPr>
            <p:cNvSpPr txBox="1"/>
            <p:nvPr/>
          </p:nvSpPr>
          <p:spPr>
            <a:xfrm>
              <a:off x="16815072" y="4271854"/>
              <a:ext cx="4210675" cy="1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Daffa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Khusnureza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03D84CC-8901-413E-A718-F52042A0FD3A}"/>
                </a:ext>
              </a:extLst>
            </p:cNvPr>
            <p:cNvSpPr txBox="1"/>
            <p:nvPr/>
          </p:nvSpPr>
          <p:spPr>
            <a:xfrm>
              <a:off x="18158567" y="5886006"/>
              <a:ext cx="1523693" cy="46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1103223103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5" name="TextBox 54 1">
            <a:extLst>
              <a:ext uri="{FF2B5EF4-FFF2-40B4-BE49-F238E27FC236}">
                <a16:creationId xmlns:a16="http://schemas.microsoft.com/office/drawing/2014/main" id="{221CD7BE-8690-4C2A-A384-241B0B990A77}"/>
              </a:ext>
            </a:extLst>
          </p:cNvPr>
          <p:cNvSpPr txBox="1"/>
          <p:nvPr/>
        </p:nvSpPr>
        <p:spPr>
          <a:xfrm>
            <a:off x="1862571" y="4822899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Bio-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produk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, </a:t>
            </a:r>
            <a:r>
              <a:rPr lang="en-US" sz="900" dirty="0" err="1">
                <a:solidFill>
                  <a:srgbClr val="223063"/>
                </a:solidFill>
                <a:latin typeface="Calibri"/>
              </a:rPr>
              <a:t>alur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223063"/>
                </a:solidFill>
                <a:latin typeface="Calibri"/>
              </a:rPr>
              <a:t>produksi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 bio-</a:t>
            </a:r>
            <a:r>
              <a:rPr lang="en-US" sz="900" dirty="0" err="1">
                <a:solidFill>
                  <a:srgbClr val="223063"/>
                </a:solidFill>
                <a:latin typeface="Calibri"/>
              </a:rPr>
              <a:t>produk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 2">
            <a:extLst>
              <a:ext uri="{FF2B5EF4-FFF2-40B4-BE49-F238E27FC236}">
                <a16:creationId xmlns:a16="http://schemas.microsoft.com/office/drawing/2014/main" id="{86CC4998-FB84-4BFD-93DF-A7F78E300B7A}"/>
              </a:ext>
            </a:extLst>
          </p:cNvPr>
          <p:cNvSpPr txBox="1"/>
          <p:nvPr/>
        </p:nvSpPr>
        <p:spPr>
          <a:xfrm>
            <a:off x="5206787" y="4810373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Unique Selling Point,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Strategi </a:t>
            </a:r>
            <a:r>
              <a:rPr kumimoji="0" lang="en-US" sz="900" b="0" i="0" u="none" strike="noStrike" kern="1200" cap="none" spc="0" normalizeH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Pemasaran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 3">
            <a:extLst>
              <a:ext uri="{FF2B5EF4-FFF2-40B4-BE49-F238E27FC236}">
                <a16:creationId xmlns:a16="http://schemas.microsoft.com/office/drawing/2014/main" id="{939200F1-01CC-49A7-B69B-2DEF73E3DD0A}"/>
              </a:ext>
            </a:extLst>
          </p:cNvPr>
          <p:cNvSpPr txBox="1"/>
          <p:nvPr/>
        </p:nvSpPr>
        <p:spPr>
          <a:xfrm>
            <a:off x="8602004" y="4741123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Perancang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Produk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Desain PPT, </a:t>
            </a:r>
            <a:r>
              <a:rPr kumimoji="0" lang="en-US" sz="900" b="0" i="0" u="none" strike="noStrike" kern="1200" cap="none" spc="0" normalizeH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Kordinator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Freeform 5 4">
            <a:extLst>
              <a:ext uri="{FF2B5EF4-FFF2-40B4-BE49-F238E27FC236}">
                <a16:creationId xmlns:a16="http://schemas.microsoft.com/office/drawing/2014/main" id="{4E4F270D-A1C4-F228-82C7-89F2171AAA1A}"/>
              </a:ext>
            </a:extLst>
          </p:cNvPr>
          <p:cNvSpPr>
            <a:spLocks/>
          </p:cNvSpPr>
          <p:nvPr/>
        </p:nvSpPr>
        <p:spPr bwMode="auto">
          <a:xfrm rot="17772035">
            <a:off x="-3240827" y="1608092"/>
            <a:ext cx="2242579" cy="22132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Freeform 5 4">
            <a:extLst>
              <a:ext uri="{FF2B5EF4-FFF2-40B4-BE49-F238E27FC236}">
                <a16:creationId xmlns:a16="http://schemas.microsoft.com/office/drawing/2014/main" id="{2FB92C81-A624-B928-74BE-B66931FDB4EE}"/>
              </a:ext>
            </a:extLst>
          </p:cNvPr>
          <p:cNvSpPr>
            <a:spLocks/>
          </p:cNvSpPr>
          <p:nvPr/>
        </p:nvSpPr>
        <p:spPr bwMode="auto">
          <a:xfrm rot="1800000">
            <a:off x="-3152440" y="1558010"/>
            <a:ext cx="2212292" cy="22435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5 4">
            <a:extLst>
              <a:ext uri="{FF2B5EF4-FFF2-40B4-BE49-F238E27FC236}">
                <a16:creationId xmlns:a16="http://schemas.microsoft.com/office/drawing/2014/main" id="{D1BA18A2-4B6E-CE30-B9A7-759D55263ABC}"/>
              </a:ext>
            </a:extLst>
          </p:cNvPr>
          <p:cNvSpPr>
            <a:spLocks/>
          </p:cNvSpPr>
          <p:nvPr/>
        </p:nvSpPr>
        <p:spPr bwMode="auto">
          <a:xfrm rot="19800000">
            <a:off x="-3215987" y="1582969"/>
            <a:ext cx="2231962" cy="226346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Picture Placeholder 10 4">
            <a:extLst>
              <a:ext uri="{FF2B5EF4-FFF2-40B4-BE49-F238E27FC236}">
                <a16:creationId xmlns:a16="http://schemas.microsoft.com/office/drawing/2014/main" id="{379FA6B1-E9B5-0C30-B5F1-C8AD5D6F83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8" t="27921" r="19462" b="27781"/>
          <a:stretch/>
        </p:blipFill>
        <p:spPr>
          <a:xfrm>
            <a:off x="-3035555" y="1740495"/>
            <a:ext cx="1919946" cy="194704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62" name="Freeform 5 4">
            <a:extLst>
              <a:ext uri="{FF2B5EF4-FFF2-40B4-BE49-F238E27FC236}">
                <a16:creationId xmlns:a16="http://schemas.microsoft.com/office/drawing/2014/main" id="{E27B11CD-9054-FD12-18F3-E1EF9D56676E}"/>
              </a:ext>
            </a:extLst>
          </p:cNvPr>
          <p:cNvSpPr>
            <a:spLocks/>
          </p:cNvSpPr>
          <p:nvPr/>
        </p:nvSpPr>
        <p:spPr bwMode="auto">
          <a:xfrm>
            <a:off x="-3113078" y="1660707"/>
            <a:ext cx="2077671" cy="21069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Freeform 5 6">
            <a:extLst>
              <a:ext uri="{FF2B5EF4-FFF2-40B4-BE49-F238E27FC236}">
                <a16:creationId xmlns:a16="http://schemas.microsoft.com/office/drawing/2014/main" id="{A82708F5-7DD0-FED6-4C52-2D1CCD669118}"/>
              </a:ext>
            </a:extLst>
          </p:cNvPr>
          <p:cNvSpPr>
            <a:spLocks/>
          </p:cNvSpPr>
          <p:nvPr/>
        </p:nvSpPr>
        <p:spPr bwMode="auto">
          <a:xfrm rot="17772035">
            <a:off x="-3253092" y="1665602"/>
            <a:ext cx="2240201" cy="22132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5 6">
            <a:extLst>
              <a:ext uri="{FF2B5EF4-FFF2-40B4-BE49-F238E27FC236}">
                <a16:creationId xmlns:a16="http://schemas.microsoft.com/office/drawing/2014/main" id="{70DD336B-F1FC-5DC6-88FA-6AF499206411}"/>
              </a:ext>
            </a:extLst>
          </p:cNvPr>
          <p:cNvSpPr>
            <a:spLocks/>
          </p:cNvSpPr>
          <p:nvPr/>
        </p:nvSpPr>
        <p:spPr bwMode="auto">
          <a:xfrm rot="1800000">
            <a:off x="-3165894" y="1616747"/>
            <a:ext cx="2212292" cy="224114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5 6">
            <a:extLst>
              <a:ext uri="{FF2B5EF4-FFF2-40B4-BE49-F238E27FC236}">
                <a16:creationId xmlns:a16="http://schemas.microsoft.com/office/drawing/2014/main" id="{8F55B476-F96C-1F28-45C3-8D1E7279AB31}"/>
              </a:ext>
            </a:extLst>
          </p:cNvPr>
          <p:cNvSpPr>
            <a:spLocks/>
          </p:cNvSpPr>
          <p:nvPr/>
        </p:nvSpPr>
        <p:spPr bwMode="auto">
          <a:xfrm rot="19800000">
            <a:off x="-3229441" y="1641679"/>
            <a:ext cx="2231962" cy="226106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5" name="Picture Placeholder 22 6">
            <a:extLst>
              <a:ext uri="{FF2B5EF4-FFF2-40B4-BE49-F238E27FC236}">
                <a16:creationId xmlns:a16="http://schemas.microsoft.com/office/drawing/2014/main" id="{B2323B0B-D994-CCC8-01D8-A6608242A24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2" t="2952" r="19861" b="10001"/>
          <a:stretch/>
        </p:blipFill>
        <p:spPr>
          <a:xfrm>
            <a:off x="-3049003" y="1799276"/>
            <a:ext cx="1919643" cy="1944589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76" name="Freeform 5 6">
            <a:extLst>
              <a:ext uri="{FF2B5EF4-FFF2-40B4-BE49-F238E27FC236}">
                <a16:creationId xmlns:a16="http://schemas.microsoft.com/office/drawing/2014/main" id="{1BD97DFA-EE9A-D144-399C-442DB4C82F2D}"/>
              </a:ext>
            </a:extLst>
          </p:cNvPr>
          <p:cNvSpPr>
            <a:spLocks/>
          </p:cNvSpPr>
          <p:nvPr/>
        </p:nvSpPr>
        <p:spPr bwMode="auto">
          <a:xfrm>
            <a:off x="-3128017" y="1724353"/>
            <a:ext cx="2077671" cy="210476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5 5">
            <a:extLst>
              <a:ext uri="{FF2B5EF4-FFF2-40B4-BE49-F238E27FC236}">
                <a16:creationId xmlns:a16="http://schemas.microsoft.com/office/drawing/2014/main" id="{82495C07-18FE-63DC-AB11-E1559A8EFD80}"/>
              </a:ext>
            </a:extLst>
          </p:cNvPr>
          <p:cNvSpPr>
            <a:spLocks/>
          </p:cNvSpPr>
          <p:nvPr/>
        </p:nvSpPr>
        <p:spPr bwMode="auto">
          <a:xfrm rot="17772035">
            <a:off x="-3243446" y="1709562"/>
            <a:ext cx="2240201" cy="22132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5 5">
            <a:extLst>
              <a:ext uri="{FF2B5EF4-FFF2-40B4-BE49-F238E27FC236}">
                <a16:creationId xmlns:a16="http://schemas.microsoft.com/office/drawing/2014/main" id="{1329DE53-80AC-2AF4-0FAB-FC0E38E0F8CD}"/>
              </a:ext>
            </a:extLst>
          </p:cNvPr>
          <p:cNvSpPr>
            <a:spLocks/>
          </p:cNvSpPr>
          <p:nvPr/>
        </p:nvSpPr>
        <p:spPr bwMode="auto">
          <a:xfrm rot="1800000">
            <a:off x="-3156248" y="1660707"/>
            <a:ext cx="2212292" cy="224114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5 5">
            <a:extLst>
              <a:ext uri="{FF2B5EF4-FFF2-40B4-BE49-F238E27FC236}">
                <a16:creationId xmlns:a16="http://schemas.microsoft.com/office/drawing/2014/main" id="{A25450ED-68A9-F769-4749-73B9A5382725}"/>
              </a:ext>
            </a:extLst>
          </p:cNvPr>
          <p:cNvSpPr>
            <a:spLocks/>
          </p:cNvSpPr>
          <p:nvPr/>
        </p:nvSpPr>
        <p:spPr bwMode="auto">
          <a:xfrm rot="19800000">
            <a:off x="-3219795" y="1685639"/>
            <a:ext cx="2231962" cy="226106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Placeholder 10 5">
            <a:extLst>
              <a:ext uri="{FF2B5EF4-FFF2-40B4-BE49-F238E27FC236}">
                <a16:creationId xmlns:a16="http://schemas.microsoft.com/office/drawing/2014/main" id="{687FABC3-1C71-EA4E-064B-797DE55120B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3" t="1156" r="3393" b="60363"/>
          <a:stretch/>
        </p:blipFill>
        <p:spPr>
          <a:xfrm>
            <a:off x="-3039363" y="1842998"/>
            <a:ext cx="1919946" cy="1944983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22" name="Freeform 5 5">
            <a:extLst>
              <a:ext uri="{FF2B5EF4-FFF2-40B4-BE49-F238E27FC236}">
                <a16:creationId xmlns:a16="http://schemas.microsoft.com/office/drawing/2014/main" id="{42804ED1-DF53-410A-84D0-D27A10AADD5E}"/>
              </a:ext>
            </a:extLst>
          </p:cNvPr>
          <p:cNvSpPr>
            <a:spLocks/>
          </p:cNvSpPr>
          <p:nvPr/>
        </p:nvSpPr>
        <p:spPr bwMode="auto">
          <a:xfrm>
            <a:off x="-3123167" y="1763423"/>
            <a:ext cx="2077671" cy="210476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477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9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9" presetClass="entr" presetSubtype="0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9" presetClass="entr" presetSubtype="0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9" presetClass="entr" presetSubtype="0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55" grpId="0"/>
      <p:bldP spid="57" grpId="0"/>
      <p:bldP spid="5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 1">
            <a:extLst>
              <a:ext uri="{FF2B5EF4-FFF2-40B4-BE49-F238E27FC236}">
                <a16:creationId xmlns:a16="http://schemas.microsoft.com/office/drawing/2014/main" id="{DCFF74EA-298C-4AD7-B196-285666C0590A}"/>
              </a:ext>
            </a:extLst>
          </p:cNvPr>
          <p:cNvSpPr>
            <a:spLocks/>
          </p:cNvSpPr>
          <p:nvPr/>
        </p:nvSpPr>
        <p:spPr bwMode="auto">
          <a:xfrm rot="17772035">
            <a:off x="13105617" y="1484710"/>
            <a:ext cx="2435682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 1">
            <a:extLst>
              <a:ext uri="{FF2B5EF4-FFF2-40B4-BE49-F238E27FC236}">
                <a16:creationId xmlns:a16="http://schemas.microsoft.com/office/drawing/2014/main" id="{8BF63BE3-3CDA-4A63-92E5-ED40D706B461}"/>
              </a:ext>
            </a:extLst>
          </p:cNvPr>
          <p:cNvSpPr>
            <a:spLocks/>
          </p:cNvSpPr>
          <p:nvPr/>
        </p:nvSpPr>
        <p:spPr bwMode="auto">
          <a:xfrm rot="1800000">
            <a:off x="13186256" y="1446769"/>
            <a:ext cx="2435681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5 1">
            <a:extLst>
              <a:ext uri="{FF2B5EF4-FFF2-40B4-BE49-F238E27FC236}">
                <a16:creationId xmlns:a16="http://schemas.microsoft.com/office/drawing/2014/main" id="{6A1B3C49-FCDD-4568-B024-152C6BFC84E8}"/>
              </a:ext>
            </a:extLst>
          </p:cNvPr>
          <p:cNvSpPr>
            <a:spLocks/>
          </p:cNvSpPr>
          <p:nvPr/>
        </p:nvSpPr>
        <p:spPr bwMode="auto">
          <a:xfrm rot="19800000">
            <a:off x="13116293" y="1473878"/>
            <a:ext cx="2457337" cy="24583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Placeholder 10 1">
            <a:extLst>
              <a:ext uri="{FF2B5EF4-FFF2-40B4-BE49-F238E27FC236}">
                <a16:creationId xmlns:a16="http://schemas.microsoft.com/office/drawing/2014/main" id="{A7B97D08-481E-1079-EA72-0EB1A86B1F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>
            <a:fillRect/>
          </a:stretch>
        </p:blipFill>
        <p:spPr>
          <a:xfrm>
            <a:off x="13314945" y="1644735"/>
            <a:ext cx="2113814" cy="2114978"/>
          </a:xfrm>
          <a:blipFill>
            <a:blip r:embed="rId2"/>
            <a:stretch>
              <a:fillRect/>
            </a:stretch>
          </a:blipFill>
        </p:spPr>
      </p:pic>
      <p:sp>
        <p:nvSpPr>
          <p:cNvPr id="9" name="Freeform 5 1">
            <a:extLst>
              <a:ext uri="{FF2B5EF4-FFF2-40B4-BE49-F238E27FC236}">
                <a16:creationId xmlns:a16="http://schemas.microsoft.com/office/drawing/2014/main" id="{C794EA86-BEDE-4A88-BB3E-AA2C949BC4C3}"/>
              </a:ext>
            </a:extLst>
          </p:cNvPr>
          <p:cNvSpPr>
            <a:spLocks/>
          </p:cNvSpPr>
          <p:nvPr/>
        </p:nvSpPr>
        <p:spPr bwMode="auto">
          <a:xfrm>
            <a:off x="13230446" y="1565048"/>
            <a:ext cx="2287466" cy="2288427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5 2">
            <a:extLst>
              <a:ext uri="{FF2B5EF4-FFF2-40B4-BE49-F238E27FC236}">
                <a16:creationId xmlns:a16="http://schemas.microsoft.com/office/drawing/2014/main" id="{7051BF93-FE13-4ECA-8AF0-F9D1820F47FF}"/>
              </a:ext>
            </a:extLst>
          </p:cNvPr>
          <p:cNvSpPr>
            <a:spLocks/>
          </p:cNvSpPr>
          <p:nvPr/>
        </p:nvSpPr>
        <p:spPr bwMode="auto">
          <a:xfrm rot="17772035">
            <a:off x="13038208" y="1484710"/>
            <a:ext cx="2435682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5 2">
            <a:extLst>
              <a:ext uri="{FF2B5EF4-FFF2-40B4-BE49-F238E27FC236}">
                <a16:creationId xmlns:a16="http://schemas.microsoft.com/office/drawing/2014/main" id="{BE9D7285-465B-4842-9304-731B0B7549D7}"/>
              </a:ext>
            </a:extLst>
          </p:cNvPr>
          <p:cNvSpPr>
            <a:spLocks/>
          </p:cNvSpPr>
          <p:nvPr/>
        </p:nvSpPr>
        <p:spPr bwMode="auto">
          <a:xfrm rot="1800000">
            <a:off x="13118847" y="1446769"/>
            <a:ext cx="2435681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5 2">
            <a:extLst>
              <a:ext uri="{FF2B5EF4-FFF2-40B4-BE49-F238E27FC236}">
                <a16:creationId xmlns:a16="http://schemas.microsoft.com/office/drawing/2014/main" id="{0C597077-077C-45D9-A725-A9AE6A0DCD9F}"/>
              </a:ext>
            </a:extLst>
          </p:cNvPr>
          <p:cNvSpPr>
            <a:spLocks/>
          </p:cNvSpPr>
          <p:nvPr/>
        </p:nvSpPr>
        <p:spPr bwMode="auto">
          <a:xfrm rot="19800000">
            <a:off x="13048884" y="1473878"/>
            <a:ext cx="2457337" cy="24583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3" name="Picture Placeholder 22 2">
            <a:extLst>
              <a:ext uri="{FF2B5EF4-FFF2-40B4-BE49-F238E27FC236}">
                <a16:creationId xmlns:a16="http://schemas.microsoft.com/office/drawing/2014/main" id="{CF1249E0-6CF4-1AC3-83C5-A1718BB9908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60" t="20996" r="660" b="29316"/>
          <a:stretch/>
        </p:blipFill>
        <p:spPr>
          <a:xfrm>
            <a:off x="13247536" y="1644735"/>
            <a:ext cx="2113814" cy="2114978"/>
          </a:xfrm>
        </p:spPr>
      </p:pic>
      <p:sp>
        <p:nvSpPr>
          <p:cNvPr id="15" name="Freeform 5 2">
            <a:extLst>
              <a:ext uri="{FF2B5EF4-FFF2-40B4-BE49-F238E27FC236}">
                <a16:creationId xmlns:a16="http://schemas.microsoft.com/office/drawing/2014/main" id="{DF892A49-E409-4E0C-833C-0EC3C1166530}"/>
              </a:ext>
            </a:extLst>
          </p:cNvPr>
          <p:cNvSpPr>
            <a:spLocks/>
          </p:cNvSpPr>
          <p:nvPr/>
        </p:nvSpPr>
        <p:spPr bwMode="auto">
          <a:xfrm>
            <a:off x="13163037" y="1565048"/>
            <a:ext cx="2287466" cy="2288427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eform 5 3">
            <a:extLst>
              <a:ext uri="{FF2B5EF4-FFF2-40B4-BE49-F238E27FC236}">
                <a16:creationId xmlns:a16="http://schemas.microsoft.com/office/drawing/2014/main" id="{C76F109B-E350-4BB2-9DBA-88C650C9D546}"/>
              </a:ext>
            </a:extLst>
          </p:cNvPr>
          <p:cNvSpPr>
            <a:spLocks/>
          </p:cNvSpPr>
          <p:nvPr/>
        </p:nvSpPr>
        <p:spPr bwMode="auto">
          <a:xfrm rot="17772035">
            <a:off x="13009056" y="1484710"/>
            <a:ext cx="2435682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eform 5 3">
            <a:extLst>
              <a:ext uri="{FF2B5EF4-FFF2-40B4-BE49-F238E27FC236}">
                <a16:creationId xmlns:a16="http://schemas.microsoft.com/office/drawing/2014/main" id="{08AEC2B9-E365-4794-8B8A-1A913CB66091}"/>
              </a:ext>
            </a:extLst>
          </p:cNvPr>
          <p:cNvSpPr>
            <a:spLocks/>
          </p:cNvSpPr>
          <p:nvPr/>
        </p:nvSpPr>
        <p:spPr bwMode="auto">
          <a:xfrm rot="1800000">
            <a:off x="13089696" y="1446769"/>
            <a:ext cx="2435681" cy="243670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eform 5 3">
            <a:extLst>
              <a:ext uri="{FF2B5EF4-FFF2-40B4-BE49-F238E27FC236}">
                <a16:creationId xmlns:a16="http://schemas.microsoft.com/office/drawing/2014/main" id="{BDA36FC8-F2CF-4DF1-9941-212F5435BD05}"/>
              </a:ext>
            </a:extLst>
          </p:cNvPr>
          <p:cNvSpPr>
            <a:spLocks/>
          </p:cNvSpPr>
          <p:nvPr/>
        </p:nvSpPr>
        <p:spPr bwMode="auto">
          <a:xfrm rot="19800000">
            <a:off x="13019733" y="1473878"/>
            <a:ext cx="2457337" cy="2458369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5" name="Picture Placeholder 24 3">
            <a:extLst>
              <a:ext uri="{FF2B5EF4-FFF2-40B4-BE49-F238E27FC236}">
                <a16:creationId xmlns:a16="http://schemas.microsoft.com/office/drawing/2014/main" id="{DFEBA02A-1A3E-6B4D-ADDA-58E0CCE1C9F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>
            <a:fillRect/>
          </a:stretch>
        </p:blipFill>
        <p:spPr>
          <a:xfrm>
            <a:off x="13218384" y="1644735"/>
            <a:ext cx="2113815" cy="2114978"/>
          </a:xfrm>
        </p:spPr>
      </p:pic>
      <p:sp>
        <p:nvSpPr>
          <p:cNvPr id="20" name="Freeform 5 3">
            <a:extLst>
              <a:ext uri="{FF2B5EF4-FFF2-40B4-BE49-F238E27FC236}">
                <a16:creationId xmlns:a16="http://schemas.microsoft.com/office/drawing/2014/main" id="{06D8600A-A841-4447-A212-D67B20267BDD}"/>
              </a:ext>
            </a:extLst>
          </p:cNvPr>
          <p:cNvSpPr>
            <a:spLocks/>
          </p:cNvSpPr>
          <p:nvPr/>
        </p:nvSpPr>
        <p:spPr bwMode="auto">
          <a:xfrm>
            <a:off x="13131558" y="1540690"/>
            <a:ext cx="2287466" cy="2288427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" name="Group 1 1">
            <a:extLst>
              <a:ext uri="{FF2B5EF4-FFF2-40B4-BE49-F238E27FC236}">
                <a16:creationId xmlns:a16="http://schemas.microsoft.com/office/drawing/2014/main" id="{A10DE0C8-5BDF-4FAF-8CAE-4D337FD2C3AF}"/>
              </a:ext>
            </a:extLst>
          </p:cNvPr>
          <p:cNvGrpSpPr/>
          <p:nvPr/>
        </p:nvGrpSpPr>
        <p:grpSpPr>
          <a:xfrm>
            <a:off x="2088489" y="7717135"/>
            <a:ext cx="1348446" cy="1129472"/>
            <a:chOff x="4177522" y="4420006"/>
            <a:chExt cx="2697242" cy="225924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65D2313-1FB0-4523-BA7F-144DB21D8ADC}"/>
                </a:ext>
              </a:extLst>
            </p:cNvPr>
            <p:cNvSpPr txBox="1"/>
            <p:nvPr/>
          </p:nvSpPr>
          <p:spPr>
            <a:xfrm>
              <a:off x="4177522" y="4420006"/>
              <a:ext cx="2697242" cy="184638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Ariski</a:t>
              </a:r>
              <a:endParaRPr kumimoji="0" lang="en-US" sz="2699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Myardi</a:t>
              </a:r>
              <a:endParaRPr kumimoji="0" lang="en-US" sz="2699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A641A66-56E2-4059-A3DB-AC28D577AF24}"/>
                </a:ext>
              </a:extLst>
            </p:cNvPr>
            <p:cNvSpPr txBox="1"/>
            <p:nvPr/>
          </p:nvSpPr>
          <p:spPr>
            <a:xfrm>
              <a:off x="4764298" y="6217523"/>
              <a:ext cx="1523692" cy="461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1103220019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" name="Group 2 2">
            <a:extLst>
              <a:ext uri="{FF2B5EF4-FFF2-40B4-BE49-F238E27FC236}">
                <a16:creationId xmlns:a16="http://schemas.microsoft.com/office/drawing/2014/main" id="{D941D074-9346-4612-BA91-A85C919AFB16}"/>
              </a:ext>
            </a:extLst>
          </p:cNvPr>
          <p:cNvGrpSpPr/>
          <p:nvPr/>
        </p:nvGrpSpPr>
        <p:grpSpPr>
          <a:xfrm>
            <a:off x="5273499" y="7757879"/>
            <a:ext cx="1645002" cy="1036127"/>
            <a:chOff x="10548378" y="4420006"/>
            <a:chExt cx="3290432" cy="207252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674961-86E8-4647-801F-6BAB40B38280}"/>
                </a:ext>
              </a:extLst>
            </p:cNvPr>
            <p:cNvSpPr txBox="1"/>
            <p:nvPr/>
          </p:nvSpPr>
          <p:spPr>
            <a:xfrm>
              <a:off x="10548378" y="4420006"/>
              <a:ext cx="3290432" cy="184638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Bima</a:t>
              </a: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Aji 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Kusuma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47E27CE-A07A-4698-8714-342F29338A97}"/>
                </a:ext>
              </a:extLst>
            </p:cNvPr>
            <p:cNvSpPr txBox="1"/>
            <p:nvPr/>
          </p:nvSpPr>
          <p:spPr>
            <a:xfrm>
              <a:off x="11431747" y="6030808"/>
              <a:ext cx="1523692" cy="461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1103223058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" name="Group 6 3">
            <a:extLst>
              <a:ext uri="{FF2B5EF4-FFF2-40B4-BE49-F238E27FC236}">
                <a16:creationId xmlns:a16="http://schemas.microsoft.com/office/drawing/2014/main" id="{2D06B3AC-9A30-4900-BEBF-47E7C2A979D1}"/>
              </a:ext>
            </a:extLst>
          </p:cNvPr>
          <p:cNvGrpSpPr/>
          <p:nvPr/>
        </p:nvGrpSpPr>
        <p:grpSpPr>
          <a:xfrm>
            <a:off x="8447013" y="7736630"/>
            <a:ext cx="2105063" cy="1037803"/>
            <a:chOff x="16815072" y="4271854"/>
            <a:chExt cx="4210675" cy="207587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5E7C962-B4C0-4133-AF1B-5256287DD5D8}"/>
                </a:ext>
              </a:extLst>
            </p:cNvPr>
            <p:cNvSpPr txBox="1"/>
            <p:nvPr/>
          </p:nvSpPr>
          <p:spPr>
            <a:xfrm>
              <a:off x="16815072" y="4271854"/>
              <a:ext cx="4210675" cy="1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Daffa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Khusnureza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03D84CC-8901-413E-A718-F52042A0FD3A}"/>
                </a:ext>
              </a:extLst>
            </p:cNvPr>
            <p:cNvSpPr txBox="1"/>
            <p:nvPr/>
          </p:nvSpPr>
          <p:spPr>
            <a:xfrm>
              <a:off x="18158567" y="5886006"/>
              <a:ext cx="1523693" cy="46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1103223103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6" name="Freeform 5 4">
            <a:extLst>
              <a:ext uri="{FF2B5EF4-FFF2-40B4-BE49-F238E27FC236}">
                <a16:creationId xmlns:a16="http://schemas.microsoft.com/office/drawing/2014/main" id="{4E4F270D-A1C4-F228-82C7-89F2171AAA1A}"/>
              </a:ext>
            </a:extLst>
          </p:cNvPr>
          <p:cNvSpPr>
            <a:spLocks/>
          </p:cNvSpPr>
          <p:nvPr/>
        </p:nvSpPr>
        <p:spPr bwMode="auto">
          <a:xfrm rot="17772035">
            <a:off x="1567656" y="1608092"/>
            <a:ext cx="2242579" cy="22132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Freeform 5 4">
            <a:extLst>
              <a:ext uri="{FF2B5EF4-FFF2-40B4-BE49-F238E27FC236}">
                <a16:creationId xmlns:a16="http://schemas.microsoft.com/office/drawing/2014/main" id="{2FB92C81-A624-B928-74BE-B66931FDB4EE}"/>
              </a:ext>
            </a:extLst>
          </p:cNvPr>
          <p:cNvSpPr>
            <a:spLocks/>
          </p:cNvSpPr>
          <p:nvPr/>
        </p:nvSpPr>
        <p:spPr bwMode="auto">
          <a:xfrm rot="1800000">
            <a:off x="1656043" y="1558010"/>
            <a:ext cx="2212292" cy="22435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5 4">
            <a:extLst>
              <a:ext uri="{FF2B5EF4-FFF2-40B4-BE49-F238E27FC236}">
                <a16:creationId xmlns:a16="http://schemas.microsoft.com/office/drawing/2014/main" id="{D1BA18A2-4B6E-CE30-B9A7-759D55263ABC}"/>
              </a:ext>
            </a:extLst>
          </p:cNvPr>
          <p:cNvSpPr>
            <a:spLocks/>
          </p:cNvSpPr>
          <p:nvPr/>
        </p:nvSpPr>
        <p:spPr bwMode="auto">
          <a:xfrm rot="19800000">
            <a:off x="1592496" y="1582969"/>
            <a:ext cx="2231962" cy="226346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1" name="Picture Placeholder 10 4">
            <a:extLst>
              <a:ext uri="{FF2B5EF4-FFF2-40B4-BE49-F238E27FC236}">
                <a16:creationId xmlns:a16="http://schemas.microsoft.com/office/drawing/2014/main" id="{379FA6B1-E9B5-0C30-B5F1-C8AD5D6F83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8" t="27921" r="19462" b="27781"/>
          <a:stretch/>
        </p:blipFill>
        <p:spPr>
          <a:xfrm>
            <a:off x="1772928" y="1740495"/>
            <a:ext cx="1919946" cy="194704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62" name="Freeform 5 4">
            <a:extLst>
              <a:ext uri="{FF2B5EF4-FFF2-40B4-BE49-F238E27FC236}">
                <a16:creationId xmlns:a16="http://schemas.microsoft.com/office/drawing/2014/main" id="{E27B11CD-9054-FD12-18F3-E1EF9D56676E}"/>
              </a:ext>
            </a:extLst>
          </p:cNvPr>
          <p:cNvSpPr>
            <a:spLocks/>
          </p:cNvSpPr>
          <p:nvPr/>
        </p:nvSpPr>
        <p:spPr bwMode="auto">
          <a:xfrm>
            <a:off x="1695405" y="1660707"/>
            <a:ext cx="2077671" cy="210699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Freeform 5 6">
            <a:extLst>
              <a:ext uri="{FF2B5EF4-FFF2-40B4-BE49-F238E27FC236}">
                <a16:creationId xmlns:a16="http://schemas.microsoft.com/office/drawing/2014/main" id="{A82708F5-7DD0-FED6-4C52-2D1CCD669118}"/>
              </a:ext>
            </a:extLst>
          </p:cNvPr>
          <p:cNvSpPr>
            <a:spLocks/>
          </p:cNvSpPr>
          <p:nvPr/>
        </p:nvSpPr>
        <p:spPr bwMode="auto">
          <a:xfrm rot="17772035">
            <a:off x="8310176" y="1665602"/>
            <a:ext cx="2240201" cy="22132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Freeform 5 6">
            <a:extLst>
              <a:ext uri="{FF2B5EF4-FFF2-40B4-BE49-F238E27FC236}">
                <a16:creationId xmlns:a16="http://schemas.microsoft.com/office/drawing/2014/main" id="{70DD336B-F1FC-5DC6-88FA-6AF499206411}"/>
              </a:ext>
            </a:extLst>
          </p:cNvPr>
          <p:cNvSpPr>
            <a:spLocks/>
          </p:cNvSpPr>
          <p:nvPr/>
        </p:nvSpPr>
        <p:spPr bwMode="auto">
          <a:xfrm rot="1800000">
            <a:off x="8397374" y="1616747"/>
            <a:ext cx="2212292" cy="224114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5 6">
            <a:extLst>
              <a:ext uri="{FF2B5EF4-FFF2-40B4-BE49-F238E27FC236}">
                <a16:creationId xmlns:a16="http://schemas.microsoft.com/office/drawing/2014/main" id="{8F55B476-F96C-1F28-45C3-8D1E7279AB31}"/>
              </a:ext>
            </a:extLst>
          </p:cNvPr>
          <p:cNvSpPr>
            <a:spLocks/>
          </p:cNvSpPr>
          <p:nvPr/>
        </p:nvSpPr>
        <p:spPr bwMode="auto">
          <a:xfrm rot="19800000">
            <a:off x="8333827" y="1641679"/>
            <a:ext cx="2231962" cy="226106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5" name="Picture Placeholder 22 6">
            <a:extLst>
              <a:ext uri="{FF2B5EF4-FFF2-40B4-BE49-F238E27FC236}">
                <a16:creationId xmlns:a16="http://schemas.microsoft.com/office/drawing/2014/main" id="{B2323B0B-D994-CCC8-01D8-A6608242A24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2" t="2952" r="19861" b="10001"/>
          <a:stretch/>
        </p:blipFill>
        <p:spPr>
          <a:xfrm>
            <a:off x="8514265" y="1799276"/>
            <a:ext cx="1919643" cy="1944589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76" name="Freeform 5 6">
            <a:extLst>
              <a:ext uri="{FF2B5EF4-FFF2-40B4-BE49-F238E27FC236}">
                <a16:creationId xmlns:a16="http://schemas.microsoft.com/office/drawing/2014/main" id="{1BD97DFA-EE9A-D144-399C-442DB4C82F2D}"/>
              </a:ext>
            </a:extLst>
          </p:cNvPr>
          <p:cNvSpPr>
            <a:spLocks/>
          </p:cNvSpPr>
          <p:nvPr/>
        </p:nvSpPr>
        <p:spPr bwMode="auto">
          <a:xfrm>
            <a:off x="8435251" y="1724353"/>
            <a:ext cx="2077671" cy="210476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5 5">
            <a:extLst>
              <a:ext uri="{FF2B5EF4-FFF2-40B4-BE49-F238E27FC236}">
                <a16:creationId xmlns:a16="http://schemas.microsoft.com/office/drawing/2014/main" id="{82495C07-18FE-63DC-AB11-E1559A8EFD80}"/>
              </a:ext>
            </a:extLst>
          </p:cNvPr>
          <p:cNvSpPr>
            <a:spLocks/>
          </p:cNvSpPr>
          <p:nvPr/>
        </p:nvSpPr>
        <p:spPr bwMode="auto">
          <a:xfrm rot="17772035">
            <a:off x="4927669" y="1709562"/>
            <a:ext cx="2240201" cy="221322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6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5 5">
            <a:extLst>
              <a:ext uri="{FF2B5EF4-FFF2-40B4-BE49-F238E27FC236}">
                <a16:creationId xmlns:a16="http://schemas.microsoft.com/office/drawing/2014/main" id="{1329DE53-80AC-2AF4-0FAB-FC0E38E0F8CD}"/>
              </a:ext>
            </a:extLst>
          </p:cNvPr>
          <p:cNvSpPr>
            <a:spLocks/>
          </p:cNvSpPr>
          <p:nvPr/>
        </p:nvSpPr>
        <p:spPr bwMode="auto">
          <a:xfrm rot="1800000">
            <a:off x="5014867" y="1660707"/>
            <a:ext cx="2212292" cy="2241141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5 5">
            <a:extLst>
              <a:ext uri="{FF2B5EF4-FFF2-40B4-BE49-F238E27FC236}">
                <a16:creationId xmlns:a16="http://schemas.microsoft.com/office/drawing/2014/main" id="{A25450ED-68A9-F769-4749-73B9A5382725}"/>
              </a:ext>
            </a:extLst>
          </p:cNvPr>
          <p:cNvSpPr>
            <a:spLocks/>
          </p:cNvSpPr>
          <p:nvPr/>
        </p:nvSpPr>
        <p:spPr bwMode="auto">
          <a:xfrm rot="19800000">
            <a:off x="4951320" y="1685639"/>
            <a:ext cx="2231962" cy="2261068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Picture Placeholder 10 5">
            <a:extLst>
              <a:ext uri="{FF2B5EF4-FFF2-40B4-BE49-F238E27FC236}">
                <a16:creationId xmlns:a16="http://schemas.microsoft.com/office/drawing/2014/main" id="{687FABC3-1C71-EA4E-064B-797DE55120B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3" t="1156" r="3393" b="60363"/>
          <a:stretch/>
        </p:blipFill>
        <p:spPr>
          <a:xfrm>
            <a:off x="5131752" y="1842998"/>
            <a:ext cx="1919946" cy="1944983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</p:pic>
      <p:sp>
        <p:nvSpPr>
          <p:cNvPr id="22" name="Freeform 5 5">
            <a:extLst>
              <a:ext uri="{FF2B5EF4-FFF2-40B4-BE49-F238E27FC236}">
                <a16:creationId xmlns:a16="http://schemas.microsoft.com/office/drawing/2014/main" id="{42804ED1-DF53-410A-84D0-D27A10AADD5E}"/>
              </a:ext>
            </a:extLst>
          </p:cNvPr>
          <p:cNvSpPr>
            <a:spLocks/>
          </p:cNvSpPr>
          <p:nvPr/>
        </p:nvSpPr>
        <p:spPr bwMode="auto">
          <a:xfrm>
            <a:off x="5047948" y="1763423"/>
            <a:ext cx="2077671" cy="2104764"/>
          </a:xfrm>
          <a:custGeom>
            <a:avLst/>
            <a:gdLst>
              <a:gd name="T0" fmla="*/ 2134 w 2516"/>
              <a:gd name="T1" fmla="*/ 1950 h 2516"/>
              <a:gd name="T2" fmla="*/ 1950 w 2516"/>
              <a:gd name="T3" fmla="*/ 2134 h 2516"/>
              <a:gd name="T4" fmla="*/ 566 w 2516"/>
              <a:gd name="T5" fmla="*/ 2134 h 2516"/>
              <a:gd name="T6" fmla="*/ 382 w 2516"/>
              <a:gd name="T7" fmla="*/ 1950 h 2516"/>
              <a:gd name="T8" fmla="*/ 382 w 2516"/>
              <a:gd name="T9" fmla="*/ 566 h 2516"/>
              <a:gd name="T10" fmla="*/ 566 w 2516"/>
              <a:gd name="T11" fmla="*/ 382 h 2516"/>
              <a:gd name="T12" fmla="*/ 1950 w 2516"/>
              <a:gd name="T13" fmla="*/ 382 h 2516"/>
              <a:gd name="T14" fmla="*/ 2134 w 2516"/>
              <a:gd name="T15" fmla="*/ 566 h 2516"/>
              <a:gd name="T16" fmla="*/ 2134 w 2516"/>
              <a:gd name="T17" fmla="*/ 1950 h 2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516" h="2516">
                <a:moveTo>
                  <a:pt x="2134" y="1950"/>
                </a:moveTo>
                <a:cubicBezTo>
                  <a:pt x="1950" y="2134"/>
                  <a:pt x="1950" y="2134"/>
                  <a:pt x="1950" y="2134"/>
                </a:cubicBezTo>
                <a:cubicBezTo>
                  <a:pt x="1568" y="2516"/>
                  <a:pt x="948" y="2516"/>
                  <a:pt x="566" y="2134"/>
                </a:cubicBezTo>
                <a:cubicBezTo>
                  <a:pt x="382" y="1950"/>
                  <a:pt x="382" y="1950"/>
                  <a:pt x="382" y="1950"/>
                </a:cubicBezTo>
                <a:cubicBezTo>
                  <a:pt x="0" y="1568"/>
                  <a:pt x="0" y="948"/>
                  <a:pt x="382" y="566"/>
                </a:cubicBezTo>
                <a:cubicBezTo>
                  <a:pt x="566" y="382"/>
                  <a:pt x="566" y="382"/>
                  <a:pt x="566" y="382"/>
                </a:cubicBezTo>
                <a:cubicBezTo>
                  <a:pt x="948" y="0"/>
                  <a:pt x="1568" y="0"/>
                  <a:pt x="1950" y="382"/>
                </a:cubicBezTo>
                <a:cubicBezTo>
                  <a:pt x="2134" y="566"/>
                  <a:pt x="2134" y="566"/>
                  <a:pt x="2134" y="566"/>
                </a:cubicBezTo>
                <a:cubicBezTo>
                  <a:pt x="2516" y="948"/>
                  <a:pt x="2516" y="1568"/>
                  <a:pt x="2134" y="1950"/>
                </a:cubicBezTo>
                <a:close/>
              </a:path>
            </a:pathLst>
          </a:custGeom>
          <a:solidFill>
            <a:srgbClr val="223063">
              <a:alpha val="6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BC755F-56C1-C5A9-8AFB-17E38C7C5916}"/>
              </a:ext>
            </a:extLst>
          </p:cNvPr>
          <p:cNvGrpSpPr/>
          <p:nvPr/>
        </p:nvGrpSpPr>
        <p:grpSpPr>
          <a:xfrm>
            <a:off x="1827724" y="3659280"/>
            <a:ext cx="1922321" cy="1175768"/>
            <a:chOff x="3603575" y="4327402"/>
            <a:chExt cx="3845143" cy="2351846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29B695-2BFA-88EC-C6B4-E0762FF0162A}"/>
                </a:ext>
              </a:extLst>
            </p:cNvPr>
            <p:cNvSpPr txBox="1"/>
            <p:nvPr/>
          </p:nvSpPr>
          <p:spPr>
            <a:xfrm>
              <a:off x="3603575" y="4327402"/>
              <a:ext cx="3845143" cy="203159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Muhammad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Agil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 </a:t>
              </a: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Syaifullah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Daulay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223F5E9-585E-D645-62F6-BC39C32F1A6E}"/>
                </a:ext>
              </a:extLst>
            </p:cNvPr>
            <p:cNvSpPr txBox="1"/>
            <p:nvPr/>
          </p:nvSpPr>
          <p:spPr>
            <a:xfrm>
              <a:off x="4764298" y="6217523"/>
              <a:ext cx="1523693" cy="461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1103223005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1DC69C2-67B9-1293-7194-ECE54653EDD8}"/>
              </a:ext>
            </a:extLst>
          </p:cNvPr>
          <p:cNvGrpSpPr/>
          <p:nvPr/>
        </p:nvGrpSpPr>
        <p:grpSpPr>
          <a:xfrm>
            <a:off x="4996706" y="3746319"/>
            <a:ext cx="2250937" cy="1036128"/>
            <a:chOff x="9942369" y="4420004"/>
            <a:chExt cx="4502461" cy="207252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64A698A-F963-460B-87CA-AFEC3DF44C8D}"/>
                </a:ext>
              </a:extLst>
            </p:cNvPr>
            <p:cNvSpPr txBox="1"/>
            <p:nvPr/>
          </p:nvSpPr>
          <p:spPr>
            <a:xfrm>
              <a:off x="9942369" y="4420004"/>
              <a:ext cx="4502461" cy="184638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Muhammad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Rafi Adzikri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8E4E3A5-FEF7-62B5-C782-7E497F413349}"/>
                </a:ext>
              </a:extLst>
            </p:cNvPr>
            <p:cNvSpPr txBox="1"/>
            <p:nvPr/>
          </p:nvSpPr>
          <p:spPr>
            <a:xfrm>
              <a:off x="11431747" y="6030808"/>
              <a:ext cx="1523692" cy="461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1103223058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429032-A572-3A87-5A0E-AE638BA09518}"/>
              </a:ext>
            </a:extLst>
          </p:cNvPr>
          <p:cNvGrpSpPr/>
          <p:nvPr/>
        </p:nvGrpSpPr>
        <p:grpSpPr>
          <a:xfrm>
            <a:off x="8850693" y="3725071"/>
            <a:ext cx="1350050" cy="1037803"/>
            <a:chOff x="17570184" y="4271854"/>
            <a:chExt cx="2700452" cy="2075876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2A83F0E-58CE-F1EE-56FC-83C855768F3E}"/>
                </a:ext>
              </a:extLst>
            </p:cNvPr>
            <p:cNvSpPr txBox="1"/>
            <p:nvPr/>
          </p:nvSpPr>
          <p:spPr>
            <a:xfrm>
              <a:off x="17570184" y="4271854"/>
              <a:ext cx="2700452" cy="1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Nirwan</a:t>
              </a:r>
            </a:p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99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rPr>
                <a:t>Dinata</a:t>
              </a:r>
              <a:endParaRPr kumimoji="0" lang="en-US" sz="2699" b="1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FBF23E4-B820-8063-9817-C95CF2579CF1}"/>
                </a:ext>
              </a:extLst>
            </p:cNvPr>
            <p:cNvSpPr txBox="1"/>
            <p:nvPr/>
          </p:nvSpPr>
          <p:spPr>
            <a:xfrm>
              <a:off x="18158567" y="5886006"/>
              <a:ext cx="1523693" cy="461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1C2852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1103223103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2852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C1DE445-4028-C7AC-B0C1-7BC1DB470C6D}"/>
              </a:ext>
            </a:extLst>
          </p:cNvPr>
          <p:cNvSpPr txBox="1"/>
          <p:nvPr/>
        </p:nvSpPr>
        <p:spPr>
          <a:xfrm>
            <a:off x="1888744" y="4822899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Peluang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pasar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baseline="0" dirty="0">
                <a:solidFill>
                  <a:srgbClr val="223063"/>
                </a:solidFill>
                <a:latin typeface="Calibri"/>
              </a:rPr>
              <a:t>Target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 pasar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D8E70A2-C25F-2DC7-EEC7-6D977EEB11FB}"/>
              </a:ext>
            </a:extLst>
          </p:cNvPr>
          <p:cNvSpPr txBox="1"/>
          <p:nvPr/>
        </p:nvSpPr>
        <p:spPr>
          <a:xfrm>
            <a:off x="5232960" y="4810373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Customer buying journey,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Kompetitor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A6899C-A92C-C6F9-9B64-20EFC6AAE176}"/>
              </a:ext>
            </a:extLst>
          </p:cNvPr>
          <p:cNvSpPr txBox="1"/>
          <p:nvPr/>
        </p:nvSpPr>
        <p:spPr>
          <a:xfrm>
            <a:off x="8628177" y="4741123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Goal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perusahaan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Business Model Canvass</a:t>
            </a:r>
          </a:p>
        </p:txBody>
      </p:sp>
      <p:sp>
        <p:nvSpPr>
          <p:cNvPr id="24" name="TextBox 54 1">
            <a:extLst>
              <a:ext uri="{FF2B5EF4-FFF2-40B4-BE49-F238E27FC236}">
                <a16:creationId xmlns:a16="http://schemas.microsoft.com/office/drawing/2014/main" id="{D8FD578C-B1EB-C7C5-C854-DA666582DD69}"/>
              </a:ext>
            </a:extLst>
          </p:cNvPr>
          <p:cNvSpPr txBox="1"/>
          <p:nvPr/>
        </p:nvSpPr>
        <p:spPr>
          <a:xfrm>
            <a:off x="1862571" y="8731723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Bio-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produk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, </a:t>
            </a:r>
            <a:r>
              <a:rPr lang="en-US" sz="900" dirty="0" err="1">
                <a:solidFill>
                  <a:srgbClr val="223063"/>
                </a:solidFill>
                <a:latin typeface="Calibri"/>
              </a:rPr>
              <a:t>alur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223063"/>
                </a:solidFill>
                <a:latin typeface="Calibri"/>
              </a:rPr>
              <a:t>produksi</a:t>
            </a:r>
            <a:r>
              <a:rPr lang="en-US" sz="900" dirty="0">
                <a:solidFill>
                  <a:srgbClr val="223063"/>
                </a:solidFill>
                <a:latin typeface="Calibri"/>
              </a:rPr>
              <a:t> bio-</a:t>
            </a:r>
            <a:r>
              <a:rPr lang="en-US" sz="900" dirty="0" err="1">
                <a:solidFill>
                  <a:srgbClr val="223063"/>
                </a:solidFill>
                <a:latin typeface="Calibri"/>
              </a:rPr>
              <a:t>produk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56 2">
            <a:extLst>
              <a:ext uri="{FF2B5EF4-FFF2-40B4-BE49-F238E27FC236}">
                <a16:creationId xmlns:a16="http://schemas.microsoft.com/office/drawing/2014/main" id="{C37F6D03-3B5C-C708-97D3-2786608B051A}"/>
              </a:ext>
            </a:extLst>
          </p:cNvPr>
          <p:cNvSpPr txBox="1"/>
          <p:nvPr/>
        </p:nvSpPr>
        <p:spPr>
          <a:xfrm>
            <a:off x="5206787" y="8719197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 Unique Selling Point,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Strategi </a:t>
            </a:r>
            <a:r>
              <a:rPr kumimoji="0" lang="en-US" sz="900" b="0" i="0" u="none" strike="noStrike" kern="1200" cap="none" spc="0" normalizeH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Pemasaran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57 3">
            <a:extLst>
              <a:ext uri="{FF2B5EF4-FFF2-40B4-BE49-F238E27FC236}">
                <a16:creationId xmlns:a16="http://schemas.microsoft.com/office/drawing/2014/main" id="{40AA2DA7-0DAA-11BE-4FE3-AA8E9768FA00}"/>
              </a:ext>
            </a:extLst>
          </p:cNvPr>
          <p:cNvSpPr txBox="1"/>
          <p:nvPr/>
        </p:nvSpPr>
        <p:spPr>
          <a:xfrm>
            <a:off x="8602004" y="8649947"/>
            <a:ext cx="179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Jobdesc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: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Perancang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900" b="0" i="0" u="none" strike="noStrike" kern="1200" cap="none" spc="0" normalizeH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Produk</a:t>
            </a:r>
            <a:r>
              <a:rPr kumimoji="0" lang="en-US" sz="900" b="0" i="0" u="none" strike="noStrike" kern="1200" cap="none" spc="0" normalizeH="0" noProof="0" dirty="0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Desain PPT, </a:t>
            </a:r>
            <a:r>
              <a:rPr kumimoji="0" lang="en-US" sz="900" b="0" i="0" u="none" strike="noStrike" kern="1200" cap="none" spc="0" normalizeH="0" noProof="0" dirty="0" err="1">
                <a:ln>
                  <a:noFill/>
                </a:ln>
                <a:solidFill>
                  <a:srgbClr val="22306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Kordinator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2306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42761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63" grpId="0"/>
      <p:bldP spid="24" grpId="0"/>
      <p:bldP spid="32" grpId="0"/>
      <p:bldP spid="33" grpId="0"/>
    </p:bld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Ion">
  <a:themeElements>
    <a:clrScheme name="Model X">
      <a:dk1>
        <a:srgbClr val="272E3A"/>
      </a:dk1>
      <a:lt1>
        <a:srgbClr val="FFFFFF"/>
      </a:lt1>
      <a:dk2>
        <a:srgbClr val="00A3DA"/>
      </a:dk2>
      <a:lt2>
        <a:srgbClr val="0CA8DA"/>
      </a:lt2>
      <a:accent1>
        <a:srgbClr val="56CADC"/>
      </a:accent1>
      <a:accent2>
        <a:srgbClr val="49C4DB"/>
      </a:accent2>
      <a:accent3>
        <a:srgbClr val="3DBEDB"/>
      </a:accent3>
      <a:accent4>
        <a:srgbClr val="31B9DB"/>
      </a:accent4>
      <a:accent5>
        <a:srgbClr val="24B3DA"/>
      </a:accent5>
      <a:accent6>
        <a:srgbClr val="18AEDA"/>
      </a:accent6>
      <a:hlink>
        <a:srgbClr val="2F8299"/>
      </a:hlink>
      <a:folHlink>
        <a:srgbClr val="8C8C8C"/>
      </a:folHlink>
    </a:clrScheme>
    <a:fontScheme name="Model X">
      <a:majorFont>
        <a:latin typeface="Open Sans Light"/>
        <a:ea typeface=""/>
        <a:cs typeface=""/>
      </a:majorFont>
      <a:minorFont>
        <a:latin typeface="Open Sans Light"/>
        <a:ea typeface=""/>
        <a:cs typeface="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4.xml><?xml version="1.0" encoding="utf-8"?>
<a:theme xmlns:a="http://schemas.openxmlformats.org/drawingml/2006/main" name="1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9_Office Theme">
  <a:themeElements>
    <a:clrScheme name="Massive X new Blue color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Layout of version 4.5">
  <a:themeElements>
    <a:clrScheme name="Custom 1">
      <a:dk1>
        <a:srgbClr val="172144"/>
      </a:dk1>
      <a:lt1>
        <a:srgbClr val="FFFFFF"/>
      </a:lt1>
      <a:dk2>
        <a:srgbClr val="172144"/>
      </a:dk2>
      <a:lt2>
        <a:srgbClr val="FFFFFF"/>
      </a:lt2>
      <a:accent1>
        <a:srgbClr val="FF2D5E"/>
      </a:accent1>
      <a:accent2>
        <a:srgbClr val="0D0884"/>
      </a:accent2>
      <a:accent3>
        <a:srgbClr val="FCB736"/>
      </a:accent3>
      <a:accent4>
        <a:srgbClr val="FC7033"/>
      </a:accent4>
      <a:accent5>
        <a:srgbClr val="3853F4"/>
      </a:accent5>
      <a:accent6>
        <a:srgbClr val="FF4D9E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Layout of version 4.5">
  <a:themeElements>
    <a:clrScheme name="Massive X - Multi Color - 02">
      <a:dk1>
        <a:srgbClr val="172144"/>
      </a:dk1>
      <a:lt1>
        <a:srgbClr val="FFFFFF"/>
      </a:lt1>
      <a:dk2>
        <a:srgbClr val="172144"/>
      </a:dk2>
      <a:lt2>
        <a:srgbClr val="FFFFFF"/>
      </a:lt2>
      <a:accent1>
        <a:srgbClr val="FF2D5E"/>
      </a:accent1>
      <a:accent2>
        <a:srgbClr val="0D0884"/>
      </a:accent2>
      <a:accent3>
        <a:srgbClr val="FCB736"/>
      </a:accent3>
      <a:accent4>
        <a:srgbClr val="FC7033"/>
      </a:accent4>
      <a:accent5>
        <a:srgbClr val="3853F4"/>
      </a:accent5>
      <a:accent6>
        <a:srgbClr val="FF4D9E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Office Theme">
  <a:themeElements>
    <a:clrScheme name="Nova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assive X V.2.6 - Blue">
    <a:dk1>
      <a:srgbClr val="172144"/>
    </a:dk1>
    <a:lt1>
      <a:srgbClr val="FFFFFF"/>
    </a:lt1>
    <a:dk2>
      <a:srgbClr val="08C6F9"/>
    </a:dk2>
    <a:lt2>
      <a:srgbClr val="0FBCFA"/>
    </a:lt2>
    <a:accent1>
      <a:srgbClr val="377DFF"/>
    </a:accent1>
    <a:accent2>
      <a:srgbClr val="3087FE"/>
    </a:accent2>
    <a:accent3>
      <a:srgbClr val="2A92FD"/>
    </a:accent3>
    <a:accent4>
      <a:srgbClr val="239CFC"/>
    </a:accent4>
    <a:accent5>
      <a:srgbClr val="1CA7FC"/>
    </a:accent5>
    <a:accent6>
      <a:srgbClr val="15B1FB"/>
    </a:accent6>
    <a:hlink>
      <a:srgbClr val="2F8299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11F497"/>
    </a:dk2>
    <a:lt2>
      <a:srgbClr val="85FFCA"/>
    </a:lt2>
    <a:accent1>
      <a:srgbClr val="FCC665"/>
    </a:accent1>
    <a:accent2>
      <a:srgbClr val="FE9678"/>
    </a:accent2>
    <a:accent3>
      <a:srgbClr val="FF668B"/>
    </a:accent3>
    <a:accent4>
      <a:srgbClr val="A55DC5"/>
    </a:accent4>
    <a:accent5>
      <a:srgbClr val="4A53FF"/>
    </a:accent5>
    <a:accent6>
      <a:srgbClr val="2EA4CB"/>
    </a:accent6>
    <a:hlink>
      <a:srgbClr val="2F8299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11F497"/>
    </a:dk2>
    <a:lt2>
      <a:srgbClr val="85FFCA"/>
    </a:lt2>
    <a:accent1>
      <a:srgbClr val="FCC665"/>
    </a:accent1>
    <a:accent2>
      <a:srgbClr val="FE9678"/>
    </a:accent2>
    <a:accent3>
      <a:srgbClr val="FF668B"/>
    </a:accent3>
    <a:accent4>
      <a:srgbClr val="A55DC5"/>
    </a:accent4>
    <a:accent5>
      <a:srgbClr val="4A53FF"/>
    </a:accent5>
    <a:accent6>
      <a:srgbClr val="2EA4CB"/>
    </a:accent6>
    <a:hlink>
      <a:srgbClr val="2F8299"/>
    </a:hlink>
    <a:folHlink>
      <a:srgbClr val="8C8C8C"/>
    </a:folHlink>
  </a:clrScheme>
</a:themeOverride>
</file>

<file path=ppt/theme/themeOverride4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11F497"/>
    </a:dk2>
    <a:lt2>
      <a:srgbClr val="85FFCA"/>
    </a:lt2>
    <a:accent1>
      <a:srgbClr val="FCC665"/>
    </a:accent1>
    <a:accent2>
      <a:srgbClr val="FE9678"/>
    </a:accent2>
    <a:accent3>
      <a:srgbClr val="FF668B"/>
    </a:accent3>
    <a:accent4>
      <a:srgbClr val="A55DC5"/>
    </a:accent4>
    <a:accent5>
      <a:srgbClr val="4A53FF"/>
    </a:accent5>
    <a:accent6>
      <a:srgbClr val="2EA4CB"/>
    </a:accent6>
    <a:hlink>
      <a:srgbClr val="2F8299"/>
    </a:hlink>
    <a:folHlink>
      <a:srgbClr val="8C8C8C"/>
    </a:folHlink>
  </a:clrScheme>
</a:themeOverride>
</file>

<file path=ppt/theme/themeOverride5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11F497"/>
    </a:dk2>
    <a:lt2>
      <a:srgbClr val="85FFCA"/>
    </a:lt2>
    <a:accent1>
      <a:srgbClr val="FCC665"/>
    </a:accent1>
    <a:accent2>
      <a:srgbClr val="FE9678"/>
    </a:accent2>
    <a:accent3>
      <a:srgbClr val="FF668B"/>
    </a:accent3>
    <a:accent4>
      <a:srgbClr val="A55DC5"/>
    </a:accent4>
    <a:accent5>
      <a:srgbClr val="4A53FF"/>
    </a:accent5>
    <a:accent6>
      <a:srgbClr val="2EA4CB"/>
    </a:accent6>
    <a:hlink>
      <a:srgbClr val="2F8299"/>
    </a:hlink>
    <a:folHlink>
      <a:srgbClr val="8C8C8C"/>
    </a:folHlink>
  </a:clrScheme>
</a:themeOverride>
</file>

<file path=ppt/theme/themeOverride6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F00B51"/>
    </a:dk2>
    <a:lt2>
      <a:srgbClr val="7366FF"/>
    </a:lt2>
    <a:accent1>
      <a:srgbClr val="FF9897"/>
    </a:accent1>
    <a:accent2>
      <a:srgbClr val="F650A0"/>
    </a:accent2>
    <a:accent3>
      <a:srgbClr val="FF5B94"/>
    </a:accent3>
    <a:accent4>
      <a:srgbClr val="8441A4"/>
    </a:accent4>
    <a:accent5>
      <a:srgbClr val="F869D5"/>
    </a:accent5>
    <a:accent6>
      <a:srgbClr val="5650DE"/>
    </a:accent6>
    <a:hlink>
      <a:srgbClr val="2F8299"/>
    </a:hlink>
    <a:folHlink>
      <a:srgbClr val="8C8C8C"/>
    </a:folHlink>
  </a:clrScheme>
</a:themeOverride>
</file>

<file path=ppt/theme/themeOverride7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F00B51"/>
    </a:dk2>
    <a:lt2>
      <a:srgbClr val="7366FF"/>
    </a:lt2>
    <a:accent1>
      <a:srgbClr val="FF9897"/>
    </a:accent1>
    <a:accent2>
      <a:srgbClr val="F650A0"/>
    </a:accent2>
    <a:accent3>
      <a:srgbClr val="FF5B94"/>
    </a:accent3>
    <a:accent4>
      <a:srgbClr val="8441A4"/>
    </a:accent4>
    <a:accent5>
      <a:srgbClr val="F869D5"/>
    </a:accent5>
    <a:accent6>
      <a:srgbClr val="5650DE"/>
    </a:accent6>
    <a:hlink>
      <a:srgbClr val="2F8299"/>
    </a:hlink>
    <a:folHlink>
      <a:srgbClr val="8C8C8C"/>
    </a:folHlink>
  </a:clrScheme>
</a:themeOverride>
</file>

<file path=ppt/theme/themeOverride8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F00B51"/>
    </a:dk2>
    <a:lt2>
      <a:srgbClr val="7366FF"/>
    </a:lt2>
    <a:accent1>
      <a:srgbClr val="FF9897"/>
    </a:accent1>
    <a:accent2>
      <a:srgbClr val="F650A0"/>
    </a:accent2>
    <a:accent3>
      <a:srgbClr val="FF5B94"/>
    </a:accent3>
    <a:accent4>
      <a:srgbClr val="8441A4"/>
    </a:accent4>
    <a:accent5>
      <a:srgbClr val="F869D5"/>
    </a:accent5>
    <a:accent6>
      <a:srgbClr val="5650DE"/>
    </a:accent6>
    <a:hlink>
      <a:srgbClr val="2F8299"/>
    </a:hlink>
    <a:folHlink>
      <a:srgbClr val="8C8C8C"/>
    </a:folHlink>
  </a:clrScheme>
</a:themeOverride>
</file>

<file path=ppt/theme/themeOverride9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0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1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F00B51"/>
    </a:dk2>
    <a:lt2>
      <a:srgbClr val="7366FF"/>
    </a:lt2>
    <a:accent1>
      <a:srgbClr val="FF9897"/>
    </a:accent1>
    <a:accent2>
      <a:srgbClr val="F650A0"/>
    </a:accent2>
    <a:accent3>
      <a:srgbClr val="FF5B94"/>
    </a:accent3>
    <a:accent4>
      <a:srgbClr val="8441A4"/>
    </a:accent4>
    <a:accent5>
      <a:srgbClr val="F869D5"/>
    </a:accent5>
    <a:accent6>
      <a:srgbClr val="5650DE"/>
    </a:accent6>
    <a:hlink>
      <a:srgbClr val="2F8299"/>
    </a:hlink>
    <a:folHlink>
      <a:srgbClr val="8C8C8C"/>
    </a:folHlink>
  </a:clrScheme>
</a:themeOverride>
</file>

<file path=ppt/theme/themeOverride12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3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4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5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6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7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8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ppt/theme/themeOverride19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0FA5F7"/>
    </a:dk2>
    <a:lt2>
      <a:srgbClr val="82E75D"/>
    </a:lt2>
    <a:accent1>
      <a:srgbClr val="FF9D5A"/>
    </a:accent1>
    <a:accent2>
      <a:srgbClr val="FF828E"/>
    </a:accent2>
    <a:accent3>
      <a:srgbClr val="FF66C1"/>
    </a:accent3>
    <a:accent4>
      <a:srgbClr val="BE50E0"/>
    </a:accent4>
    <a:accent5>
      <a:srgbClr val="7D39FF"/>
    </a:accent5>
    <a:accent6>
      <a:srgbClr val="466FFB"/>
    </a:accent6>
    <a:hlink>
      <a:srgbClr val="2F8299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1145</Words>
  <Application>Microsoft Office PowerPoint</Application>
  <PresentationFormat>Widescreen</PresentationFormat>
  <Paragraphs>313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30</vt:i4>
      </vt:variant>
    </vt:vector>
  </HeadingPairs>
  <TitlesOfParts>
    <vt:vector size="56" baseType="lpstr">
      <vt:lpstr>Arial</vt:lpstr>
      <vt:lpstr>Calibri</vt:lpstr>
      <vt:lpstr>Calibri Light</vt:lpstr>
      <vt:lpstr>Century Gothic</vt:lpstr>
      <vt:lpstr>Designball-Edu-01</vt:lpstr>
      <vt:lpstr>Designball-Electronic-Device-01</vt:lpstr>
      <vt:lpstr>Designball-Social-01</vt:lpstr>
      <vt:lpstr>Designball-Users-01</vt:lpstr>
      <vt:lpstr>Franklin Gothic Demi</vt:lpstr>
      <vt:lpstr>Open Sans</vt:lpstr>
      <vt:lpstr>Open Sans Bold</vt:lpstr>
      <vt:lpstr>Open Sans Extrabold</vt:lpstr>
      <vt:lpstr>Open Sans Light</vt:lpstr>
      <vt:lpstr>Wingdings 2</vt:lpstr>
      <vt:lpstr>Wingdings 3</vt:lpstr>
      <vt:lpstr>Office Theme</vt:lpstr>
      <vt:lpstr>5_Office Theme</vt:lpstr>
      <vt:lpstr>Ion</vt:lpstr>
      <vt:lpstr>1_Office Theme</vt:lpstr>
      <vt:lpstr>9_Office Theme</vt:lpstr>
      <vt:lpstr>1_Layout of version 4.5</vt:lpstr>
      <vt:lpstr>7_Office Theme</vt:lpstr>
      <vt:lpstr>2_Office Theme</vt:lpstr>
      <vt:lpstr>Layout of version 4.5</vt:lpstr>
      <vt:lpstr>3_Office Theme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DAFFA KHUSNUREZA</dc:creator>
  <cp:lastModifiedBy>Ariski Myardi</cp:lastModifiedBy>
  <cp:revision>2</cp:revision>
  <dcterms:created xsi:type="dcterms:W3CDTF">2023-01-08T14:47:53Z</dcterms:created>
  <dcterms:modified xsi:type="dcterms:W3CDTF">2023-01-12T05:51:47Z</dcterms:modified>
</cp:coreProperties>
</file>