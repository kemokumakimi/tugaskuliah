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56DA-9643-4087-B889-F2935971A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92686-5131-43C7-A036-A3299D4D4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21FFE-8495-4754-B62E-EBADB725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F9585-C232-4D32-90B6-8D92C407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F21B5-3CD9-4658-A83B-7C43370D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0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CB7C-CCDC-4DAC-8AD4-2BB28FA3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2BE2-5535-439E-A55E-19B80774C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5411E-9AFE-4222-B889-21EB7B77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C1E76-1B11-4508-823D-F2478D27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0A36C-0946-4957-8808-DA515EE15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9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251F-609B-4F83-BA2B-D454187E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C0ACE-9A78-4556-82DC-7601AC75E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4D063-32C4-4900-BEE4-D0356BF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9600-70B1-4448-89E4-587A801F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688CF-83A8-4BD6-B9F8-E08FEF68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8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D07A-15A7-4459-AEB5-A3E0A747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9E7EB-808C-412B-92D7-A9D573D55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26140-8627-444C-8707-EE6BA1F61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3AFFC-2786-4898-B348-210185FB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221B4-1715-47BF-9C39-E7B10BDC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EA9E6-C3D6-447C-A75E-5F70AD20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4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30F1-4FAE-43CB-9E6D-78D73ED0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824E8-AA30-4691-83DA-8AA957F0A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38551-E10A-478F-A642-FE4304AC4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78E8D-4103-471B-A049-871D71873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15CD9-E545-49E8-A01B-CC7EB6EA2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C28E4-17D0-4450-BD3F-A3095C01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76B331-ECE6-42DC-9BF2-40FFE3D2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1F694A-EDBD-4C92-B306-2A15214F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8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96A2-188F-47B6-93F6-16B0839D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EC9847-7D38-44C3-BA2A-7E05BA35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77A58-84BB-46D5-8FA5-704AFC27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E2F61-985B-4F3E-A18A-1D18AD5C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2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B016AD-FEAA-4633-9C68-19250890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9CE31-A86C-4418-9B6A-3016C1F0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B7C74-8320-4D65-AE06-B0468A3C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6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B3AF-2A4C-44D9-BBE4-CBF6B00D0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F2174-35A3-4228-8856-32AE2DC82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0AC47-FD91-42CA-BB7D-B6D1B7649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510E0-AC6A-45C4-B469-79F36A12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58A92-A3B5-4CB2-876E-572AAF50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EA7AA-AFDE-4A0E-94CE-7EA288C5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2240-72AF-4FC6-83AE-65B537773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6331A-1CF6-45A1-BB09-1DFA8966C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E0F84-D226-4C5D-9792-850E4252A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A0E67-D9CD-4DA6-A704-81545E6A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02C1B-2965-4530-936D-FCE3A07A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B4389-0DCC-4198-A1EA-58916924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9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66A8-DADD-4226-81D0-78D7396F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A32E5-9EAF-4CC3-8150-CC86855F5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8D2E4-0AE7-412B-8D20-3639952B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47E48-76C2-4949-A62B-9FC9DE274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9323C-A44D-4258-B9FC-1F61AB23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9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FC6A9F-FA29-4BF0-B9F5-66D3DA160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41100-A45A-4114-807C-11C6F10C2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093F2-4F95-424E-8DE4-94A91544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09C03-BB00-4D06-8DAB-F8F4EA3D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D919-064C-41A3-8EDF-6AD67472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94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92A8C-EBB9-4CB4-AEA8-AEFF22126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0802-9BA2-4024-9552-14273664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F01FC-FE45-4544-8C69-73958B0EB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F8871-C306-4860-9A83-16DE63A5D574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112C0-7593-494D-9288-B179F853D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48B5C-BABC-44A2-B9CF-9F59B1B16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921A-3BC2-4865-899E-01A0511D0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6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80EF-0E3D-4F7C-99BC-2D649537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603"/>
            <a:ext cx="10515600" cy="1325563"/>
          </a:xfrm>
        </p:spPr>
        <p:txBody>
          <a:bodyPr/>
          <a:lstStyle/>
          <a:p>
            <a:r>
              <a:rPr lang="en-US" dirty="0"/>
              <a:t>TUGAS MINGGU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691572-0230-4B96-A958-986159FC5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US" sz="2000" dirty="0"/>
                  <a:t>Diketahui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=1 −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𝑑𝑎𝑛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ra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a. </a:t>
                </a:r>
                <a:r>
                  <a:rPr lang="en-US" sz="2000" dirty="0" err="1"/>
                  <a:t>Tentukan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𝑑𝑎𝑛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b. </a:t>
                </a:r>
                <a:r>
                  <a:rPr lang="en-US" sz="2000" dirty="0" err="1"/>
                  <a:t>Apakah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𝑓𝑜𝑔</m:t>
                    </m:r>
                  </m:oMath>
                </a14:m>
                <a:r>
                  <a:rPr lang="en-US" sz="2000" dirty="0"/>
                  <a:t> ada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b. </a:t>
                </a:r>
                <a:r>
                  <a:rPr lang="en-US" sz="2000" dirty="0" err="1"/>
                  <a:t>Tentukan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𝑜𝑔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𝑑𝑎𝑛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𝑜𝑔</m:t>
                        </m:r>
                      </m:sub>
                    </m:sSub>
                  </m:oMath>
                </a14:m>
                <a:r>
                  <a:rPr lang="en-US" sz="2000" dirty="0"/>
                  <a:t> (</a:t>
                </a:r>
                <a:r>
                  <a:rPr lang="en-US" sz="2000" dirty="0" err="1"/>
                  <a:t>jika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ada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2. </a:t>
                </a:r>
                <a:r>
                  <a:rPr lang="en-US" sz="2000" dirty="0" err="1"/>
                  <a:t>Diketahui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3−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,    0&lt;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&lt;3 </m:t>
                            </m:r>
                          </m:e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3&lt;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≤6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a. </a:t>
                </a:r>
                <a:r>
                  <a:rPr lang="en-US" sz="2000" dirty="0" err="1"/>
                  <a:t>Selidiki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apakah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→3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3. </a:t>
                </a:r>
                <a:r>
                  <a:rPr lang="en-US" sz="2000" dirty="0" err="1"/>
                  <a:t>Selesaikan</a:t>
                </a:r>
                <a:r>
                  <a:rPr lang="en-US" sz="2000" dirty="0"/>
                  <a:t> limit </a:t>
                </a:r>
                <a:r>
                  <a:rPr lang="en-US" sz="2000" dirty="0" err="1"/>
                  <a:t>fungsi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trigonometri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berikut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a.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/>
                  <a:t>        b.                                   C.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691572-0230-4B96-A958-986159FC5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3EF3DEA6-5DFA-4DAA-B66A-23137DBB38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391606"/>
              </p:ext>
            </p:extLst>
          </p:nvPr>
        </p:nvGraphicFramePr>
        <p:xfrm>
          <a:off x="4107155" y="5330688"/>
          <a:ext cx="112541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500" imgH="419100" progId="Equation.3">
                  <p:embed/>
                </p:oleObj>
              </mc:Choice>
              <mc:Fallback>
                <p:oleObj name="Equation" r:id="rId3" imgW="698500" imgH="419100" progId="Equation.3">
                  <p:embed/>
                  <p:pic>
                    <p:nvPicPr>
                      <p:cNvPr id="266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7155" y="5330688"/>
                        <a:ext cx="1125415" cy="735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17564941-F841-415E-AB00-EAB1ACA40AB0}"/>
                  </a:ext>
                </a:extLst>
              </p:cNvPr>
              <p:cNvSpPr txBox="1"/>
              <p:nvPr/>
            </p:nvSpPr>
            <p:spPr bwMode="auto">
              <a:xfrm>
                <a:off x="6329569" y="5372032"/>
                <a:ext cx="1516063" cy="7334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func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func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17564941-F841-415E-AB00-EAB1ACA40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9569" y="5372032"/>
                <a:ext cx="1516063" cy="733425"/>
              </a:xfrm>
              <a:prstGeom prst="rect">
                <a:avLst/>
              </a:prstGeom>
              <a:blipFill>
                <a:blip r:embed="rId5"/>
                <a:stretch>
                  <a:fillRect r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64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Equation</vt:lpstr>
      <vt:lpstr>TUGAS MINGGU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MINGGU 3</dc:title>
  <dc:creator>esumiaty@outlook.com</dc:creator>
  <cp:lastModifiedBy>esumiaty@outlook.com</cp:lastModifiedBy>
  <cp:revision>1</cp:revision>
  <dcterms:created xsi:type="dcterms:W3CDTF">2022-10-14T04:38:20Z</dcterms:created>
  <dcterms:modified xsi:type="dcterms:W3CDTF">2022-10-14T04:39:03Z</dcterms:modified>
</cp:coreProperties>
</file>