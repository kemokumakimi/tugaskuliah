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85" r:id="rId3"/>
    <p:sldId id="260" r:id="rId4"/>
    <p:sldId id="258" r:id="rId5"/>
    <p:sldId id="264" r:id="rId6"/>
    <p:sldId id="316" r:id="rId7"/>
    <p:sldId id="263" r:id="rId8"/>
    <p:sldId id="267" r:id="rId9"/>
    <p:sldId id="265" r:id="rId10"/>
    <p:sldId id="317" r:id="rId11"/>
    <p:sldId id="273" r:id="rId12"/>
    <p:sldId id="261" r:id="rId13"/>
    <p:sldId id="262" r:id="rId14"/>
    <p:sldId id="315" r:id="rId15"/>
    <p:sldId id="270" r:id="rId16"/>
    <p:sldId id="257" r:id="rId17"/>
    <p:sldId id="284" r:id="rId18"/>
    <p:sldId id="318" r:id="rId19"/>
    <p:sldId id="320" r:id="rId20"/>
    <p:sldId id="274" r:id="rId21"/>
  </p:sldIdLst>
  <p:sldSz cx="9144000" cy="5143500" type="screen16x9"/>
  <p:notesSz cx="6858000" cy="9144000"/>
  <p:embeddedFontLst>
    <p:embeddedFont>
      <p:font typeface="Baloo Thambi 2" panose="020B0604020202020204" charset="0"/>
      <p:regular r:id="rId23"/>
      <p:bold r:id="rId24"/>
    </p:embeddedFont>
    <p:embeddedFont>
      <p:font typeface="Cambria Math" panose="02040503050406030204" pitchFamily="18" charset="0"/>
      <p:regular r:id="rId25"/>
    </p:embeddedFont>
    <p:embeddedFont>
      <p:font typeface="Convergence" panose="020B0604020202020204" charset="0"/>
      <p:regular r:id="rId26"/>
    </p:embeddedFont>
    <p:embeddedFont>
      <p:font typeface="Fredoka One" panose="02000000000000000000" pitchFamily="2" charset="0"/>
      <p:regular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989B9E-4FFB-4C09-A471-8882F392EF14}">
  <a:tblStyle styleId="{1F989B9E-4FFB-4C09-A471-8882F392EF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54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abc9b13455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abc9b13455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abc9b13455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abc9b13455_0_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af2b680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af2b680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abc9b134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abc9b134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a9e162b3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a9e162b32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228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a9e162b3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a9e162b32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abc9b13455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abc9b13455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abc9b1345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abc9b1345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abc9b13455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abc9b13455_0_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515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abc9b13455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abc9b13455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b47ffaf3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b47ffaf3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abc9b13455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abc9b13455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abc9b13455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abc9b13455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927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abc9b13455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abc9b13455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a6f514b98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a6f514b98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abc9b13455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abc9b13455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abc9b13455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abc9b13455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03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abc9b13455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abc9b13455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abc9b13455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abc9b13455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74766"/>
            <a:ext cx="3858900" cy="22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04825" y="3531934"/>
            <a:ext cx="3275700" cy="4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0" y="0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703502" y="0"/>
            <a:ext cx="2440488" cy="518595"/>
          </a:xfrm>
          <a:custGeom>
            <a:avLst/>
            <a:gdLst/>
            <a:ahLst/>
            <a:cxnLst/>
            <a:rect l="l" t="t" r="r" b="b"/>
            <a:pathLst>
              <a:path w="14692" h="3122" extrusionOk="0">
                <a:moveTo>
                  <a:pt x="1" y="0"/>
                </a:moveTo>
                <a:lnTo>
                  <a:pt x="1" y="3122"/>
                </a:lnTo>
                <a:lnTo>
                  <a:pt x="14692" y="3122"/>
                </a:lnTo>
                <a:cubicBezTo>
                  <a:pt x="12859" y="2579"/>
                  <a:pt x="9398" y="2340"/>
                  <a:pt x="5837" y="2240"/>
                </a:cubicBezTo>
                <a:cubicBezTo>
                  <a:pt x="2883" y="2172"/>
                  <a:pt x="1358" y="747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4454000"/>
            <a:ext cx="3573769" cy="712720"/>
            <a:chOff x="0" y="4454000"/>
            <a:chExt cx="3573769" cy="712720"/>
          </a:xfrm>
        </p:grpSpPr>
        <p:sp>
          <p:nvSpPr>
            <p:cNvPr id="14" name="Google Shape;14;p2"/>
            <p:cNvSpPr/>
            <p:nvPr/>
          </p:nvSpPr>
          <p:spPr>
            <a:xfrm>
              <a:off x="0" y="4454000"/>
              <a:ext cx="3573769" cy="712720"/>
            </a:xfrm>
            <a:custGeom>
              <a:avLst/>
              <a:gdLst/>
              <a:ahLst/>
              <a:cxnLst/>
              <a:rect l="l" t="t" r="r" b="b"/>
              <a:pathLst>
                <a:path w="44286" h="8832" extrusionOk="0">
                  <a:moveTo>
                    <a:pt x="13571" y="0"/>
                  </a:moveTo>
                  <a:lnTo>
                    <a:pt x="13273" y="13"/>
                  </a:lnTo>
                  <a:lnTo>
                    <a:pt x="12962" y="26"/>
                  </a:lnTo>
                  <a:lnTo>
                    <a:pt x="12652" y="52"/>
                  </a:lnTo>
                  <a:lnTo>
                    <a:pt x="12341" y="78"/>
                  </a:lnTo>
                  <a:lnTo>
                    <a:pt x="12043" y="117"/>
                  </a:lnTo>
                  <a:lnTo>
                    <a:pt x="11745" y="168"/>
                  </a:lnTo>
                  <a:lnTo>
                    <a:pt x="11447" y="220"/>
                  </a:lnTo>
                  <a:lnTo>
                    <a:pt x="11163" y="285"/>
                  </a:lnTo>
                  <a:lnTo>
                    <a:pt x="10878" y="350"/>
                  </a:lnTo>
                  <a:lnTo>
                    <a:pt x="10606" y="427"/>
                  </a:lnTo>
                  <a:lnTo>
                    <a:pt x="10334" y="518"/>
                  </a:lnTo>
                  <a:lnTo>
                    <a:pt x="10075" y="609"/>
                  </a:lnTo>
                  <a:lnTo>
                    <a:pt x="9816" y="699"/>
                  </a:lnTo>
                  <a:lnTo>
                    <a:pt x="9583" y="803"/>
                  </a:lnTo>
                  <a:lnTo>
                    <a:pt x="9337" y="906"/>
                  </a:lnTo>
                  <a:lnTo>
                    <a:pt x="9117" y="1023"/>
                  </a:lnTo>
                  <a:lnTo>
                    <a:pt x="8897" y="1140"/>
                  </a:lnTo>
                  <a:lnTo>
                    <a:pt x="8689" y="1256"/>
                  </a:lnTo>
                  <a:lnTo>
                    <a:pt x="8482" y="1386"/>
                  </a:lnTo>
                  <a:lnTo>
                    <a:pt x="8301" y="1515"/>
                  </a:lnTo>
                  <a:lnTo>
                    <a:pt x="8120" y="1658"/>
                  </a:lnTo>
                  <a:lnTo>
                    <a:pt x="7951" y="1800"/>
                  </a:lnTo>
                  <a:lnTo>
                    <a:pt x="7796" y="1942"/>
                  </a:lnTo>
                  <a:lnTo>
                    <a:pt x="7653" y="2085"/>
                  </a:lnTo>
                  <a:lnTo>
                    <a:pt x="7524" y="2240"/>
                  </a:lnTo>
                  <a:lnTo>
                    <a:pt x="7407" y="2383"/>
                  </a:lnTo>
                  <a:lnTo>
                    <a:pt x="7291" y="2538"/>
                  </a:lnTo>
                  <a:lnTo>
                    <a:pt x="7200" y="2706"/>
                  </a:lnTo>
                  <a:lnTo>
                    <a:pt x="7123" y="2862"/>
                  </a:lnTo>
                  <a:lnTo>
                    <a:pt x="7058" y="3030"/>
                  </a:lnTo>
                  <a:lnTo>
                    <a:pt x="7006" y="3185"/>
                  </a:lnTo>
                  <a:lnTo>
                    <a:pt x="6967" y="3354"/>
                  </a:lnTo>
                  <a:lnTo>
                    <a:pt x="6941" y="3522"/>
                  </a:lnTo>
                  <a:lnTo>
                    <a:pt x="6928" y="3690"/>
                  </a:lnTo>
                  <a:lnTo>
                    <a:pt x="6941" y="3859"/>
                  </a:lnTo>
                  <a:lnTo>
                    <a:pt x="6954" y="4001"/>
                  </a:lnTo>
                  <a:lnTo>
                    <a:pt x="6980" y="4144"/>
                  </a:lnTo>
                  <a:lnTo>
                    <a:pt x="7032" y="4273"/>
                  </a:lnTo>
                  <a:lnTo>
                    <a:pt x="7084" y="4416"/>
                  </a:lnTo>
                  <a:lnTo>
                    <a:pt x="7136" y="4545"/>
                  </a:lnTo>
                  <a:lnTo>
                    <a:pt x="7213" y="4675"/>
                  </a:lnTo>
                  <a:lnTo>
                    <a:pt x="7291" y="4791"/>
                  </a:lnTo>
                  <a:lnTo>
                    <a:pt x="7382" y="4921"/>
                  </a:lnTo>
                  <a:lnTo>
                    <a:pt x="6786" y="4856"/>
                  </a:lnTo>
                  <a:lnTo>
                    <a:pt x="6177" y="4778"/>
                  </a:lnTo>
                  <a:lnTo>
                    <a:pt x="5582" y="4688"/>
                  </a:lnTo>
                  <a:lnTo>
                    <a:pt x="4999" y="4584"/>
                  </a:lnTo>
                  <a:lnTo>
                    <a:pt x="4403" y="4454"/>
                  </a:lnTo>
                  <a:lnTo>
                    <a:pt x="3821" y="4299"/>
                  </a:lnTo>
                  <a:lnTo>
                    <a:pt x="3251" y="4131"/>
                  </a:lnTo>
                  <a:lnTo>
                    <a:pt x="2681" y="3937"/>
                  </a:lnTo>
                  <a:lnTo>
                    <a:pt x="2332" y="3794"/>
                  </a:lnTo>
                  <a:lnTo>
                    <a:pt x="1982" y="3652"/>
                  </a:lnTo>
                  <a:lnTo>
                    <a:pt x="1645" y="3496"/>
                  </a:lnTo>
                  <a:lnTo>
                    <a:pt x="1296" y="3341"/>
                  </a:lnTo>
                  <a:lnTo>
                    <a:pt x="972" y="3173"/>
                  </a:lnTo>
                  <a:lnTo>
                    <a:pt x="635" y="2991"/>
                  </a:lnTo>
                  <a:lnTo>
                    <a:pt x="312" y="2797"/>
                  </a:lnTo>
                  <a:lnTo>
                    <a:pt x="1" y="2603"/>
                  </a:lnTo>
                  <a:lnTo>
                    <a:pt x="1" y="8831"/>
                  </a:lnTo>
                  <a:lnTo>
                    <a:pt x="44285" y="8831"/>
                  </a:lnTo>
                  <a:lnTo>
                    <a:pt x="44091" y="8443"/>
                  </a:lnTo>
                  <a:lnTo>
                    <a:pt x="43871" y="8067"/>
                  </a:lnTo>
                  <a:lnTo>
                    <a:pt x="43651" y="7692"/>
                  </a:lnTo>
                  <a:lnTo>
                    <a:pt x="43418" y="7316"/>
                  </a:lnTo>
                  <a:lnTo>
                    <a:pt x="43172" y="6954"/>
                  </a:lnTo>
                  <a:lnTo>
                    <a:pt x="42913" y="6604"/>
                  </a:lnTo>
                  <a:lnTo>
                    <a:pt x="42654" y="6267"/>
                  </a:lnTo>
                  <a:lnTo>
                    <a:pt x="42369" y="5944"/>
                  </a:lnTo>
                  <a:lnTo>
                    <a:pt x="42071" y="5620"/>
                  </a:lnTo>
                  <a:lnTo>
                    <a:pt x="41773" y="5322"/>
                  </a:lnTo>
                  <a:lnTo>
                    <a:pt x="41450" y="5024"/>
                  </a:lnTo>
                  <a:lnTo>
                    <a:pt x="41126" y="4752"/>
                  </a:lnTo>
                  <a:lnTo>
                    <a:pt x="40789" y="4493"/>
                  </a:lnTo>
                  <a:lnTo>
                    <a:pt x="40427" y="4247"/>
                  </a:lnTo>
                  <a:lnTo>
                    <a:pt x="40064" y="4014"/>
                  </a:lnTo>
                  <a:lnTo>
                    <a:pt x="39689" y="3807"/>
                  </a:lnTo>
                  <a:lnTo>
                    <a:pt x="39326" y="3639"/>
                  </a:lnTo>
                  <a:lnTo>
                    <a:pt x="38963" y="3470"/>
                  </a:lnTo>
                  <a:lnTo>
                    <a:pt x="38588" y="3328"/>
                  </a:lnTo>
                  <a:lnTo>
                    <a:pt x="38212" y="3198"/>
                  </a:lnTo>
                  <a:lnTo>
                    <a:pt x="37824" y="3095"/>
                  </a:lnTo>
                  <a:lnTo>
                    <a:pt x="37435" y="2991"/>
                  </a:lnTo>
                  <a:lnTo>
                    <a:pt x="37047" y="2914"/>
                  </a:lnTo>
                  <a:lnTo>
                    <a:pt x="36646" y="2836"/>
                  </a:lnTo>
                  <a:lnTo>
                    <a:pt x="36257" y="2771"/>
                  </a:lnTo>
                  <a:lnTo>
                    <a:pt x="35856" y="2719"/>
                  </a:lnTo>
                  <a:lnTo>
                    <a:pt x="35454" y="2680"/>
                  </a:lnTo>
                  <a:lnTo>
                    <a:pt x="35053" y="2642"/>
                  </a:lnTo>
                  <a:lnTo>
                    <a:pt x="34237" y="2603"/>
                  </a:lnTo>
                  <a:lnTo>
                    <a:pt x="33434" y="2590"/>
                  </a:lnTo>
                  <a:lnTo>
                    <a:pt x="32489" y="2590"/>
                  </a:lnTo>
                  <a:lnTo>
                    <a:pt x="31557" y="2616"/>
                  </a:lnTo>
                  <a:lnTo>
                    <a:pt x="30624" y="2655"/>
                  </a:lnTo>
                  <a:lnTo>
                    <a:pt x="29679" y="2719"/>
                  </a:lnTo>
                  <a:lnTo>
                    <a:pt x="28747" y="2797"/>
                  </a:lnTo>
                  <a:lnTo>
                    <a:pt x="27815" y="2888"/>
                  </a:lnTo>
                  <a:lnTo>
                    <a:pt x="26882" y="2991"/>
                  </a:lnTo>
                  <a:lnTo>
                    <a:pt x="25950" y="3108"/>
                  </a:lnTo>
                  <a:lnTo>
                    <a:pt x="25018" y="3237"/>
                  </a:lnTo>
                  <a:lnTo>
                    <a:pt x="24085" y="3367"/>
                  </a:lnTo>
                  <a:lnTo>
                    <a:pt x="22234" y="3652"/>
                  </a:lnTo>
                  <a:lnTo>
                    <a:pt x="20369" y="3937"/>
                  </a:lnTo>
                  <a:lnTo>
                    <a:pt x="18504" y="4221"/>
                  </a:lnTo>
                  <a:lnTo>
                    <a:pt x="18504" y="4221"/>
                  </a:lnTo>
                  <a:lnTo>
                    <a:pt x="18621" y="4040"/>
                  </a:lnTo>
                  <a:lnTo>
                    <a:pt x="18725" y="3872"/>
                  </a:lnTo>
                  <a:lnTo>
                    <a:pt x="18802" y="3690"/>
                  </a:lnTo>
                  <a:lnTo>
                    <a:pt x="18880" y="3509"/>
                  </a:lnTo>
                  <a:lnTo>
                    <a:pt x="18919" y="3328"/>
                  </a:lnTo>
                  <a:lnTo>
                    <a:pt x="18958" y="3134"/>
                  </a:lnTo>
                  <a:lnTo>
                    <a:pt x="18971" y="2952"/>
                  </a:lnTo>
                  <a:lnTo>
                    <a:pt x="18958" y="2758"/>
                  </a:lnTo>
                  <a:lnTo>
                    <a:pt x="18932" y="2590"/>
                  </a:lnTo>
                  <a:lnTo>
                    <a:pt x="18893" y="2434"/>
                  </a:lnTo>
                  <a:lnTo>
                    <a:pt x="18841" y="2266"/>
                  </a:lnTo>
                  <a:lnTo>
                    <a:pt x="18776" y="2111"/>
                  </a:lnTo>
                  <a:lnTo>
                    <a:pt x="18699" y="1968"/>
                  </a:lnTo>
                  <a:lnTo>
                    <a:pt x="18595" y="1813"/>
                  </a:lnTo>
                  <a:lnTo>
                    <a:pt x="18492" y="1670"/>
                  </a:lnTo>
                  <a:lnTo>
                    <a:pt x="18375" y="1541"/>
                  </a:lnTo>
                  <a:lnTo>
                    <a:pt x="18233" y="1399"/>
                  </a:lnTo>
                  <a:lnTo>
                    <a:pt x="18090" y="1269"/>
                  </a:lnTo>
                  <a:lnTo>
                    <a:pt x="17935" y="1153"/>
                  </a:lnTo>
                  <a:lnTo>
                    <a:pt x="17766" y="1036"/>
                  </a:lnTo>
                  <a:lnTo>
                    <a:pt x="17585" y="919"/>
                  </a:lnTo>
                  <a:lnTo>
                    <a:pt x="17391" y="816"/>
                  </a:lnTo>
                  <a:lnTo>
                    <a:pt x="17197" y="712"/>
                  </a:lnTo>
                  <a:lnTo>
                    <a:pt x="16989" y="622"/>
                  </a:lnTo>
                  <a:lnTo>
                    <a:pt x="16769" y="531"/>
                  </a:lnTo>
                  <a:lnTo>
                    <a:pt x="16536" y="440"/>
                  </a:lnTo>
                  <a:lnTo>
                    <a:pt x="16303" y="363"/>
                  </a:lnTo>
                  <a:lnTo>
                    <a:pt x="16057" y="298"/>
                  </a:lnTo>
                  <a:lnTo>
                    <a:pt x="15811" y="233"/>
                  </a:lnTo>
                  <a:lnTo>
                    <a:pt x="15552" y="181"/>
                  </a:lnTo>
                  <a:lnTo>
                    <a:pt x="15280" y="130"/>
                  </a:lnTo>
                  <a:lnTo>
                    <a:pt x="15008" y="91"/>
                  </a:lnTo>
                  <a:lnTo>
                    <a:pt x="14736" y="52"/>
                  </a:lnTo>
                  <a:lnTo>
                    <a:pt x="14452" y="26"/>
                  </a:lnTo>
                  <a:lnTo>
                    <a:pt x="14167" y="13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58344" y="4544865"/>
              <a:ext cx="75291" cy="75291"/>
            </a:xfrm>
            <a:custGeom>
              <a:avLst/>
              <a:gdLst/>
              <a:ahLst/>
              <a:cxnLst/>
              <a:rect l="l" t="t" r="r" b="b"/>
              <a:pathLst>
                <a:path w="933" h="933" extrusionOk="0">
                  <a:moveTo>
                    <a:pt x="467" y="1"/>
                  </a:moveTo>
                  <a:lnTo>
                    <a:pt x="363" y="14"/>
                  </a:lnTo>
                  <a:lnTo>
                    <a:pt x="285" y="39"/>
                  </a:lnTo>
                  <a:lnTo>
                    <a:pt x="195" y="78"/>
                  </a:lnTo>
                  <a:lnTo>
                    <a:pt x="130" y="130"/>
                  </a:lnTo>
                  <a:lnTo>
                    <a:pt x="78" y="208"/>
                  </a:lnTo>
                  <a:lnTo>
                    <a:pt x="26" y="286"/>
                  </a:lnTo>
                  <a:lnTo>
                    <a:pt x="0" y="376"/>
                  </a:lnTo>
                  <a:lnTo>
                    <a:pt x="0" y="467"/>
                  </a:lnTo>
                  <a:lnTo>
                    <a:pt x="0" y="557"/>
                  </a:lnTo>
                  <a:lnTo>
                    <a:pt x="26" y="648"/>
                  </a:lnTo>
                  <a:lnTo>
                    <a:pt x="78" y="726"/>
                  </a:lnTo>
                  <a:lnTo>
                    <a:pt x="130" y="803"/>
                  </a:lnTo>
                  <a:lnTo>
                    <a:pt x="195" y="855"/>
                  </a:lnTo>
                  <a:lnTo>
                    <a:pt x="285" y="894"/>
                  </a:lnTo>
                  <a:lnTo>
                    <a:pt x="363" y="920"/>
                  </a:lnTo>
                  <a:lnTo>
                    <a:pt x="467" y="933"/>
                  </a:lnTo>
                  <a:lnTo>
                    <a:pt x="557" y="920"/>
                  </a:lnTo>
                  <a:lnTo>
                    <a:pt x="648" y="894"/>
                  </a:lnTo>
                  <a:lnTo>
                    <a:pt x="726" y="855"/>
                  </a:lnTo>
                  <a:lnTo>
                    <a:pt x="790" y="803"/>
                  </a:lnTo>
                  <a:lnTo>
                    <a:pt x="855" y="726"/>
                  </a:lnTo>
                  <a:lnTo>
                    <a:pt x="894" y="648"/>
                  </a:lnTo>
                  <a:lnTo>
                    <a:pt x="920" y="557"/>
                  </a:lnTo>
                  <a:lnTo>
                    <a:pt x="933" y="467"/>
                  </a:lnTo>
                  <a:lnTo>
                    <a:pt x="920" y="376"/>
                  </a:lnTo>
                  <a:lnTo>
                    <a:pt x="894" y="286"/>
                  </a:lnTo>
                  <a:lnTo>
                    <a:pt x="855" y="208"/>
                  </a:lnTo>
                  <a:lnTo>
                    <a:pt x="790" y="130"/>
                  </a:lnTo>
                  <a:lnTo>
                    <a:pt x="726" y="78"/>
                  </a:lnTo>
                  <a:lnTo>
                    <a:pt x="648" y="39"/>
                  </a:lnTo>
                  <a:lnTo>
                    <a:pt x="557" y="14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15251" y="4523964"/>
              <a:ext cx="353294" cy="277035"/>
            </a:xfrm>
            <a:custGeom>
              <a:avLst/>
              <a:gdLst/>
              <a:ahLst/>
              <a:cxnLst/>
              <a:rect l="l" t="t" r="r" b="b"/>
              <a:pathLst>
                <a:path w="4378" h="3433" extrusionOk="0">
                  <a:moveTo>
                    <a:pt x="1969" y="1"/>
                  </a:moveTo>
                  <a:lnTo>
                    <a:pt x="1749" y="39"/>
                  </a:lnTo>
                  <a:lnTo>
                    <a:pt x="1542" y="78"/>
                  </a:lnTo>
                  <a:lnTo>
                    <a:pt x="1335" y="130"/>
                  </a:lnTo>
                  <a:lnTo>
                    <a:pt x="1140" y="208"/>
                  </a:lnTo>
                  <a:lnTo>
                    <a:pt x="972" y="286"/>
                  </a:lnTo>
                  <a:lnTo>
                    <a:pt x="804" y="389"/>
                  </a:lnTo>
                  <a:lnTo>
                    <a:pt x="648" y="506"/>
                  </a:lnTo>
                  <a:lnTo>
                    <a:pt x="506" y="622"/>
                  </a:lnTo>
                  <a:lnTo>
                    <a:pt x="376" y="752"/>
                  </a:lnTo>
                  <a:lnTo>
                    <a:pt x="273" y="894"/>
                  </a:lnTo>
                  <a:lnTo>
                    <a:pt x="169" y="1050"/>
                  </a:lnTo>
                  <a:lnTo>
                    <a:pt x="105" y="1205"/>
                  </a:lnTo>
                  <a:lnTo>
                    <a:pt x="53" y="1373"/>
                  </a:lnTo>
                  <a:lnTo>
                    <a:pt x="14" y="1542"/>
                  </a:lnTo>
                  <a:lnTo>
                    <a:pt x="1" y="1710"/>
                  </a:lnTo>
                  <a:lnTo>
                    <a:pt x="14" y="1891"/>
                  </a:lnTo>
                  <a:lnTo>
                    <a:pt x="53" y="2060"/>
                  </a:lnTo>
                  <a:lnTo>
                    <a:pt x="105" y="2228"/>
                  </a:lnTo>
                  <a:lnTo>
                    <a:pt x="169" y="2383"/>
                  </a:lnTo>
                  <a:lnTo>
                    <a:pt x="273" y="2539"/>
                  </a:lnTo>
                  <a:lnTo>
                    <a:pt x="376" y="2681"/>
                  </a:lnTo>
                  <a:lnTo>
                    <a:pt x="506" y="2811"/>
                  </a:lnTo>
                  <a:lnTo>
                    <a:pt x="648" y="2927"/>
                  </a:lnTo>
                  <a:lnTo>
                    <a:pt x="804" y="3044"/>
                  </a:lnTo>
                  <a:lnTo>
                    <a:pt x="972" y="3134"/>
                  </a:lnTo>
                  <a:lnTo>
                    <a:pt x="1140" y="3225"/>
                  </a:lnTo>
                  <a:lnTo>
                    <a:pt x="1335" y="3303"/>
                  </a:lnTo>
                  <a:lnTo>
                    <a:pt x="1542" y="3354"/>
                  </a:lnTo>
                  <a:lnTo>
                    <a:pt x="1749" y="3393"/>
                  </a:lnTo>
                  <a:lnTo>
                    <a:pt x="1969" y="3419"/>
                  </a:lnTo>
                  <a:lnTo>
                    <a:pt x="2189" y="3432"/>
                  </a:lnTo>
                  <a:lnTo>
                    <a:pt x="2409" y="3419"/>
                  </a:lnTo>
                  <a:lnTo>
                    <a:pt x="2630" y="3393"/>
                  </a:lnTo>
                  <a:lnTo>
                    <a:pt x="2837" y="3354"/>
                  </a:lnTo>
                  <a:lnTo>
                    <a:pt x="3044" y="3303"/>
                  </a:lnTo>
                  <a:lnTo>
                    <a:pt x="3225" y="3225"/>
                  </a:lnTo>
                  <a:lnTo>
                    <a:pt x="3406" y="3134"/>
                  </a:lnTo>
                  <a:lnTo>
                    <a:pt x="3575" y="3044"/>
                  </a:lnTo>
                  <a:lnTo>
                    <a:pt x="3730" y="2927"/>
                  </a:lnTo>
                  <a:lnTo>
                    <a:pt x="3873" y="2811"/>
                  </a:lnTo>
                  <a:lnTo>
                    <a:pt x="4002" y="2681"/>
                  </a:lnTo>
                  <a:lnTo>
                    <a:pt x="4106" y="2539"/>
                  </a:lnTo>
                  <a:lnTo>
                    <a:pt x="4196" y="2383"/>
                  </a:lnTo>
                  <a:lnTo>
                    <a:pt x="4274" y="2228"/>
                  </a:lnTo>
                  <a:lnTo>
                    <a:pt x="4326" y="2060"/>
                  </a:lnTo>
                  <a:lnTo>
                    <a:pt x="4365" y="1891"/>
                  </a:lnTo>
                  <a:lnTo>
                    <a:pt x="4378" y="1710"/>
                  </a:lnTo>
                  <a:lnTo>
                    <a:pt x="4365" y="1542"/>
                  </a:lnTo>
                  <a:lnTo>
                    <a:pt x="4326" y="1373"/>
                  </a:lnTo>
                  <a:lnTo>
                    <a:pt x="4274" y="1205"/>
                  </a:lnTo>
                  <a:lnTo>
                    <a:pt x="4196" y="1050"/>
                  </a:lnTo>
                  <a:lnTo>
                    <a:pt x="4106" y="894"/>
                  </a:lnTo>
                  <a:lnTo>
                    <a:pt x="4002" y="752"/>
                  </a:lnTo>
                  <a:lnTo>
                    <a:pt x="3873" y="622"/>
                  </a:lnTo>
                  <a:lnTo>
                    <a:pt x="3730" y="506"/>
                  </a:lnTo>
                  <a:lnTo>
                    <a:pt x="3575" y="389"/>
                  </a:lnTo>
                  <a:lnTo>
                    <a:pt x="3406" y="286"/>
                  </a:lnTo>
                  <a:lnTo>
                    <a:pt x="3225" y="208"/>
                  </a:lnTo>
                  <a:lnTo>
                    <a:pt x="3044" y="130"/>
                  </a:lnTo>
                  <a:lnTo>
                    <a:pt x="2837" y="78"/>
                  </a:lnTo>
                  <a:lnTo>
                    <a:pt x="2630" y="39"/>
                  </a:lnTo>
                  <a:lnTo>
                    <a:pt x="2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-14012" y="0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-311425" y="3865605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396875" y="2437750"/>
            <a:ext cx="29628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30225" y="3699659"/>
            <a:ext cx="51207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489625" y="1483891"/>
            <a:ext cx="801900" cy="4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2800" y="976450"/>
            <a:ext cx="7718400" cy="36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Pontano Sans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lpha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roman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rabi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lpha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roman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rabi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lpha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romanLcPeriod"/>
              <a:defRPr>
                <a:latin typeface="Baloo Thambi 2"/>
                <a:ea typeface="Baloo Thambi 2"/>
                <a:cs typeface="Baloo Thambi 2"/>
                <a:sym typeface="Baloo Thambi 2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-10" y="1"/>
            <a:ext cx="38617" cy="38562"/>
          </a:xfrm>
          <a:custGeom>
            <a:avLst/>
            <a:gdLst/>
            <a:ahLst/>
            <a:cxnLst/>
            <a:rect l="l" t="t" r="r" b="b"/>
            <a:pathLst>
              <a:path w="693" h="692" extrusionOk="0">
                <a:moveTo>
                  <a:pt x="351" y="0"/>
                </a:moveTo>
                <a:cubicBezTo>
                  <a:pt x="231" y="0"/>
                  <a:pt x="1" y="231"/>
                  <a:pt x="1" y="351"/>
                </a:cubicBezTo>
                <a:cubicBezTo>
                  <a:pt x="1" y="581"/>
                  <a:pt x="231" y="692"/>
                  <a:pt x="351" y="692"/>
                </a:cubicBezTo>
                <a:cubicBezTo>
                  <a:pt x="582" y="692"/>
                  <a:pt x="692" y="581"/>
                  <a:pt x="692" y="351"/>
                </a:cubicBezTo>
                <a:cubicBezTo>
                  <a:pt x="692" y="231"/>
                  <a:pt x="582" y="0"/>
                  <a:pt x="3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0" y="0"/>
            <a:ext cx="9143992" cy="5173914"/>
            <a:chOff x="0" y="0"/>
            <a:chExt cx="9143992" cy="5173914"/>
          </a:xfrm>
        </p:grpSpPr>
        <p:sp>
          <p:nvSpPr>
            <p:cNvPr id="28" name="Google Shape;28;p4"/>
            <p:cNvSpPr/>
            <p:nvPr/>
          </p:nvSpPr>
          <p:spPr>
            <a:xfrm rot="10800000">
              <a:off x="0" y="0"/>
              <a:ext cx="2006775" cy="616434"/>
            </a:xfrm>
            <a:custGeom>
              <a:avLst/>
              <a:gdLst/>
              <a:ahLst/>
              <a:cxnLst/>
              <a:rect l="l" t="t" r="r" b="b"/>
              <a:pathLst>
                <a:path w="12081" h="3711" extrusionOk="0">
                  <a:moveTo>
                    <a:pt x="4878" y="0"/>
                  </a:moveTo>
                  <a:cubicBezTo>
                    <a:pt x="1694" y="0"/>
                    <a:pt x="449" y="1998"/>
                    <a:pt x="0" y="3711"/>
                  </a:cubicBezTo>
                  <a:lnTo>
                    <a:pt x="12080" y="3711"/>
                  </a:lnTo>
                  <a:lnTo>
                    <a:pt x="12080" y="1200"/>
                  </a:lnTo>
                  <a:cubicBezTo>
                    <a:pt x="10994" y="1200"/>
                    <a:pt x="9705" y="1029"/>
                    <a:pt x="8144" y="554"/>
                  </a:cubicBezTo>
                  <a:cubicBezTo>
                    <a:pt x="6876" y="167"/>
                    <a:pt x="5796" y="0"/>
                    <a:pt x="4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6243099" y="4152139"/>
              <a:ext cx="2900894" cy="1021776"/>
            </a:xfrm>
            <a:custGeom>
              <a:avLst/>
              <a:gdLst/>
              <a:ahLst/>
              <a:cxnLst/>
              <a:rect l="l" t="t" r="r" b="b"/>
              <a:pathLst>
                <a:path w="15609" h="5498" extrusionOk="0">
                  <a:moveTo>
                    <a:pt x="15609" y="1"/>
                  </a:moveTo>
                  <a:cubicBezTo>
                    <a:pt x="13980" y="1733"/>
                    <a:pt x="12859" y="2751"/>
                    <a:pt x="9908" y="2851"/>
                  </a:cubicBezTo>
                  <a:cubicBezTo>
                    <a:pt x="9746" y="2856"/>
                    <a:pt x="9588" y="2859"/>
                    <a:pt x="9432" y="2859"/>
                  </a:cubicBezTo>
                  <a:cubicBezTo>
                    <a:pt x="7342" y="2859"/>
                    <a:pt x="5813" y="2433"/>
                    <a:pt x="4403" y="2433"/>
                  </a:cubicBezTo>
                  <a:cubicBezTo>
                    <a:pt x="3785" y="2433"/>
                    <a:pt x="3189" y="2515"/>
                    <a:pt x="2579" y="2751"/>
                  </a:cubicBezTo>
                  <a:cubicBezTo>
                    <a:pt x="1186" y="3326"/>
                    <a:pt x="440" y="4515"/>
                    <a:pt x="0" y="5498"/>
                  </a:cubicBezTo>
                  <a:lnTo>
                    <a:pt x="15609" y="5498"/>
                  </a:lnTo>
                  <a:lnTo>
                    <a:pt x="156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 flipH="1">
            <a:off x="7222243" y="0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/>
          <p:nvPr/>
        </p:nvSpPr>
        <p:spPr>
          <a:xfrm flipH="1">
            <a:off x="0" y="0"/>
            <a:ext cx="1872897" cy="1021779"/>
          </a:xfrm>
          <a:custGeom>
            <a:avLst/>
            <a:gdLst/>
            <a:ahLst/>
            <a:cxnLst/>
            <a:rect l="l" t="t" r="r" b="b"/>
            <a:pathLst>
              <a:path w="44622" h="24344" extrusionOk="0">
                <a:moveTo>
                  <a:pt x="1049" y="0"/>
                </a:moveTo>
                <a:lnTo>
                  <a:pt x="894" y="518"/>
                </a:lnTo>
                <a:lnTo>
                  <a:pt x="739" y="1023"/>
                </a:lnTo>
                <a:lnTo>
                  <a:pt x="596" y="1541"/>
                </a:lnTo>
                <a:lnTo>
                  <a:pt x="467" y="2059"/>
                </a:lnTo>
                <a:lnTo>
                  <a:pt x="350" y="2577"/>
                </a:lnTo>
                <a:lnTo>
                  <a:pt x="247" y="3108"/>
                </a:lnTo>
                <a:lnTo>
                  <a:pt x="169" y="3626"/>
                </a:lnTo>
                <a:lnTo>
                  <a:pt x="91" y="4157"/>
                </a:lnTo>
                <a:lnTo>
                  <a:pt x="39" y="4675"/>
                </a:lnTo>
                <a:lnTo>
                  <a:pt x="13" y="5180"/>
                </a:lnTo>
                <a:lnTo>
                  <a:pt x="0" y="5697"/>
                </a:lnTo>
                <a:lnTo>
                  <a:pt x="13" y="6215"/>
                </a:lnTo>
                <a:lnTo>
                  <a:pt x="39" y="6733"/>
                </a:lnTo>
                <a:lnTo>
                  <a:pt x="91" y="7251"/>
                </a:lnTo>
                <a:lnTo>
                  <a:pt x="156" y="7756"/>
                </a:lnTo>
                <a:lnTo>
                  <a:pt x="259" y="8261"/>
                </a:lnTo>
                <a:lnTo>
                  <a:pt x="376" y="8766"/>
                </a:lnTo>
                <a:lnTo>
                  <a:pt x="518" y="9258"/>
                </a:lnTo>
                <a:lnTo>
                  <a:pt x="687" y="9737"/>
                </a:lnTo>
                <a:lnTo>
                  <a:pt x="881" y="10204"/>
                </a:lnTo>
                <a:lnTo>
                  <a:pt x="1101" y="10657"/>
                </a:lnTo>
                <a:lnTo>
                  <a:pt x="1347" y="11110"/>
                </a:lnTo>
                <a:lnTo>
                  <a:pt x="1477" y="11330"/>
                </a:lnTo>
                <a:lnTo>
                  <a:pt x="1619" y="11537"/>
                </a:lnTo>
                <a:lnTo>
                  <a:pt x="1762" y="11745"/>
                </a:lnTo>
                <a:lnTo>
                  <a:pt x="1917" y="11952"/>
                </a:lnTo>
                <a:lnTo>
                  <a:pt x="2111" y="12185"/>
                </a:lnTo>
                <a:lnTo>
                  <a:pt x="2305" y="12418"/>
                </a:lnTo>
                <a:lnTo>
                  <a:pt x="2513" y="12638"/>
                </a:lnTo>
                <a:lnTo>
                  <a:pt x="2733" y="12845"/>
                </a:lnTo>
                <a:lnTo>
                  <a:pt x="2953" y="13052"/>
                </a:lnTo>
                <a:lnTo>
                  <a:pt x="3186" y="13247"/>
                </a:lnTo>
                <a:lnTo>
                  <a:pt x="3419" y="13428"/>
                </a:lnTo>
                <a:lnTo>
                  <a:pt x="3665" y="13609"/>
                </a:lnTo>
                <a:lnTo>
                  <a:pt x="3911" y="13777"/>
                </a:lnTo>
                <a:lnTo>
                  <a:pt x="4170" y="13946"/>
                </a:lnTo>
                <a:lnTo>
                  <a:pt x="4429" y="14101"/>
                </a:lnTo>
                <a:lnTo>
                  <a:pt x="4701" y="14244"/>
                </a:lnTo>
                <a:lnTo>
                  <a:pt x="4973" y="14386"/>
                </a:lnTo>
                <a:lnTo>
                  <a:pt x="5245" y="14516"/>
                </a:lnTo>
                <a:lnTo>
                  <a:pt x="5530" y="14632"/>
                </a:lnTo>
                <a:lnTo>
                  <a:pt x="5802" y="14749"/>
                </a:lnTo>
                <a:lnTo>
                  <a:pt x="6099" y="14865"/>
                </a:lnTo>
                <a:lnTo>
                  <a:pt x="6384" y="14956"/>
                </a:lnTo>
                <a:lnTo>
                  <a:pt x="6682" y="15059"/>
                </a:lnTo>
                <a:lnTo>
                  <a:pt x="6980" y="15137"/>
                </a:lnTo>
                <a:lnTo>
                  <a:pt x="7575" y="15293"/>
                </a:lnTo>
                <a:lnTo>
                  <a:pt x="8184" y="15409"/>
                </a:lnTo>
                <a:lnTo>
                  <a:pt x="8793" y="15500"/>
                </a:lnTo>
                <a:lnTo>
                  <a:pt x="9414" y="15564"/>
                </a:lnTo>
                <a:lnTo>
                  <a:pt x="10023" y="15603"/>
                </a:lnTo>
                <a:lnTo>
                  <a:pt x="10644" y="15616"/>
                </a:lnTo>
                <a:lnTo>
                  <a:pt x="11253" y="15603"/>
                </a:lnTo>
                <a:lnTo>
                  <a:pt x="11861" y="15577"/>
                </a:lnTo>
                <a:lnTo>
                  <a:pt x="12470" y="15526"/>
                </a:lnTo>
                <a:lnTo>
                  <a:pt x="13079" y="15448"/>
                </a:lnTo>
                <a:lnTo>
                  <a:pt x="13674" y="15370"/>
                </a:lnTo>
                <a:lnTo>
                  <a:pt x="14283" y="15267"/>
                </a:lnTo>
                <a:lnTo>
                  <a:pt x="14879" y="15150"/>
                </a:lnTo>
                <a:lnTo>
                  <a:pt x="15487" y="15021"/>
                </a:lnTo>
                <a:lnTo>
                  <a:pt x="16083" y="14891"/>
                </a:lnTo>
                <a:lnTo>
                  <a:pt x="16678" y="14749"/>
                </a:lnTo>
                <a:lnTo>
                  <a:pt x="17870" y="14451"/>
                </a:lnTo>
                <a:lnTo>
                  <a:pt x="20239" y="13803"/>
                </a:lnTo>
                <a:lnTo>
                  <a:pt x="21431" y="13506"/>
                </a:lnTo>
                <a:lnTo>
                  <a:pt x="22026" y="13350"/>
                </a:lnTo>
                <a:lnTo>
                  <a:pt x="22622" y="13208"/>
                </a:lnTo>
                <a:lnTo>
                  <a:pt x="23230" y="13078"/>
                </a:lnTo>
                <a:lnTo>
                  <a:pt x="23839" y="12962"/>
                </a:lnTo>
                <a:lnTo>
                  <a:pt x="24435" y="12845"/>
                </a:lnTo>
                <a:lnTo>
                  <a:pt x="25043" y="12755"/>
                </a:lnTo>
                <a:lnTo>
                  <a:pt x="25652" y="12677"/>
                </a:lnTo>
                <a:lnTo>
                  <a:pt x="26260" y="12612"/>
                </a:lnTo>
                <a:lnTo>
                  <a:pt x="26869" y="12560"/>
                </a:lnTo>
                <a:lnTo>
                  <a:pt x="27478" y="12534"/>
                </a:lnTo>
                <a:lnTo>
                  <a:pt x="28086" y="12534"/>
                </a:lnTo>
                <a:lnTo>
                  <a:pt x="28695" y="12547"/>
                </a:lnTo>
                <a:lnTo>
                  <a:pt x="29303" y="12586"/>
                </a:lnTo>
                <a:lnTo>
                  <a:pt x="29912" y="12664"/>
                </a:lnTo>
                <a:lnTo>
                  <a:pt x="30287" y="12716"/>
                </a:lnTo>
                <a:lnTo>
                  <a:pt x="30676" y="12780"/>
                </a:lnTo>
                <a:lnTo>
                  <a:pt x="31051" y="12858"/>
                </a:lnTo>
                <a:lnTo>
                  <a:pt x="31427" y="12949"/>
                </a:lnTo>
                <a:lnTo>
                  <a:pt x="31802" y="13052"/>
                </a:lnTo>
                <a:lnTo>
                  <a:pt x="32178" y="13169"/>
                </a:lnTo>
                <a:lnTo>
                  <a:pt x="32541" y="13285"/>
                </a:lnTo>
                <a:lnTo>
                  <a:pt x="32903" y="13415"/>
                </a:lnTo>
                <a:lnTo>
                  <a:pt x="33266" y="13557"/>
                </a:lnTo>
                <a:lnTo>
                  <a:pt x="33628" y="13700"/>
                </a:lnTo>
                <a:lnTo>
                  <a:pt x="33978" y="13868"/>
                </a:lnTo>
                <a:lnTo>
                  <a:pt x="34327" y="14036"/>
                </a:lnTo>
                <a:lnTo>
                  <a:pt x="34677" y="14205"/>
                </a:lnTo>
                <a:lnTo>
                  <a:pt x="35014" y="14399"/>
                </a:lnTo>
                <a:lnTo>
                  <a:pt x="35350" y="14593"/>
                </a:lnTo>
                <a:lnTo>
                  <a:pt x="35687" y="14788"/>
                </a:lnTo>
                <a:lnTo>
                  <a:pt x="36011" y="14995"/>
                </a:lnTo>
                <a:lnTo>
                  <a:pt x="36335" y="15215"/>
                </a:lnTo>
                <a:lnTo>
                  <a:pt x="36658" y="15448"/>
                </a:lnTo>
                <a:lnTo>
                  <a:pt x="36969" y="15681"/>
                </a:lnTo>
                <a:lnTo>
                  <a:pt x="37280" y="15914"/>
                </a:lnTo>
                <a:lnTo>
                  <a:pt x="37578" y="16173"/>
                </a:lnTo>
                <a:lnTo>
                  <a:pt x="37875" y="16419"/>
                </a:lnTo>
                <a:lnTo>
                  <a:pt x="38160" y="16678"/>
                </a:lnTo>
                <a:lnTo>
                  <a:pt x="38445" y="16950"/>
                </a:lnTo>
                <a:lnTo>
                  <a:pt x="38730" y="17222"/>
                </a:lnTo>
                <a:lnTo>
                  <a:pt x="39002" y="17507"/>
                </a:lnTo>
                <a:lnTo>
                  <a:pt x="39261" y="17792"/>
                </a:lnTo>
                <a:lnTo>
                  <a:pt x="39520" y="18089"/>
                </a:lnTo>
                <a:lnTo>
                  <a:pt x="39779" y="18387"/>
                </a:lnTo>
                <a:lnTo>
                  <a:pt x="40025" y="18685"/>
                </a:lnTo>
                <a:lnTo>
                  <a:pt x="40258" y="18996"/>
                </a:lnTo>
                <a:lnTo>
                  <a:pt x="40517" y="19345"/>
                </a:lnTo>
                <a:lnTo>
                  <a:pt x="40776" y="19695"/>
                </a:lnTo>
                <a:lnTo>
                  <a:pt x="41268" y="20420"/>
                </a:lnTo>
                <a:lnTo>
                  <a:pt x="41773" y="21145"/>
                </a:lnTo>
                <a:lnTo>
                  <a:pt x="42278" y="21858"/>
                </a:lnTo>
                <a:lnTo>
                  <a:pt x="42537" y="22207"/>
                </a:lnTo>
                <a:lnTo>
                  <a:pt x="42809" y="22544"/>
                </a:lnTo>
                <a:lnTo>
                  <a:pt x="43081" y="22880"/>
                </a:lnTo>
                <a:lnTo>
                  <a:pt x="43366" y="23204"/>
                </a:lnTo>
                <a:lnTo>
                  <a:pt x="43663" y="23515"/>
                </a:lnTo>
                <a:lnTo>
                  <a:pt x="43961" y="23800"/>
                </a:lnTo>
                <a:lnTo>
                  <a:pt x="44285" y="24085"/>
                </a:lnTo>
                <a:lnTo>
                  <a:pt x="44622" y="24344"/>
                </a:lnTo>
                <a:lnTo>
                  <a:pt x="446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 flipH="1">
            <a:off x="1929391" y="121720"/>
            <a:ext cx="161426" cy="247890"/>
          </a:xfrm>
          <a:custGeom>
            <a:avLst/>
            <a:gdLst/>
            <a:ahLst/>
            <a:cxnLst/>
            <a:rect l="l" t="t" r="r" b="b"/>
            <a:pathLst>
              <a:path w="3846" h="5906" extrusionOk="0">
                <a:moveTo>
                  <a:pt x="1916" y="1"/>
                </a:moveTo>
                <a:lnTo>
                  <a:pt x="1722" y="13"/>
                </a:lnTo>
                <a:lnTo>
                  <a:pt x="1528" y="52"/>
                </a:lnTo>
                <a:lnTo>
                  <a:pt x="1347" y="130"/>
                </a:lnTo>
                <a:lnTo>
                  <a:pt x="1165" y="221"/>
                </a:lnTo>
                <a:lnTo>
                  <a:pt x="997" y="350"/>
                </a:lnTo>
                <a:lnTo>
                  <a:pt x="842" y="506"/>
                </a:lnTo>
                <a:lnTo>
                  <a:pt x="699" y="674"/>
                </a:lnTo>
                <a:lnTo>
                  <a:pt x="557" y="855"/>
                </a:lnTo>
                <a:lnTo>
                  <a:pt x="440" y="1075"/>
                </a:lnTo>
                <a:lnTo>
                  <a:pt x="324" y="1295"/>
                </a:lnTo>
                <a:lnTo>
                  <a:pt x="233" y="1541"/>
                </a:lnTo>
                <a:lnTo>
                  <a:pt x="142" y="1800"/>
                </a:lnTo>
                <a:lnTo>
                  <a:pt x="78" y="2072"/>
                </a:lnTo>
                <a:lnTo>
                  <a:pt x="39" y="2357"/>
                </a:lnTo>
                <a:lnTo>
                  <a:pt x="0" y="2642"/>
                </a:lnTo>
                <a:lnTo>
                  <a:pt x="0" y="2953"/>
                </a:lnTo>
                <a:lnTo>
                  <a:pt x="0" y="3251"/>
                </a:lnTo>
                <a:lnTo>
                  <a:pt x="39" y="3548"/>
                </a:lnTo>
                <a:lnTo>
                  <a:pt x="78" y="3833"/>
                </a:lnTo>
                <a:lnTo>
                  <a:pt x="142" y="4092"/>
                </a:lnTo>
                <a:lnTo>
                  <a:pt x="233" y="4351"/>
                </a:lnTo>
                <a:lnTo>
                  <a:pt x="324" y="4597"/>
                </a:lnTo>
                <a:lnTo>
                  <a:pt x="440" y="4830"/>
                </a:lnTo>
                <a:lnTo>
                  <a:pt x="557" y="5038"/>
                </a:lnTo>
                <a:lnTo>
                  <a:pt x="699" y="5232"/>
                </a:lnTo>
                <a:lnTo>
                  <a:pt x="842" y="5400"/>
                </a:lnTo>
                <a:lnTo>
                  <a:pt x="997" y="5543"/>
                </a:lnTo>
                <a:lnTo>
                  <a:pt x="1165" y="5672"/>
                </a:lnTo>
                <a:lnTo>
                  <a:pt x="1347" y="5776"/>
                </a:lnTo>
                <a:lnTo>
                  <a:pt x="1528" y="5840"/>
                </a:lnTo>
                <a:lnTo>
                  <a:pt x="1722" y="5892"/>
                </a:lnTo>
                <a:lnTo>
                  <a:pt x="1916" y="5905"/>
                </a:lnTo>
                <a:lnTo>
                  <a:pt x="2111" y="5892"/>
                </a:lnTo>
                <a:lnTo>
                  <a:pt x="2305" y="5840"/>
                </a:lnTo>
                <a:lnTo>
                  <a:pt x="2486" y="5776"/>
                </a:lnTo>
                <a:lnTo>
                  <a:pt x="2667" y="5672"/>
                </a:lnTo>
                <a:lnTo>
                  <a:pt x="2836" y="5543"/>
                </a:lnTo>
                <a:lnTo>
                  <a:pt x="2991" y="5400"/>
                </a:lnTo>
                <a:lnTo>
                  <a:pt x="3147" y="5232"/>
                </a:lnTo>
                <a:lnTo>
                  <a:pt x="3276" y="5038"/>
                </a:lnTo>
                <a:lnTo>
                  <a:pt x="3406" y="4830"/>
                </a:lnTo>
                <a:lnTo>
                  <a:pt x="3509" y="4597"/>
                </a:lnTo>
                <a:lnTo>
                  <a:pt x="3613" y="4351"/>
                </a:lnTo>
                <a:lnTo>
                  <a:pt x="3690" y="4092"/>
                </a:lnTo>
                <a:lnTo>
                  <a:pt x="3755" y="3833"/>
                </a:lnTo>
                <a:lnTo>
                  <a:pt x="3807" y="3548"/>
                </a:lnTo>
                <a:lnTo>
                  <a:pt x="3833" y="3251"/>
                </a:lnTo>
                <a:lnTo>
                  <a:pt x="3846" y="2953"/>
                </a:lnTo>
                <a:lnTo>
                  <a:pt x="3833" y="2642"/>
                </a:lnTo>
                <a:lnTo>
                  <a:pt x="3807" y="2357"/>
                </a:lnTo>
                <a:lnTo>
                  <a:pt x="3755" y="2072"/>
                </a:lnTo>
                <a:lnTo>
                  <a:pt x="3690" y="1800"/>
                </a:lnTo>
                <a:lnTo>
                  <a:pt x="3613" y="1541"/>
                </a:lnTo>
                <a:lnTo>
                  <a:pt x="3509" y="1295"/>
                </a:lnTo>
                <a:lnTo>
                  <a:pt x="3406" y="1075"/>
                </a:lnTo>
                <a:lnTo>
                  <a:pt x="3276" y="855"/>
                </a:lnTo>
                <a:lnTo>
                  <a:pt x="3147" y="674"/>
                </a:lnTo>
                <a:lnTo>
                  <a:pt x="2991" y="506"/>
                </a:lnTo>
                <a:lnTo>
                  <a:pt x="2836" y="350"/>
                </a:lnTo>
                <a:lnTo>
                  <a:pt x="2667" y="221"/>
                </a:lnTo>
                <a:lnTo>
                  <a:pt x="2486" y="130"/>
                </a:lnTo>
                <a:lnTo>
                  <a:pt x="2305" y="52"/>
                </a:lnTo>
                <a:lnTo>
                  <a:pt x="2111" y="13"/>
                </a:lnTo>
                <a:lnTo>
                  <a:pt x="191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 flipH="1">
            <a:off x="1906013" y="418464"/>
            <a:ext cx="63085" cy="63085"/>
          </a:xfrm>
          <a:custGeom>
            <a:avLst/>
            <a:gdLst/>
            <a:ahLst/>
            <a:cxnLst/>
            <a:rect l="l" t="t" r="r" b="b"/>
            <a:pathLst>
              <a:path w="1503" h="1503" extrusionOk="0">
                <a:moveTo>
                  <a:pt x="752" y="1"/>
                </a:moveTo>
                <a:lnTo>
                  <a:pt x="674" y="14"/>
                </a:lnTo>
                <a:lnTo>
                  <a:pt x="596" y="14"/>
                </a:lnTo>
                <a:lnTo>
                  <a:pt x="454" y="65"/>
                </a:lnTo>
                <a:lnTo>
                  <a:pt x="337" y="130"/>
                </a:lnTo>
                <a:lnTo>
                  <a:pt x="221" y="221"/>
                </a:lnTo>
                <a:lnTo>
                  <a:pt x="130" y="337"/>
                </a:lnTo>
                <a:lnTo>
                  <a:pt x="65" y="467"/>
                </a:lnTo>
                <a:lnTo>
                  <a:pt x="14" y="609"/>
                </a:lnTo>
                <a:lnTo>
                  <a:pt x="1" y="674"/>
                </a:lnTo>
                <a:lnTo>
                  <a:pt x="1" y="752"/>
                </a:lnTo>
                <a:lnTo>
                  <a:pt x="1" y="829"/>
                </a:lnTo>
                <a:lnTo>
                  <a:pt x="14" y="907"/>
                </a:lnTo>
                <a:lnTo>
                  <a:pt x="65" y="1049"/>
                </a:lnTo>
                <a:lnTo>
                  <a:pt x="130" y="1179"/>
                </a:lnTo>
                <a:lnTo>
                  <a:pt x="221" y="1282"/>
                </a:lnTo>
                <a:lnTo>
                  <a:pt x="337" y="1373"/>
                </a:lnTo>
                <a:lnTo>
                  <a:pt x="454" y="1451"/>
                </a:lnTo>
                <a:lnTo>
                  <a:pt x="596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51"/>
                </a:lnTo>
                <a:lnTo>
                  <a:pt x="1166" y="1373"/>
                </a:lnTo>
                <a:lnTo>
                  <a:pt x="1282" y="1282"/>
                </a:lnTo>
                <a:lnTo>
                  <a:pt x="1373" y="1179"/>
                </a:lnTo>
                <a:lnTo>
                  <a:pt x="1438" y="1049"/>
                </a:lnTo>
                <a:lnTo>
                  <a:pt x="1490" y="907"/>
                </a:lnTo>
                <a:lnTo>
                  <a:pt x="1503" y="829"/>
                </a:lnTo>
                <a:lnTo>
                  <a:pt x="1503" y="752"/>
                </a:lnTo>
                <a:lnTo>
                  <a:pt x="1503" y="674"/>
                </a:lnTo>
                <a:lnTo>
                  <a:pt x="1490" y="609"/>
                </a:lnTo>
                <a:lnTo>
                  <a:pt x="1438" y="467"/>
                </a:lnTo>
                <a:lnTo>
                  <a:pt x="1373" y="337"/>
                </a:lnTo>
                <a:lnTo>
                  <a:pt x="1282" y="221"/>
                </a:lnTo>
                <a:lnTo>
                  <a:pt x="1166" y="130"/>
                </a:lnTo>
                <a:lnTo>
                  <a:pt x="1049" y="65"/>
                </a:lnTo>
                <a:lnTo>
                  <a:pt x="907" y="14"/>
                </a:lnTo>
                <a:lnTo>
                  <a:pt x="829" y="14"/>
                </a:lnTo>
                <a:lnTo>
                  <a:pt x="7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354925" y="2656825"/>
            <a:ext cx="2575500" cy="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2"/>
          </p:nvPr>
        </p:nvSpPr>
        <p:spPr>
          <a:xfrm>
            <a:off x="5213675" y="2656825"/>
            <a:ext cx="2575500" cy="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3"/>
          </p:nvPr>
        </p:nvSpPr>
        <p:spPr>
          <a:xfrm>
            <a:off x="1461575" y="3012950"/>
            <a:ext cx="23622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4"/>
          </p:nvPr>
        </p:nvSpPr>
        <p:spPr>
          <a:xfrm>
            <a:off x="5320325" y="3012950"/>
            <a:ext cx="23622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/>
          <p:nvPr/>
        </p:nvSpPr>
        <p:spPr>
          <a:xfrm rot="10800000">
            <a:off x="6769743" y="4260225"/>
            <a:ext cx="2374262" cy="883286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 rot="10800000">
            <a:off x="8600527" y="4306688"/>
            <a:ext cx="340641" cy="199016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800000">
            <a:off x="6568500" y="4542759"/>
            <a:ext cx="278766" cy="48776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 rot="10800000">
            <a:off x="6871954" y="4475454"/>
            <a:ext cx="68212" cy="68152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 rot="10800000">
            <a:off x="8472002" y="4370178"/>
            <a:ext cx="90630" cy="89853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0" y="4430788"/>
            <a:ext cx="3573769" cy="712720"/>
          </a:xfrm>
          <a:custGeom>
            <a:avLst/>
            <a:gdLst/>
            <a:ahLst/>
            <a:cxnLst/>
            <a:rect l="l" t="t" r="r" b="b"/>
            <a:pathLst>
              <a:path w="44286" h="8832" extrusionOk="0">
                <a:moveTo>
                  <a:pt x="13571" y="0"/>
                </a:moveTo>
                <a:lnTo>
                  <a:pt x="13273" y="13"/>
                </a:lnTo>
                <a:lnTo>
                  <a:pt x="12962" y="26"/>
                </a:lnTo>
                <a:lnTo>
                  <a:pt x="12652" y="52"/>
                </a:lnTo>
                <a:lnTo>
                  <a:pt x="12341" y="78"/>
                </a:lnTo>
                <a:lnTo>
                  <a:pt x="12043" y="117"/>
                </a:lnTo>
                <a:lnTo>
                  <a:pt x="11745" y="168"/>
                </a:lnTo>
                <a:lnTo>
                  <a:pt x="11447" y="220"/>
                </a:lnTo>
                <a:lnTo>
                  <a:pt x="11163" y="285"/>
                </a:lnTo>
                <a:lnTo>
                  <a:pt x="10878" y="350"/>
                </a:lnTo>
                <a:lnTo>
                  <a:pt x="10606" y="427"/>
                </a:lnTo>
                <a:lnTo>
                  <a:pt x="10334" y="518"/>
                </a:lnTo>
                <a:lnTo>
                  <a:pt x="10075" y="609"/>
                </a:lnTo>
                <a:lnTo>
                  <a:pt x="9816" y="699"/>
                </a:lnTo>
                <a:lnTo>
                  <a:pt x="9583" y="803"/>
                </a:lnTo>
                <a:lnTo>
                  <a:pt x="9337" y="906"/>
                </a:lnTo>
                <a:lnTo>
                  <a:pt x="9117" y="1023"/>
                </a:lnTo>
                <a:lnTo>
                  <a:pt x="8897" y="1140"/>
                </a:lnTo>
                <a:lnTo>
                  <a:pt x="8689" y="1256"/>
                </a:lnTo>
                <a:lnTo>
                  <a:pt x="8482" y="1386"/>
                </a:lnTo>
                <a:lnTo>
                  <a:pt x="8301" y="1515"/>
                </a:lnTo>
                <a:lnTo>
                  <a:pt x="8120" y="1658"/>
                </a:lnTo>
                <a:lnTo>
                  <a:pt x="7951" y="1800"/>
                </a:lnTo>
                <a:lnTo>
                  <a:pt x="7796" y="1942"/>
                </a:lnTo>
                <a:lnTo>
                  <a:pt x="7653" y="2085"/>
                </a:lnTo>
                <a:lnTo>
                  <a:pt x="7524" y="2240"/>
                </a:lnTo>
                <a:lnTo>
                  <a:pt x="7407" y="2383"/>
                </a:lnTo>
                <a:lnTo>
                  <a:pt x="7291" y="2538"/>
                </a:lnTo>
                <a:lnTo>
                  <a:pt x="7200" y="2706"/>
                </a:lnTo>
                <a:lnTo>
                  <a:pt x="7123" y="2862"/>
                </a:lnTo>
                <a:lnTo>
                  <a:pt x="7058" y="3030"/>
                </a:lnTo>
                <a:lnTo>
                  <a:pt x="7006" y="3185"/>
                </a:lnTo>
                <a:lnTo>
                  <a:pt x="6967" y="3354"/>
                </a:lnTo>
                <a:lnTo>
                  <a:pt x="6941" y="3522"/>
                </a:lnTo>
                <a:lnTo>
                  <a:pt x="6928" y="3690"/>
                </a:lnTo>
                <a:lnTo>
                  <a:pt x="6941" y="3859"/>
                </a:lnTo>
                <a:lnTo>
                  <a:pt x="6954" y="4001"/>
                </a:lnTo>
                <a:lnTo>
                  <a:pt x="6980" y="4144"/>
                </a:lnTo>
                <a:lnTo>
                  <a:pt x="7032" y="4273"/>
                </a:lnTo>
                <a:lnTo>
                  <a:pt x="7084" y="4416"/>
                </a:lnTo>
                <a:lnTo>
                  <a:pt x="7136" y="4545"/>
                </a:lnTo>
                <a:lnTo>
                  <a:pt x="7213" y="4675"/>
                </a:lnTo>
                <a:lnTo>
                  <a:pt x="7291" y="4791"/>
                </a:lnTo>
                <a:lnTo>
                  <a:pt x="7382" y="4921"/>
                </a:lnTo>
                <a:lnTo>
                  <a:pt x="6786" y="4856"/>
                </a:lnTo>
                <a:lnTo>
                  <a:pt x="6177" y="4778"/>
                </a:lnTo>
                <a:lnTo>
                  <a:pt x="5582" y="4688"/>
                </a:lnTo>
                <a:lnTo>
                  <a:pt x="4999" y="4584"/>
                </a:lnTo>
                <a:lnTo>
                  <a:pt x="4403" y="4454"/>
                </a:lnTo>
                <a:lnTo>
                  <a:pt x="3821" y="4299"/>
                </a:lnTo>
                <a:lnTo>
                  <a:pt x="3251" y="4131"/>
                </a:lnTo>
                <a:lnTo>
                  <a:pt x="2681" y="3937"/>
                </a:lnTo>
                <a:lnTo>
                  <a:pt x="2332" y="3794"/>
                </a:lnTo>
                <a:lnTo>
                  <a:pt x="1982" y="3652"/>
                </a:lnTo>
                <a:lnTo>
                  <a:pt x="1645" y="3496"/>
                </a:lnTo>
                <a:lnTo>
                  <a:pt x="1296" y="3341"/>
                </a:lnTo>
                <a:lnTo>
                  <a:pt x="972" y="3173"/>
                </a:lnTo>
                <a:lnTo>
                  <a:pt x="635" y="2991"/>
                </a:lnTo>
                <a:lnTo>
                  <a:pt x="312" y="2797"/>
                </a:lnTo>
                <a:lnTo>
                  <a:pt x="1" y="2603"/>
                </a:lnTo>
                <a:lnTo>
                  <a:pt x="1" y="8831"/>
                </a:lnTo>
                <a:lnTo>
                  <a:pt x="44285" y="8831"/>
                </a:lnTo>
                <a:lnTo>
                  <a:pt x="44091" y="8443"/>
                </a:lnTo>
                <a:lnTo>
                  <a:pt x="43871" y="8067"/>
                </a:lnTo>
                <a:lnTo>
                  <a:pt x="43651" y="7692"/>
                </a:lnTo>
                <a:lnTo>
                  <a:pt x="43418" y="7316"/>
                </a:lnTo>
                <a:lnTo>
                  <a:pt x="43172" y="6954"/>
                </a:lnTo>
                <a:lnTo>
                  <a:pt x="42913" y="6604"/>
                </a:lnTo>
                <a:lnTo>
                  <a:pt x="42654" y="6267"/>
                </a:lnTo>
                <a:lnTo>
                  <a:pt x="42369" y="5944"/>
                </a:lnTo>
                <a:lnTo>
                  <a:pt x="42071" y="5620"/>
                </a:lnTo>
                <a:lnTo>
                  <a:pt x="41773" y="5322"/>
                </a:lnTo>
                <a:lnTo>
                  <a:pt x="41450" y="5024"/>
                </a:lnTo>
                <a:lnTo>
                  <a:pt x="41126" y="4752"/>
                </a:lnTo>
                <a:lnTo>
                  <a:pt x="40789" y="4493"/>
                </a:lnTo>
                <a:lnTo>
                  <a:pt x="40427" y="4247"/>
                </a:lnTo>
                <a:lnTo>
                  <a:pt x="40064" y="4014"/>
                </a:lnTo>
                <a:lnTo>
                  <a:pt x="39689" y="3807"/>
                </a:lnTo>
                <a:lnTo>
                  <a:pt x="39326" y="3639"/>
                </a:lnTo>
                <a:lnTo>
                  <a:pt x="38963" y="3470"/>
                </a:lnTo>
                <a:lnTo>
                  <a:pt x="38588" y="3328"/>
                </a:lnTo>
                <a:lnTo>
                  <a:pt x="38212" y="3198"/>
                </a:lnTo>
                <a:lnTo>
                  <a:pt x="37824" y="3095"/>
                </a:lnTo>
                <a:lnTo>
                  <a:pt x="37435" y="2991"/>
                </a:lnTo>
                <a:lnTo>
                  <a:pt x="37047" y="2914"/>
                </a:lnTo>
                <a:lnTo>
                  <a:pt x="36646" y="2836"/>
                </a:lnTo>
                <a:lnTo>
                  <a:pt x="36257" y="2771"/>
                </a:lnTo>
                <a:lnTo>
                  <a:pt x="35856" y="2719"/>
                </a:lnTo>
                <a:lnTo>
                  <a:pt x="35454" y="2680"/>
                </a:lnTo>
                <a:lnTo>
                  <a:pt x="35053" y="2642"/>
                </a:lnTo>
                <a:lnTo>
                  <a:pt x="34237" y="2603"/>
                </a:lnTo>
                <a:lnTo>
                  <a:pt x="33434" y="2590"/>
                </a:lnTo>
                <a:lnTo>
                  <a:pt x="32489" y="2590"/>
                </a:lnTo>
                <a:lnTo>
                  <a:pt x="31557" y="2616"/>
                </a:lnTo>
                <a:lnTo>
                  <a:pt x="30624" y="2655"/>
                </a:lnTo>
                <a:lnTo>
                  <a:pt x="29679" y="2719"/>
                </a:lnTo>
                <a:lnTo>
                  <a:pt x="28747" y="2797"/>
                </a:lnTo>
                <a:lnTo>
                  <a:pt x="27815" y="2888"/>
                </a:lnTo>
                <a:lnTo>
                  <a:pt x="26882" y="2991"/>
                </a:lnTo>
                <a:lnTo>
                  <a:pt x="25950" y="3108"/>
                </a:lnTo>
                <a:lnTo>
                  <a:pt x="25018" y="3237"/>
                </a:lnTo>
                <a:lnTo>
                  <a:pt x="24085" y="3367"/>
                </a:lnTo>
                <a:lnTo>
                  <a:pt x="22234" y="3652"/>
                </a:lnTo>
                <a:lnTo>
                  <a:pt x="20369" y="3937"/>
                </a:lnTo>
                <a:lnTo>
                  <a:pt x="18504" y="4221"/>
                </a:lnTo>
                <a:lnTo>
                  <a:pt x="18504" y="4221"/>
                </a:lnTo>
                <a:lnTo>
                  <a:pt x="18621" y="4040"/>
                </a:lnTo>
                <a:lnTo>
                  <a:pt x="18725" y="3872"/>
                </a:lnTo>
                <a:lnTo>
                  <a:pt x="18802" y="3690"/>
                </a:lnTo>
                <a:lnTo>
                  <a:pt x="18880" y="3509"/>
                </a:lnTo>
                <a:lnTo>
                  <a:pt x="18919" y="3328"/>
                </a:lnTo>
                <a:lnTo>
                  <a:pt x="18958" y="3134"/>
                </a:lnTo>
                <a:lnTo>
                  <a:pt x="18971" y="2952"/>
                </a:lnTo>
                <a:lnTo>
                  <a:pt x="18958" y="2758"/>
                </a:lnTo>
                <a:lnTo>
                  <a:pt x="18932" y="2590"/>
                </a:lnTo>
                <a:lnTo>
                  <a:pt x="18893" y="2434"/>
                </a:lnTo>
                <a:lnTo>
                  <a:pt x="18841" y="2266"/>
                </a:lnTo>
                <a:lnTo>
                  <a:pt x="18776" y="2111"/>
                </a:lnTo>
                <a:lnTo>
                  <a:pt x="18699" y="1968"/>
                </a:lnTo>
                <a:lnTo>
                  <a:pt x="18595" y="1813"/>
                </a:lnTo>
                <a:lnTo>
                  <a:pt x="18492" y="1670"/>
                </a:lnTo>
                <a:lnTo>
                  <a:pt x="18375" y="1541"/>
                </a:lnTo>
                <a:lnTo>
                  <a:pt x="18233" y="1399"/>
                </a:lnTo>
                <a:lnTo>
                  <a:pt x="18090" y="1269"/>
                </a:lnTo>
                <a:lnTo>
                  <a:pt x="17935" y="1153"/>
                </a:lnTo>
                <a:lnTo>
                  <a:pt x="17766" y="1036"/>
                </a:lnTo>
                <a:lnTo>
                  <a:pt x="17585" y="919"/>
                </a:lnTo>
                <a:lnTo>
                  <a:pt x="17391" y="816"/>
                </a:lnTo>
                <a:lnTo>
                  <a:pt x="17197" y="712"/>
                </a:lnTo>
                <a:lnTo>
                  <a:pt x="16989" y="622"/>
                </a:lnTo>
                <a:lnTo>
                  <a:pt x="16769" y="531"/>
                </a:lnTo>
                <a:lnTo>
                  <a:pt x="16536" y="440"/>
                </a:lnTo>
                <a:lnTo>
                  <a:pt x="16303" y="363"/>
                </a:lnTo>
                <a:lnTo>
                  <a:pt x="16057" y="298"/>
                </a:lnTo>
                <a:lnTo>
                  <a:pt x="15811" y="233"/>
                </a:lnTo>
                <a:lnTo>
                  <a:pt x="15552" y="181"/>
                </a:lnTo>
                <a:lnTo>
                  <a:pt x="15280" y="130"/>
                </a:lnTo>
                <a:lnTo>
                  <a:pt x="15008" y="91"/>
                </a:lnTo>
                <a:lnTo>
                  <a:pt x="14736" y="52"/>
                </a:lnTo>
                <a:lnTo>
                  <a:pt x="14452" y="26"/>
                </a:lnTo>
                <a:lnTo>
                  <a:pt x="14167" y="13"/>
                </a:lnTo>
                <a:lnTo>
                  <a:pt x="138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658344" y="4521652"/>
            <a:ext cx="75291" cy="75291"/>
          </a:xfrm>
          <a:custGeom>
            <a:avLst/>
            <a:gdLst/>
            <a:ahLst/>
            <a:cxnLst/>
            <a:rect l="l" t="t" r="r" b="b"/>
            <a:pathLst>
              <a:path w="933" h="933" extrusionOk="0">
                <a:moveTo>
                  <a:pt x="467" y="1"/>
                </a:moveTo>
                <a:lnTo>
                  <a:pt x="363" y="14"/>
                </a:lnTo>
                <a:lnTo>
                  <a:pt x="285" y="39"/>
                </a:lnTo>
                <a:lnTo>
                  <a:pt x="195" y="78"/>
                </a:lnTo>
                <a:lnTo>
                  <a:pt x="130" y="130"/>
                </a:lnTo>
                <a:lnTo>
                  <a:pt x="78" y="208"/>
                </a:lnTo>
                <a:lnTo>
                  <a:pt x="26" y="286"/>
                </a:lnTo>
                <a:lnTo>
                  <a:pt x="0" y="376"/>
                </a:lnTo>
                <a:lnTo>
                  <a:pt x="0" y="467"/>
                </a:lnTo>
                <a:lnTo>
                  <a:pt x="0" y="557"/>
                </a:lnTo>
                <a:lnTo>
                  <a:pt x="26" y="648"/>
                </a:lnTo>
                <a:lnTo>
                  <a:pt x="78" y="726"/>
                </a:lnTo>
                <a:lnTo>
                  <a:pt x="130" y="803"/>
                </a:lnTo>
                <a:lnTo>
                  <a:pt x="195" y="855"/>
                </a:lnTo>
                <a:lnTo>
                  <a:pt x="285" y="894"/>
                </a:lnTo>
                <a:lnTo>
                  <a:pt x="363" y="920"/>
                </a:lnTo>
                <a:lnTo>
                  <a:pt x="467" y="933"/>
                </a:lnTo>
                <a:lnTo>
                  <a:pt x="557" y="920"/>
                </a:lnTo>
                <a:lnTo>
                  <a:pt x="648" y="894"/>
                </a:lnTo>
                <a:lnTo>
                  <a:pt x="726" y="855"/>
                </a:lnTo>
                <a:lnTo>
                  <a:pt x="790" y="803"/>
                </a:lnTo>
                <a:lnTo>
                  <a:pt x="855" y="726"/>
                </a:lnTo>
                <a:lnTo>
                  <a:pt x="894" y="648"/>
                </a:lnTo>
                <a:lnTo>
                  <a:pt x="920" y="557"/>
                </a:lnTo>
                <a:lnTo>
                  <a:pt x="933" y="467"/>
                </a:lnTo>
                <a:lnTo>
                  <a:pt x="920" y="376"/>
                </a:lnTo>
                <a:lnTo>
                  <a:pt x="894" y="286"/>
                </a:lnTo>
                <a:lnTo>
                  <a:pt x="855" y="208"/>
                </a:lnTo>
                <a:lnTo>
                  <a:pt x="790" y="130"/>
                </a:lnTo>
                <a:lnTo>
                  <a:pt x="726" y="78"/>
                </a:lnTo>
                <a:lnTo>
                  <a:pt x="648" y="39"/>
                </a:lnTo>
                <a:lnTo>
                  <a:pt x="557" y="14"/>
                </a:lnTo>
                <a:lnTo>
                  <a:pt x="4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215251" y="4500752"/>
            <a:ext cx="353294" cy="277035"/>
          </a:xfrm>
          <a:custGeom>
            <a:avLst/>
            <a:gdLst/>
            <a:ahLst/>
            <a:cxnLst/>
            <a:rect l="l" t="t" r="r" b="b"/>
            <a:pathLst>
              <a:path w="4378" h="3433" extrusionOk="0">
                <a:moveTo>
                  <a:pt x="1969" y="1"/>
                </a:moveTo>
                <a:lnTo>
                  <a:pt x="1749" y="39"/>
                </a:lnTo>
                <a:lnTo>
                  <a:pt x="1542" y="78"/>
                </a:lnTo>
                <a:lnTo>
                  <a:pt x="1335" y="130"/>
                </a:lnTo>
                <a:lnTo>
                  <a:pt x="1140" y="208"/>
                </a:lnTo>
                <a:lnTo>
                  <a:pt x="972" y="286"/>
                </a:lnTo>
                <a:lnTo>
                  <a:pt x="804" y="389"/>
                </a:lnTo>
                <a:lnTo>
                  <a:pt x="648" y="506"/>
                </a:lnTo>
                <a:lnTo>
                  <a:pt x="506" y="622"/>
                </a:lnTo>
                <a:lnTo>
                  <a:pt x="376" y="752"/>
                </a:lnTo>
                <a:lnTo>
                  <a:pt x="273" y="894"/>
                </a:lnTo>
                <a:lnTo>
                  <a:pt x="169" y="1050"/>
                </a:lnTo>
                <a:lnTo>
                  <a:pt x="105" y="1205"/>
                </a:lnTo>
                <a:lnTo>
                  <a:pt x="53" y="1373"/>
                </a:lnTo>
                <a:lnTo>
                  <a:pt x="14" y="1542"/>
                </a:lnTo>
                <a:lnTo>
                  <a:pt x="1" y="1710"/>
                </a:lnTo>
                <a:lnTo>
                  <a:pt x="14" y="1891"/>
                </a:lnTo>
                <a:lnTo>
                  <a:pt x="53" y="2060"/>
                </a:lnTo>
                <a:lnTo>
                  <a:pt x="105" y="2228"/>
                </a:lnTo>
                <a:lnTo>
                  <a:pt x="169" y="2383"/>
                </a:lnTo>
                <a:lnTo>
                  <a:pt x="273" y="2539"/>
                </a:lnTo>
                <a:lnTo>
                  <a:pt x="376" y="2681"/>
                </a:lnTo>
                <a:lnTo>
                  <a:pt x="506" y="2811"/>
                </a:lnTo>
                <a:lnTo>
                  <a:pt x="648" y="2927"/>
                </a:lnTo>
                <a:lnTo>
                  <a:pt x="804" y="3044"/>
                </a:lnTo>
                <a:lnTo>
                  <a:pt x="972" y="3134"/>
                </a:lnTo>
                <a:lnTo>
                  <a:pt x="1140" y="3225"/>
                </a:lnTo>
                <a:lnTo>
                  <a:pt x="1335" y="3303"/>
                </a:lnTo>
                <a:lnTo>
                  <a:pt x="1542" y="3354"/>
                </a:lnTo>
                <a:lnTo>
                  <a:pt x="1749" y="3393"/>
                </a:lnTo>
                <a:lnTo>
                  <a:pt x="1969" y="3419"/>
                </a:lnTo>
                <a:lnTo>
                  <a:pt x="2189" y="3432"/>
                </a:lnTo>
                <a:lnTo>
                  <a:pt x="2409" y="3419"/>
                </a:lnTo>
                <a:lnTo>
                  <a:pt x="2630" y="3393"/>
                </a:lnTo>
                <a:lnTo>
                  <a:pt x="2837" y="3354"/>
                </a:lnTo>
                <a:lnTo>
                  <a:pt x="3044" y="3303"/>
                </a:lnTo>
                <a:lnTo>
                  <a:pt x="3225" y="3225"/>
                </a:lnTo>
                <a:lnTo>
                  <a:pt x="3406" y="3134"/>
                </a:lnTo>
                <a:lnTo>
                  <a:pt x="3575" y="3044"/>
                </a:lnTo>
                <a:lnTo>
                  <a:pt x="3730" y="2927"/>
                </a:lnTo>
                <a:lnTo>
                  <a:pt x="3873" y="2811"/>
                </a:lnTo>
                <a:lnTo>
                  <a:pt x="4002" y="2681"/>
                </a:lnTo>
                <a:lnTo>
                  <a:pt x="4106" y="2539"/>
                </a:lnTo>
                <a:lnTo>
                  <a:pt x="4196" y="2383"/>
                </a:lnTo>
                <a:lnTo>
                  <a:pt x="4274" y="2228"/>
                </a:lnTo>
                <a:lnTo>
                  <a:pt x="4326" y="2060"/>
                </a:lnTo>
                <a:lnTo>
                  <a:pt x="4365" y="1891"/>
                </a:lnTo>
                <a:lnTo>
                  <a:pt x="4378" y="1710"/>
                </a:lnTo>
                <a:lnTo>
                  <a:pt x="4365" y="1542"/>
                </a:lnTo>
                <a:lnTo>
                  <a:pt x="4326" y="1373"/>
                </a:lnTo>
                <a:lnTo>
                  <a:pt x="4274" y="1205"/>
                </a:lnTo>
                <a:lnTo>
                  <a:pt x="4196" y="1050"/>
                </a:lnTo>
                <a:lnTo>
                  <a:pt x="4106" y="894"/>
                </a:lnTo>
                <a:lnTo>
                  <a:pt x="4002" y="752"/>
                </a:lnTo>
                <a:lnTo>
                  <a:pt x="3873" y="622"/>
                </a:lnTo>
                <a:lnTo>
                  <a:pt x="3730" y="506"/>
                </a:lnTo>
                <a:lnTo>
                  <a:pt x="3575" y="389"/>
                </a:lnTo>
                <a:lnTo>
                  <a:pt x="3406" y="286"/>
                </a:lnTo>
                <a:lnTo>
                  <a:pt x="3225" y="208"/>
                </a:lnTo>
                <a:lnTo>
                  <a:pt x="3044" y="130"/>
                </a:lnTo>
                <a:lnTo>
                  <a:pt x="2837" y="78"/>
                </a:lnTo>
                <a:lnTo>
                  <a:pt x="2630" y="39"/>
                </a:lnTo>
                <a:lnTo>
                  <a:pt x="24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0" y="0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7299060" y="0"/>
            <a:ext cx="1872897" cy="1021779"/>
          </a:xfrm>
          <a:custGeom>
            <a:avLst/>
            <a:gdLst/>
            <a:ahLst/>
            <a:cxnLst/>
            <a:rect l="l" t="t" r="r" b="b"/>
            <a:pathLst>
              <a:path w="44622" h="24344" extrusionOk="0">
                <a:moveTo>
                  <a:pt x="1049" y="0"/>
                </a:moveTo>
                <a:lnTo>
                  <a:pt x="894" y="518"/>
                </a:lnTo>
                <a:lnTo>
                  <a:pt x="739" y="1023"/>
                </a:lnTo>
                <a:lnTo>
                  <a:pt x="596" y="1541"/>
                </a:lnTo>
                <a:lnTo>
                  <a:pt x="467" y="2059"/>
                </a:lnTo>
                <a:lnTo>
                  <a:pt x="350" y="2577"/>
                </a:lnTo>
                <a:lnTo>
                  <a:pt x="247" y="3108"/>
                </a:lnTo>
                <a:lnTo>
                  <a:pt x="169" y="3626"/>
                </a:lnTo>
                <a:lnTo>
                  <a:pt x="91" y="4157"/>
                </a:lnTo>
                <a:lnTo>
                  <a:pt x="39" y="4675"/>
                </a:lnTo>
                <a:lnTo>
                  <a:pt x="13" y="5180"/>
                </a:lnTo>
                <a:lnTo>
                  <a:pt x="0" y="5697"/>
                </a:lnTo>
                <a:lnTo>
                  <a:pt x="13" y="6215"/>
                </a:lnTo>
                <a:lnTo>
                  <a:pt x="39" y="6733"/>
                </a:lnTo>
                <a:lnTo>
                  <a:pt x="91" y="7251"/>
                </a:lnTo>
                <a:lnTo>
                  <a:pt x="156" y="7756"/>
                </a:lnTo>
                <a:lnTo>
                  <a:pt x="259" y="8261"/>
                </a:lnTo>
                <a:lnTo>
                  <a:pt x="376" y="8766"/>
                </a:lnTo>
                <a:lnTo>
                  <a:pt x="518" y="9258"/>
                </a:lnTo>
                <a:lnTo>
                  <a:pt x="687" y="9737"/>
                </a:lnTo>
                <a:lnTo>
                  <a:pt x="881" y="10204"/>
                </a:lnTo>
                <a:lnTo>
                  <a:pt x="1101" y="10657"/>
                </a:lnTo>
                <a:lnTo>
                  <a:pt x="1347" y="11110"/>
                </a:lnTo>
                <a:lnTo>
                  <a:pt x="1477" y="11330"/>
                </a:lnTo>
                <a:lnTo>
                  <a:pt x="1619" y="11537"/>
                </a:lnTo>
                <a:lnTo>
                  <a:pt x="1762" y="11745"/>
                </a:lnTo>
                <a:lnTo>
                  <a:pt x="1917" y="11952"/>
                </a:lnTo>
                <a:lnTo>
                  <a:pt x="2111" y="12185"/>
                </a:lnTo>
                <a:lnTo>
                  <a:pt x="2305" y="12418"/>
                </a:lnTo>
                <a:lnTo>
                  <a:pt x="2513" y="12638"/>
                </a:lnTo>
                <a:lnTo>
                  <a:pt x="2733" y="12845"/>
                </a:lnTo>
                <a:lnTo>
                  <a:pt x="2953" y="13052"/>
                </a:lnTo>
                <a:lnTo>
                  <a:pt x="3186" y="13247"/>
                </a:lnTo>
                <a:lnTo>
                  <a:pt x="3419" y="13428"/>
                </a:lnTo>
                <a:lnTo>
                  <a:pt x="3665" y="13609"/>
                </a:lnTo>
                <a:lnTo>
                  <a:pt x="3911" y="13777"/>
                </a:lnTo>
                <a:lnTo>
                  <a:pt x="4170" y="13946"/>
                </a:lnTo>
                <a:lnTo>
                  <a:pt x="4429" y="14101"/>
                </a:lnTo>
                <a:lnTo>
                  <a:pt x="4701" y="14244"/>
                </a:lnTo>
                <a:lnTo>
                  <a:pt x="4973" y="14386"/>
                </a:lnTo>
                <a:lnTo>
                  <a:pt x="5245" y="14516"/>
                </a:lnTo>
                <a:lnTo>
                  <a:pt x="5530" y="14632"/>
                </a:lnTo>
                <a:lnTo>
                  <a:pt x="5802" y="14749"/>
                </a:lnTo>
                <a:lnTo>
                  <a:pt x="6099" y="14865"/>
                </a:lnTo>
                <a:lnTo>
                  <a:pt x="6384" y="14956"/>
                </a:lnTo>
                <a:lnTo>
                  <a:pt x="6682" y="15059"/>
                </a:lnTo>
                <a:lnTo>
                  <a:pt x="6980" y="15137"/>
                </a:lnTo>
                <a:lnTo>
                  <a:pt x="7575" y="15293"/>
                </a:lnTo>
                <a:lnTo>
                  <a:pt x="8184" y="15409"/>
                </a:lnTo>
                <a:lnTo>
                  <a:pt x="8793" y="15500"/>
                </a:lnTo>
                <a:lnTo>
                  <a:pt x="9414" y="15564"/>
                </a:lnTo>
                <a:lnTo>
                  <a:pt x="10023" y="15603"/>
                </a:lnTo>
                <a:lnTo>
                  <a:pt x="10644" y="15616"/>
                </a:lnTo>
                <a:lnTo>
                  <a:pt x="11253" y="15603"/>
                </a:lnTo>
                <a:lnTo>
                  <a:pt x="11861" y="15577"/>
                </a:lnTo>
                <a:lnTo>
                  <a:pt x="12470" y="15526"/>
                </a:lnTo>
                <a:lnTo>
                  <a:pt x="13079" y="15448"/>
                </a:lnTo>
                <a:lnTo>
                  <a:pt x="13674" y="15370"/>
                </a:lnTo>
                <a:lnTo>
                  <a:pt x="14283" y="15267"/>
                </a:lnTo>
                <a:lnTo>
                  <a:pt x="14879" y="15150"/>
                </a:lnTo>
                <a:lnTo>
                  <a:pt x="15487" y="15021"/>
                </a:lnTo>
                <a:lnTo>
                  <a:pt x="16083" y="14891"/>
                </a:lnTo>
                <a:lnTo>
                  <a:pt x="16678" y="14749"/>
                </a:lnTo>
                <a:lnTo>
                  <a:pt x="17870" y="14451"/>
                </a:lnTo>
                <a:lnTo>
                  <a:pt x="20239" y="13803"/>
                </a:lnTo>
                <a:lnTo>
                  <a:pt x="21431" y="13506"/>
                </a:lnTo>
                <a:lnTo>
                  <a:pt x="22026" y="13350"/>
                </a:lnTo>
                <a:lnTo>
                  <a:pt x="22622" y="13208"/>
                </a:lnTo>
                <a:lnTo>
                  <a:pt x="23230" y="13078"/>
                </a:lnTo>
                <a:lnTo>
                  <a:pt x="23839" y="12962"/>
                </a:lnTo>
                <a:lnTo>
                  <a:pt x="24435" y="12845"/>
                </a:lnTo>
                <a:lnTo>
                  <a:pt x="25043" y="12755"/>
                </a:lnTo>
                <a:lnTo>
                  <a:pt x="25652" y="12677"/>
                </a:lnTo>
                <a:lnTo>
                  <a:pt x="26260" y="12612"/>
                </a:lnTo>
                <a:lnTo>
                  <a:pt x="26869" y="12560"/>
                </a:lnTo>
                <a:lnTo>
                  <a:pt x="27478" y="12534"/>
                </a:lnTo>
                <a:lnTo>
                  <a:pt x="28086" y="12534"/>
                </a:lnTo>
                <a:lnTo>
                  <a:pt x="28695" y="12547"/>
                </a:lnTo>
                <a:lnTo>
                  <a:pt x="29303" y="12586"/>
                </a:lnTo>
                <a:lnTo>
                  <a:pt x="29912" y="12664"/>
                </a:lnTo>
                <a:lnTo>
                  <a:pt x="30287" y="12716"/>
                </a:lnTo>
                <a:lnTo>
                  <a:pt x="30676" y="12780"/>
                </a:lnTo>
                <a:lnTo>
                  <a:pt x="31051" y="12858"/>
                </a:lnTo>
                <a:lnTo>
                  <a:pt x="31427" y="12949"/>
                </a:lnTo>
                <a:lnTo>
                  <a:pt x="31802" y="13052"/>
                </a:lnTo>
                <a:lnTo>
                  <a:pt x="32178" y="13169"/>
                </a:lnTo>
                <a:lnTo>
                  <a:pt x="32541" y="13285"/>
                </a:lnTo>
                <a:lnTo>
                  <a:pt x="32903" y="13415"/>
                </a:lnTo>
                <a:lnTo>
                  <a:pt x="33266" y="13557"/>
                </a:lnTo>
                <a:lnTo>
                  <a:pt x="33628" y="13700"/>
                </a:lnTo>
                <a:lnTo>
                  <a:pt x="33978" y="13868"/>
                </a:lnTo>
                <a:lnTo>
                  <a:pt x="34327" y="14036"/>
                </a:lnTo>
                <a:lnTo>
                  <a:pt x="34677" y="14205"/>
                </a:lnTo>
                <a:lnTo>
                  <a:pt x="35014" y="14399"/>
                </a:lnTo>
                <a:lnTo>
                  <a:pt x="35350" y="14593"/>
                </a:lnTo>
                <a:lnTo>
                  <a:pt x="35687" y="14788"/>
                </a:lnTo>
                <a:lnTo>
                  <a:pt x="36011" y="14995"/>
                </a:lnTo>
                <a:lnTo>
                  <a:pt x="36335" y="15215"/>
                </a:lnTo>
                <a:lnTo>
                  <a:pt x="36658" y="15448"/>
                </a:lnTo>
                <a:lnTo>
                  <a:pt x="36969" y="15681"/>
                </a:lnTo>
                <a:lnTo>
                  <a:pt x="37280" y="15914"/>
                </a:lnTo>
                <a:lnTo>
                  <a:pt x="37578" y="16173"/>
                </a:lnTo>
                <a:lnTo>
                  <a:pt x="37875" y="16419"/>
                </a:lnTo>
                <a:lnTo>
                  <a:pt x="38160" y="16678"/>
                </a:lnTo>
                <a:lnTo>
                  <a:pt x="38445" y="16950"/>
                </a:lnTo>
                <a:lnTo>
                  <a:pt x="38730" y="17222"/>
                </a:lnTo>
                <a:lnTo>
                  <a:pt x="39002" y="17507"/>
                </a:lnTo>
                <a:lnTo>
                  <a:pt x="39261" y="17792"/>
                </a:lnTo>
                <a:lnTo>
                  <a:pt x="39520" y="18089"/>
                </a:lnTo>
                <a:lnTo>
                  <a:pt x="39779" y="18387"/>
                </a:lnTo>
                <a:lnTo>
                  <a:pt x="40025" y="18685"/>
                </a:lnTo>
                <a:lnTo>
                  <a:pt x="40258" y="18996"/>
                </a:lnTo>
                <a:lnTo>
                  <a:pt x="40517" y="19345"/>
                </a:lnTo>
                <a:lnTo>
                  <a:pt x="40776" y="19695"/>
                </a:lnTo>
                <a:lnTo>
                  <a:pt x="41268" y="20420"/>
                </a:lnTo>
                <a:lnTo>
                  <a:pt x="41773" y="21145"/>
                </a:lnTo>
                <a:lnTo>
                  <a:pt x="42278" y="21858"/>
                </a:lnTo>
                <a:lnTo>
                  <a:pt x="42537" y="22207"/>
                </a:lnTo>
                <a:lnTo>
                  <a:pt x="42809" y="22544"/>
                </a:lnTo>
                <a:lnTo>
                  <a:pt x="43081" y="22880"/>
                </a:lnTo>
                <a:lnTo>
                  <a:pt x="43366" y="23204"/>
                </a:lnTo>
                <a:lnTo>
                  <a:pt x="43663" y="23515"/>
                </a:lnTo>
                <a:lnTo>
                  <a:pt x="43961" y="23800"/>
                </a:lnTo>
                <a:lnTo>
                  <a:pt x="44285" y="24085"/>
                </a:lnTo>
                <a:lnTo>
                  <a:pt x="44622" y="24344"/>
                </a:lnTo>
                <a:lnTo>
                  <a:pt x="446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7081139" y="121720"/>
            <a:ext cx="161426" cy="247890"/>
          </a:xfrm>
          <a:custGeom>
            <a:avLst/>
            <a:gdLst/>
            <a:ahLst/>
            <a:cxnLst/>
            <a:rect l="l" t="t" r="r" b="b"/>
            <a:pathLst>
              <a:path w="3846" h="5906" extrusionOk="0">
                <a:moveTo>
                  <a:pt x="1916" y="1"/>
                </a:moveTo>
                <a:lnTo>
                  <a:pt x="1722" y="13"/>
                </a:lnTo>
                <a:lnTo>
                  <a:pt x="1528" y="52"/>
                </a:lnTo>
                <a:lnTo>
                  <a:pt x="1347" y="130"/>
                </a:lnTo>
                <a:lnTo>
                  <a:pt x="1165" y="221"/>
                </a:lnTo>
                <a:lnTo>
                  <a:pt x="997" y="350"/>
                </a:lnTo>
                <a:lnTo>
                  <a:pt x="842" y="506"/>
                </a:lnTo>
                <a:lnTo>
                  <a:pt x="699" y="674"/>
                </a:lnTo>
                <a:lnTo>
                  <a:pt x="557" y="855"/>
                </a:lnTo>
                <a:lnTo>
                  <a:pt x="440" y="1075"/>
                </a:lnTo>
                <a:lnTo>
                  <a:pt x="324" y="1295"/>
                </a:lnTo>
                <a:lnTo>
                  <a:pt x="233" y="1541"/>
                </a:lnTo>
                <a:lnTo>
                  <a:pt x="142" y="1800"/>
                </a:lnTo>
                <a:lnTo>
                  <a:pt x="78" y="2072"/>
                </a:lnTo>
                <a:lnTo>
                  <a:pt x="39" y="2357"/>
                </a:lnTo>
                <a:lnTo>
                  <a:pt x="0" y="2642"/>
                </a:lnTo>
                <a:lnTo>
                  <a:pt x="0" y="2953"/>
                </a:lnTo>
                <a:lnTo>
                  <a:pt x="0" y="3251"/>
                </a:lnTo>
                <a:lnTo>
                  <a:pt x="39" y="3548"/>
                </a:lnTo>
                <a:lnTo>
                  <a:pt x="78" y="3833"/>
                </a:lnTo>
                <a:lnTo>
                  <a:pt x="142" y="4092"/>
                </a:lnTo>
                <a:lnTo>
                  <a:pt x="233" y="4351"/>
                </a:lnTo>
                <a:lnTo>
                  <a:pt x="324" y="4597"/>
                </a:lnTo>
                <a:lnTo>
                  <a:pt x="440" y="4830"/>
                </a:lnTo>
                <a:lnTo>
                  <a:pt x="557" y="5038"/>
                </a:lnTo>
                <a:lnTo>
                  <a:pt x="699" y="5232"/>
                </a:lnTo>
                <a:lnTo>
                  <a:pt x="842" y="5400"/>
                </a:lnTo>
                <a:lnTo>
                  <a:pt x="997" y="5543"/>
                </a:lnTo>
                <a:lnTo>
                  <a:pt x="1165" y="5672"/>
                </a:lnTo>
                <a:lnTo>
                  <a:pt x="1347" y="5776"/>
                </a:lnTo>
                <a:lnTo>
                  <a:pt x="1528" y="5840"/>
                </a:lnTo>
                <a:lnTo>
                  <a:pt x="1722" y="5892"/>
                </a:lnTo>
                <a:lnTo>
                  <a:pt x="1916" y="5905"/>
                </a:lnTo>
                <a:lnTo>
                  <a:pt x="2111" y="5892"/>
                </a:lnTo>
                <a:lnTo>
                  <a:pt x="2305" y="5840"/>
                </a:lnTo>
                <a:lnTo>
                  <a:pt x="2486" y="5776"/>
                </a:lnTo>
                <a:lnTo>
                  <a:pt x="2667" y="5672"/>
                </a:lnTo>
                <a:lnTo>
                  <a:pt x="2836" y="5543"/>
                </a:lnTo>
                <a:lnTo>
                  <a:pt x="2991" y="5400"/>
                </a:lnTo>
                <a:lnTo>
                  <a:pt x="3147" y="5232"/>
                </a:lnTo>
                <a:lnTo>
                  <a:pt x="3276" y="5038"/>
                </a:lnTo>
                <a:lnTo>
                  <a:pt x="3406" y="4830"/>
                </a:lnTo>
                <a:lnTo>
                  <a:pt x="3509" y="4597"/>
                </a:lnTo>
                <a:lnTo>
                  <a:pt x="3613" y="4351"/>
                </a:lnTo>
                <a:lnTo>
                  <a:pt x="3690" y="4092"/>
                </a:lnTo>
                <a:lnTo>
                  <a:pt x="3755" y="3833"/>
                </a:lnTo>
                <a:lnTo>
                  <a:pt x="3807" y="3548"/>
                </a:lnTo>
                <a:lnTo>
                  <a:pt x="3833" y="3251"/>
                </a:lnTo>
                <a:lnTo>
                  <a:pt x="3846" y="2953"/>
                </a:lnTo>
                <a:lnTo>
                  <a:pt x="3833" y="2642"/>
                </a:lnTo>
                <a:lnTo>
                  <a:pt x="3807" y="2357"/>
                </a:lnTo>
                <a:lnTo>
                  <a:pt x="3755" y="2072"/>
                </a:lnTo>
                <a:lnTo>
                  <a:pt x="3690" y="1800"/>
                </a:lnTo>
                <a:lnTo>
                  <a:pt x="3613" y="1541"/>
                </a:lnTo>
                <a:lnTo>
                  <a:pt x="3509" y="1295"/>
                </a:lnTo>
                <a:lnTo>
                  <a:pt x="3406" y="1075"/>
                </a:lnTo>
                <a:lnTo>
                  <a:pt x="3276" y="855"/>
                </a:lnTo>
                <a:lnTo>
                  <a:pt x="3147" y="674"/>
                </a:lnTo>
                <a:lnTo>
                  <a:pt x="2991" y="506"/>
                </a:lnTo>
                <a:lnTo>
                  <a:pt x="2836" y="350"/>
                </a:lnTo>
                <a:lnTo>
                  <a:pt x="2667" y="221"/>
                </a:lnTo>
                <a:lnTo>
                  <a:pt x="2486" y="130"/>
                </a:lnTo>
                <a:lnTo>
                  <a:pt x="2305" y="52"/>
                </a:lnTo>
                <a:lnTo>
                  <a:pt x="2111" y="13"/>
                </a:lnTo>
                <a:lnTo>
                  <a:pt x="191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7202859" y="418464"/>
            <a:ext cx="63085" cy="63085"/>
          </a:xfrm>
          <a:custGeom>
            <a:avLst/>
            <a:gdLst/>
            <a:ahLst/>
            <a:cxnLst/>
            <a:rect l="l" t="t" r="r" b="b"/>
            <a:pathLst>
              <a:path w="1503" h="1503" extrusionOk="0">
                <a:moveTo>
                  <a:pt x="752" y="1"/>
                </a:moveTo>
                <a:lnTo>
                  <a:pt x="674" y="14"/>
                </a:lnTo>
                <a:lnTo>
                  <a:pt x="596" y="14"/>
                </a:lnTo>
                <a:lnTo>
                  <a:pt x="454" y="65"/>
                </a:lnTo>
                <a:lnTo>
                  <a:pt x="337" y="130"/>
                </a:lnTo>
                <a:lnTo>
                  <a:pt x="221" y="221"/>
                </a:lnTo>
                <a:lnTo>
                  <a:pt x="130" y="337"/>
                </a:lnTo>
                <a:lnTo>
                  <a:pt x="65" y="467"/>
                </a:lnTo>
                <a:lnTo>
                  <a:pt x="14" y="609"/>
                </a:lnTo>
                <a:lnTo>
                  <a:pt x="1" y="674"/>
                </a:lnTo>
                <a:lnTo>
                  <a:pt x="1" y="752"/>
                </a:lnTo>
                <a:lnTo>
                  <a:pt x="1" y="829"/>
                </a:lnTo>
                <a:lnTo>
                  <a:pt x="14" y="907"/>
                </a:lnTo>
                <a:lnTo>
                  <a:pt x="65" y="1049"/>
                </a:lnTo>
                <a:lnTo>
                  <a:pt x="130" y="1179"/>
                </a:lnTo>
                <a:lnTo>
                  <a:pt x="221" y="1282"/>
                </a:lnTo>
                <a:lnTo>
                  <a:pt x="337" y="1373"/>
                </a:lnTo>
                <a:lnTo>
                  <a:pt x="454" y="1451"/>
                </a:lnTo>
                <a:lnTo>
                  <a:pt x="596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51"/>
                </a:lnTo>
                <a:lnTo>
                  <a:pt x="1166" y="1373"/>
                </a:lnTo>
                <a:lnTo>
                  <a:pt x="1282" y="1282"/>
                </a:lnTo>
                <a:lnTo>
                  <a:pt x="1373" y="1179"/>
                </a:lnTo>
                <a:lnTo>
                  <a:pt x="1438" y="1049"/>
                </a:lnTo>
                <a:lnTo>
                  <a:pt x="1490" y="907"/>
                </a:lnTo>
                <a:lnTo>
                  <a:pt x="1503" y="829"/>
                </a:lnTo>
                <a:lnTo>
                  <a:pt x="1503" y="752"/>
                </a:lnTo>
                <a:lnTo>
                  <a:pt x="1503" y="674"/>
                </a:lnTo>
                <a:lnTo>
                  <a:pt x="1490" y="609"/>
                </a:lnTo>
                <a:lnTo>
                  <a:pt x="1438" y="467"/>
                </a:lnTo>
                <a:lnTo>
                  <a:pt x="1373" y="337"/>
                </a:lnTo>
                <a:lnTo>
                  <a:pt x="1282" y="221"/>
                </a:lnTo>
                <a:lnTo>
                  <a:pt x="1166" y="130"/>
                </a:lnTo>
                <a:lnTo>
                  <a:pt x="1049" y="65"/>
                </a:lnTo>
                <a:lnTo>
                  <a:pt x="907" y="14"/>
                </a:lnTo>
                <a:lnTo>
                  <a:pt x="829" y="14"/>
                </a:lnTo>
                <a:lnTo>
                  <a:pt x="7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 flipH="1">
            <a:off x="6189993" y="-11757"/>
            <a:ext cx="2963533" cy="1102511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flipH="1">
            <a:off x="8475159" y="784356"/>
            <a:ext cx="425185" cy="248410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 flipH="1">
            <a:off x="5938775" y="129273"/>
            <a:ext cx="347953" cy="60882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flipH="1">
            <a:off x="6317545" y="737047"/>
            <a:ext cx="85141" cy="85067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 flipH="1">
            <a:off x="8314730" y="841365"/>
            <a:ext cx="113124" cy="112154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3412550" y="1719500"/>
            <a:ext cx="5025900" cy="18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6573413" y="4341443"/>
            <a:ext cx="2580109" cy="792549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/>
          <p:nvPr/>
        </p:nvSpPr>
        <p:spPr>
          <a:xfrm rot="10800000" flipH="1">
            <a:off x="6563900" y="-10800"/>
            <a:ext cx="2580109" cy="792549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/>
          <p:nvPr/>
        </p:nvSpPr>
        <p:spPr>
          <a:xfrm flipH="1">
            <a:off x="0" y="4527075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791425" y="1246038"/>
            <a:ext cx="2445300" cy="2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2"/>
          </p:nvPr>
        </p:nvSpPr>
        <p:spPr>
          <a:xfrm>
            <a:off x="1791425" y="1601800"/>
            <a:ext cx="25029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hasCustomPrompt="1"/>
          </p:nvPr>
        </p:nvSpPr>
        <p:spPr>
          <a:xfrm>
            <a:off x="1047992" y="1568800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3"/>
          </p:nvPr>
        </p:nvSpPr>
        <p:spPr>
          <a:xfrm>
            <a:off x="5711554" y="1246038"/>
            <a:ext cx="2445300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4"/>
          </p:nvPr>
        </p:nvSpPr>
        <p:spPr>
          <a:xfrm>
            <a:off x="5711554" y="1601800"/>
            <a:ext cx="25029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5" hasCustomPrompt="1"/>
          </p:nvPr>
        </p:nvSpPr>
        <p:spPr>
          <a:xfrm>
            <a:off x="4963219" y="1568800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6"/>
          </p:nvPr>
        </p:nvSpPr>
        <p:spPr>
          <a:xfrm>
            <a:off x="1791425" y="2394588"/>
            <a:ext cx="2445300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7"/>
          </p:nvPr>
        </p:nvSpPr>
        <p:spPr>
          <a:xfrm>
            <a:off x="1791425" y="2750356"/>
            <a:ext cx="25029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8" hasCustomPrompt="1"/>
          </p:nvPr>
        </p:nvSpPr>
        <p:spPr>
          <a:xfrm>
            <a:off x="1047992" y="2722113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9"/>
          </p:nvPr>
        </p:nvSpPr>
        <p:spPr>
          <a:xfrm>
            <a:off x="5711554" y="2394588"/>
            <a:ext cx="2445300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3"/>
          </p:nvPr>
        </p:nvSpPr>
        <p:spPr>
          <a:xfrm>
            <a:off x="5711554" y="2750356"/>
            <a:ext cx="25029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3219" y="2722113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5"/>
          </p:nvPr>
        </p:nvSpPr>
        <p:spPr>
          <a:xfrm>
            <a:off x="1791425" y="3547900"/>
            <a:ext cx="2445300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6"/>
          </p:nvPr>
        </p:nvSpPr>
        <p:spPr>
          <a:xfrm>
            <a:off x="1791425" y="3903673"/>
            <a:ext cx="25029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7" hasCustomPrompt="1"/>
          </p:nvPr>
        </p:nvSpPr>
        <p:spPr>
          <a:xfrm>
            <a:off x="1047992" y="3875425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8"/>
          </p:nvPr>
        </p:nvSpPr>
        <p:spPr>
          <a:xfrm>
            <a:off x="5711554" y="3547900"/>
            <a:ext cx="2445300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9"/>
          </p:nvPr>
        </p:nvSpPr>
        <p:spPr>
          <a:xfrm>
            <a:off x="5711554" y="3903673"/>
            <a:ext cx="25029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0" hasCustomPrompt="1"/>
          </p:nvPr>
        </p:nvSpPr>
        <p:spPr>
          <a:xfrm>
            <a:off x="4963219" y="3875425"/>
            <a:ext cx="548700" cy="1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563888" y="4356838"/>
            <a:ext cx="2580109" cy="792549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 flipH="1">
            <a:off x="6180468" y="-5875"/>
            <a:ext cx="2963533" cy="1102511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 flipH="1">
            <a:off x="8465634" y="790238"/>
            <a:ext cx="425185" cy="248410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 flipH="1">
            <a:off x="5929250" y="135155"/>
            <a:ext cx="347953" cy="60882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 flipH="1">
            <a:off x="6308020" y="742930"/>
            <a:ext cx="85141" cy="85067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 flipH="1">
            <a:off x="8305205" y="847247"/>
            <a:ext cx="113124" cy="112154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4454400" y="2436187"/>
            <a:ext cx="2961300" cy="10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1"/>
          </p:nvPr>
        </p:nvSpPr>
        <p:spPr>
          <a:xfrm>
            <a:off x="3311550" y="3699659"/>
            <a:ext cx="51207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title" idx="2" hasCustomPrompt="1"/>
          </p:nvPr>
        </p:nvSpPr>
        <p:spPr>
          <a:xfrm>
            <a:off x="5398350" y="1457125"/>
            <a:ext cx="9471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>
            <a:spLocks noGrp="1"/>
          </p:cNvSpPr>
          <p:nvPr>
            <p:ph type="subTitle" idx="1"/>
          </p:nvPr>
        </p:nvSpPr>
        <p:spPr>
          <a:xfrm>
            <a:off x="1475350" y="2580275"/>
            <a:ext cx="3457800" cy="10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/>
          <p:nvPr/>
        </p:nvSpPr>
        <p:spPr>
          <a:xfrm rot="10800000" flipH="1">
            <a:off x="-31725" y="-12"/>
            <a:ext cx="2974111" cy="2203195"/>
          </a:xfrm>
          <a:custGeom>
            <a:avLst/>
            <a:gdLst/>
            <a:ahLst/>
            <a:cxnLst/>
            <a:rect l="l" t="t" r="r" b="b"/>
            <a:pathLst>
              <a:path w="14660" h="10860" extrusionOk="0">
                <a:moveTo>
                  <a:pt x="1" y="1"/>
                </a:moveTo>
                <a:lnTo>
                  <a:pt x="1" y="10859"/>
                </a:lnTo>
                <a:lnTo>
                  <a:pt x="14660" y="10859"/>
                </a:lnTo>
                <a:cubicBezTo>
                  <a:pt x="14388" y="10588"/>
                  <a:pt x="14081" y="10384"/>
                  <a:pt x="13777" y="10216"/>
                </a:cubicBezTo>
                <a:cubicBezTo>
                  <a:pt x="12624" y="9537"/>
                  <a:pt x="11334" y="9230"/>
                  <a:pt x="10077" y="8891"/>
                </a:cubicBezTo>
                <a:cubicBezTo>
                  <a:pt x="8823" y="8519"/>
                  <a:pt x="7534" y="8077"/>
                  <a:pt x="6584" y="7162"/>
                </a:cubicBezTo>
                <a:cubicBezTo>
                  <a:pt x="5159" y="5872"/>
                  <a:pt x="4684" y="3869"/>
                  <a:pt x="3495" y="2344"/>
                </a:cubicBezTo>
                <a:cubicBezTo>
                  <a:pt x="2648" y="1222"/>
                  <a:pt x="1391" y="375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 rot="10800000" flipH="1">
            <a:off x="0" y="4048175"/>
            <a:ext cx="2963533" cy="1102511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8"/>
          <p:cNvSpPr/>
          <p:nvPr/>
        </p:nvSpPr>
        <p:spPr>
          <a:xfrm rot="10800000" flipH="1">
            <a:off x="253183" y="4106162"/>
            <a:ext cx="425185" cy="248410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8"/>
          <p:cNvSpPr/>
          <p:nvPr/>
        </p:nvSpPr>
        <p:spPr>
          <a:xfrm rot="10800000" flipH="1">
            <a:off x="2866798" y="4400830"/>
            <a:ext cx="347953" cy="60882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"/>
          <p:cNvSpPr/>
          <p:nvPr/>
        </p:nvSpPr>
        <p:spPr>
          <a:xfrm rot="10800000" flipH="1">
            <a:off x="2750840" y="4316814"/>
            <a:ext cx="85141" cy="85067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/>
          <p:nvPr/>
        </p:nvSpPr>
        <p:spPr>
          <a:xfrm rot="10800000" flipH="1">
            <a:off x="725673" y="4185409"/>
            <a:ext cx="113124" cy="112154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>
            <a:spLocks noGrp="1"/>
          </p:cNvSpPr>
          <p:nvPr>
            <p:ph type="subTitle" idx="1"/>
          </p:nvPr>
        </p:nvSpPr>
        <p:spPr>
          <a:xfrm>
            <a:off x="4848129" y="2050650"/>
            <a:ext cx="3457800" cy="25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2"/>
          </p:nvPr>
        </p:nvSpPr>
        <p:spPr>
          <a:xfrm>
            <a:off x="838071" y="2050650"/>
            <a:ext cx="3457800" cy="25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165" name="Google Shape;165;p19"/>
          <p:cNvSpPr/>
          <p:nvPr/>
        </p:nvSpPr>
        <p:spPr>
          <a:xfrm flipH="1">
            <a:off x="7516326" y="-300357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6" name="Google Shape;166;p19"/>
          <p:cNvSpPr/>
          <p:nvPr/>
        </p:nvSpPr>
        <p:spPr>
          <a:xfrm rot="10800000" flipH="1">
            <a:off x="-457199" y="4035918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ubTitle" idx="1"/>
          </p:nvPr>
        </p:nvSpPr>
        <p:spPr>
          <a:xfrm>
            <a:off x="3370882" y="2780288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ubTitle" idx="2"/>
          </p:nvPr>
        </p:nvSpPr>
        <p:spPr>
          <a:xfrm>
            <a:off x="3394282" y="3007350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subTitle" idx="3"/>
          </p:nvPr>
        </p:nvSpPr>
        <p:spPr>
          <a:xfrm>
            <a:off x="5948712" y="2780288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subTitle" idx="4"/>
          </p:nvPr>
        </p:nvSpPr>
        <p:spPr>
          <a:xfrm>
            <a:off x="5972112" y="3007350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ubTitle" idx="5"/>
          </p:nvPr>
        </p:nvSpPr>
        <p:spPr>
          <a:xfrm>
            <a:off x="792725" y="2780288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subTitle" idx="6"/>
          </p:nvPr>
        </p:nvSpPr>
        <p:spPr>
          <a:xfrm>
            <a:off x="816125" y="3007350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/>
          <p:nvPr/>
        </p:nvSpPr>
        <p:spPr>
          <a:xfrm rot="10800000">
            <a:off x="6703502" y="0"/>
            <a:ext cx="2440488" cy="518595"/>
          </a:xfrm>
          <a:custGeom>
            <a:avLst/>
            <a:gdLst/>
            <a:ahLst/>
            <a:cxnLst/>
            <a:rect l="l" t="t" r="r" b="b"/>
            <a:pathLst>
              <a:path w="14692" h="3122" extrusionOk="0">
                <a:moveTo>
                  <a:pt x="1" y="0"/>
                </a:moveTo>
                <a:lnTo>
                  <a:pt x="1" y="3122"/>
                </a:lnTo>
                <a:lnTo>
                  <a:pt x="14692" y="3122"/>
                </a:lnTo>
                <a:cubicBezTo>
                  <a:pt x="12859" y="2579"/>
                  <a:pt x="9398" y="2340"/>
                  <a:pt x="5837" y="2240"/>
                </a:cubicBezTo>
                <a:cubicBezTo>
                  <a:pt x="2883" y="2172"/>
                  <a:pt x="1358" y="747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"/>
          <p:cNvSpPr/>
          <p:nvPr/>
        </p:nvSpPr>
        <p:spPr>
          <a:xfrm rot="10800000" flipH="1">
            <a:off x="-266699" y="3913230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1"/>
          </p:nvPr>
        </p:nvSpPr>
        <p:spPr>
          <a:xfrm>
            <a:off x="5776125" y="1474425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subTitle" idx="2"/>
          </p:nvPr>
        </p:nvSpPr>
        <p:spPr>
          <a:xfrm>
            <a:off x="5776125" y="1763400"/>
            <a:ext cx="24321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3"/>
          </p:nvPr>
        </p:nvSpPr>
        <p:spPr>
          <a:xfrm>
            <a:off x="1994200" y="1474425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ubTitle" idx="4"/>
          </p:nvPr>
        </p:nvSpPr>
        <p:spPr>
          <a:xfrm>
            <a:off x="1994200" y="1763400"/>
            <a:ext cx="24321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5"/>
          </p:nvPr>
        </p:nvSpPr>
        <p:spPr>
          <a:xfrm>
            <a:off x="5776125" y="3099750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6"/>
          </p:nvPr>
        </p:nvSpPr>
        <p:spPr>
          <a:xfrm>
            <a:off x="5776125" y="3388725"/>
            <a:ext cx="24321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subTitle" idx="7"/>
          </p:nvPr>
        </p:nvSpPr>
        <p:spPr>
          <a:xfrm>
            <a:off x="1994200" y="3099750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8"/>
          </p:nvPr>
        </p:nvSpPr>
        <p:spPr>
          <a:xfrm>
            <a:off x="1994200" y="3388725"/>
            <a:ext cx="24321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2"/>
          <p:cNvSpPr/>
          <p:nvPr/>
        </p:nvSpPr>
        <p:spPr>
          <a:xfrm rot="5400000" flipH="1">
            <a:off x="7455925" y="3422738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 rot="10800000">
            <a:off x="11" y="0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 flipH="1">
            <a:off x="6769743" y="0"/>
            <a:ext cx="2374262" cy="883286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5"/>
          <p:cNvSpPr/>
          <p:nvPr/>
        </p:nvSpPr>
        <p:spPr>
          <a:xfrm flipH="1">
            <a:off x="8600527" y="637807"/>
            <a:ext cx="340641" cy="199016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5"/>
          <p:cNvSpPr/>
          <p:nvPr/>
        </p:nvSpPr>
        <p:spPr>
          <a:xfrm flipH="1">
            <a:off x="6568500" y="112987"/>
            <a:ext cx="278766" cy="48776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5"/>
          <p:cNvSpPr/>
          <p:nvPr/>
        </p:nvSpPr>
        <p:spPr>
          <a:xfrm flipH="1">
            <a:off x="6871954" y="599906"/>
            <a:ext cx="68212" cy="68152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5"/>
          <p:cNvSpPr/>
          <p:nvPr/>
        </p:nvSpPr>
        <p:spPr>
          <a:xfrm flipH="1">
            <a:off x="8472002" y="683480"/>
            <a:ext cx="90630" cy="89853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1"/>
          </p:nvPr>
        </p:nvSpPr>
        <p:spPr>
          <a:xfrm>
            <a:off x="903725" y="2899263"/>
            <a:ext cx="15483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2"/>
          </p:nvPr>
        </p:nvSpPr>
        <p:spPr>
          <a:xfrm>
            <a:off x="903725" y="3194831"/>
            <a:ext cx="1548300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3"/>
          </p:nvPr>
        </p:nvSpPr>
        <p:spPr>
          <a:xfrm>
            <a:off x="2832092" y="2899263"/>
            <a:ext cx="15483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4"/>
          </p:nvPr>
        </p:nvSpPr>
        <p:spPr>
          <a:xfrm>
            <a:off x="2832092" y="3194831"/>
            <a:ext cx="1548300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subTitle" idx="5"/>
          </p:nvPr>
        </p:nvSpPr>
        <p:spPr>
          <a:xfrm>
            <a:off x="4762482" y="2899263"/>
            <a:ext cx="15483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244" name="Google Shape;244;p25"/>
          <p:cNvSpPr txBox="1">
            <a:spLocks noGrp="1"/>
          </p:cNvSpPr>
          <p:nvPr>
            <p:ph type="subTitle" idx="6"/>
          </p:nvPr>
        </p:nvSpPr>
        <p:spPr>
          <a:xfrm>
            <a:off x="4762482" y="3194831"/>
            <a:ext cx="1548300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subTitle" idx="7"/>
          </p:nvPr>
        </p:nvSpPr>
        <p:spPr>
          <a:xfrm>
            <a:off x="6691878" y="2899263"/>
            <a:ext cx="15483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 sz="2000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subTitle" idx="8"/>
          </p:nvPr>
        </p:nvSpPr>
        <p:spPr>
          <a:xfrm>
            <a:off x="6691878" y="3194831"/>
            <a:ext cx="1548300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-354574" y="-237420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49" name="Google Shape;249;p25"/>
          <p:cNvSpPr/>
          <p:nvPr/>
        </p:nvSpPr>
        <p:spPr>
          <a:xfrm rot="10800000" flipH="1">
            <a:off x="-9524" y="4282124"/>
            <a:ext cx="2374262" cy="883286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5"/>
          <p:cNvSpPr/>
          <p:nvPr/>
        </p:nvSpPr>
        <p:spPr>
          <a:xfrm rot="10800000" flipH="1">
            <a:off x="193315" y="4328587"/>
            <a:ext cx="340641" cy="199016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5"/>
          <p:cNvSpPr/>
          <p:nvPr/>
        </p:nvSpPr>
        <p:spPr>
          <a:xfrm rot="10800000" flipH="1">
            <a:off x="2287216" y="4564658"/>
            <a:ext cx="278766" cy="48776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5"/>
          <p:cNvSpPr/>
          <p:nvPr/>
        </p:nvSpPr>
        <p:spPr>
          <a:xfrm rot="10800000" flipH="1">
            <a:off x="571850" y="4392077"/>
            <a:ext cx="90630" cy="89853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5"/>
          <p:cNvSpPr/>
          <p:nvPr/>
        </p:nvSpPr>
        <p:spPr>
          <a:xfrm rot="10800000">
            <a:off x="7353480" y="4030455"/>
            <a:ext cx="2135575" cy="1372375"/>
          </a:xfrm>
          <a:custGeom>
            <a:avLst/>
            <a:gdLst/>
            <a:ahLst/>
            <a:cxnLst/>
            <a:rect l="l" t="t" r="r" b="b"/>
            <a:pathLst>
              <a:path w="85423" h="54895" extrusionOk="0">
                <a:moveTo>
                  <a:pt x="6929" y="53810"/>
                </a:moveTo>
                <a:cubicBezTo>
                  <a:pt x="11247" y="59271"/>
                  <a:pt x="22233" y="41872"/>
                  <a:pt x="32456" y="37427"/>
                </a:cubicBezTo>
                <a:cubicBezTo>
                  <a:pt x="42680" y="32982"/>
                  <a:pt x="60015" y="32601"/>
                  <a:pt x="68270" y="27140"/>
                </a:cubicBezTo>
                <a:cubicBezTo>
                  <a:pt x="76525" y="21679"/>
                  <a:pt x="92273" y="8408"/>
                  <a:pt x="81986" y="4661"/>
                </a:cubicBezTo>
                <a:cubicBezTo>
                  <a:pt x="71699" y="915"/>
                  <a:pt x="19058" y="-3530"/>
                  <a:pt x="6548" y="4661"/>
                </a:cubicBezTo>
                <a:cubicBezTo>
                  <a:pt x="-5961" y="12853"/>
                  <a:pt x="2611" y="48349"/>
                  <a:pt x="6929" y="53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/>
          <p:nvPr/>
        </p:nvSpPr>
        <p:spPr>
          <a:xfrm rot="10800000">
            <a:off x="6188224" y="4040999"/>
            <a:ext cx="2963533" cy="1102510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0"/>
          <p:cNvSpPr/>
          <p:nvPr/>
        </p:nvSpPr>
        <p:spPr>
          <a:xfrm rot="10800000">
            <a:off x="8473389" y="4098986"/>
            <a:ext cx="425185" cy="248410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0"/>
          <p:cNvSpPr/>
          <p:nvPr/>
        </p:nvSpPr>
        <p:spPr>
          <a:xfrm rot="10800000">
            <a:off x="5937006" y="4393654"/>
            <a:ext cx="347953" cy="60882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0"/>
          <p:cNvSpPr/>
          <p:nvPr/>
        </p:nvSpPr>
        <p:spPr>
          <a:xfrm rot="10800000">
            <a:off x="6315776" y="4309638"/>
            <a:ext cx="85141" cy="85067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0"/>
          <p:cNvSpPr/>
          <p:nvPr/>
        </p:nvSpPr>
        <p:spPr>
          <a:xfrm rot="10800000">
            <a:off x="8312961" y="4178233"/>
            <a:ext cx="113124" cy="112154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0"/>
          <p:cNvSpPr/>
          <p:nvPr/>
        </p:nvSpPr>
        <p:spPr>
          <a:xfrm flipH="1">
            <a:off x="7747" y="4527075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0"/>
          <p:cNvSpPr/>
          <p:nvPr/>
        </p:nvSpPr>
        <p:spPr>
          <a:xfrm rot="10800000" flipH="1">
            <a:off x="7144983" y="0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0"/>
          <p:cNvSpPr/>
          <p:nvPr/>
        </p:nvSpPr>
        <p:spPr>
          <a:xfrm rot="-5400000" flipH="1">
            <a:off x="-253881" y="278821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/>
          <p:nvPr/>
        </p:nvSpPr>
        <p:spPr>
          <a:xfrm>
            <a:off x="0" y="0"/>
            <a:ext cx="2963533" cy="1102511"/>
          </a:xfrm>
          <a:custGeom>
            <a:avLst/>
            <a:gdLst/>
            <a:ahLst/>
            <a:cxnLst/>
            <a:rect l="l" t="t" r="r" b="b"/>
            <a:pathLst>
              <a:path w="39715" h="14775" extrusionOk="0">
                <a:moveTo>
                  <a:pt x="1" y="0"/>
                </a:moveTo>
                <a:lnTo>
                  <a:pt x="1" y="11395"/>
                </a:lnTo>
                <a:lnTo>
                  <a:pt x="363" y="11227"/>
                </a:lnTo>
                <a:lnTo>
                  <a:pt x="752" y="11084"/>
                </a:lnTo>
                <a:lnTo>
                  <a:pt x="1153" y="10942"/>
                </a:lnTo>
                <a:lnTo>
                  <a:pt x="1568" y="10812"/>
                </a:lnTo>
                <a:lnTo>
                  <a:pt x="1995" y="10696"/>
                </a:lnTo>
                <a:lnTo>
                  <a:pt x="2422" y="10592"/>
                </a:lnTo>
                <a:lnTo>
                  <a:pt x="2862" y="10501"/>
                </a:lnTo>
                <a:lnTo>
                  <a:pt x="3316" y="10411"/>
                </a:lnTo>
                <a:lnTo>
                  <a:pt x="3782" y="10333"/>
                </a:lnTo>
                <a:lnTo>
                  <a:pt x="4248" y="10268"/>
                </a:lnTo>
                <a:lnTo>
                  <a:pt x="4714" y="10217"/>
                </a:lnTo>
                <a:lnTo>
                  <a:pt x="5193" y="10178"/>
                </a:lnTo>
                <a:lnTo>
                  <a:pt x="5672" y="10152"/>
                </a:lnTo>
                <a:lnTo>
                  <a:pt x="6151" y="10126"/>
                </a:lnTo>
                <a:lnTo>
                  <a:pt x="6631" y="10113"/>
                </a:lnTo>
                <a:lnTo>
                  <a:pt x="7123" y="10113"/>
                </a:lnTo>
                <a:lnTo>
                  <a:pt x="7615" y="10126"/>
                </a:lnTo>
                <a:lnTo>
                  <a:pt x="8094" y="10152"/>
                </a:lnTo>
                <a:lnTo>
                  <a:pt x="8586" y="10178"/>
                </a:lnTo>
                <a:lnTo>
                  <a:pt x="9065" y="10230"/>
                </a:lnTo>
                <a:lnTo>
                  <a:pt x="9544" y="10281"/>
                </a:lnTo>
                <a:lnTo>
                  <a:pt x="10023" y="10346"/>
                </a:lnTo>
                <a:lnTo>
                  <a:pt x="10502" y="10424"/>
                </a:lnTo>
                <a:lnTo>
                  <a:pt x="10968" y="10501"/>
                </a:lnTo>
                <a:lnTo>
                  <a:pt x="11434" y="10605"/>
                </a:lnTo>
                <a:lnTo>
                  <a:pt x="11888" y="10709"/>
                </a:lnTo>
                <a:lnTo>
                  <a:pt x="12328" y="10825"/>
                </a:lnTo>
                <a:lnTo>
                  <a:pt x="12768" y="10955"/>
                </a:lnTo>
                <a:lnTo>
                  <a:pt x="13196" y="11097"/>
                </a:lnTo>
                <a:lnTo>
                  <a:pt x="13623" y="11240"/>
                </a:lnTo>
                <a:lnTo>
                  <a:pt x="14024" y="11408"/>
                </a:lnTo>
                <a:lnTo>
                  <a:pt x="14413" y="11576"/>
                </a:lnTo>
                <a:lnTo>
                  <a:pt x="15203" y="11926"/>
                </a:lnTo>
                <a:lnTo>
                  <a:pt x="15979" y="12262"/>
                </a:lnTo>
                <a:lnTo>
                  <a:pt x="16743" y="12560"/>
                </a:lnTo>
                <a:lnTo>
                  <a:pt x="17494" y="12845"/>
                </a:lnTo>
                <a:lnTo>
                  <a:pt x="18233" y="13117"/>
                </a:lnTo>
                <a:lnTo>
                  <a:pt x="18971" y="13350"/>
                </a:lnTo>
                <a:lnTo>
                  <a:pt x="19683" y="13570"/>
                </a:lnTo>
                <a:lnTo>
                  <a:pt x="20382" y="13777"/>
                </a:lnTo>
                <a:lnTo>
                  <a:pt x="21068" y="13959"/>
                </a:lnTo>
                <a:lnTo>
                  <a:pt x="21755" y="14127"/>
                </a:lnTo>
                <a:lnTo>
                  <a:pt x="22415" y="14270"/>
                </a:lnTo>
                <a:lnTo>
                  <a:pt x="23062" y="14386"/>
                </a:lnTo>
                <a:lnTo>
                  <a:pt x="23684" y="14503"/>
                </a:lnTo>
                <a:lnTo>
                  <a:pt x="24306" y="14580"/>
                </a:lnTo>
                <a:lnTo>
                  <a:pt x="24914" y="14658"/>
                </a:lnTo>
                <a:lnTo>
                  <a:pt x="25497" y="14710"/>
                </a:lnTo>
                <a:lnTo>
                  <a:pt x="26067" y="14749"/>
                </a:lnTo>
                <a:lnTo>
                  <a:pt x="26623" y="14775"/>
                </a:lnTo>
                <a:lnTo>
                  <a:pt x="27672" y="14775"/>
                </a:lnTo>
                <a:lnTo>
                  <a:pt x="28177" y="14749"/>
                </a:lnTo>
                <a:lnTo>
                  <a:pt x="28669" y="14710"/>
                </a:lnTo>
                <a:lnTo>
                  <a:pt x="29135" y="14658"/>
                </a:lnTo>
                <a:lnTo>
                  <a:pt x="29589" y="14593"/>
                </a:lnTo>
                <a:lnTo>
                  <a:pt x="30016" y="14516"/>
                </a:lnTo>
                <a:lnTo>
                  <a:pt x="30430" y="14412"/>
                </a:lnTo>
                <a:lnTo>
                  <a:pt x="30819" y="14308"/>
                </a:lnTo>
                <a:lnTo>
                  <a:pt x="31194" y="14192"/>
                </a:lnTo>
                <a:lnTo>
                  <a:pt x="31544" y="14062"/>
                </a:lnTo>
                <a:lnTo>
                  <a:pt x="31880" y="13920"/>
                </a:lnTo>
                <a:lnTo>
                  <a:pt x="32191" y="13777"/>
                </a:lnTo>
                <a:lnTo>
                  <a:pt x="32489" y="13609"/>
                </a:lnTo>
                <a:lnTo>
                  <a:pt x="32774" y="13441"/>
                </a:lnTo>
                <a:lnTo>
                  <a:pt x="33046" y="13247"/>
                </a:lnTo>
                <a:lnTo>
                  <a:pt x="33331" y="13052"/>
                </a:lnTo>
                <a:lnTo>
                  <a:pt x="33603" y="12832"/>
                </a:lnTo>
                <a:lnTo>
                  <a:pt x="33875" y="12599"/>
                </a:lnTo>
                <a:lnTo>
                  <a:pt x="34147" y="12366"/>
                </a:lnTo>
                <a:lnTo>
                  <a:pt x="34418" y="12107"/>
                </a:lnTo>
                <a:lnTo>
                  <a:pt x="34690" y="11822"/>
                </a:lnTo>
                <a:lnTo>
                  <a:pt x="34949" y="11537"/>
                </a:lnTo>
                <a:lnTo>
                  <a:pt x="35221" y="11227"/>
                </a:lnTo>
                <a:lnTo>
                  <a:pt x="35480" y="10916"/>
                </a:lnTo>
                <a:lnTo>
                  <a:pt x="35726" y="10579"/>
                </a:lnTo>
                <a:lnTo>
                  <a:pt x="35985" y="10217"/>
                </a:lnTo>
                <a:lnTo>
                  <a:pt x="36231" y="9854"/>
                </a:lnTo>
                <a:lnTo>
                  <a:pt x="36464" y="9466"/>
                </a:lnTo>
                <a:lnTo>
                  <a:pt x="36710" y="9064"/>
                </a:lnTo>
                <a:lnTo>
                  <a:pt x="36943" y="8637"/>
                </a:lnTo>
                <a:lnTo>
                  <a:pt x="37164" y="8197"/>
                </a:lnTo>
                <a:lnTo>
                  <a:pt x="37397" y="7743"/>
                </a:lnTo>
                <a:lnTo>
                  <a:pt x="37604" y="7264"/>
                </a:lnTo>
                <a:lnTo>
                  <a:pt x="37824" y="6759"/>
                </a:lnTo>
                <a:lnTo>
                  <a:pt x="38031" y="6254"/>
                </a:lnTo>
                <a:lnTo>
                  <a:pt x="38225" y="5710"/>
                </a:lnTo>
                <a:lnTo>
                  <a:pt x="38420" y="5167"/>
                </a:lnTo>
                <a:lnTo>
                  <a:pt x="38601" y="4597"/>
                </a:lnTo>
                <a:lnTo>
                  <a:pt x="38782" y="4001"/>
                </a:lnTo>
                <a:lnTo>
                  <a:pt x="38963" y="3380"/>
                </a:lnTo>
                <a:lnTo>
                  <a:pt x="39132" y="2745"/>
                </a:lnTo>
                <a:lnTo>
                  <a:pt x="39287" y="2098"/>
                </a:lnTo>
                <a:lnTo>
                  <a:pt x="39430" y="1424"/>
                </a:lnTo>
                <a:lnTo>
                  <a:pt x="39572" y="725"/>
                </a:lnTo>
                <a:lnTo>
                  <a:pt x="397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253183" y="796113"/>
            <a:ext cx="425185" cy="248410"/>
          </a:xfrm>
          <a:custGeom>
            <a:avLst/>
            <a:gdLst/>
            <a:ahLst/>
            <a:cxnLst/>
            <a:rect l="l" t="t" r="r" b="b"/>
            <a:pathLst>
              <a:path w="5698" h="3329" extrusionOk="0">
                <a:moveTo>
                  <a:pt x="2849" y="1"/>
                </a:moveTo>
                <a:lnTo>
                  <a:pt x="2551" y="14"/>
                </a:lnTo>
                <a:lnTo>
                  <a:pt x="2279" y="40"/>
                </a:lnTo>
                <a:lnTo>
                  <a:pt x="1994" y="78"/>
                </a:lnTo>
                <a:lnTo>
                  <a:pt x="1735" y="130"/>
                </a:lnTo>
                <a:lnTo>
                  <a:pt x="1489" y="208"/>
                </a:lnTo>
                <a:lnTo>
                  <a:pt x="1256" y="286"/>
                </a:lnTo>
                <a:lnTo>
                  <a:pt x="1036" y="389"/>
                </a:lnTo>
                <a:lnTo>
                  <a:pt x="829" y="493"/>
                </a:lnTo>
                <a:lnTo>
                  <a:pt x="648" y="609"/>
                </a:lnTo>
                <a:lnTo>
                  <a:pt x="479" y="739"/>
                </a:lnTo>
                <a:lnTo>
                  <a:pt x="337" y="881"/>
                </a:lnTo>
                <a:lnTo>
                  <a:pt x="220" y="1024"/>
                </a:lnTo>
                <a:lnTo>
                  <a:pt x="130" y="1179"/>
                </a:lnTo>
                <a:lnTo>
                  <a:pt x="52" y="1335"/>
                </a:lnTo>
                <a:lnTo>
                  <a:pt x="13" y="1503"/>
                </a:lnTo>
                <a:lnTo>
                  <a:pt x="0" y="1671"/>
                </a:lnTo>
                <a:lnTo>
                  <a:pt x="13" y="1840"/>
                </a:lnTo>
                <a:lnTo>
                  <a:pt x="52" y="2008"/>
                </a:lnTo>
                <a:lnTo>
                  <a:pt x="130" y="2163"/>
                </a:lnTo>
                <a:lnTo>
                  <a:pt x="220" y="2319"/>
                </a:lnTo>
                <a:lnTo>
                  <a:pt x="337" y="2461"/>
                </a:lnTo>
                <a:lnTo>
                  <a:pt x="479" y="2603"/>
                </a:lnTo>
                <a:lnTo>
                  <a:pt x="648" y="2733"/>
                </a:lnTo>
                <a:lnTo>
                  <a:pt x="829" y="2850"/>
                </a:lnTo>
                <a:lnTo>
                  <a:pt x="1036" y="2953"/>
                </a:lnTo>
                <a:lnTo>
                  <a:pt x="1256" y="3044"/>
                </a:lnTo>
                <a:lnTo>
                  <a:pt x="1489" y="3134"/>
                </a:lnTo>
                <a:lnTo>
                  <a:pt x="1735" y="3199"/>
                </a:lnTo>
                <a:lnTo>
                  <a:pt x="1994" y="3264"/>
                </a:lnTo>
                <a:lnTo>
                  <a:pt x="2279" y="3303"/>
                </a:lnTo>
                <a:lnTo>
                  <a:pt x="2551" y="3329"/>
                </a:lnTo>
                <a:lnTo>
                  <a:pt x="3134" y="3329"/>
                </a:lnTo>
                <a:lnTo>
                  <a:pt x="3419" y="3303"/>
                </a:lnTo>
                <a:lnTo>
                  <a:pt x="3691" y="3264"/>
                </a:lnTo>
                <a:lnTo>
                  <a:pt x="3963" y="3199"/>
                </a:lnTo>
                <a:lnTo>
                  <a:pt x="4209" y="3134"/>
                </a:lnTo>
                <a:lnTo>
                  <a:pt x="4442" y="3044"/>
                </a:lnTo>
                <a:lnTo>
                  <a:pt x="4662" y="2953"/>
                </a:lnTo>
                <a:lnTo>
                  <a:pt x="4869" y="2850"/>
                </a:lnTo>
                <a:lnTo>
                  <a:pt x="5050" y="2733"/>
                </a:lnTo>
                <a:lnTo>
                  <a:pt x="5219" y="2603"/>
                </a:lnTo>
                <a:lnTo>
                  <a:pt x="5361" y="2461"/>
                </a:lnTo>
                <a:lnTo>
                  <a:pt x="5478" y="2319"/>
                </a:lnTo>
                <a:lnTo>
                  <a:pt x="5568" y="2163"/>
                </a:lnTo>
                <a:lnTo>
                  <a:pt x="5646" y="2008"/>
                </a:lnTo>
                <a:lnTo>
                  <a:pt x="5685" y="1840"/>
                </a:lnTo>
                <a:lnTo>
                  <a:pt x="5698" y="1671"/>
                </a:lnTo>
                <a:lnTo>
                  <a:pt x="5685" y="1503"/>
                </a:lnTo>
                <a:lnTo>
                  <a:pt x="5646" y="1335"/>
                </a:lnTo>
                <a:lnTo>
                  <a:pt x="5568" y="1179"/>
                </a:lnTo>
                <a:lnTo>
                  <a:pt x="5478" y="1024"/>
                </a:lnTo>
                <a:lnTo>
                  <a:pt x="5361" y="881"/>
                </a:lnTo>
                <a:lnTo>
                  <a:pt x="5219" y="739"/>
                </a:lnTo>
                <a:lnTo>
                  <a:pt x="5050" y="609"/>
                </a:lnTo>
                <a:lnTo>
                  <a:pt x="4869" y="493"/>
                </a:lnTo>
                <a:lnTo>
                  <a:pt x="4662" y="389"/>
                </a:lnTo>
                <a:lnTo>
                  <a:pt x="4442" y="286"/>
                </a:lnTo>
                <a:lnTo>
                  <a:pt x="4209" y="208"/>
                </a:lnTo>
                <a:lnTo>
                  <a:pt x="3963" y="130"/>
                </a:lnTo>
                <a:lnTo>
                  <a:pt x="3691" y="78"/>
                </a:lnTo>
                <a:lnTo>
                  <a:pt x="3419" y="40"/>
                </a:lnTo>
                <a:lnTo>
                  <a:pt x="3134" y="14"/>
                </a:lnTo>
                <a:lnTo>
                  <a:pt x="284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1"/>
          <p:cNvSpPr/>
          <p:nvPr/>
        </p:nvSpPr>
        <p:spPr>
          <a:xfrm>
            <a:off x="2866798" y="141030"/>
            <a:ext cx="347953" cy="608825"/>
          </a:xfrm>
          <a:custGeom>
            <a:avLst/>
            <a:gdLst/>
            <a:ahLst/>
            <a:cxnLst/>
            <a:rect l="l" t="t" r="r" b="b"/>
            <a:pathLst>
              <a:path w="4663" h="8159" extrusionOk="0">
                <a:moveTo>
                  <a:pt x="3160" y="1"/>
                </a:moveTo>
                <a:lnTo>
                  <a:pt x="3056" y="13"/>
                </a:lnTo>
                <a:lnTo>
                  <a:pt x="2940" y="26"/>
                </a:lnTo>
                <a:lnTo>
                  <a:pt x="2823" y="52"/>
                </a:lnTo>
                <a:lnTo>
                  <a:pt x="2720" y="91"/>
                </a:lnTo>
                <a:lnTo>
                  <a:pt x="2603" y="130"/>
                </a:lnTo>
                <a:lnTo>
                  <a:pt x="2487" y="195"/>
                </a:lnTo>
                <a:lnTo>
                  <a:pt x="2383" y="259"/>
                </a:lnTo>
                <a:lnTo>
                  <a:pt x="2150" y="415"/>
                </a:lnTo>
                <a:lnTo>
                  <a:pt x="1930" y="596"/>
                </a:lnTo>
                <a:lnTo>
                  <a:pt x="1710" y="816"/>
                </a:lnTo>
                <a:lnTo>
                  <a:pt x="1503" y="1062"/>
                </a:lnTo>
                <a:lnTo>
                  <a:pt x="1295" y="1347"/>
                </a:lnTo>
                <a:lnTo>
                  <a:pt x="1101" y="1645"/>
                </a:lnTo>
                <a:lnTo>
                  <a:pt x="920" y="1982"/>
                </a:lnTo>
                <a:lnTo>
                  <a:pt x="739" y="2331"/>
                </a:lnTo>
                <a:lnTo>
                  <a:pt x="583" y="2694"/>
                </a:lnTo>
                <a:lnTo>
                  <a:pt x="441" y="3095"/>
                </a:lnTo>
                <a:lnTo>
                  <a:pt x="311" y="3497"/>
                </a:lnTo>
                <a:lnTo>
                  <a:pt x="195" y="3924"/>
                </a:lnTo>
                <a:lnTo>
                  <a:pt x="117" y="4325"/>
                </a:lnTo>
                <a:lnTo>
                  <a:pt x="52" y="4727"/>
                </a:lnTo>
                <a:lnTo>
                  <a:pt x="26" y="5115"/>
                </a:lnTo>
                <a:lnTo>
                  <a:pt x="1" y="5491"/>
                </a:lnTo>
                <a:lnTo>
                  <a:pt x="14" y="5853"/>
                </a:lnTo>
                <a:lnTo>
                  <a:pt x="39" y="6203"/>
                </a:lnTo>
                <a:lnTo>
                  <a:pt x="91" y="6527"/>
                </a:lnTo>
                <a:lnTo>
                  <a:pt x="156" y="6825"/>
                </a:lnTo>
                <a:lnTo>
                  <a:pt x="247" y="7109"/>
                </a:lnTo>
                <a:lnTo>
                  <a:pt x="363" y="7355"/>
                </a:lnTo>
                <a:lnTo>
                  <a:pt x="415" y="7472"/>
                </a:lnTo>
                <a:lnTo>
                  <a:pt x="493" y="7576"/>
                </a:lnTo>
                <a:lnTo>
                  <a:pt x="557" y="7679"/>
                </a:lnTo>
                <a:lnTo>
                  <a:pt x="635" y="7757"/>
                </a:lnTo>
                <a:lnTo>
                  <a:pt x="713" y="7847"/>
                </a:lnTo>
                <a:lnTo>
                  <a:pt x="803" y="7912"/>
                </a:lnTo>
                <a:lnTo>
                  <a:pt x="894" y="7977"/>
                </a:lnTo>
                <a:lnTo>
                  <a:pt x="985" y="8042"/>
                </a:lnTo>
                <a:lnTo>
                  <a:pt x="1088" y="8081"/>
                </a:lnTo>
                <a:lnTo>
                  <a:pt x="1192" y="8119"/>
                </a:lnTo>
                <a:lnTo>
                  <a:pt x="1295" y="8145"/>
                </a:lnTo>
                <a:lnTo>
                  <a:pt x="1399" y="8158"/>
                </a:lnTo>
                <a:lnTo>
                  <a:pt x="1503" y="8158"/>
                </a:lnTo>
                <a:lnTo>
                  <a:pt x="1619" y="8145"/>
                </a:lnTo>
                <a:lnTo>
                  <a:pt x="1723" y="8132"/>
                </a:lnTo>
                <a:lnTo>
                  <a:pt x="1839" y="8106"/>
                </a:lnTo>
                <a:lnTo>
                  <a:pt x="1956" y="8068"/>
                </a:lnTo>
                <a:lnTo>
                  <a:pt x="2059" y="8029"/>
                </a:lnTo>
                <a:lnTo>
                  <a:pt x="2176" y="7964"/>
                </a:lnTo>
                <a:lnTo>
                  <a:pt x="2293" y="7899"/>
                </a:lnTo>
                <a:lnTo>
                  <a:pt x="2513" y="7744"/>
                </a:lnTo>
                <a:lnTo>
                  <a:pt x="2733" y="7563"/>
                </a:lnTo>
                <a:lnTo>
                  <a:pt x="2953" y="7342"/>
                </a:lnTo>
                <a:lnTo>
                  <a:pt x="3173" y="7096"/>
                </a:lnTo>
                <a:lnTo>
                  <a:pt x="3367" y="6812"/>
                </a:lnTo>
                <a:lnTo>
                  <a:pt x="3574" y="6514"/>
                </a:lnTo>
                <a:lnTo>
                  <a:pt x="3756" y="6177"/>
                </a:lnTo>
                <a:lnTo>
                  <a:pt x="3924" y="5827"/>
                </a:lnTo>
                <a:lnTo>
                  <a:pt x="4092" y="5452"/>
                </a:lnTo>
                <a:lnTo>
                  <a:pt x="4235" y="5063"/>
                </a:lnTo>
                <a:lnTo>
                  <a:pt x="4364" y="4649"/>
                </a:lnTo>
                <a:lnTo>
                  <a:pt x="4468" y="4235"/>
                </a:lnTo>
                <a:lnTo>
                  <a:pt x="4546" y="3833"/>
                </a:lnTo>
                <a:lnTo>
                  <a:pt x="4610" y="3432"/>
                </a:lnTo>
                <a:lnTo>
                  <a:pt x="4649" y="3043"/>
                </a:lnTo>
                <a:lnTo>
                  <a:pt x="4662" y="2655"/>
                </a:lnTo>
                <a:lnTo>
                  <a:pt x="4662" y="2305"/>
                </a:lnTo>
                <a:lnTo>
                  <a:pt x="4623" y="1956"/>
                </a:lnTo>
                <a:lnTo>
                  <a:pt x="4584" y="1632"/>
                </a:lnTo>
                <a:lnTo>
                  <a:pt x="4507" y="1334"/>
                </a:lnTo>
                <a:lnTo>
                  <a:pt x="4416" y="1049"/>
                </a:lnTo>
                <a:lnTo>
                  <a:pt x="4313" y="803"/>
                </a:lnTo>
                <a:lnTo>
                  <a:pt x="4248" y="687"/>
                </a:lnTo>
                <a:lnTo>
                  <a:pt x="4183" y="583"/>
                </a:lnTo>
                <a:lnTo>
                  <a:pt x="4105" y="480"/>
                </a:lnTo>
                <a:lnTo>
                  <a:pt x="4028" y="389"/>
                </a:lnTo>
                <a:lnTo>
                  <a:pt x="3950" y="311"/>
                </a:lnTo>
                <a:lnTo>
                  <a:pt x="3872" y="234"/>
                </a:lnTo>
                <a:lnTo>
                  <a:pt x="3782" y="182"/>
                </a:lnTo>
                <a:lnTo>
                  <a:pt x="3678" y="117"/>
                </a:lnTo>
                <a:lnTo>
                  <a:pt x="3587" y="78"/>
                </a:lnTo>
                <a:lnTo>
                  <a:pt x="3484" y="39"/>
                </a:lnTo>
                <a:lnTo>
                  <a:pt x="3380" y="13"/>
                </a:lnTo>
                <a:lnTo>
                  <a:pt x="32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2750840" y="748805"/>
            <a:ext cx="85141" cy="85067"/>
          </a:xfrm>
          <a:custGeom>
            <a:avLst/>
            <a:gdLst/>
            <a:ahLst/>
            <a:cxnLst/>
            <a:rect l="l" t="t" r="r" b="b"/>
            <a:pathLst>
              <a:path w="1141" h="1140" extrusionOk="0">
                <a:moveTo>
                  <a:pt x="454" y="0"/>
                </a:moveTo>
                <a:lnTo>
                  <a:pt x="350" y="39"/>
                </a:lnTo>
                <a:lnTo>
                  <a:pt x="247" y="91"/>
                </a:lnTo>
                <a:lnTo>
                  <a:pt x="169" y="169"/>
                </a:lnTo>
                <a:lnTo>
                  <a:pt x="91" y="246"/>
                </a:lnTo>
                <a:lnTo>
                  <a:pt x="40" y="350"/>
                </a:lnTo>
                <a:lnTo>
                  <a:pt x="14" y="454"/>
                </a:lnTo>
                <a:lnTo>
                  <a:pt x="1" y="570"/>
                </a:lnTo>
                <a:lnTo>
                  <a:pt x="14" y="687"/>
                </a:lnTo>
                <a:lnTo>
                  <a:pt x="40" y="790"/>
                </a:lnTo>
                <a:lnTo>
                  <a:pt x="91" y="881"/>
                </a:lnTo>
                <a:lnTo>
                  <a:pt x="169" y="971"/>
                </a:lnTo>
                <a:lnTo>
                  <a:pt x="247" y="1036"/>
                </a:lnTo>
                <a:lnTo>
                  <a:pt x="350" y="1088"/>
                </a:lnTo>
                <a:lnTo>
                  <a:pt x="454" y="1127"/>
                </a:lnTo>
                <a:lnTo>
                  <a:pt x="570" y="1140"/>
                </a:lnTo>
                <a:lnTo>
                  <a:pt x="687" y="1127"/>
                </a:lnTo>
                <a:lnTo>
                  <a:pt x="791" y="1088"/>
                </a:lnTo>
                <a:lnTo>
                  <a:pt x="894" y="1036"/>
                </a:lnTo>
                <a:lnTo>
                  <a:pt x="972" y="971"/>
                </a:lnTo>
                <a:lnTo>
                  <a:pt x="1050" y="881"/>
                </a:lnTo>
                <a:lnTo>
                  <a:pt x="1101" y="790"/>
                </a:lnTo>
                <a:lnTo>
                  <a:pt x="1127" y="687"/>
                </a:lnTo>
                <a:lnTo>
                  <a:pt x="1140" y="570"/>
                </a:lnTo>
                <a:lnTo>
                  <a:pt x="1127" y="454"/>
                </a:lnTo>
                <a:lnTo>
                  <a:pt x="1101" y="350"/>
                </a:lnTo>
                <a:lnTo>
                  <a:pt x="1050" y="246"/>
                </a:lnTo>
                <a:lnTo>
                  <a:pt x="972" y="169"/>
                </a:lnTo>
                <a:lnTo>
                  <a:pt x="894" y="91"/>
                </a:lnTo>
                <a:lnTo>
                  <a:pt x="791" y="39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725673" y="853122"/>
            <a:ext cx="113124" cy="112154"/>
          </a:xfrm>
          <a:custGeom>
            <a:avLst/>
            <a:gdLst/>
            <a:ahLst/>
            <a:cxnLst/>
            <a:rect l="l" t="t" r="r" b="b"/>
            <a:pathLst>
              <a:path w="1516" h="1503" extrusionOk="0">
                <a:moveTo>
                  <a:pt x="674" y="1"/>
                </a:moveTo>
                <a:lnTo>
                  <a:pt x="609" y="14"/>
                </a:lnTo>
                <a:lnTo>
                  <a:pt x="466" y="53"/>
                </a:lnTo>
                <a:lnTo>
                  <a:pt x="337" y="130"/>
                </a:lnTo>
                <a:lnTo>
                  <a:pt x="220" y="221"/>
                </a:lnTo>
                <a:lnTo>
                  <a:pt x="130" y="324"/>
                </a:lnTo>
                <a:lnTo>
                  <a:pt x="65" y="454"/>
                </a:lnTo>
                <a:lnTo>
                  <a:pt x="13" y="596"/>
                </a:lnTo>
                <a:lnTo>
                  <a:pt x="13" y="674"/>
                </a:lnTo>
                <a:lnTo>
                  <a:pt x="0" y="752"/>
                </a:lnTo>
                <a:lnTo>
                  <a:pt x="13" y="829"/>
                </a:lnTo>
                <a:lnTo>
                  <a:pt x="13" y="907"/>
                </a:lnTo>
                <a:lnTo>
                  <a:pt x="65" y="1037"/>
                </a:lnTo>
                <a:lnTo>
                  <a:pt x="130" y="1166"/>
                </a:lnTo>
                <a:lnTo>
                  <a:pt x="220" y="1283"/>
                </a:lnTo>
                <a:lnTo>
                  <a:pt x="337" y="1373"/>
                </a:lnTo>
                <a:lnTo>
                  <a:pt x="466" y="1438"/>
                </a:lnTo>
                <a:lnTo>
                  <a:pt x="609" y="1490"/>
                </a:lnTo>
                <a:lnTo>
                  <a:pt x="674" y="1503"/>
                </a:lnTo>
                <a:lnTo>
                  <a:pt x="829" y="1503"/>
                </a:lnTo>
                <a:lnTo>
                  <a:pt x="907" y="1490"/>
                </a:lnTo>
                <a:lnTo>
                  <a:pt x="1049" y="1438"/>
                </a:lnTo>
                <a:lnTo>
                  <a:pt x="1179" y="1373"/>
                </a:lnTo>
                <a:lnTo>
                  <a:pt x="1282" y="1283"/>
                </a:lnTo>
                <a:lnTo>
                  <a:pt x="1386" y="1166"/>
                </a:lnTo>
                <a:lnTo>
                  <a:pt x="1451" y="1037"/>
                </a:lnTo>
                <a:lnTo>
                  <a:pt x="1489" y="907"/>
                </a:lnTo>
                <a:lnTo>
                  <a:pt x="1502" y="829"/>
                </a:lnTo>
                <a:lnTo>
                  <a:pt x="1515" y="752"/>
                </a:lnTo>
                <a:lnTo>
                  <a:pt x="1502" y="674"/>
                </a:lnTo>
                <a:lnTo>
                  <a:pt x="1489" y="596"/>
                </a:lnTo>
                <a:lnTo>
                  <a:pt x="1451" y="454"/>
                </a:lnTo>
                <a:lnTo>
                  <a:pt x="1386" y="324"/>
                </a:lnTo>
                <a:lnTo>
                  <a:pt x="1282" y="221"/>
                </a:lnTo>
                <a:lnTo>
                  <a:pt x="1179" y="130"/>
                </a:lnTo>
                <a:lnTo>
                  <a:pt x="1049" y="53"/>
                </a:lnTo>
                <a:lnTo>
                  <a:pt x="907" y="14"/>
                </a:lnTo>
                <a:lnTo>
                  <a:pt x="8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1"/>
          <p:cNvSpPr/>
          <p:nvPr/>
        </p:nvSpPr>
        <p:spPr>
          <a:xfrm rot="10800000" flipH="1">
            <a:off x="7137236" y="0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1"/>
          <p:cNvSpPr/>
          <p:nvPr/>
        </p:nvSpPr>
        <p:spPr>
          <a:xfrm flipH="1">
            <a:off x="0" y="4527075"/>
            <a:ext cx="2006775" cy="616434"/>
          </a:xfrm>
          <a:custGeom>
            <a:avLst/>
            <a:gdLst/>
            <a:ahLst/>
            <a:cxnLst/>
            <a:rect l="l" t="t" r="r" b="b"/>
            <a:pathLst>
              <a:path w="12081" h="3711" extrusionOk="0">
                <a:moveTo>
                  <a:pt x="4878" y="0"/>
                </a:moveTo>
                <a:cubicBezTo>
                  <a:pt x="1694" y="0"/>
                  <a:pt x="449" y="1998"/>
                  <a:pt x="0" y="3711"/>
                </a:cubicBezTo>
                <a:lnTo>
                  <a:pt x="12080" y="3711"/>
                </a:lnTo>
                <a:lnTo>
                  <a:pt x="12080" y="1200"/>
                </a:lnTo>
                <a:cubicBezTo>
                  <a:pt x="10994" y="1200"/>
                  <a:pt x="9705" y="1029"/>
                  <a:pt x="8144" y="554"/>
                </a:cubicBezTo>
                <a:cubicBezTo>
                  <a:pt x="6876" y="167"/>
                  <a:pt x="5796" y="0"/>
                  <a:pt x="48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1"/>
          <p:cNvSpPr/>
          <p:nvPr/>
        </p:nvSpPr>
        <p:spPr>
          <a:xfrm rot="5400000" flipH="1">
            <a:off x="7455925" y="3422738"/>
            <a:ext cx="1949714" cy="1441951"/>
          </a:xfrm>
          <a:custGeom>
            <a:avLst/>
            <a:gdLst/>
            <a:ahLst/>
            <a:cxnLst/>
            <a:rect l="l" t="t" r="r" b="b"/>
            <a:pathLst>
              <a:path w="15509" h="11470" extrusionOk="0">
                <a:moveTo>
                  <a:pt x="0" y="0"/>
                </a:moveTo>
                <a:lnTo>
                  <a:pt x="0" y="11469"/>
                </a:lnTo>
                <a:cubicBezTo>
                  <a:pt x="1425" y="11095"/>
                  <a:pt x="2750" y="10213"/>
                  <a:pt x="3700" y="9026"/>
                </a:cubicBezTo>
                <a:cubicBezTo>
                  <a:pt x="4922" y="7398"/>
                  <a:pt x="5429" y="5294"/>
                  <a:pt x="6922" y="3901"/>
                </a:cubicBezTo>
                <a:cubicBezTo>
                  <a:pt x="7940" y="2951"/>
                  <a:pt x="9298" y="2476"/>
                  <a:pt x="10655" y="2104"/>
                </a:cubicBezTo>
                <a:cubicBezTo>
                  <a:pt x="11980" y="1697"/>
                  <a:pt x="13370" y="1390"/>
                  <a:pt x="14558" y="712"/>
                </a:cubicBezTo>
                <a:cubicBezTo>
                  <a:pt x="14898" y="508"/>
                  <a:pt x="15202" y="272"/>
                  <a:pt x="1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63425" y="1509850"/>
            <a:ext cx="68172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8" r:id="rId7"/>
    <p:sldLayoutId id="2147483659" r:id="rId8"/>
    <p:sldLayoutId id="2147483661" r:id="rId9"/>
    <p:sldLayoutId id="2147483664" r:id="rId10"/>
    <p:sldLayoutId id="2147483665" r:id="rId11"/>
    <p:sldLayoutId id="2147483667" r:id="rId12"/>
    <p:sldLayoutId id="2147483668" r:id="rId13"/>
    <p:sldLayoutId id="2147483671" r:id="rId14"/>
    <p:sldLayoutId id="2147483676" r:id="rId15"/>
    <p:sldLayoutId id="214748367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/>
          <p:nvPr/>
        </p:nvSpPr>
        <p:spPr>
          <a:xfrm>
            <a:off x="5110131" y="851141"/>
            <a:ext cx="4405458" cy="3626806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36"/>
          <p:cNvSpPr txBox="1">
            <a:spLocks noGrp="1"/>
          </p:cNvSpPr>
          <p:nvPr>
            <p:ph type="ctrTitle"/>
          </p:nvPr>
        </p:nvSpPr>
        <p:spPr>
          <a:xfrm>
            <a:off x="116053" y="1677309"/>
            <a:ext cx="5441327" cy="19522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tx1"/>
                </a:solidFill>
              </a:rPr>
              <a:t>Inovasi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Penutup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Otomatis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Dengan Total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Sebagai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 Batas Waktu Kran </a:t>
            </a:r>
            <a:r>
              <a:rPr lang="en-US" sz="2800" b="1" i="0" dirty="0" err="1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Berputar</a:t>
            </a:r>
            <a:r>
              <a:rPr lang="en-US" sz="2800" b="0" i="1" dirty="0">
                <a:solidFill>
                  <a:schemeClr val="tx1"/>
                </a:solidFill>
                <a:effectLst/>
                <a:latin typeface="Fredoka One" panose="02000000000000000000" pitchFamily="2" charset="0"/>
              </a:rPr>
              <a:t> </a:t>
            </a:r>
            <a:endParaRPr sz="2800" dirty="0">
              <a:solidFill>
                <a:schemeClr val="tx1"/>
              </a:solidFill>
              <a:latin typeface="Fredoka One" panose="02000000000000000000" pitchFamily="2" charset="0"/>
            </a:endParaRPr>
          </a:p>
        </p:txBody>
      </p:sp>
      <p:grpSp>
        <p:nvGrpSpPr>
          <p:cNvPr id="309" name="Google Shape;309;p36"/>
          <p:cNvGrpSpPr/>
          <p:nvPr/>
        </p:nvGrpSpPr>
        <p:grpSpPr>
          <a:xfrm>
            <a:off x="5568666" y="274937"/>
            <a:ext cx="3820394" cy="4593626"/>
            <a:chOff x="5079211" y="6982"/>
            <a:chExt cx="3820394" cy="4593626"/>
          </a:xfrm>
        </p:grpSpPr>
        <p:sp>
          <p:nvSpPr>
            <p:cNvPr id="310" name="Google Shape;310;p36"/>
            <p:cNvSpPr/>
            <p:nvPr/>
          </p:nvSpPr>
          <p:spPr>
            <a:xfrm>
              <a:off x="5169341" y="1948827"/>
              <a:ext cx="45631" cy="430622"/>
            </a:xfrm>
            <a:custGeom>
              <a:avLst/>
              <a:gdLst/>
              <a:ahLst/>
              <a:cxnLst/>
              <a:rect l="l" t="t" r="r" b="b"/>
              <a:pathLst>
                <a:path w="1979" h="18676" extrusionOk="0">
                  <a:moveTo>
                    <a:pt x="0" y="0"/>
                  </a:moveTo>
                  <a:lnTo>
                    <a:pt x="1978" y="18676"/>
                  </a:lnTo>
                  <a:lnTo>
                    <a:pt x="1978" y="18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BC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5079211" y="2806366"/>
              <a:ext cx="244340" cy="1794242"/>
            </a:xfrm>
            <a:custGeom>
              <a:avLst/>
              <a:gdLst/>
              <a:ahLst/>
              <a:cxnLst/>
              <a:rect l="l" t="t" r="r" b="b"/>
              <a:pathLst>
                <a:path w="10597" h="77816" extrusionOk="0">
                  <a:moveTo>
                    <a:pt x="9475" y="1"/>
                  </a:moveTo>
                  <a:lnTo>
                    <a:pt x="0" y="77657"/>
                  </a:lnTo>
                  <a:lnTo>
                    <a:pt x="1071" y="77816"/>
                  </a:lnTo>
                  <a:lnTo>
                    <a:pt x="10597" y="108"/>
                  </a:lnTo>
                  <a:lnTo>
                    <a:pt x="9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5179209" y="3871326"/>
              <a:ext cx="709525" cy="25894"/>
            </a:xfrm>
            <a:custGeom>
              <a:avLst/>
              <a:gdLst/>
              <a:ahLst/>
              <a:cxnLst/>
              <a:rect l="l" t="t" r="r" b="b"/>
              <a:pathLst>
                <a:path w="30772" h="1123" extrusionOk="0">
                  <a:moveTo>
                    <a:pt x="1" y="1"/>
                  </a:moveTo>
                  <a:lnTo>
                    <a:pt x="1" y="1123"/>
                  </a:lnTo>
                  <a:lnTo>
                    <a:pt x="30771" y="1123"/>
                  </a:lnTo>
                  <a:lnTo>
                    <a:pt x="307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6"/>
            <p:cNvSpPr/>
            <p:nvPr/>
          </p:nvSpPr>
          <p:spPr>
            <a:xfrm>
              <a:off x="5111283" y="1093640"/>
              <a:ext cx="1742409" cy="3505824"/>
            </a:xfrm>
            <a:custGeom>
              <a:avLst/>
              <a:gdLst/>
              <a:ahLst/>
              <a:cxnLst/>
              <a:rect l="l" t="t" r="r" b="b"/>
              <a:pathLst>
                <a:path w="75568" h="152047" extrusionOk="0">
                  <a:moveTo>
                    <a:pt x="29063" y="0"/>
                  </a:moveTo>
                  <a:cubicBezTo>
                    <a:pt x="12203" y="0"/>
                    <a:pt x="1" y="13701"/>
                    <a:pt x="1821" y="30612"/>
                  </a:cubicBezTo>
                  <a:lnTo>
                    <a:pt x="13916" y="143055"/>
                  </a:lnTo>
                  <a:cubicBezTo>
                    <a:pt x="14451" y="147979"/>
                    <a:pt x="18895" y="152046"/>
                    <a:pt x="23818" y="152046"/>
                  </a:cubicBezTo>
                  <a:lnTo>
                    <a:pt x="67061" y="152046"/>
                  </a:lnTo>
                  <a:cubicBezTo>
                    <a:pt x="71984" y="152046"/>
                    <a:pt x="75568" y="147979"/>
                    <a:pt x="75033" y="143055"/>
                  </a:cubicBezTo>
                  <a:lnTo>
                    <a:pt x="62938" y="30612"/>
                  </a:lnTo>
                  <a:cubicBezTo>
                    <a:pt x="61118" y="13701"/>
                    <a:pt x="45975" y="0"/>
                    <a:pt x="29063" y="0"/>
                  </a:cubicBezTo>
                  <a:close/>
                </a:path>
              </a:pathLst>
            </a:custGeom>
            <a:solidFill>
              <a:srgbClr val="D9E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6"/>
            <p:cNvSpPr/>
            <p:nvPr/>
          </p:nvSpPr>
          <p:spPr>
            <a:xfrm>
              <a:off x="5221173" y="1197281"/>
              <a:ext cx="1522763" cy="3298514"/>
            </a:xfrm>
            <a:custGeom>
              <a:avLst/>
              <a:gdLst/>
              <a:ahLst/>
              <a:cxnLst/>
              <a:rect l="l" t="t" r="r" b="b"/>
              <a:pathLst>
                <a:path w="66042" h="143056" extrusionOk="0">
                  <a:moveTo>
                    <a:pt x="24777" y="1"/>
                  </a:moveTo>
                  <a:cubicBezTo>
                    <a:pt x="10434" y="1"/>
                    <a:pt x="0" y="11723"/>
                    <a:pt x="1550" y="26117"/>
                  </a:cubicBezTo>
                  <a:lnTo>
                    <a:pt x="13645" y="138560"/>
                  </a:lnTo>
                  <a:cubicBezTo>
                    <a:pt x="13915" y="141022"/>
                    <a:pt x="16107" y="143056"/>
                    <a:pt x="18569" y="143056"/>
                  </a:cubicBezTo>
                  <a:lnTo>
                    <a:pt x="61760" y="143056"/>
                  </a:lnTo>
                  <a:cubicBezTo>
                    <a:pt x="64273" y="143056"/>
                    <a:pt x="66041" y="141022"/>
                    <a:pt x="65771" y="138560"/>
                  </a:cubicBezTo>
                  <a:lnTo>
                    <a:pt x="53676" y="26117"/>
                  </a:lnTo>
                  <a:cubicBezTo>
                    <a:pt x="52126" y="11723"/>
                    <a:pt x="39175" y="1"/>
                    <a:pt x="24777" y="1"/>
                  </a:cubicBezTo>
                  <a:close/>
                </a:path>
              </a:pathLst>
            </a:custGeom>
            <a:solidFill>
              <a:srgbClr val="EAF1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5255713" y="2718818"/>
              <a:ext cx="107333" cy="362810"/>
            </a:xfrm>
            <a:custGeom>
              <a:avLst/>
              <a:gdLst/>
              <a:ahLst/>
              <a:cxnLst/>
              <a:rect l="l" t="t" r="r" b="b"/>
              <a:pathLst>
                <a:path w="4655" h="15735" extrusionOk="0">
                  <a:moveTo>
                    <a:pt x="4333" y="0"/>
                  </a:moveTo>
                  <a:cubicBezTo>
                    <a:pt x="2784" y="535"/>
                    <a:pt x="1285" y="1015"/>
                    <a:pt x="1" y="1392"/>
                  </a:cubicBezTo>
                  <a:lnTo>
                    <a:pt x="1499" y="15520"/>
                  </a:lnTo>
                  <a:cubicBezTo>
                    <a:pt x="2034" y="15679"/>
                    <a:pt x="2570" y="15734"/>
                    <a:pt x="3105" y="15734"/>
                  </a:cubicBezTo>
                  <a:lnTo>
                    <a:pt x="3477" y="15734"/>
                  </a:lnTo>
                  <a:lnTo>
                    <a:pt x="3156" y="12523"/>
                  </a:lnTo>
                  <a:cubicBezTo>
                    <a:pt x="2570" y="11932"/>
                    <a:pt x="2300" y="11076"/>
                    <a:pt x="2462" y="10220"/>
                  </a:cubicBezTo>
                  <a:cubicBezTo>
                    <a:pt x="2514" y="9899"/>
                    <a:pt x="2621" y="9578"/>
                    <a:pt x="2784" y="9257"/>
                  </a:cubicBezTo>
                  <a:lnTo>
                    <a:pt x="1979" y="1606"/>
                  </a:lnTo>
                  <a:lnTo>
                    <a:pt x="4655" y="2997"/>
                  </a:lnTo>
                  <a:lnTo>
                    <a:pt x="4655" y="2997"/>
                  </a:lnTo>
                  <a:lnTo>
                    <a:pt x="4333" y="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5502782" y="3070552"/>
              <a:ext cx="85350" cy="68300"/>
            </a:xfrm>
            <a:custGeom>
              <a:avLst/>
              <a:gdLst/>
              <a:ahLst/>
              <a:cxnLst/>
              <a:rect l="l" t="t" r="r" b="b"/>
              <a:pathLst>
                <a:path w="3414" h="2732" extrusionOk="0">
                  <a:moveTo>
                    <a:pt x="411" y="1773"/>
                  </a:moveTo>
                  <a:cubicBezTo>
                    <a:pt x="117" y="1424"/>
                    <a:pt x="-128" y="900"/>
                    <a:pt x="78" y="606"/>
                  </a:cubicBezTo>
                  <a:cubicBezTo>
                    <a:pt x="284" y="312"/>
                    <a:pt x="1177" y="-60"/>
                    <a:pt x="1649" y="11"/>
                  </a:cubicBezTo>
                  <a:cubicBezTo>
                    <a:pt x="2121" y="83"/>
                    <a:pt x="2625" y="646"/>
                    <a:pt x="2911" y="1035"/>
                  </a:cubicBezTo>
                  <a:cubicBezTo>
                    <a:pt x="3197" y="1424"/>
                    <a:pt x="3543" y="2066"/>
                    <a:pt x="3364" y="2344"/>
                  </a:cubicBezTo>
                  <a:cubicBezTo>
                    <a:pt x="3186" y="2622"/>
                    <a:pt x="2332" y="2796"/>
                    <a:pt x="1840" y="2701"/>
                  </a:cubicBezTo>
                  <a:cubicBezTo>
                    <a:pt x="1348" y="2606"/>
                    <a:pt x="705" y="2122"/>
                    <a:pt x="411" y="1773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</p:sp>
        <p:sp>
          <p:nvSpPr>
            <p:cNvPr id="317" name="Google Shape;317;p36"/>
            <p:cNvSpPr/>
            <p:nvPr/>
          </p:nvSpPr>
          <p:spPr>
            <a:xfrm>
              <a:off x="5355620" y="2660760"/>
              <a:ext cx="444249" cy="328270"/>
            </a:xfrm>
            <a:custGeom>
              <a:avLst/>
              <a:gdLst/>
              <a:ahLst/>
              <a:cxnLst/>
              <a:rect l="l" t="t" r="r" b="b"/>
              <a:pathLst>
                <a:path w="19267" h="14237" extrusionOk="0">
                  <a:moveTo>
                    <a:pt x="7279" y="1"/>
                  </a:moveTo>
                  <a:cubicBezTo>
                    <a:pt x="5301" y="750"/>
                    <a:pt x="2569" y="1662"/>
                    <a:pt x="0" y="2518"/>
                  </a:cubicBezTo>
                  <a:lnTo>
                    <a:pt x="322" y="5515"/>
                  </a:lnTo>
                  <a:lnTo>
                    <a:pt x="1769" y="6264"/>
                  </a:lnTo>
                  <a:cubicBezTo>
                    <a:pt x="2197" y="5245"/>
                    <a:pt x="2732" y="4338"/>
                    <a:pt x="3533" y="4017"/>
                  </a:cubicBezTo>
                  <a:cubicBezTo>
                    <a:pt x="4123" y="3803"/>
                    <a:pt x="4924" y="3696"/>
                    <a:pt x="5836" y="3696"/>
                  </a:cubicBezTo>
                  <a:cubicBezTo>
                    <a:pt x="8619" y="3696"/>
                    <a:pt x="12365" y="4710"/>
                    <a:pt x="13380" y="6423"/>
                  </a:cubicBezTo>
                  <a:cubicBezTo>
                    <a:pt x="13380" y="6423"/>
                    <a:pt x="13166" y="6958"/>
                    <a:pt x="12686" y="7707"/>
                  </a:cubicBezTo>
                  <a:cubicBezTo>
                    <a:pt x="12952" y="8028"/>
                    <a:pt x="13221" y="8349"/>
                    <a:pt x="13487" y="8726"/>
                  </a:cubicBezTo>
                  <a:cubicBezTo>
                    <a:pt x="14399" y="10011"/>
                    <a:pt x="14878" y="11561"/>
                    <a:pt x="15041" y="13115"/>
                  </a:cubicBezTo>
                  <a:lnTo>
                    <a:pt x="17233" y="14236"/>
                  </a:lnTo>
                  <a:cubicBezTo>
                    <a:pt x="17503" y="13650"/>
                    <a:pt x="17717" y="12952"/>
                    <a:pt x="17824" y="12151"/>
                  </a:cubicBezTo>
                  <a:cubicBezTo>
                    <a:pt x="19267" y="3640"/>
                    <a:pt x="16270" y="2304"/>
                    <a:pt x="14236" y="2304"/>
                  </a:cubicBezTo>
                  <a:cubicBezTo>
                    <a:pt x="13380" y="2304"/>
                    <a:pt x="12686" y="2570"/>
                    <a:pt x="12686" y="2570"/>
                  </a:cubicBezTo>
                  <a:cubicBezTo>
                    <a:pt x="10811" y="1392"/>
                    <a:pt x="8991" y="536"/>
                    <a:pt x="7279" y="1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5217415" y="2396688"/>
              <a:ext cx="138230" cy="354232"/>
            </a:xfrm>
            <a:custGeom>
              <a:avLst/>
              <a:gdLst/>
              <a:ahLst/>
              <a:cxnLst/>
              <a:rect l="l" t="t" r="r" b="b"/>
              <a:pathLst>
                <a:path w="5995" h="15363" extrusionOk="0">
                  <a:moveTo>
                    <a:pt x="1392" y="1"/>
                  </a:moveTo>
                  <a:cubicBezTo>
                    <a:pt x="1285" y="699"/>
                    <a:pt x="1341" y="1234"/>
                    <a:pt x="1341" y="1234"/>
                  </a:cubicBezTo>
                  <a:cubicBezTo>
                    <a:pt x="1178" y="964"/>
                    <a:pt x="698" y="536"/>
                    <a:pt x="0" y="322"/>
                  </a:cubicBezTo>
                  <a:lnTo>
                    <a:pt x="0" y="322"/>
                  </a:lnTo>
                  <a:lnTo>
                    <a:pt x="1662" y="15363"/>
                  </a:lnTo>
                  <a:cubicBezTo>
                    <a:pt x="2946" y="14986"/>
                    <a:pt x="4445" y="14506"/>
                    <a:pt x="5994" y="13971"/>
                  </a:cubicBezTo>
                  <a:lnTo>
                    <a:pt x="4659" y="1662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5324815" y="2435009"/>
              <a:ext cx="293706" cy="283838"/>
            </a:xfrm>
            <a:custGeom>
              <a:avLst/>
              <a:gdLst/>
              <a:ahLst/>
              <a:cxnLst/>
              <a:rect l="l" t="t" r="r" b="b"/>
              <a:pathLst>
                <a:path w="12738" h="12310" extrusionOk="0">
                  <a:moveTo>
                    <a:pt x="1" y="0"/>
                  </a:moveTo>
                  <a:lnTo>
                    <a:pt x="1336" y="12309"/>
                  </a:lnTo>
                  <a:cubicBezTo>
                    <a:pt x="3905" y="11453"/>
                    <a:pt x="6637" y="10541"/>
                    <a:pt x="8615" y="9792"/>
                  </a:cubicBezTo>
                  <a:cubicBezTo>
                    <a:pt x="9257" y="9526"/>
                    <a:pt x="9848" y="9312"/>
                    <a:pt x="10327" y="9098"/>
                  </a:cubicBezTo>
                  <a:cubicBezTo>
                    <a:pt x="11025" y="8777"/>
                    <a:pt x="12468" y="7972"/>
                    <a:pt x="12738" y="658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5293919" y="3106269"/>
              <a:ext cx="63016" cy="170326"/>
            </a:xfrm>
            <a:custGeom>
              <a:avLst/>
              <a:gdLst/>
              <a:ahLst/>
              <a:cxnLst/>
              <a:rect l="l" t="t" r="r" b="b"/>
              <a:pathLst>
                <a:path w="2733" h="7387" extrusionOk="0">
                  <a:moveTo>
                    <a:pt x="1927" y="1"/>
                  </a:moveTo>
                  <a:cubicBezTo>
                    <a:pt x="1499" y="52"/>
                    <a:pt x="857" y="108"/>
                    <a:pt x="1" y="266"/>
                  </a:cubicBezTo>
                  <a:lnTo>
                    <a:pt x="536" y="5245"/>
                  </a:lnTo>
                  <a:cubicBezTo>
                    <a:pt x="1234" y="5832"/>
                    <a:pt x="1983" y="6581"/>
                    <a:pt x="2732" y="7386"/>
                  </a:cubicBezTo>
                  <a:lnTo>
                    <a:pt x="2411" y="4389"/>
                  </a:lnTo>
                  <a:cubicBezTo>
                    <a:pt x="2248" y="4012"/>
                    <a:pt x="2090" y="3584"/>
                    <a:pt x="1927" y="3156"/>
                  </a:cubicBezTo>
                  <a:cubicBezTo>
                    <a:pt x="1662" y="2514"/>
                    <a:pt x="1713" y="1872"/>
                    <a:pt x="1820" y="1551"/>
                  </a:cubicBezTo>
                  <a:lnTo>
                    <a:pt x="2034" y="801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291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5371713" y="3837963"/>
              <a:ext cx="91331" cy="119784"/>
            </a:xfrm>
            <a:custGeom>
              <a:avLst/>
              <a:gdLst/>
              <a:ahLst/>
              <a:cxnLst/>
              <a:rect l="l" t="t" r="r" b="b"/>
              <a:pathLst>
                <a:path w="3961" h="5195" extrusionOk="0">
                  <a:moveTo>
                    <a:pt x="0" y="1"/>
                  </a:moveTo>
                  <a:lnTo>
                    <a:pt x="587" y="5194"/>
                  </a:lnTo>
                  <a:lnTo>
                    <a:pt x="3961" y="1876"/>
                  </a:lnTo>
                  <a:cubicBezTo>
                    <a:pt x="3854" y="1820"/>
                    <a:pt x="3798" y="1820"/>
                    <a:pt x="3691" y="1769"/>
                  </a:cubicBezTo>
                  <a:cubicBezTo>
                    <a:pt x="3477" y="1927"/>
                    <a:pt x="3211" y="1983"/>
                    <a:pt x="2997" y="1983"/>
                  </a:cubicBezTo>
                  <a:cubicBezTo>
                    <a:pt x="2141" y="1983"/>
                    <a:pt x="1499" y="1178"/>
                    <a:pt x="1499" y="1178"/>
                  </a:cubicBezTo>
                  <a:lnTo>
                    <a:pt x="1336" y="1178"/>
                  </a:lnTo>
                  <a:cubicBezTo>
                    <a:pt x="643" y="1178"/>
                    <a:pt x="107" y="56"/>
                    <a:pt x="107" y="5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5338350" y="3179037"/>
              <a:ext cx="11183" cy="28453"/>
            </a:xfrm>
            <a:custGeom>
              <a:avLst/>
              <a:gdLst/>
              <a:ahLst/>
              <a:cxnLst/>
              <a:rect l="l" t="t" r="r" b="b"/>
              <a:pathLst>
                <a:path w="485" h="1234" extrusionOk="0">
                  <a:moveTo>
                    <a:pt x="0" y="0"/>
                  </a:moveTo>
                  <a:lnTo>
                    <a:pt x="0" y="0"/>
                  </a:lnTo>
                  <a:cubicBezTo>
                    <a:pt x="163" y="428"/>
                    <a:pt x="321" y="856"/>
                    <a:pt x="484" y="1233"/>
                  </a:cubicBezTo>
                  <a:lnTo>
                    <a:pt x="428" y="642"/>
                  </a:lnTo>
                  <a:cubicBezTo>
                    <a:pt x="270" y="428"/>
                    <a:pt x="107" y="214"/>
                    <a:pt x="0" y="0"/>
                  </a:cubicBezTo>
                  <a:close/>
                </a:path>
              </a:pathLst>
            </a:custGeom>
            <a:solidFill>
              <a:srgbClr val="E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5986232" y="4099568"/>
              <a:ext cx="104866" cy="255500"/>
            </a:xfrm>
            <a:custGeom>
              <a:avLst/>
              <a:gdLst/>
              <a:ahLst/>
              <a:cxnLst/>
              <a:rect l="l" t="t" r="r" b="b"/>
              <a:pathLst>
                <a:path w="4548" h="11081" extrusionOk="0">
                  <a:moveTo>
                    <a:pt x="1015" y="0"/>
                  </a:moveTo>
                  <a:cubicBezTo>
                    <a:pt x="480" y="5408"/>
                    <a:pt x="0" y="9796"/>
                    <a:pt x="0" y="9796"/>
                  </a:cubicBezTo>
                  <a:cubicBezTo>
                    <a:pt x="0" y="9796"/>
                    <a:pt x="321" y="10383"/>
                    <a:pt x="1122" y="11081"/>
                  </a:cubicBezTo>
                  <a:cubicBezTo>
                    <a:pt x="1392" y="10653"/>
                    <a:pt x="1606" y="10224"/>
                    <a:pt x="1871" y="9796"/>
                  </a:cubicBezTo>
                  <a:lnTo>
                    <a:pt x="4226" y="5515"/>
                  </a:lnTo>
                  <a:lnTo>
                    <a:pt x="4547" y="1820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6078715" y="4141532"/>
              <a:ext cx="222159" cy="183930"/>
            </a:xfrm>
            <a:custGeom>
              <a:avLst/>
              <a:gdLst/>
              <a:ahLst/>
              <a:cxnLst/>
              <a:rect l="l" t="t" r="r" b="b"/>
              <a:pathLst>
                <a:path w="9635" h="7977" extrusionOk="0">
                  <a:moveTo>
                    <a:pt x="536" y="0"/>
                  </a:moveTo>
                  <a:lnTo>
                    <a:pt x="215" y="3695"/>
                  </a:lnTo>
                  <a:lnTo>
                    <a:pt x="1" y="5673"/>
                  </a:lnTo>
                  <a:lnTo>
                    <a:pt x="9476" y="5673"/>
                  </a:lnTo>
                  <a:lnTo>
                    <a:pt x="9313" y="7976"/>
                  </a:lnTo>
                  <a:cubicBezTo>
                    <a:pt x="9313" y="7976"/>
                    <a:pt x="9420" y="6692"/>
                    <a:pt x="9634" y="4710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6341612" y="4495712"/>
              <a:ext cx="53032" cy="46922"/>
            </a:xfrm>
            <a:custGeom>
              <a:avLst/>
              <a:gdLst/>
              <a:ahLst/>
              <a:cxnLst/>
              <a:rect l="l" t="t" r="r" b="b"/>
              <a:pathLst>
                <a:path w="2300" h="2035" extrusionOk="0">
                  <a:moveTo>
                    <a:pt x="0" y="1"/>
                  </a:moveTo>
                  <a:cubicBezTo>
                    <a:pt x="480" y="694"/>
                    <a:pt x="694" y="1392"/>
                    <a:pt x="801" y="2034"/>
                  </a:cubicBezTo>
                  <a:lnTo>
                    <a:pt x="908" y="2034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6045466" y="4325436"/>
              <a:ext cx="410885" cy="170303"/>
            </a:xfrm>
            <a:custGeom>
              <a:avLst/>
              <a:gdLst/>
              <a:ahLst/>
              <a:cxnLst/>
              <a:rect l="l" t="t" r="r" b="b"/>
              <a:pathLst>
                <a:path w="17820" h="7386" extrusionOk="0">
                  <a:moveTo>
                    <a:pt x="1229" y="0"/>
                  </a:moveTo>
                  <a:cubicBezTo>
                    <a:pt x="1229" y="0"/>
                    <a:pt x="642" y="964"/>
                    <a:pt x="0" y="2299"/>
                  </a:cubicBezTo>
                  <a:cubicBezTo>
                    <a:pt x="1070" y="2890"/>
                    <a:pt x="2513" y="3318"/>
                    <a:pt x="4388" y="3318"/>
                  </a:cubicBezTo>
                  <a:lnTo>
                    <a:pt x="4495" y="3318"/>
                  </a:lnTo>
                  <a:cubicBezTo>
                    <a:pt x="9419" y="4175"/>
                    <a:pt x="11774" y="5780"/>
                    <a:pt x="12844" y="7386"/>
                  </a:cubicBezTo>
                  <a:lnTo>
                    <a:pt x="15143" y="7386"/>
                  </a:lnTo>
                  <a:lnTo>
                    <a:pt x="17819" y="3318"/>
                  </a:lnTo>
                  <a:lnTo>
                    <a:pt x="17712" y="3318"/>
                  </a:lnTo>
                  <a:cubicBezTo>
                    <a:pt x="12467" y="3318"/>
                    <a:pt x="10755" y="0"/>
                    <a:pt x="10755" y="0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6362525" y="4495712"/>
              <a:ext cx="304866" cy="46922"/>
            </a:xfrm>
            <a:custGeom>
              <a:avLst/>
              <a:gdLst/>
              <a:ahLst/>
              <a:cxnLst/>
              <a:rect l="l" t="t" r="r" b="b"/>
              <a:pathLst>
                <a:path w="13222" h="2035" extrusionOk="0">
                  <a:moveTo>
                    <a:pt x="1392" y="1"/>
                  </a:moveTo>
                  <a:lnTo>
                    <a:pt x="1" y="2034"/>
                  </a:lnTo>
                  <a:lnTo>
                    <a:pt x="13222" y="2034"/>
                  </a:lnTo>
                  <a:cubicBezTo>
                    <a:pt x="13115" y="1392"/>
                    <a:pt x="12901" y="694"/>
                    <a:pt x="12417" y="1"/>
                  </a:cubicBezTo>
                  <a:close/>
                </a:path>
              </a:pathLst>
            </a:custGeom>
            <a:solidFill>
              <a:srgbClr val="DCE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6394620" y="4401939"/>
              <a:ext cx="254232" cy="93798"/>
            </a:xfrm>
            <a:custGeom>
              <a:avLst/>
              <a:gdLst/>
              <a:ahLst/>
              <a:cxnLst/>
              <a:rect l="l" t="t" r="r" b="b"/>
              <a:pathLst>
                <a:path w="11026" h="4068" extrusionOk="0">
                  <a:moveTo>
                    <a:pt x="2676" y="0"/>
                  </a:moveTo>
                  <a:lnTo>
                    <a:pt x="0" y="4068"/>
                  </a:lnTo>
                  <a:lnTo>
                    <a:pt x="11025" y="4068"/>
                  </a:lnTo>
                  <a:cubicBezTo>
                    <a:pt x="9955" y="2462"/>
                    <a:pt x="7549" y="857"/>
                    <a:pt x="2676" y="0"/>
                  </a:cubicBezTo>
                  <a:close/>
                </a:path>
              </a:pathLst>
            </a:custGeom>
            <a:solidFill>
              <a:srgbClr val="E4E7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6352656" y="4550012"/>
              <a:ext cx="317202" cy="49389"/>
            </a:xfrm>
            <a:custGeom>
              <a:avLst/>
              <a:gdLst/>
              <a:ahLst/>
              <a:cxnLst/>
              <a:rect l="l" t="t" r="r" b="b"/>
              <a:pathLst>
                <a:path w="13757" h="2142" extrusionOk="0">
                  <a:moveTo>
                    <a:pt x="322" y="1"/>
                  </a:moveTo>
                  <a:cubicBezTo>
                    <a:pt x="429" y="1229"/>
                    <a:pt x="1" y="2141"/>
                    <a:pt x="1" y="2141"/>
                  </a:cubicBezTo>
                  <a:lnTo>
                    <a:pt x="13329" y="2141"/>
                  </a:lnTo>
                  <a:cubicBezTo>
                    <a:pt x="13329" y="2086"/>
                    <a:pt x="13757" y="1229"/>
                    <a:pt x="13650" y="1"/>
                  </a:cubicBezTo>
                  <a:close/>
                </a:path>
              </a:pathLst>
            </a:custGeom>
            <a:solidFill>
              <a:srgbClr val="DCE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6360058" y="4542610"/>
              <a:ext cx="307333" cy="7425"/>
            </a:xfrm>
            <a:custGeom>
              <a:avLst/>
              <a:gdLst/>
              <a:ahLst/>
              <a:cxnLst/>
              <a:rect l="l" t="t" r="r" b="b"/>
              <a:pathLst>
                <a:path w="13329" h="322" extrusionOk="0">
                  <a:moveTo>
                    <a:pt x="1" y="0"/>
                  </a:moveTo>
                  <a:lnTo>
                    <a:pt x="1" y="322"/>
                  </a:lnTo>
                  <a:lnTo>
                    <a:pt x="13329" y="322"/>
                  </a:lnTo>
                  <a:lnTo>
                    <a:pt x="13329" y="0"/>
                  </a:lnTo>
                  <a:close/>
                </a:path>
              </a:pathLst>
            </a:custGeom>
            <a:solidFill>
              <a:srgbClr val="727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6073780" y="4272312"/>
              <a:ext cx="223427" cy="53148"/>
            </a:xfrm>
            <a:custGeom>
              <a:avLst/>
              <a:gdLst/>
              <a:ahLst/>
              <a:cxnLst/>
              <a:rect l="l" t="t" r="r" b="b"/>
              <a:pathLst>
                <a:path w="9690" h="2305" extrusionOk="0">
                  <a:moveTo>
                    <a:pt x="215" y="1"/>
                  </a:moveTo>
                  <a:lnTo>
                    <a:pt x="1" y="2304"/>
                  </a:lnTo>
                  <a:lnTo>
                    <a:pt x="9527" y="2304"/>
                  </a:lnTo>
                  <a:lnTo>
                    <a:pt x="9690" y="1"/>
                  </a:lnTo>
                  <a:close/>
                </a:path>
              </a:pathLst>
            </a:custGeom>
            <a:solidFill>
              <a:srgbClr val="E4E7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5385225" y="3881195"/>
              <a:ext cx="120960" cy="349206"/>
            </a:xfrm>
            <a:custGeom>
              <a:avLst/>
              <a:gdLst/>
              <a:ahLst/>
              <a:cxnLst/>
              <a:rect l="l" t="t" r="r" b="b"/>
              <a:pathLst>
                <a:path w="5246" h="15145" extrusionOk="0">
                  <a:moveTo>
                    <a:pt x="3375" y="1"/>
                  </a:moveTo>
                  <a:lnTo>
                    <a:pt x="1" y="3319"/>
                  </a:lnTo>
                  <a:lnTo>
                    <a:pt x="1285" y="15144"/>
                  </a:lnTo>
                  <a:cubicBezTo>
                    <a:pt x="2518" y="13809"/>
                    <a:pt x="3803" y="12310"/>
                    <a:pt x="5087" y="10812"/>
                  </a:cubicBezTo>
                  <a:lnTo>
                    <a:pt x="5246" y="10649"/>
                  </a:lnTo>
                  <a:lnTo>
                    <a:pt x="4124" y="108"/>
                  </a:lnTo>
                  <a:cubicBezTo>
                    <a:pt x="3854" y="108"/>
                    <a:pt x="3589" y="52"/>
                    <a:pt x="3375" y="1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5480290" y="3883662"/>
              <a:ext cx="194997" cy="243072"/>
            </a:xfrm>
            <a:custGeom>
              <a:avLst/>
              <a:gdLst/>
              <a:ahLst/>
              <a:cxnLst/>
              <a:rect l="l" t="t" r="r" b="b"/>
              <a:pathLst>
                <a:path w="8457" h="10542" extrusionOk="0">
                  <a:moveTo>
                    <a:pt x="1" y="1"/>
                  </a:moveTo>
                  <a:lnTo>
                    <a:pt x="1123" y="10542"/>
                  </a:lnTo>
                  <a:cubicBezTo>
                    <a:pt x="3906" y="7386"/>
                    <a:pt x="6581" y="4175"/>
                    <a:pt x="8457" y="1872"/>
                  </a:cubicBezTo>
                  <a:lnTo>
                    <a:pt x="4976" y="108"/>
                  </a:lnTo>
                  <a:cubicBezTo>
                    <a:pt x="4068" y="159"/>
                    <a:pt x="3263" y="159"/>
                    <a:pt x="2514" y="159"/>
                  </a:cubicBezTo>
                  <a:cubicBezTo>
                    <a:pt x="1551" y="159"/>
                    <a:pt x="694" y="108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5416122" y="4140333"/>
              <a:ext cx="288795" cy="459075"/>
            </a:xfrm>
            <a:custGeom>
              <a:avLst/>
              <a:gdLst/>
              <a:ahLst/>
              <a:cxnLst/>
              <a:rect l="l" t="t" r="r" b="b"/>
              <a:pathLst>
                <a:path w="12525" h="19910" extrusionOk="0">
                  <a:moveTo>
                    <a:pt x="4013" y="1"/>
                  </a:moveTo>
                  <a:cubicBezTo>
                    <a:pt x="3212" y="908"/>
                    <a:pt x="2407" y="1820"/>
                    <a:pt x="1658" y="2677"/>
                  </a:cubicBezTo>
                  <a:cubicBezTo>
                    <a:pt x="1071" y="3319"/>
                    <a:pt x="536" y="3905"/>
                    <a:pt x="1" y="4496"/>
                  </a:cubicBezTo>
                  <a:lnTo>
                    <a:pt x="695" y="10918"/>
                  </a:lnTo>
                  <a:cubicBezTo>
                    <a:pt x="1230" y="15842"/>
                    <a:pt x="5674" y="19909"/>
                    <a:pt x="10597" y="19909"/>
                  </a:cubicBezTo>
                  <a:lnTo>
                    <a:pt x="12203" y="19909"/>
                  </a:lnTo>
                  <a:lnTo>
                    <a:pt x="12361" y="17606"/>
                  </a:lnTo>
                  <a:lnTo>
                    <a:pt x="12524" y="15414"/>
                  </a:lnTo>
                  <a:lnTo>
                    <a:pt x="10114" y="15414"/>
                  </a:lnTo>
                  <a:cubicBezTo>
                    <a:pt x="7652" y="15414"/>
                    <a:pt x="5460" y="13380"/>
                    <a:pt x="5190" y="10918"/>
                  </a:cubicBezTo>
                  <a:lnTo>
                    <a:pt x="4013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5508627" y="3931759"/>
              <a:ext cx="288772" cy="563986"/>
            </a:xfrm>
            <a:custGeom>
              <a:avLst/>
              <a:gdLst/>
              <a:ahLst/>
              <a:cxnLst/>
              <a:rect l="l" t="t" r="r" b="b"/>
              <a:pathLst>
                <a:path w="12524" h="24460" extrusionOk="0">
                  <a:moveTo>
                    <a:pt x="7656" y="0"/>
                  </a:moveTo>
                  <a:cubicBezTo>
                    <a:pt x="5674" y="2410"/>
                    <a:pt x="2891" y="5729"/>
                    <a:pt x="1" y="9047"/>
                  </a:cubicBezTo>
                  <a:lnTo>
                    <a:pt x="1178" y="19964"/>
                  </a:lnTo>
                  <a:cubicBezTo>
                    <a:pt x="1448" y="22426"/>
                    <a:pt x="3640" y="24460"/>
                    <a:pt x="6102" y="24460"/>
                  </a:cubicBezTo>
                  <a:lnTo>
                    <a:pt x="8512" y="24460"/>
                  </a:lnTo>
                  <a:lnTo>
                    <a:pt x="8563" y="23334"/>
                  </a:lnTo>
                  <a:cubicBezTo>
                    <a:pt x="8992" y="21142"/>
                    <a:pt x="10276" y="18624"/>
                    <a:pt x="10918" y="17554"/>
                  </a:cubicBezTo>
                  <a:lnTo>
                    <a:pt x="10918" y="17554"/>
                  </a:lnTo>
                  <a:cubicBezTo>
                    <a:pt x="7335" y="20071"/>
                    <a:pt x="4175" y="21835"/>
                    <a:pt x="4175" y="21835"/>
                  </a:cubicBezTo>
                  <a:lnTo>
                    <a:pt x="11668" y="12095"/>
                  </a:lnTo>
                  <a:lnTo>
                    <a:pt x="12524" y="2517"/>
                  </a:lnTo>
                  <a:lnTo>
                    <a:pt x="765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5414853" y="4126707"/>
              <a:ext cx="93798" cy="117317"/>
            </a:xfrm>
            <a:custGeom>
              <a:avLst/>
              <a:gdLst/>
              <a:ahLst/>
              <a:cxnLst/>
              <a:rect l="l" t="t" r="r" b="b"/>
              <a:pathLst>
                <a:path w="4068" h="5088" extrusionOk="0">
                  <a:moveTo>
                    <a:pt x="3961" y="1"/>
                  </a:moveTo>
                  <a:lnTo>
                    <a:pt x="3802" y="164"/>
                  </a:lnTo>
                  <a:cubicBezTo>
                    <a:pt x="2518" y="1662"/>
                    <a:pt x="1233" y="3161"/>
                    <a:pt x="0" y="4496"/>
                  </a:cubicBezTo>
                  <a:lnTo>
                    <a:pt x="56" y="5087"/>
                  </a:lnTo>
                  <a:cubicBezTo>
                    <a:pt x="591" y="4496"/>
                    <a:pt x="1126" y="3910"/>
                    <a:pt x="1713" y="3268"/>
                  </a:cubicBezTo>
                  <a:cubicBezTo>
                    <a:pt x="2462" y="2411"/>
                    <a:pt x="3267" y="1499"/>
                    <a:pt x="4068" y="592"/>
                  </a:cubicBezTo>
                  <a:lnTo>
                    <a:pt x="3961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5506160" y="3926802"/>
              <a:ext cx="178995" cy="213559"/>
            </a:xfrm>
            <a:custGeom>
              <a:avLst/>
              <a:gdLst/>
              <a:ahLst/>
              <a:cxnLst/>
              <a:rect l="l" t="t" r="r" b="b"/>
              <a:pathLst>
                <a:path w="7763" h="9262" extrusionOk="0">
                  <a:moveTo>
                    <a:pt x="7335" y="1"/>
                  </a:moveTo>
                  <a:cubicBezTo>
                    <a:pt x="5459" y="2304"/>
                    <a:pt x="2784" y="5515"/>
                    <a:pt x="1" y="8671"/>
                  </a:cubicBezTo>
                  <a:lnTo>
                    <a:pt x="108" y="9262"/>
                  </a:lnTo>
                  <a:cubicBezTo>
                    <a:pt x="2998" y="5944"/>
                    <a:pt x="5781" y="2625"/>
                    <a:pt x="7763" y="215"/>
                  </a:cubicBezTo>
                  <a:lnTo>
                    <a:pt x="7335" y="1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5604890" y="4210634"/>
              <a:ext cx="172770" cy="224603"/>
            </a:xfrm>
            <a:custGeom>
              <a:avLst/>
              <a:gdLst/>
              <a:ahLst/>
              <a:cxnLst/>
              <a:rect l="l" t="t" r="r" b="b"/>
              <a:pathLst>
                <a:path w="7493" h="9741" extrusionOk="0">
                  <a:moveTo>
                    <a:pt x="7493" y="0"/>
                  </a:moveTo>
                  <a:lnTo>
                    <a:pt x="0" y="9740"/>
                  </a:lnTo>
                  <a:cubicBezTo>
                    <a:pt x="0" y="9740"/>
                    <a:pt x="3160" y="7976"/>
                    <a:pt x="6743" y="5459"/>
                  </a:cubicBezTo>
                  <a:cubicBezTo>
                    <a:pt x="6906" y="5138"/>
                    <a:pt x="7013" y="4979"/>
                    <a:pt x="7013" y="4979"/>
                  </a:cubicBezTo>
                  <a:lnTo>
                    <a:pt x="7227" y="2676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5332217" y="3124738"/>
              <a:ext cx="16025" cy="69126"/>
            </a:xfrm>
            <a:custGeom>
              <a:avLst/>
              <a:gdLst/>
              <a:ahLst/>
              <a:cxnLst/>
              <a:rect l="l" t="t" r="r" b="b"/>
              <a:pathLst>
                <a:path w="695" h="2998" extrusionOk="0">
                  <a:moveTo>
                    <a:pt x="373" y="0"/>
                  </a:moveTo>
                  <a:lnTo>
                    <a:pt x="159" y="750"/>
                  </a:lnTo>
                  <a:cubicBezTo>
                    <a:pt x="52" y="1071"/>
                    <a:pt x="1" y="1713"/>
                    <a:pt x="266" y="2355"/>
                  </a:cubicBezTo>
                  <a:cubicBezTo>
                    <a:pt x="373" y="2569"/>
                    <a:pt x="536" y="2783"/>
                    <a:pt x="694" y="299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E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5586422" y="2838461"/>
              <a:ext cx="116025" cy="124695"/>
            </a:xfrm>
            <a:custGeom>
              <a:avLst/>
              <a:gdLst/>
              <a:ahLst/>
              <a:cxnLst/>
              <a:rect l="l" t="t" r="r" b="b"/>
              <a:pathLst>
                <a:path w="5032" h="5408" extrusionOk="0">
                  <a:moveTo>
                    <a:pt x="2676" y="0"/>
                  </a:moveTo>
                  <a:cubicBezTo>
                    <a:pt x="2141" y="857"/>
                    <a:pt x="1229" y="1927"/>
                    <a:pt x="0" y="2783"/>
                  </a:cubicBezTo>
                  <a:lnTo>
                    <a:pt x="5031" y="5408"/>
                  </a:lnTo>
                  <a:cubicBezTo>
                    <a:pt x="4868" y="3854"/>
                    <a:pt x="4389" y="2304"/>
                    <a:pt x="3477" y="1019"/>
                  </a:cubicBezTo>
                  <a:cubicBezTo>
                    <a:pt x="3211" y="642"/>
                    <a:pt x="2942" y="321"/>
                    <a:pt x="2676" y="0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5308721" y="2932234"/>
              <a:ext cx="19783" cy="75352"/>
            </a:xfrm>
            <a:custGeom>
              <a:avLst/>
              <a:gdLst/>
              <a:ahLst/>
              <a:cxnLst/>
              <a:rect l="l" t="t" r="r" b="b"/>
              <a:pathLst>
                <a:path w="858" h="3268" extrusionOk="0">
                  <a:moveTo>
                    <a:pt x="485" y="1"/>
                  </a:moveTo>
                  <a:cubicBezTo>
                    <a:pt x="322" y="322"/>
                    <a:pt x="215" y="643"/>
                    <a:pt x="163" y="964"/>
                  </a:cubicBezTo>
                  <a:cubicBezTo>
                    <a:pt x="1" y="1820"/>
                    <a:pt x="271" y="2676"/>
                    <a:pt x="857" y="3267"/>
                  </a:cubicBezTo>
                  <a:lnTo>
                    <a:pt x="485" y="1"/>
                  </a:lnTo>
                  <a:close/>
                </a:path>
              </a:pathLst>
            </a:custGeom>
            <a:solidFill>
              <a:srgbClr val="E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5771524" y="3989794"/>
              <a:ext cx="238115" cy="335671"/>
            </a:xfrm>
            <a:custGeom>
              <a:avLst/>
              <a:gdLst/>
              <a:ahLst/>
              <a:cxnLst/>
              <a:rect l="l" t="t" r="r" b="b"/>
              <a:pathLst>
                <a:path w="10327" h="14558" extrusionOk="0">
                  <a:moveTo>
                    <a:pt x="1122" y="0"/>
                  </a:moveTo>
                  <a:lnTo>
                    <a:pt x="266" y="9578"/>
                  </a:lnTo>
                  <a:lnTo>
                    <a:pt x="0" y="12254"/>
                  </a:lnTo>
                  <a:lnTo>
                    <a:pt x="9471" y="12254"/>
                  </a:lnTo>
                  <a:lnTo>
                    <a:pt x="9312" y="14557"/>
                  </a:lnTo>
                  <a:cubicBezTo>
                    <a:pt x="9312" y="14557"/>
                    <a:pt x="9792" y="10169"/>
                    <a:pt x="10327" y="4761"/>
                  </a:cubicBezTo>
                  <a:lnTo>
                    <a:pt x="1122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5706065" y="4325436"/>
              <a:ext cx="443073" cy="170303"/>
            </a:xfrm>
            <a:custGeom>
              <a:avLst/>
              <a:gdLst/>
              <a:ahLst/>
              <a:cxnLst/>
              <a:rect l="l" t="t" r="r" b="b"/>
              <a:pathLst>
                <a:path w="19216" h="7386" extrusionOk="0">
                  <a:moveTo>
                    <a:pt x="2625" y="0"/>
                  </a:moveTo>
                  <a:cubicBezTo>
                    <a:pt x="2625" y="0"/>
                    <a:pt x="2518" y="159"/>
                    <a:pt x="2355" y="480"/>
                  </a:cubicBezTo>
                  <a:cubicBezTo>
                    <a:pt x="1713" y="1550"/>
                    <a:pt x="429" y="4068"/>
                    <a:pt x="0" y="6260"/>
                  </a:cubicBezTo>
                  <a:lnTo>
                    <a:pt x="377" y="6260"/>
                  </a:lnTo>
                  <a:cubicBezTo>
                    <a:pt x="2676" y="6260"/>
                    <a:pt x="4231" y="6744"/>
                    <a:pt x="5245" y="7386"/>
                  </a:cubicBezTo>
                  <a:lnTo>
                    <a:pt x="16540" y="7386"/>
                  </a:lnTo>
                  <a:lnTo>
                    <a:pt x="19215" y="3318"/>
                  </a:lnTo>
                  <a:lnTo>
                    <a:pt x="19108" y="3318"/>
                  </a:lnTo>
                  <a:cubicBezTo>
                    <a:pt x="17233" y="3318"/>
                    <a:pt x="15790" y="2890"/>
                    <a:pt x="14720" y="2299"/>
                  </a:cubicBezTo>
                  <a:cubicBezTo>
                    <a:pt x="14129" y="1978"/>
                    <a:pt x="13650" y="1657"/>
                    <a:pt x="13273" y="1285"/>
                  </a:cubicBezTo>
                  <a:cubicBezTo>
                    <a:pt x="12472" y="587"/>
                    <a:pt x="12151" y="0"/>
                    <a:pt x="12151" y="0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5827000" y="4495712"/>
              <a:ext cx="260434" cy="50565"/>
            </a:xfrm>
            <a:custGeom>
              <a:avLst/>
              <a:gdLst/>
              <a:ahLst/>
              <a:cxnLst/>
              <a:rect l="l" t="t" r="r" b="b"/>
              <a:pathLst>
                <a:path w="11295" h="2193" extrusionOk="0">
                  <a:moveTo>
                    <a:pt x="0" y="1"/>
                  </a:moveTo>
                  <a:cubicBezTo>
                    <a:pt x="1606" y="964"/>
                    <a:pt x="1927" y="2193"/>
                    <a:pt x="1927" y="2193"/>
                  </a:cubicBezTo>
                  <a:lnTo>
                    <a:pt x="9796" y="2193"/>
                  </a:lnTo>
                  <a:lnTo>
                    <a:pt x="9796" y="2034"/>
                  </a:lnTo>
                  <a:lnTo>
                    <a:pt x="9903" y="2034"/>
                  </a:lnTo>
                  <a:lnTo>
                    <a:pt x="11295" y="1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5704889" y="4469750"/>
              <a:ext cx="1199" cy="25986"/>
            </a:xfrm>
            <a:custGeom>
              <a:avLst/>
              <a:gdLst/>
              <a:ahLst/>
              <a:cxnLst/>
              <a:rect l="l" t="t" r="r" b="b"/>
              <a:pathLst>
                <a:path w="52" h="1127" extrusionOk="0">
                  <a:moveTo>
                    <a:pt x="51" y="1"/>
                  </a:moveTo>
                  <a:lnTo>
                    <a:pt x="0" y="1127"/>
                  </a:lnTo>
                  <a:lnTo>
                    <a:pt x="0" y="1127"/>
                  </a:lnTo>
                  <a:close/>
                </a:path>
              </a:pathLst>
            </a:custGeom>
            <a:solidFill>
              <a:srgbClr val="EC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6055335" y="4495712"/>
              <a:ext cx="304751" cy="46922"/>
            </a:xfrm>
            <a:custGeom>
              <a:avLst/>
              <a:gdLst/>
              <a:ahLst/>
              <a:cxnLst/>
              <a:rect l="l" t="t" r="r" b="b"/>
              <a:pathLst>
                <a:path w="13217" h="2035" extrusionOk="0">
                  <a:moveTo>
                    <a:pt x="1392" y="1"/>
                  </a:moveTo>
                  <a:lnTo>
                    <a:pt x="0" y="2034"/>
                  </a:lnTo>
                  <a:lnTo>
                    <a:pt x="13217" y="2034"/>
                  </a:lnTo>
                  <a:cubicBezTo>
                    <a:pt x="13110" y="1392"/>
                    <a:pt x="12896" y="694"/>
                    <a:pt x="12416" y="1"/>
                  </a:cubicBezTo>
                  <a:close/>
                </a:path>
              </a:pathLst>
            </a:custGeom>
            <a:solidFill>
              <a:srgbClr val="ECF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6087407" y="4401939"/>
              <a:ext cx="254232" cy="93798"/>
            </a:xfrm>
            <a:custGeom>
              <a:avLst/>
              <a:gdLst/>
              <a:ahLst/>
              <a:cxnLst/>
              <a:rect l="l" t="t" r="r" b="b"/>
              <a:pathLst>
                <a:path w="11026" h="4068" extrusionOk="0">
                  <a:moveTo>
                    <a:pt x="2676" y="0"/>
                  </a:moveTo>
                  <a:lnTo>
                    <a:pt x="1" y="4068"/>
                  </a:lnTo>
                  <a:lnTo>
                    <a:pt x="11025" y="4068"/>
                  </a:lnTo>
                  <a:cubicBezTo>
                    <a:pt x="9955" y="2462"/>
                    <a:pt x="7600" y="857"/>
                    <a:pt x="2676" y="0"/>
                  </a:cubicBezTo>
                  <a:close/>
                </a:path>
              </a:pathLst>
            </a:custGeom>
            <a:solidFill>
              <a:srgbClr val="F5F8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5697488" y="4495712"/>
              <a:ext cx="665071" cy="103690"/>
            </a:xfrm>
            <a:custGeom>
              <a:avLst/>
              <a:gdLst/>
              <a:ahLst/>
              <a:cxnLst/>
              <a:rect l="l" t="t" r="r" b="b"/>
              <a:pathLst>
                <a:path w="28844" h="4497" extrusionOk="0">
                  <a:moveTo>
                    <a:pt x="321" y="1"/>
                  </a:moveTo>
                  <a:lnTo>
                    <a:pt x="158" y="2193"/>
                  </a:lnTo>
                  <a:lnTo>
                    <a:pt x="0" y="4496"/>
                  </a:lnTo>
                  <a:lnTo>
                    <a:pt x="28416" y="4496"/>
                  </a:lnTo>
                  <a:cubicBezTo>
                    <a:pt x="28416" y="4496"/>
                    <a:pt x="28844" y="3584"/>
                    <a:pt x="28737" y="2356"/>
                  </a:cubicBezTo>
                  <a:lnTo>
                    <a:pt x="15413" y="2356"/>
                  </a:lnTo>
                  <a:lnTo>
                    <a:pt x="15413" y="2193"/>
                  </a:lnTo>
                  <a:lnTo>
                    <a:pt x="7544" y="2193"/>
                  </a:lnTo>
                  <a:cubicBezTo>
                    <a:pt x="7544" y="2193"/>
                    <a:pt x="7223" y="964"/>
                    <a:pt x="5617" y="1"/>
                  </a:cubicBezTo>
                  <a:close/>
                </a:path>
              </a:pathLst>
            </a:custGeom>
            <a:solidFill>
              <a:srgbClr val="ECF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5704889" y="4469750"/>
              <a:ext cx="122136" cy="25986"/>
            </a:xfrm>
            <a:custGeom>
              <a:avLst/>
              <a:gdLst/>
              <a:ahLst/>
              <a:cxnLst/>
              <a:rect l="l" t="t" r="r" b="b"/>
              <a:pathLst>
                <a:path w="5297" h="1127" extrusionOk="0">
                  <a:moveTo>
                    <a:pt x="51" y="1"/>
                  </a:moveTo>
                  <a:lnTo>
                    <a:pt x="0" y="1127"/>
                  </a:lnTo>
                  <a:lnTo>
                    <a:pt x="5296" y="1127"/>
                  </a:lnTo>
                  <a:cubicBezTo>
                    <a:pt x="4282" y="485"/>
                    <a:pt x="2727" y="1"/>
                    <a:pt x="428" y="1"/>
                  </a:cubicBezTo>
                  <a:close/>
                </a:path>
              </a:pathLst>
            </a:custGeom>
            <a:solidFill>
              <a:srgbClr val="F5F8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052868" y="4542610"/>
              <a:ext cx="307218" cy="7425"/>
            </a:xfrm>
            <a:custGeom>
              <a:avLst/>
              <a:gdLst/>
              <a:ahLst/>
              <a:cxnLst/>
              <a:rect l="l" t="t" r="r" b="b"/>
              <a:pathLst>
                <a:path w="13324" h="322" extrusionOk="0">
                  <a:moveTo>
                    <a:pt x="0" y="0"/>
                  </a:moveTo>
                  <a:lnTo>
                    <a:pt x="0" y="159"/>
                  </a:lnTo>
                  <a:lnTo>
                    <a:pt x="0" y="322"/>
                  </a:lnTo>
                  <a:lnTo>
                    <a:pt x="13324" y="322"/>
                  </a:lnTo>
                  <a:lnTo>
                    <a:pt x="13324" y="0"/>
                  </a:lnTo>
                  <a:close/>
                </a:path>
              </a:pathLst>
            </a:custGeom>
            <a:solidFill>
              <a:srgbClr val="727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5766567" y="4272312"/>
              <a:ext cx="223335" cy="53148"/>
            </a:xfrm>
            <a:custGeom>
              <a:avLst/>
              <a:gdLst/>
              <a:ahLst/>
              <a:cxnLst/>
              <a:rect l="l" t="t" r="r" b="b"/>
              <a:pathLst>
                <a:path w="9686" h="2305" extrusionOk="0">
                  <a:moveTo>
                    <a:pt x="215" y="1"/>
                  </a:moveTo>
                  <a:lnTo>
                    <a:pt x="1" y="2304"/>
                  </a:lnTo>
                  <a:lnTo>
                    <a:pt x="9527" y="2304"/>
                  </a:lnTo>
                  <a:lnTo>
                    <a:pt x="9686" y="1"/>
                  </a:lnTo>
                  <a:close/>
                </a:path>
              </a:pathLst>
            </a:custGeom>
            <a:solidFill>
              <a:srgbClr val="F5F8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5306254" y="3227204"/>
              <a:ext cx="95089" cy="494791"/>
            </a:xfrm>
            <a:custGeom>
              <a:avLst/>
              <a:gdLst/>
              <a:ahLst/>
              <a:cxnLst/>
              <a:rect l="l" t="t" r="r" b="b"/>
              <a:pathLst>
                <a:path w="4124" h="21459" extrusionOk="0">
                  <a:moveTo>
                    <a:pt x="1" y="0"/>
                  </a:moveTo>
                  <a:lnTo>
                    <a:pt x="2304" y="21459"/>
                  </a:lnTo>
                  <a:cubicBezTo>
                    <a:pt x="2463" y="20872"/>
                    <a:pt x="2677" y="20444"/>
                    <a:pt x="2891" y="20337"/>
                  </a:cubicBezTo>
                  <a:cubicBezTo>
                    <a:pt x="3160" y="20230"/>
                    <a:pt x="3589" y="20123"/>
                    <a:pt x="4124" y="19960"/>
                  </a:cubicBezTo>
                  <a:lnTo>
                    <a:pt x="2197" y="2141"/>
                  </a:lnTo>
                  <a:cubicBezTo>
                    <a:pt x="1448" y="1336"/>
                    <a:pt x="699" y="587"/>
                    <a:pt x="1" y="0"/>
                  </a:cubicBezTo>
                  <a:close/>
                </a:path>
              </a:pathLst>
            </a:custGeom>
            <a:solidFill>
              <a:srgbClr val="DFBC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5456794" y="3817050"/>
              <a:ext cx="23519" cy="66636"/>
            </a:xfrm>
            <a:custGeom>
              <a:avLst/>
              <a:gdLst/>
              <a:ahLst/>
              <a:cxnLst/>
              <a:rect l="l" t="t" r="r" b="b"/>
              <a:pathLst>
                <a:path w="1020" h="2890" extrusionOk="0">
                  <a:moveTo>
                    <a:pt x="164" y="0"/>
                  </a:moveTo>
                  <a:cubicBezTo>
                    <a:pt x="1" y="908"/>
                    <a:pt x="1" y="2676"/>
                    <a:pt x="1" y="2676"/>
                  </a:cubicBezTo>
                  <a:cubicBezTo>
                    <a:pt x="108" y="2727"/>
                    <a:pt x="164" y="2727"/>
                    <a:pt x="271" y="2783"/>
                  </a:cubicBezTo>
                  <a:cubicBezTo>
                    <a:pt x="485" y="2834"/>
                    <a:pt x="750" y="2890"/>
                    <a:pt x="1020" y="2890"/>
                  </a:cubicBezTo>
                  <a:lnTo>
                    <a:pt x="750" y="265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5474087" y="3823160"/>
              <a:ext cx="120937" cy="64192"/>
            </a:xfrm>
            <a:custGeom>
              <a:avLst/>
              <a:gdLst/>
              <a:ahLst/>
              <a:cxnLst/>
              <a:rect l="l" t="t" r="r" b="b"/>
              <a:pathLst>
                <a:path w="5245" h="2784" extrusionOk="0">
                  <a:moveTo>
                    <a:pt x="0" y="0"/>
                  </a:moveTo>
                  <a:lnTo>
                    <a:pt x="270" y="2625"/>
                  </a:lnTo>
                  <a:cubicBezTo>
                    <a:pt x="963" y="2732"/>
                    <a:pt x="1820" y="2783"/>
                    <a:pt x="2783" y="2783"/>
                  </a:cubicBezTo>
                  <a:cubicBezTo>
                    <a:pt x="3532" y="2783"/>
                    <a:pt x="4337" y="2783"/>
                    <a:pt x="5245" y="27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5359378" y="3687423"/>
              <a:ext cx="101199" cy="196265"/>
            </a:xfrm>
            <a:custGeom>
              <a:avLst/>
              <a:gdLst/>
              <a:ahLst/>
              <a:cxnLst/>
              <a:rect l="l" t="t" r="r" b="b"/>
              <a:pathLst>
                <a:path w="4389" h="8512" extrusionOk="0">
                  <a:moveTo>
                    <a:pt x="1871" y="7707"/>
                  </a:moveTo>
                  <a:lnTo>
                    <a:pt x="2062" y="7740"/>
                  </a:lnTo>
                  <a:lnTo>
                    <a:pt x="2062" y="7740"/>
                  </a:lnTo>
                  <a:cubicBezTo>
                    <a:pt x="2043" y="7719"/>
                    <a:pt x="2034" y="7707"/>
                    <a:pt x="2034" y="7707"/>
                  </a:cubicBezTo>
                  <a:close/>
                  <a:moveTo>
                    <a:pt x="1820" y="0"/>
                  </a:moveTo>
                  <a:cubicBezTo>
                    <a:pt x="1285" y="163"/>
                    <a:pt x="856" y="270"/>
                    <a:pt x="587" y="377"/>
                  </a:cubicBezTo>
                  <a:cubicBezTo>
                    <a:pt x="373" y="484"/>
                    <a:pt x="159" y="912"/>
                    <a:pt x="0" y="1499"/>
                  </a:cubicBezTo>
                  <a:lnTo>
                    <a:pt x="535" y="6264"/>
                  </a:lnTo>
                  <a:lnTo>
                    <a:pt x="801" y="4231"/>
                  </a:lnTo>
                  <a:lnTo>
                    <a:pt x="1122" y="4282"/>
                  </a:lnTo>
                  <a:lnTo>
                    <a:pt x="801" y="6585"/>
                  </a:lnTo>
                  <a:lnTo>
                    <a:pt x="642" y="6585"/>
                  </a:lnTo>
                  <a:cubicBezTo>
                    <a:pt x="642" y="6585"/>
                    <a:pt x="1178" y="7707"/>
                    <a:pt x="1871" y="7707"/>
                  </a:cubicBezTo>
                  <a:lnTo>
                    <a:pt x="2192" y="5887"/>
                  </a:lnTo>
                  <a:lnTo>
                    <a:pt x="2569" y="5943"/>
                  </a:lnTo>
                  <a:lnTo>
                    <a:pt x="2192" y="7763"/>
                  </a:lnTo>
                  <a:lnTo>
                    <a:pt x="2062" y="7740"/>
                  </a:lnTo>
                  <a:lnTo>
                    <a:pt x="2062" y="7740"/>
                  </a:lnTo>
                  <a:cubicBezTo>
                    <a:pt x="2194" y="7892"/>
                    <a:pt x="2781" y="8512"/>
                    <a:pt x="3532" y="8512"/>
                  </a:cubicBezTo>
                  <a:cubicBezTo>
                    <a:pt x="3746" y="8512"/>
                    <a:pt x="4012" y="8456"/>
                    <a:pt x="4226" y="8298"/>
                  </a:cubicBezTo>
                  <a:cubicBezTo>
                    <a:pt x="4226" y="8298"/>
                    <a:pt x="4226" y="6530"/>
                    <a:pt x="4389" y="5622"/>
                  </a:cubicBezTo>
                  <a:lnTo>
                    <a:pt x="2299" y="4552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402518" y="3823160"/>
              <a:ext cx="16094" cy="43256"/>
            </a:xfrm>
            <a:custGeom>
              <a:avLst/>
              <a:gdLst/>
              <a:ahLst/>
              <a:cxnLst/>
              <a:rect l="l" t="t" r="r" b="b"/>
              <a:pathLst>
                <a:path w="698" h="1876" extrusionOk="0">
                  <a:moveTo>
                    <a:pt x="321" y="0"/>
                  </a:moveTo>
                  <a:lnTo>
                    <a:pt x="0" y="1820"/>
                  </a:lnTo>
                  <a:lnTo>
                    <a:pt x="321" y="1876"/>
                  </a:lnTo>
                  <a:lnTo>
                    <a:pt x="698" y="56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727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5371713" y="3784954"/>
              <a:ext cx="13535" cy="54323"/>
            </a:xfrm>
            <a:custGeom>
              <a:avLst/>
              <a:gdLst/>
              <a:ahLst/>
              <a:cxnLst/>
              <a:rect l="l" t="t" r="r" b="b"/>
              <a:pathLst>
                <a:path w="587" h="2356" extrusionOk="0">
                  <a:moveTo>
                    <a:pt x="266" y="1"/>
                  </a:moveTo>
                  <a:lnTo>
                    <a:pt x="0" y="2034"/>
                  </a:lnTo>
                  <a:lnTo>
                    <a:pt x="0" y="2300"/>
                  </a:lnTo>
                  <a:lnTo>
                    <a:pt x="107" y="2355"/>
                  </a:lnTo>
                  <a:lnTo>
                    <a:pt x="266" y="2355"/>
                  </a:lnTo>
                  <a:lnTo>
                    <a:pt x="587" y="52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rgbClr val="727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396385" y="2745956"/>
              <a:ext cx="267744" cy="156699"/>
            </a:xfrm>
            <a:custGeom>
              <a:avLst/>
              <a:gdLst/>
              <a:ahLst/>
              <a:cxnLst/>
              <a:rect l="l" t="t" r="r" b="b"/>
              <a:pathLst>
                <a:path w="11612" h="6796" extrusionOk="0">
                  <a:moveTo>
                    <a:pt x="4068" y="1"/>
                  </a:moveTo>
                  <a:cubicBezTo>
                    <a:pt x="3156" y="1"/>
                    <a:pt x="2355" y="108"/>
                    <a:pt x="1765" y="322"/>
                  </a:cubicBezTo>
                  <a:cubicBezTo>
                    <a:pt x="964" y="643"/>
                    <a:pt x="429" y="1550"/>
                    <a:pt x="1" y="2569"/>
                  </a:cubicBezTo>
                  <a:lnTo>
                    <a:pt x="8242" y="6795"/>
                  </a:lnTo>
                  <a:cubicBezTo>
                    <a:pt x="9471" y="5939"/>
                    <a:pt x="10383" y="4869"/>
                    <a:pt x="10918" y="4012"/>
                  </a:cubicBezTo>
                  <a:cubicBezTo>
                    <a:pt x="11398" y="3263"/>
                    <a:pt x="11612" y="2728"/>
                    <a:pt x="11612" y="2728"/>
                  </a:cubicBezTo>
                  <a:cubicBezTo>
                    <a:pt x="10597" y="1015"/>
                    <a:pt x="6851" y="1"/>
                    <a:pt x="4068" y="1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5169341" y="1948827"/>
              <a:ext cx="1538742" cy="1199451"/>
            </a:xfrm>
            <a:custGeom>
              <a:avLst/>
              <a:gdLst/>
              <a:ahLst/>
              <a:cxnLst/>
              <a:rect l="l" t="t" r="r" b="b"/>
              <a:pathLst>
                <a:path w="66735" h="52020" extrusionOk="0">
                  <a:moveTo>
                    <a:pt x="0" y="0"/>
                  </a:moveTo>
                  <a:lnTo>
                    <a:pt x="1978" y="18676"/>
                  </a:lnTo>
                  <a:lnTo>
                    <a:pt x="3477" y="19425"/>
                  </a:lnTo>
                  <a:cubicBezTo>
                    <a:pt x="3640" y="18624"/>
                    <a:pt x="4119" y="17605"/>
                    <a:pt x="5404" y="17177"/>
                  </a:cubicBezTo>
                  <a:cubicBezTo>
                    <a:pt x="5725" y="17126"/>
                    <a:pt x="5994" y="17070"/>
                    <a:pt x="6316" y="17070"/>
                  </a:cubicBezTo>
                  <a:lnTo>
                    <a:pt x="4761" y="2462"/>
                  </a:lnTo>
                  <a:lnTo>
                    <a:pt x="0" y="0"/>
                  </a:lnTo>
                  <a:close/>
                  <a:moveTo>
                    <a:pt x="59940" y="30933"/>
                  </a:moveTo>
                  <a:lnTo>
                    <a:pt x="61974" y="49558"/>
                  </a:lnTo>
                  <a:lnTo>
                    <a:pt x="66735" y="52019"/>
                  </a:lnTo>
                  <a:lnTo>
                    <a:pt x="64701" y="33395"/>
                  </a:lnTo>
                  <a:lnTo>
                    <a:pt x="59940" y="30933"/>
                  </a:lnTo>
                  <a:close/>
                </a:path>
              </a:pathLst>
            </a:custGeom>
            <a:solidFill>
              <a:srgbClr val="ECF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5279116" y="2005570"/>
              <a:ext cx="1319189" cy="1085939"/>
            </a:xfrm>
            <a:custGeom>
              <a:avLst/>
              <a:gdLst/>
              <a:ahLst/>
              <a:cxnLst/>
              <a:rect l="l" t="t" r="r" b="b"/>
              <a:pathLst>
                <a:path w="57213" h="47097" extrusionOk="0">
                  <a:moveTo>
                    <a:pt x="0" y="1"/>
                  </a:moveTo>
                  <a:lnTo>
                    <a:pt x="1555" y="14609"/>
                  </a:lnTo>
                  <a:cubicBezTo>
                    <a:pt x="3374" y="14609"/>
                    <a:pt x="4552" y="16484"/>
                    <a:pt x="4659" y="17234"/>
                  </a:cubicBezTo>
                  <a:cubicBezTo>
                    <a:pt x="4659" y="17234"/>
                    <a:pt x="6101" y="15628"/>
                    <a:pt x="7870" y="15628"/>
                  </a:cubicBezTo>
                  <a:cubicBezTo>
                    <a:pt x="8670" y="15628"/>
                    <a:pt x="9582" y="15949"/>
                    <a:pt x="10438" y="17020"/>
                  </a:cubicBezTo>
                  <a:cubicBezTo>
                    <a:pt x="13166" y="20338"/>
                    <a:pt x="9848" y="22209"/>
                    <a:pt x="9848" y="22209"/>
                  </a:cubicBezTo>
                  <a:cubicBezTo>
                    <a:pt x="9848" y="22209"/>
                    <a:pt x="10760" y="21729"/>
                    <a:pt x="11774" y="21729"/>
                  </a:cubicBezTo>
                  <a:cubicBezTo>
                    <a:pt x="12686" y="21729"/>
                    <a:pt x="13701" y="22102"/>
                    <a:pt x="14343" y="23279"/>
                  </a:cubicBezTo>
                  <a:cubicBezTo>
                    <a:pt x="14771" y="24028"/>
                    <a:pt x="14827" y="24670"/>
                    <a:pt x="14720" y="25206"/>
                  </a:cubicBezTo>
                  <a:lnTo>
                    <a:pt x="57213" y="47097"/>
                  </a:lnTo>
                  <a:lnTo>
                    <a:pt x="55179" y="284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F8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5249488" y="2342411"/>
              <a:ext cx="75352" cy="92622"/>
            </a:xfrm>
            <a:custGeom>
              <a:avLst/>
              <a:gdLst/>
              <a:ahLst/>
              <a:cxnLst/>
              <a:rect l="l" t="t" r="r" b="b"/>
              <a:pathLst>
                <a:path w="3268" h="4017" extrusionOk="0">
                  <a:moveTo>
                    <a:pt x="2840" y="0"/>
                  </a:moveTo>
                  <a:cubicBezTo>
                    <a:pt x="2518" y="0"/>
                    <a:pt x="2249" y="56"/>
                    <a:pt x="1928" y="107"/>
                  </a:cubicBezTo>
                  <a:cubicBezTo>
                    <a:pt x="643" y="535"/>
                    <a:pt x="164" y="1554"/>
                    <a:pt x="1" y="2355"/>
                  </a:cubicBezTo>
                  <a:lnTo>
                    <a:pt x="3268" y="4016"/>
                  </a:lnTo>
                  <a:lnTo>
                    <a:pt x="2840" y="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5314947" y="2342411"/>
              <a:ext cx="306042" cy="244340"/>
            </a:xfrm>
            <a:custGeom>
              <a:avLst/>
              <a:gdLst/>
              <a:ahLst/>
              <a:cxnLst/>
              <a:rect l="l" t="t" r="r" b="b"/>
              <a:pathLst>
                <a:path w="13273" h="10597" extrusionOk="0">
                  <a:moveTo>
                    <a:pt x="1" y="0"/>
                  </a:moveTo>
                  <a:lnTo>
                    <a:pt x="429" y="4016"/>
                  </a:lnTo>
                  <a:lnTo>
                    <a:pt x="13166" y="10597"/>
                  </a:lnTo>
                  <a:cubicBezTo>
                    <a:pt x="13273" y="10061"/>
                    <a:pt x="13217" y="9419"/>
                    <a:pt x="12789" y="8670"/>
                  </a:cubicBezTo>
                  <a:cubicBezTo>
                    <a:pt x="12147" y="7493"/>
                    <a:pt x="11132" y="7120"/>
                    <a:pt x="10220" y="7120"/>
                  </a:cubicBezTo>
                  <a:cubicBezTo>
                    <a:pt x="9206" y="7120"/>
                    <a:pt x="8294" y="7600"/>
                    <a:pt x="8294" y="7600"/>
                  </a:cubicBezTo>
                  <a:cubicBezTo>
                    <a:pt x="8294" y="7600"/>
                    <a:pt x="11612" y="5729"/>
                    <a:pt x="8884" y="2411"/>
                  </a:cubicBezTo>
                  <a:cubicBezTo>
                    <a:pt x="8028" y="1340"/>
                    <a:pt x="7116" y="1019"/>
                    <a:pt x="6316" y="1019"/>
                  </a:cubicBezTo>
                  <a:cubicBezTo>
                    <a:pt x="4547" y="1019"/>
                    <a:pt x="3105" y="2625"/>
                    <a:pt x="3105" y="2625"/>
                  </a:cubicBezTo>
                  <a:cubicBezTo>
                    <a:pt x="2998" y="1875"/>
                    <a:pt x="1820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6541517" y="1688397"/>
              <a:ext cx="13535" cy="56791"/>
            </a:xfrm>
            <a:custGeom>
              <a:avLst/>
              <a:gdLst/>
              <a:ahLst/>
              <a:cxnLst/>
              <a:rect l="l" t="t" r="r" b="b"/>
              <a:pathLst>
                <a:path w="587" h="2463" extrusionOk="0">
                  <a:moveTo>
                    <a:pt x="587" y="2462"/>
                  </a:moveTo>
                  <a:lnTo>
                    <a:pt x="587" y="2462"/>
                  </a:lnTo>
                  <a:lnTo>
                    <a:pt x="587" y="2462"/>
                  </a:lnTo>
                  <a:close/>
                  <a:moveTo>
                    <a:pt x="52" y="1"/>
                  </a:moveTo>
                  <a:cubicBezTo>
                    <a:pt x="266" y="806"/>
                    <a:pt x="428" y="1606"/>
                    <a:pt x="587" y="2462"/>
                  </a:cubicBezTo>
                  <a:cubicBezTo>
                    <a:pt x="428" y="1606"/>
                    <a:pt x="266" y="806"/>
                    <a:pt x="52" y="1"/>
                  </a:cubicBezTo>
                  <a:close/>
                  <a:moveTo>
                    <a:pt x="0" y="1"/>
                  </a:moveTo>
                  <a:lnTo>
                    <a:pt x="52" y="1"/>
                  </a:lnTo>
                  <a:close/>
                </a:path>
              </a:pathLst>
            </a:custGeom>
            <a:solidFill>
              <a:srgbClr val="DABC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5327282" y="1123245"/>
              <a:ext cx="1249993" cy="810794"/>
            </a:xfrm>
            <a:custGeom>
              <a:avLst/>
              <a:gdLst/>
              <a:ahLst/>
              <a:cxnLst/>
              <a:rect l="l" t="t" r="r" b="b"/>
              <a:pathLst>
                <a:path w="54212" h="35164" extrusionOk="0">
                  <a:moveTo>
                    <a:pt x="11184" y="1"/>
                  </a:moveTo>
                  <a:cubicBezTo>
                    <a:pt x="6851" y="1285"/>
                    <a:pt x="3049" y="3640"/>
                    <a:pt x="1" y="6692"/>
                  </a:cubicBezTo>
                  <a:lnTo>
                    <a:pt x="4441" y="9047"/>
                  </a:lnTo>
                  <a:cubicBezTo>
                    <a:pt x="7973" y="5943"/>
                    <a:pt x="12468" y="3854"/>
                    <a:pt x="17606" y="3374"/>
                  </a:cubicBezTo>
                  <a:lnTo>
                    <a:pt x="11184" y="1"/>
                  </a:lnTo>
                  <a:close/>
                  <a:moveTo>
                    <a:pt x="45221" y="17875"/>
                  </a:moveTo>
                  <a:lnTo>
                    <a:pt x="45221" y="17875"/>
                  </a:lnTo>
                  <a:cubicBezTo>
                    <a:pt x="47255" y="21301"/>
                    <a:pt x="48646" y="25210"/>
                    <a:pt x="49074" y="29328"/>
                  </a:cubicBezTo>
                  <a:lnTo>
                    <a:pt x="49451" y="32702"/>
                  </a:lnTo>
                  <a:lnTo>
                    <a:pt x="54212" y="35164"/>
                  </a:lnTo>
                  <a:lnTo>
                    <a:pt x="53570" y="29328"/>
                  </a:lnTo>
                  <a:cubicBezTo>
                    <a:pt x="53518" y="28528"/>
                    <a:pt x="53411" y="27778"/>
                    <a:pt x="53249" y="26973"/>
                  </a:cubicBezTo>
                  <a:cubicBezTo>
                    <a:pt x="53090" y="26117"/>
                    <a:pt x="52928" y="25317"/>
                    <a:pt x="52714" y="24512"/>
                  </a:cubicBezTo>
                  <a:lnTo>
                    <a:pt x="52662" y="24512"/>
                  </a:lnTo>
                  <a:cubicBezTo>
                    <a:pt x="52392" y="23390"/>
                    <a:pt x="52020" y="22320"/>
                    <a:pt x="51643" y="21249"/>
                  </a:cubicBezTo>
                  <a:lnTo>
                    <a:pt x="45221" y="17875"/>
                  </a:lnTo>
                  <a:close/>
                </a:path>
              </a:pathLst>
            </a:custGeom>
            <a:solidFill>
              <a:srgbClr val="ECF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5429656" y="1201040"/>
              <a:ext cx="1037864" cy="676253"/>
            </a:xfrm>
            <a:custGeom>
              <a:avLst/>
              <a:gdLst/>
              <a:ahLst/>
              <a:cxnLst/>
              <a:rect l="l" t="t" r="r" b="b"/>
              <a:pathLst>
                <a:path w="45012" h="29329" extrusionOk="0">
                  <a:moveTo>
                    <a:pt x="13166" y="0"/>
                  </a:moveTo>
                  <a:cubicBezTo>
                    <a:pt x="8028" y="480"/>
                    <a:pt x="3533" y="2569"/>
                    <a:pt x="1" y="5673"/>
                  </a:cubicBezTo>
                  <a:lnTo>
                    <a:pt x="45011" y="29328"/>
                  </a:lnTo>
                  <a:lnTo>
                    <a:pt x="45011" y="29328"/>
                  </a:lnTo>
                  <a:lnTo>
                    <a:pt x="44634" y="25954"/>
                  </a:lnTo>
                  <a:cubicBezTo>
                    <a:pt x="44206" y="21836"/>
                    <a:pt x="42815" y="17927"/>
                    <a:pt x="40781" y="14501"/>
                  </a:cubicBezTo>
                  <a:lnTo>
                    <a:pt x="13166" y="0"/>
                  </a:lnTo>
                  <a:close/>
                </a:path>
              </a:pathLst>
            </a:custGeom>
            <a:solidFill>
              <a:srgbClr val="F4F8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5335883" y="3080307"/>
              <a:ext cx="1445060" cy="1221679"/>
            </a:xfrm>
            <a:custGeom>
              <a:avLst/>
              <a:gdLst/>
              <a:ahLst/>
              <a:cxnLst/>
              <a:rect l="l" t="t" r="r" b="b"/>
              <a:pathLst>
                <a:path w="62672" h="52984" extrusionOk="0">
                  <a:moveTo>
                    <a:pt x="749" y="1"/>
                  </a:moveTo>
                  <a:cubicBezTo>
                    <a:pt x="484" y="1"/>
                    <a:pt x="270" y="56"/>
                    <a:pt x="0" y="56"/>
                  </a:cubicBezTo>
                  <a:lnTo>
                    <a:pt x="107" y="1127"/>
                  </a:lnTo>
                  <a:lnTo>
                    <a:pt x="428" y="1127"/>
                  </a:lnTo>
                  <a:lnTo>
                    <a:pt x="749" y="1"/>
                  </a:lnTo>
                  <a:close/>
                  <a:moveTo>
                    <a:pt x="56408" y="15791"/>
                  </a:moveTo>
                  <a:lnTo>
                    <a:pt x="60368" y="52983"/>
                  </a:lnTo>
                  <a:cubicBezTo>
                    <a:pt x="61867" y="51433"/>
                    <a:pt x="62672" y="49237"/>
                    <a:pt x="62402" y="46831"/>
                  </a:cubicBezTo>
                  <a:lnTo>
                    <a:pt x="59191" y="17233"/>
                  </a:lnTo>
                  <a:lnTo>
                    <a:pt x="56408" y="15791"/>
                  </a:lnTo>
                  <a:close/>
                </a:path>
              </a:pathLst>
            </a:custGeom>
            <a:solidFill>
              <a:srgbClr val="ECF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5603691" y="2989001"/>
              <a:ext cx="1124145" cy="1366088"/>
            </a:xfrm>
            <a:custGeom>
              <a:avLst/>
              <a:gdLst/>
              <a:ahLst/>
              <a:cxnLst/>
              <a:rect l="l" t="t" r="r" b="b"/>
              <a:pathLst>
                <a:path w="48754" h="59247" extrusionOk="0">
                  <a:moveTo>
                    <a:pt x="4655" y="20337"/>
                  </a:moveTo>
                  <a:cubicBezTo>
                    <a:pt x="3905" y="21729"/>
                    <a:pt x="3105" y="22906"/>
                    <a:pt x="3105" y="22906"/>
                  </a:cubicBezTo>
                  <a:lnTo>
                    <a:pt x="3212" y="23069"/>
                  </a:lnTo>
                  <a:lnTo>
                    <a:pt x="3156" y="23069"/>
                  </a:lnTo>
                  <a:cubicBezTo>
                    <a:pt x="3426" y="23976"/>
                    <a:pt x="3747" y="24833"/>
                    <a:pt x="4119" y="25745"/>
                  </a:cubicBezTo>
                  <a:lnTo>
                    <a:pt x="9527" y="23390"/>
                  </a:lnTo>
                  <a:cubicBezTo>
                    <a:pt x="7759" y="22534"/>
                    <a:pt x="6046" y="21515"/>
                    <a:pt x="4655" y="20337"/>
                  </a:cubicBezTo>
                  <a:close/>
                  <a:moveTo>
                    <a:pt x="6474" y="0"/>
                  </a:moveTo>
                  <a:cubicBezTo>
                    <a:pt x="5832" y="1392"/>
                    <a:pt x="4869" y="2304"/>
                    <a:pt x="3747" y="2839"/>
                  </a:cubicBezTo>
                  <a:cubicBezTo>
                    <a:pt x="3747" y="2890"/>
                    <a:pt x="3747" y="2890"/>
                    <a:pt x="3691" y="2946"/>
                  </a:cubicBezTo>
                  <a:cubicBezTo>
                    <a:pt x="3426" y="3695"/>
                    <a:pt x="3049" y="4389"/>
                    <a:pt x="2621" y="4980"/>
                  </a:cubicBezTo>
                  <a:cubicBezTo>
                    <a:pt x="1927" y="5887"/>
                    <a:pt x="1071" y="6637"/>
                    <a:pt x="1" y="7065"/>
                  </a:cubicBezTo>
                  <a:cubicBezTo>
                    <a:pt x="694" y="7227"/>
                    <a:pt x="1336" y="7386"/>
                    <a:pt x="1927" y="7707"/>
                  </a:cubicBezTo>
                  <a:cubicBezTo>
                    <a:pt x="3798" y="8670"/>
                    <a:pt x="15628" y="17019"/>
                    <a:pt x="20123" y="21943"/>
                  </a:cubicBezTo>
                  <a:cubicBezTo>
                    <a:pt x="21515" y="22799"/>
                    <a:pt x="22264" y="24032"/>
                    <a:pt x="21887" y="25047"/>
                  </a:cubicBezTo>
                  <a:cubicBezTo>
                    <a:pt x="23120" y="24674"/>
                    <a:pt x="24726" y="24405"/>
                    <a:pt x="26276" y="24405"/>
                  </a:cubicBezTo>
                  <a:cubicBezTo>
                    <a:pt x="28793" y="24405"/>
                    <a:pt x="31199" y="25047"/>
                    <a:pt x="32004" y="27136"/>
                  </a:cubicBezTo>
                  <a:cubicBezTo>
                    <a:pt x="32056" y="27243"/>
                    <a:pt x="32111" y="27457"/>
                    <a:pt x="32111" y="27671"/>
                  </a:cubicBezTo>
                  <a:lnTo>
                    <a:pt x="32270" y="27671"/>
                  </a:lnTo>
                  <a:cubicBezTo>
                    <a:pt x="32754" y="27671"/>
                    <a:pt x="33182" y="27778"/>
                    <a:pt x="33503" y="28044"/>
                  </a:cubicBezTo>
                  <a:cubicBezTo>
                    <a:pt x="34038" y="28579"/>
                    <a:pt x="34573" y="34573"/>
                    <a:pt x="34303" y="35215"/>
                  </a:cubicBezTo>
                  <a:cubicBezTo>
                    <a:pt x="34038" y="35857"/>
                    <a:pt x="33126" y="37891"/>
                    <a:pt x="32004" y="37891"/>
                  </a:cubicBezTo>
                  <a:lnTo>
                    <a:pt x="31842" y="37891"/>
                  </a:lnTo>
                  <a:cubicBezTo>
                    <a:pt x="31362" y="43834"/>
                    <a:pt x="30664" y="50735"/>
                    <a:pt x="30236" y="54696"/>
                  </a:cubicBezTo>
                  <a:lnTo>
                    <a:pt x="39069" y="59247"/>
                  </a:lnTo>
                  <a:lnTo>
                    <a:pt x="43243" y="59247"/>
                  </a:lnTo>
                  <a:cubicBezTo>
                    <a:pt x="45491" y="59247"/>
                    <a:pt x="47417" y="58335"/>
                    <a:pt x="48753" y="56943"/>
                  </a:cubicBezTo>
                  <a:lnTo>
                    <a:pt x="44793" y="19751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rgbClr val="F4F8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5301320" y="2755825"/>
              <a:ext cx="74061" cy="325802"/>
            </a:xfrm>
            <a:custGeom>
              <a:avLst/>
              <a:gdLst/>
              <a:ahLst/>
              <a:cxnLst/>
              <a:rect l="l" t="t" r="r" b="b"/>
              <a:pathLst>
                <a:path w="3212" h="14130" extrusionOk="0">
                  <a:moveTo>
                    <a:pt x="1" y="1"/>
                  </a:moveTo>
                  <a:lnTo>
                    <a:pt x="806" y="7652"/>
                  </a:lnTo>
                  <a:cubicBezTo>
                    <a:pt x="1071" y="7279"/>
                    <a:pt x="1448" y="6958"/>
                    <a:pt x="1876" y="6795"/>
                  </a:cubicBezTo>
                  <a:cubicBezTo>
                    <a:pt x="1983" y="6795"/>
                    <a:pt x="2141" y="6744"/>
                    <a:pt x="2248" y="6744"/>
                  </a:cubicBezTo>
                  <a:cubicBezTo>
                    <a:pt x="2570" y="6744"/>
                    <a:pt x="2891" y="6851"/>
                    <a:pt x="3105" y="7009"/>
                  </a:cubicBezTo>
                  <a:cubicBezTo>
                    <a:pt x="3160" y="7009"/>
                    <a:pt x="3160" y="6744"/>
                    <a:pt x="3212" y="6316"/>
                  </a:cubicBezTo>
                  <a:lnTo>
                    <a:pt x="2677" y="1392"/>
                  </a:lnTo>
                  <a:lnTo>
                    <a:pt x="1" y="1"/>
                  </a:lnTo>
                  <a:close/>
                  <a:moveTo>
                    <a:pt x="1178" y="10918"/>
                  </a:moveTo>
                  <a:cubicBezTo>
                    <a:pt x="1178" y="10923"/>
                    <a:pt x="1179" y="10928"/>
                    <a:pt x="1180" y="10933"/>
                  </a:cubicBezTo>
                  <a:lnTo>
                    <a:pt x="1180" y="10933"/>
                  </a:lnTo>
                  <a:lnTo>
                    <a:pt x="1178" y="10918"/>
                  </a:lnTo>
                  <a:close/>
                  <a:moveTo>
                    <a:pt x="1180" y="10933"/>
                  </a:moveTo>
                  <a:lnTo>
                    <a:pt x="1499" y="14129"/>
                  </a:lnTo>
                  <a:cubicBezTo>
                    <a:pt x="1769" y="14129"/>
                    <a:pt x="1983" y="14074"/>
                    <a:pt x="2248" y="14074"/>
                  </a:cubicBezTo>
                  <a:lnTo>
                    <a:pt x="2891" y="11612"/>
                  </a:lnTo>
                  <a:cubicBezTo>
                    <a:pt x="2304" y="11612"/>
                    <a:pt x="1713" y="11398"/>
                    <a:pt x="1285" y="11025"/>
                  </a:cubicBezTo>
                  <a:cubicBezTo>
                    <a:pt x="1239" y="11025"/>
                    <a:pt x="1189" y="10980"/>
                    <a:pt x="1180" y="10933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5363021" y="2787920"/>
              <a:ext cx="389971" cy="266545"/>
            </a:xfrm>
            <a:custGeom>
              <a:avLst/>
              <a:gdLst/>
              <a:ahLst/>
              <a:cxnLst/>
              <a:rect l="l" t="t" r="r" b="b"/>
              <a:pathLst>
                <a:path w="16913" h="11560" extrusionOk="0">
                  <a:moveTo>
                    <a:pt x="1" y="0"/>
                  </a:moveTo>
                  <a:lnTo>
                    <a:pt x="536" y="4924"/>
                  </a:lnTo>
                  <a:cubicBezTo>
                    <a:pt x="643" y="3960"/>
                    <a:pt x="857" y="2192"/>
                    <a:pt x="1448" y="749"/>
                  </a:cubicBezTo>
                  <a:lnTo>
                    <a:pt x="1" y="0"/>
                  </a:lnTo>
                  <a:close/>
                  <a:moveTo>
                    <a:pt x="14720" y="7600"/>
                  </a:moveTo>
                  <a:cubicBezTo>
                    <a:pt x="14771" y="8507"/>
                    <a:pt x="14720" y="9419"/>
                    <a:pt x="14557" y="10327"/>
                  </a:cubicBezTo>
                  <a:cubicBezTo>
                    <a:pt x="14450" y="10755"/>
                    <a:pt x="14343" y="11183"/>
                    <a:pt x="14185" y="11560"/>
                  </a:cubicBezTo>
                  <a:cubicBezTo>
                    <a:pt x="15307" y="11025"/>
                    <a:pt x="16270" y="10113"/>
                    <a:pt x="16912" y="8721"/>
                  </a:cubicBezTo>
                  <a:lnTo>
                    <a:pt x="14720" y="760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5374181" y="2917432"/>
              <a:ext cx="2490" cy="2490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0" y="0"/>
                  </a:moveTo>
                  <a:cubicBezTo>
                    <a:pt x="0" y="56"/>
                    <a:pt x="52" y="56"/>
                    <a:pt x="107" y="107"/>
                  </a:cubicBezTo>
                  <a:lnTo>
                    <a:pt x="107" y="56"/>
                  </a:lnTo>
                  <a:cubicBezTo>
                    <a:pt x="52" y="5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4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5518495" y="3151876"/>
              <a:ext cx="549207" cy="376437"/>
            </a:xfrm>
            <a:custGeom>
              <a:avLst/>
              <a:gdLst/>
              <a:ahLst/>
              <a:cxnLst/>
              <a:rect l="l" t="t" r="r" b="b"/>
              <a:pathLst>
                <a:path w="23819" h="16326" extrusionOk="0">
                  <a:moveTo>
                    <a:pt x="3696" y="1"/>
                  </a:moveTo>
                  <a:cubicBezTo>
                    <a:pt x="2946" y="378"/>
                    <a:pt x="2090" y="536"/>
                    <a:pt x="1178" y="536"/>
                  </a:cubicBezTo>
                  <a:lnTo>
                    <a:pt x="806" y="536"/>
                  </a:lnTo>
                  <a:cubicBezTo>
                    <a:pt x="536" y="536"/>
                    <a:pt x="271" y="485"/>
                    <a:pt x="1" y="429"/>
                  </a:cubicBezTo>
                  <a:lnTo>
                    <a:pt x="1" y="429"/>
                  </a:lnTo>
                  <a:cubicBezTo>
                    <a:pt x="750" y="1020"/>
                    <a:pt x="8992" y="7549"/>
                    <a:pt x="9262" y="10169"/>
                  </a:cubicBezTo>
                  <a:cubicBezTo>
                    <a:pt x="9369" y="10974"/>
                    <a:pt x="8885" y="12203"/>
                    <a:pt x="8350" y="13273"/>
                  </a:cubicBezTo>
                  <a:cubicBezTo>
                    <a:pt x="9741" y="14451"/>
                    <a:pt x="11454" y="15470"/>
                    <a:pt x="13222" y="16326"/>
                  </a:cubicBezTo>
                  <a:lnTo>
                    <a:pt x="13166" y="16163"/>
                  </a:lnTo>
                  <a:cubicBezTo>
                    <a:pt x="13166" y="16163"/>
                    <a:pt x="14022" y="15791"/>
                    <a:pt x="15041" y="15521"/>
                  </a:cubicBezTo>
                  <a:lnTo>
                    <a:pt x="15949" y="15148"/>
                  </a:lnTo>
                  <a:cubicBezTo>
                    <a:pt x="17289" y="14185"/>
                    <a:pt x="18681" y="13808"/>
                    <a:pt x="20016" y="13808"/>
                  </a:cubicBezTo>
                  <a:cubicBezTo>
                    <a:pt x="21464" y="13808"/>
                    <a:pt x="22799" y="14237"/>
                    <a:pt x="23818" y="14879"/>
                  </a:cubicBezTo>
                  <a:cubicBezTo>
                    <a:pt x="19323" y="9955"/>
                    <a:pt x="7493" y="1606"/>
                    <a:pt x="5622" y="643"/>
                  </a:cubicBezTo>
                  <a:cubicBezTo>
                    <a:pt x="5031" y="322"/>
                    <a:pt x="4389" y="163"/>
                    <a:pt x="3696" y="1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5338350" y="3106269"/>
              <a:ext cx="86396" cy="255408"/>
            </a:xfrm>
            <a:custGeom>
              <a:avLst/>
              <a:gdLst/>
              <a:ahLst/>
              <a:cxnLst/>
              <a:rect l="l" t="t" r="r" b="b"/>
              <a:pathLst>
                <a:path w="3747" h="11077" extrusionOk="0">
                  <a:moveTo>
                    <a:pt x="0" y="1"/>
                  </a:moveTo>
                  <a:lnTo>
                    <a:pt x="107" y="801"/>
                  </a:lnTo>
                  <a:lnTo>
                    <a:pt x="321" y="1"/>
                  </a:lnTo>
                  <a:close/>
                  <a:moveTo>
                    <a:pt x="484" y="4389"/>
                  </a:moveTo>
                  <a:lnTo>
                    <a:pt x="805" y="7386"/>
                  </a:lnTo>
                  <a:cubicBezTo>
                    <a:pt x="1768" y="8457"/>
                    <a:pt x="2783" y="9685"/>
                    <a:pt x="3746" y="11077"/>
                  </a:cubicBezTo>
                  <a:lnTo>
                    <a:pt x="3374" y="7921"/>
                  </a:lnTo>
                  <a:lnTo>
                    <a:pt x="3267" y="7921"/>
                  </a:lnTo>
                  <a:cubicBezTo>
                    <a:pt x="2839" y="7814"/>
                    <a:pt x="1340" y="6260"/>
                    <a:pt x="484" y="4389"/>
                  </a:cubicBez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5416122" y="3149409"/>
              <a:ext cx="318401" cy="486214"/>
            </a:xfrm>
            <a:custGeom>
              <a:avLst/>
              <a:gdLst/>
              <a:ahLst/>
              <a:cxnLst/>
              <a:rect l="l" t="t" r="r" b="b"/>
              <a:pathLst>
                <a:path w="13809" h="21087" extrusionOk="0">
                  <a:moveTo>
                    <a:pt x="2728" y="1"/>
                  </a:moveTo>
                  <a:lnTo>
                    <a:pt x="2677" y="215"/>
                  </a:lnTo>
                  <a:lnTo>
                    <a:pt x="2942" y="215"/>
                  </a:lnTo>
                  <a:cubicBezTo>
                    <a:pt x="2942" y="215"/>
                    <a:pt x="5032" y="3589"/>
                    <a:pt x="5353" y="4017"/>
                  </a:cubicBezTo>
                  <a:cubicBezTo>
                    <a:pt x="5618" y="4445"/>
                    <a:pt x="1071" y="6050"/>
                    <a:pt x="52" y="6050"/>
                  </a:cubicBezTo>
                  <a:lnTo>
                    <a:pt x="1" y="6050"/>
                  </a:lnTo>
                  <a:lnTo>
                    <a:pt x="373" y="9206"/>
                  </a:lnTo>
                  <a:cubicBezTo>
                    <a:pt x="2784" y="12631"/>
                    <a:pt x="5083" y="16805"/>
                    <a:pt x="6851" y="21087"/>
                  </a:cubicBezTo>
                  <a:lnTo>
                    <a:pt x="12254" y="18788"/>
                  </a:lnTo>
                  <a:cubicBezTo>
                    <a:pt x="11882" y="17876"/>
                    <a:pt x="11561" y="17019"/>
                    <a:pt x="11291" y="16112"/>
                  </a:cubicBezTo>
                  <a:cubicBezTo>
                    <a:pt x="11184" y="16219"/>
                    <a:pt x="10919" y="16433"/>
                    <a:pt x="10597" y="16647"/>
                  </a:cubicBezTo>
                  <a:cubicBezTo>
                    <a:pt x="10114" y="16968"/>
                    <a:pt x="9527" y="17340"/>
                    <a:pt x="8936" y="17610"/>
                  </a:cubicBezTo>
                  <a:lnTo>
                    <a:pt x="8829" y="17289"/>
                  </a:lnTo>
                  <a:cubicBezTo>
                    <a:pt x="9364" y="17075"/>
                    <a:pt x="9900" y="16698"/>
                    <a:pt x="10328" y="16433"/>
                  </a:cubicBezTo>
                  <a:cubicBezTo>
                    <a:pt x="10756" y="16112"/>
                    <a:pt x="11077" y="15842"/>
                    <a:pt x="11133" y="15842"/>
                  </a:cubicBezTo>
                  <a:lnTo>
                    <a:pt x="11240" y="15949"/>
                  </a:lnTo>
                  <a:cubicBezTo>
                    <a:pt x="11240" y="15949"/>
                    <a:pt x="12040" y="14772"/>
                    <a:pt x="12790" y="13380"/>
                  </a:cubicBezTo>
                  <a:cubicBezTo>
                    <a:pt x="13325" y="12310"/>
                    <a:pt x="13809" y="11081"/>
                    <a:pt x="13702" y="10276"/>
                  </a:cubicBezTo>
                  <a:cubicBezTo>
                    <a:pt x="13432" y="7656"/>
                    <a:pt x="5190" y="1127"/>
                    <a:pt x="4441" y="536"/>
                  </a:cubicBezTo>
                  <a:cubicBezTo>
                    <a:pt x="3854" y="429"/>
                    <a:pt x="3263" y="270"/>
                    <a:pt x="27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5348218" y="3193840"/>
              <a:ext cx="67927" cy="95089"/>
            </a:xfrm>
            <a:custGeom>
              <a:avLst/>
              <a:gdLst/>
              <a:ahLst/>
              <a:cxnLst/>
              <a:rect l="l" t="t" r="r" b="b"/>
              <a:pathLst>
                <a:path w="2946" h="4124" extrusionOk="0">
                  <a:moveTo>
                    <a:pt x="0" y="0"/>
                  </a:moveTo>
                  <a:lnTo>
                    <a:pt x="56" y="591"/>
                  </a:lnTo>
                  <a:cubicBezTo>
                    <a:pt x="912" y="2462"/>
                    <a:pt x="2411" y="4016"/>
                    <a:pt x="2839" y="4123"/>
                  </a:cubicBezTo>
                  <a:lnTo>
                    <a:pt x="2946" y="4123"/>
                  </a:lnTo>
                  <a:lnTo>
                    <a:pt x="2676" y="1178"/>
                  </a:lnTo>
                  <a:cubicBezTo>
                    <a:pt x="2355" y="1178"/>
                    <a:pt x="2034" y="1126"/>
                    <a:pt x="1713" y="1019"/>
                  </a:cubicBezTo>
                  <a:cubicBezTo>
                    <a:pt x="912" y="805"/>
                    <a:pt x="377" y="429"/>
                    <a:pt x="0" y="0"/>
                  </a:cubicBezTo>
                  <a:close/>
                </a:path>
              </a:pathLst>
            </a:custGeom>
            <a:solidFill>
              <a:srgbClr val="F1E0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5409919" y="3154343"/>
              <a:ext cx="135763" cy="134587"/>
            </a:xfrm>
            <a:custGeom>
              <a:avLst/>
              <a:gdLst/>
              <a:ahLst/>
              <a:cxnLst/>
              <a:rect l="l" t="t" r="r" b="b"/>
              <a:pathLst>
                <a:path w="5888" h="5837" extrusionOk="0">
                  <a:moveTo>
                    <a:pt x="2946" y="1"/>
                  </a:moveTo>
                  <a:lnTo>
                    <a:pt x="2569" y="1769"/>
                  </a:lnTo>
                  <a:cubicBezTo>
                    <a:pt x="2569" y="1769"/>
                    <a:pt x="1875" y="2891"/>
                    <a:pt x="214" y="2891"/>
                  </a:cubicBezTo>
                  <a:lnTo>
                    <a:pt x="0" y="2891"/>
                  </a:lnTo>
                  <a:lnTo>
                    <a:pt x="270" y="5836"/>
                  </a:lnTo>
                  <a:lnTo>
                    <a:pt x="321" y="5836"/>
                  </a:lnTo>
                  <a:cubicBezTo>
                    <a:pt x="1340" y="5836"/>
                    <a:pt x="5887" y="4231"/>
                    <a:pt x="5622" y="3803"/>
                  </a:cubicBezTo>
                  <a:cubicBezTo>
                    <a:pt x="5301" y="3375"/>
                    <a:pt x="3211" y="1"/>
                    <a:pt x="3211" y="1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6009612" y="3840430"/>
              <a:ext cx="104958" cy="301131"/>
            </a:xfrm>
            <a:custGeom>
              <a:avLst/>
              <a:gdLst/>
              <a:ahLst/>
              <a:cxnLst/>
              <a:rect l="l" t="t" r="r" b="b"/>
              <a:pathLst>
                <a:path w="4552" h="13060" extrusionOk="0">
                  <a:moveTo>
                    <a:pt x="964" y="1"/>
                  </a:moveTo>
                  <a:cubicBezTo>
                    <a:pt x="857" y="1178"/>
                    <a:pt x="806" y="2355"/>
                    <a:pt x="699" y="3589"/>
                  </a:cubicBezTo>
                  <a:lnTo>
                    <a:pt x="4231" y="5729"/>
                  </a:lnTo>
                  <a:lnTo>
                    <a:pt x="4552" y="2034"/>
                  </a:lnTo>
                  <a:lnTo>
                    <a:pt x="964" y="1"/>
                  </a:lnTo>
                  <a:close/>
                  <a:moveTo>
                    <a:pt x="643" y="3961"/>
                  </a:moveTo>
                  <a:cubicBezTo>
                    <a:pt x="429" y="6423"/>
                    <a:pt x="215" y="8940"/>
                    <a:pt x="1" y="11239"/>
                  </a:cubicBezTo>
                  <a:lnTo>
                    <a:pt x="3533" y="13059"/>
                  </a:lnTo>
                  <a:lnTo>
                    <a:pt x="4175" y="5888"/>
                  </a:lnTo>
                  <a:lnTo>
                    <a:pt x="4124" y="6050"/>
                  </a:lnTo>
                  <a:lnTo>
                    <a:pt x="643" y="396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6024438" y="3923159"/>
              <a:ext cx="82730" cy="56791"/>
            </a:xfrm>
            <a:custGeom>
              <a:avLst/>
              <a:gdLst/>
              <a:ahLst/>
              <a:cxnLst/>
              <a:rect l="l" t="t" r="r" b="b"/>
              <a:pathLst>
                <a:path w="3588" h="2463" extrusionOk="0">
                  <a:moveTo>
                    <a:pt x="56" y="1"/>
                  </a:moveTo>
                  <a:cubicBezTo>
                    <a:pt x="56" y="108"/>
                    <a:pt x="0" y="266"/>
                    <a:pt x="0" y="373"/>
                  </a:cubicBezTo>
                  <a:lnTo>
                    <a:pt x="3481" y="2462"/>
                  </a:lnTo>
                  <a:lnTo>
                    <a:pt x="3532" y="2300"/>
                  </a:lnTo>
                  <a:lnTo>
                    <a:pt x="3588" y="2141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6062736" y="3551686"/>
              <a:ext cx="281371" cy="698458"/>
            </a:xfrm>
            <a:custGeom>
              <a:avLst/>
              <a:gdLst/>
              <a:ahLst/>
              <a:cxnLst/>
              <a:rect l="l" t="t" r="r" b="b"/>
              <a:pathLst>
                <a:path w="12203" h="30292" extrusionOk="0">
                  <a:moveTo>
                    <a:pt x="6367" y="1"/>
                  </a:moveTo>
                  <a:cubicBezTo>
                    <a:pt x="4817" y="1"/>
                    <a:pt x="3211" y="270"/>
                    <a:pt x="1978" y="643"/>
                  </a:cubicBezTo>
                  <a:lnTo>
                    <a:pt x="1820" y="964"/>
                  </a:lnTo>
                  <a:lnTo>
                    <a:pt x="1820" y="1020"/>
                  </a:lnTo>
                  <a:cubicBezTo>
                    <a:pt x="1606" y="1713"/>
                    <a:pt x="1071" y="3426"/>
                    <a:pt x="0" y="5087"/>
                  </a:cubicBezTo>
                  <a:lnTo>
                    <a:pt x="2406" y="4980"/>
                  </a:lnTo>
                  <a:lnTo>
                    <a:pt x="2997" y="4175"/>
                  </a:lnTo>
                  <a:lnTo>
                    <a:pt x="2997" y="4175"/>
                  </a:lnTo>
                  <a:lnTo>
                    <a:pt x="2942" y="4924"/>
                  </a:lnTo>
                  <a:lnTo>
                    <a:pt x="7921" y="4659"/>
                  </a:lnTo>
                  <a:lnTo>
                    <a:pt x="8135" y="4496"/>
                  </a:lnTo>
                  <a:lnTo>
                    <a:pt x="8242" y="4659"/>
                  </a:lnTo>
                  <a:cubicBezTo>
                    <a:pt x="8242" y="4659"/>
                    <a:pt x="10490" y="3374"/>
                    <a:pt x="12202" y="3267"/>
                  </a:cubicBezTo>
                  <a:cubicBezTo>
                    <a:pt x="12202" y="3053"/>
                    <a:pt x="12147" y="2839"/>
                    <a:pt x="12095" y="2732"/>
                  </a:cubicBezTo>
                  <a:cubicBezTo>
                    <a:pt x="11290" y="643"/>
                    <a:pt x="8884" y="1"/>
                    <a:pt x="6367" y="1"/>
                  </a:cubicBezTo>
                  <a:close/>
                  <a:moveTo>
                    <a:pt x="11611" y="9099"/>
                  </a:moveTo>
                  <a:cubicBezTo>
                    <a:pt x="11504" y="9099"/>
                    <a:pt x="7707" y="10011"/>
                    <a:pt x="2513" y="11025"/>
                  </a:cubicBezTo>
                  <a:lnTo>
                    <a:pt x="2248" y="14557"/>
                  </a:lnTo>
                  <a:lnTo>
                    <a:pt x="1927" y="18252"/>
                  </a:lnTo>
                  <a:lnTo>
                    <a:pt x="1871" y="18411"/>
                  </a:lnTo>
                  <a:lnTo>
                    <a:pt x="1229" y="25582"/>
                  </a:lnTo>
                  <a:lnTo>
                    <a:pt x="10327" y="30292"/>
                  </a:lnTo>
                  <a:cubicBezTo>
                    <a:pt x="10755" y="26331"/>
                    <a:pt x="11453" y="19430"/>
                    <a:pt x="11933" y="13487"/>
                  </a:cubicBezTo>
                  <a:lnTo>
                    <a:pt x="11611" y="9099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6031839" y="3647926"/>
              <a:ext cx="100023" cy="239429"/>
            </a:xfrm>
            <a:custGeom>
              <a:avLst/>
              <a:gdLst/>
              <a:ahLst/>
              <a:cxnLst/>
              <a:rect l="l" t="t" r="r" b="b"/>
              <a:pathLst>
                <a:path w="4338" h="10384" extrusionOk="0">
                  <a:moveTo>
                    <a:pt x="4337" y="1"/>
                  </a:moveTo>
                  <a:lnTo>
                    <a:pt x="3746" y="806"/>
                  </a:lnTo>
                  <a:lnTo>
                    <a:pt x="4282" y="750"/>
                  </a:lnTo>
                  <a:lnTo>
                    <a:pt x="4337" y="1"/>
                  </a:lnTo>
                  <a:close/>
                  <a:moveTo>
                    <a:pt x="3853" y="6851"/>
                  </a:moveTo>
                  <a:cubicBezTo>
                    <a:pt x="2625" y="7065"/>
                    <a:pt x="1392" y="7335"/>
                    <a:pt x="56" y="7600"/>
                  </a:cubicBezTo>
                  <a:cubicBezTo>
                    <a:pt x="56" y="7815"/>
                    <a:pt x="0" y="8084"/>
                    <a:pt x="0" y="8350"/>
                  </a:cubicBezTo>
                  <a:lnTo>
                    <a:pt x="3588" y="10383"/>
                  </a:lnTo>
                  <a:lnTo>
                    <a:pt x="3853" y="6851"/>
                  </a:ln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5648122" y="3866392"/>
              <a:ext cx="159143" cy="106157"/>
            </a:xfrm>
            <a:custGeom>
              <a:avLst/>
              <a:gdLst/>
              <a:ahLst/>
              <a:cxnLst/>
              <a:rect l="l" t="t" r="r" b="b"/>
              <a:pathLst>
                <a:path w="6902" h="4604" extrusionOk="0">
                  <a:moveTo>
                    <a:pt x="3104" y="322"/>
                  </a:moveTo>
                  <a:cubicBezTo>
                    <a:pt x="2034" y="429"/>
                    <a:pt x="1015" y="536"/>
                    <a:pt x="0" y="643"/>
                  </a:cubicBezTo>
                  <a:lnTo>
                    <a:pt x="1871" y="1765"/>
                  </a:lnTo>
                  <a:cubicBezTo>
                    <a:pt x="2355" y="1178"/>
                    <a:pt x="2783" y="694"/>
                    <a:pt x="3104" y="322"/>
                  </a:cubicBezTo>
                  <a:close/>
                  <a:moveTo>
                    <a:pt x="5245" y="1"/>
                  </a:moveTo>
                  <a:cubicBezTo>
                    <a:pt x="4761" y="108"/>
                    <a:pt x="4226" y="159"/>
                    <a:pt x="3747" y="215"/>
                  </a:cubicBezTo>
                  <a:cubicBezTo>
                    <a:pt x="3425" y="643"/>
                    <a:pt x="2890" y="1285"/>
                    <a:pt x="2299" y="2034"/>
                  </a:cubicBezTo>
                  <a:lnTo>
                    <a:pt x="6581" y="4603"/>
                  </a:lnTo>
                  <a:lnTo>
                    <a:pt x="6902" y="908"/>
                  </a:lnTo>
                  <a:lnTo>
                    <a:pt x="52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5594999" y="3882394"/>
              <a:ext cx="91354" cy="44432"/>
            </a:xfrm>
            <a:custGeom>
              <a:avLst/>
              <a:gdLst/>
              <a:ahLst/>
              <a:cxnLst/>
              <a:rect l="l" t="t" r="r" b="b"/>
              <a:pathLst>
                <a:path w="3962" h="1927" extrusionOk="0">
                  <a:moveTo>
                    <a:pt x="1769" y="0"/>
                  </a:moveTo>
                  <a:cubicBezTo>
                    <a:pt x="1127" y="56"/>
                    <a:pt x="536" y="107"/>
                    <a:pt x="1" y="163"/>
                  </a:cubicBezTo>
                  <a:lnTo>
                    <a:pt x="3482" y="1927"/>
                  </a:lnTo>
                  <a:cubicBezTo>
                    <a:pt x="3640" y="1769"/>
                    <a:pt x="3803" y="1554"/>
                    <a:pt x="3961" y="1340"/>
                  </a:cubicBezTo>
                  <a:lnTo>
                    <a:pt x="1769" y="0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5685129" y="3919400"/>
              <a:ext cx="113558" cy="70418"/>
            </a:xfrm>
            <a:custGeom>
              <a:avLst/>
              <a:gdLst/>
              <a:ahLst/>
              <a:cxnLst/>
              <a:rect l="l" t="t" r="r" b="b"/>
              <a:pathLst>
                <a:path w="4925" h="3054" extrusionOk="0">
                  <a:moveTo>
                    <a:pt x="480" y="1"/>
                  </a:moveTo>
                  <a:cubicBezTo>
                    <a:pt x="322" y="164"/>
                    <a:pt x="159" y="378"/>
                    <a:pt x="1" y="536"/>
                  </a:cubicBezTo>
                  <a:lnTo>
                    <a:pt x="4869" y="3053"/>
                  </a:lnTo>
                  <a:lnTo>
                    <a:pt x="4924" y="2463"/>
                  </a:lnTo>
                  <a:lnTo>
                    <a:pt x="4869" y="2625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5691262" y="3871326"/>
              <a:ext cx="43256" cy="41988"/>
            </a:xfrm>
            <a:custGeom>
              <a:avLst/>
              <a:gdLst/>
              <a:ahLst/>
              <a:cxnLst/>
              <a:rect l="l" t="t" r="r" b="b"/>
              <a:pathLst>
                <a:path w="1876" h="1821" extrusionOk="0">
                  <a:moveTo>
                    <a:pt x="1876" y="1"/>
                  </a:moveTo>
                  <a:cubicBezTo>
                    <a:pt x="1661" y="52"/>
                    <a:pt x="1447" y="52"/>
                    <a:pt x="1233" y="108"/>
                  </a:cubicBezTo>
                  <a:cubicBezTo>
                    <a:pt x="912" y="480"/>
                    <a:pt x="484" y="964"/>
                    <a:pt x="0" y="1551"/>
                  </a:cubicBezTo>
                  <a:lnTo>
                    <a:pt x="428" y="1820"/>
                  </a:lnTo>
                  <a:cubicBezTo>
                    <a:pt x="1019" y="1071"/>
                    <a:pt x="1554" y="429"/>
                    <a:pt x="1876" y="1"/>
                  </a:cubicBez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5675261" y="3913290"/>
              <a:ext cx="20959" cy="18469"/>
            </a:xfrm>
            <a:custGeom>
              <a:avLst/>
              <a:gdLst/>
              <a:ahLst/>
              <a:cxnLst/>
              <a:rect l="l" t="t" r="r" b="b"/>
              <a:pathLst>
                <a:path w="909" h="801" extrusionOk="0">
                  <a:moveTo>
                    <a:pt x="480" y="0"/>
                  </a:moveTo>
                  <a:cubicBezTo>
                    <a:pt x="322" y="214"/>
                    <a:pt x="159" y="429"/>
                    <a:pt x="1" y="587"/>
                  </a:cubicBezTo>
                  <a:lnTo>
                    <a:pt x="429" y="801"/>
                  </a:lnTo>
                  <a:cubicBezTo>
                    <a:pt x="587" y="643"/>
                    <a:pt x="750" y="429"/>
                    <a:pt x="908" y="266"/>
                  </a:cubicBezTo>
                  <a:lnTo>
                    <a:pt x="480" y="0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5635787" y="3881195"/>
              <a:ext cx="164077" cy="98755"/>
            </a:xfrm>
            <a:custGeom>
              <a:avLst/>
              <a:gdLst/>
              <a:ahLst/>
              <a:cxnLst/>
              <a:rect l="l" t="t" r="r" b="b"/>
              <a:pathLst>
                <a:path w="7116" h="4283" extrusionOk="0">
                  <a:moveTo>
                    <a:pt x="535" y="1"/>
                  </a:moveTo>
                  <a:cubicBezTo>
                    <a:pt x="373" y="52"/>
                    <a:pt x="159" y="52"/>
                    <a:pt x="0" y="52"/>
                  </a:cubicBezTo>
                  <a:lnTo>
                    <a:pt x="2192" y="1392"/>
                  </a:lnTo>
                  <a:lnTo>
                    <a:pt x="2620" y="1658"/>
                  </a:lnTo>
                  <a:lnTo>
                    <a:pt x="7009" y="4282"/>
                  </a:lnTo>
                  <a:lnTo>
                    <a:pt x="7064" y="4120"/>
                  </a:lnTo>
                  <a:lnTo>
                    <a:pt x="7116" y="3961"/>
                  </a:lnTo>
                  <a:lnTo>
                    <a:pt x="2834" y="1392"/>
                  </a:lnTo>
                  <a:lnTo>
                    <a:pt x="2406" y="1123"/>
                  </a:lnTo>
                  <a:lnTo>
                    <a:pt x="5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5340817" y="3022365"/>
              <a:ext cx="69126" cy="198640"/>
            </a:xfrm>
            <a:custGeom>
              <a:avLst/>
              <a:gdLst/>
              <a:ahLst/>
              <a:cxnLst/>
              <a:rect l="l" t="t" r="r" b="b"/>
              <a:pathLst>
                <a:path w="2998" h="8615" extrusionOk="0">
                  <a:moveTo>
                    <a:pt x="1768" y="1"/>
                  </a:moveTo>
                  <a:cubicBezTo>
                    <a:pt x="1606" y="52"/>
                    <a:pt x="1392" y="52"/>
                    <a:pt x="1178" y="52"/>
                  </a:cubicBezTo>
                  <a:lnTo>
                    <a:pt x="535" y="2514"/>
                  </a:lnTo>
                  <a:lnTo>
                    <a:pt x="214" y="3640"/>
                  </a:lnTo>
                  <a:lnTo>
                    <a:pt x="0" y="4440"/>
                  </a:lnTo>
                  <a:lnTo>
                    <a:pt x="321" y="7437"/>
                  </a:lnTo>
                  <a:cubicBezTo>
                    <a:pt x="698" y="7866"/>
                    <a:pt x="1233" y="8242"/>
                    <a:pt x="2034" y="8456"/>
                  </a:cubicBezTo>
                  <a:cubicBezTo>
                    <a:pt x="2355" y="8563"/>
                    <a:pt x="2676" y="8615"/>
                    <a:pt x="2997" y="8615"/>
                  </a:cubicBezTo>
                  <a:lnTo>
                    <a:pt x="2569" y="4976"/>
                  </a:lnTo>
                  <a:cubicBezTo>
                    <a:pt x="2248" y="4282"/>
                    <a:pt x="2090" y="3319"/>
                    <a:pt x="2304" y="2193"/>
                  </a:cubicBezTo>
                  <a:lnTo>
                    <a:pt x="2197" y="1336"/>
                  </a:lnTo>
                  <a:cubicBezTo>
                    <a:pt x="2034" y="908"/>
                    <a:pt x="1876" y="480"/>
                    <a:pt x="1768" y="1"/>
                  </a:cubicBezTo>
                  <a:close/>
                </a:path>
              </a:pathLst>
            </a:custGeom>
            <a:solidFill>
              <a:srgbClr val="F1E0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5391450" y="3053169"/>
              <a:ext cx="77727" cy="167836"/>
            </a:xfrm>
            <a:custGeom>
              <a:avLst/>
              <a:gdLst/>
              <a:ahLst/>
              <a:cxnLst/>
              <a:rect l="l" t="t" r="r" b="b"/>
              <a:pathLst>
                <a:path w="3371" h="7279" extrusionOk="0">
                  <a:moveTo>
                    <a:pt x="1" y="0"/>
                  </a:moveTo>
                  <a:lnTo>
                    <a:pt x="108" y="857"/>
                  </a:lnTo>
                  <a:lnTo>
                    <a:pt x="108" y="698"/>
                  </a:lnTo>
                  <a:cubicBezTo>
                    <a:pt x="108" y="698"/>
                    <a:pt x="215" y="1071"/>
                    <a:pt x="801" y="1606"/>
                  </a:cubicBezTo>
                  <a:cubicBezTo>
                    <a:pt x="643" y="1340"/>
                    <a:pt x="480" y="1071"/>
                    <a:pt x="373" y="805"/>
                  </a:cubicBezTo>
                  <a:cubicBezTo>
                    <a:pt x="215" y="591"/>
                    <a:pt x="108" y="270"/>
                    <a:pt x="1" y="0"/>
                  </a:cubicBezTo>
                  <a:close/>
                  <a:moveTo>
                    <a:pt x="373" y="3640"/>
                  </a:moveTo>
                  <a:lnTo>
                    <a:pt x="801" y="7279"/>
                  </a:lnTo>
                  <a:lnTo>
                    <a:pt x="1015" y="7279"/>
                  </a:lnTo>
                  <a:cubicBezTo>
                    <a:pt x="2676" y="7279"/>
                    <a:pt x="3370" y="6157"/>
                    <a:pt x="3370" y="6157"/>
                  </a:cubicBezTo>
                  <a:cubicBezTo>
                    <a:pt x="3370" y="6157"/>
                    <a:pt x="1285" y="5622"/>
                    <a:pt x="373" y="3640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388983" y="3072906"/>
              <a:ext cx="11091" cy="64192"/>
            </a:xfrm>
            <a:custGeom>
              <a:avLst/>
              <a:gdLst/>
              <a:ahLst/>
              <a:cxnLst/>
              <a:rect l="l" t="t" r="r" b="b"/>
              <a:pathLst>
                <a:path w="481" h="2784" extrusionOk="0">
                  <a:moveTo>
                    <a:pt x="215" y="1"/>
                  </a:moveTo>
                  <a:cubicBezTo>
                    <a:pt x="1" y="1127"/>
                    <a:pt x="159" y="2090"/>
                    <a:pt x="480" y="2784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EAD6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5393918" y="3069263"/>
              <a:ext cx="85128" cy="125894"/>
            </a:xfrm>
            <a:custGeom>
              <a:avLst/>
              <a:gdLst/>
              <a:ahLst/>
              <a:cxnLst/>
              <a:rect l="l" t="t" r="r" b="b"/>
              <a:pathLst>
                <a:path w="3692" h="5460" extrusionOk="0">
                  <a:moveTo>
                    <a:pt x="1" y="0"/>
                  </a:moveTo>
                  <a:lnTo>
                    <a:pt x="1" y="159"/>
                  </a:lnTo>
                  <a:lnTo>
                    <a:pt x="266" y="2942"/>
                  </a:lnTo>
                  <a:cubicBezTo>
                    <a:pt x="1178" y="4924"/>
                    <a:pt x="3263" y="5459"/>
                    <a:pt x="3263" y="5459"/>
                  </a:cubicBezTo>
                  <a:lnTo>
                    <a:pt x="3640" y="3691"/>
                  </a:lnTo>
                  <a:lnTo>
                    <a:pt x="3691" y="3477"/>
                  </a:lnTo>
                  <a:cubicBezTo>
                    <a:pt x="2514" y="2942"/>
                    <a:pt x="1443" y="1978"/>
                    <a:pt x="694" y="908"/>
                  </a:cubicBezTo>
                  <a:cubicBezTo>
                    <a:pt x="108" y="37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5381582" y="3019897"/>
              <a:ext cx="9892" cy="33295"/>
            </a:xfrm>
            <a:custGeom>
              <a:avLst/>
              <a:gdLst/>
              <a:ahLst/>
              <a:cxnLst/>
              <a:rect l="l" t="t" r="r" b="b"/>
              <a:pathLst>
                <a:path w="429" h="1444" extrusionOk="0">
                  <a:moveTo>
                    <a:pt x="266" y="1"/>
                  </a:moveTo>
                  <a:cubicBezTo>
                    <a:pt x="159" y="52"/>
                    <a:pt x="108" y="108"/>
                    <a:pt x="0" y="108"/>
                  </a:cubicBezTo>
                  <a:cubicBezTo>
                    <a:pt x="108" y="587"/>
                    <a:pt x="266" y="1015"/>
                    <a:pt x="429" y="1443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rgbClr val="F1E0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5376648" y="2902629"/>
              <a:ext cx="326978" cy="261610"/>
            </a:xfrm>
            <a:custGeom>
              <a:avLst/>
              <a:gdLst/>
              <a:ahLst/>
              <a:cxnLst/>
              <a:rect l="l" t="t" r="r" b="b"/>
              <a:pathLst>
                <a:path w="14181" h="11346" extrusionOk="0">
                  <a:moveTo>
                    <a:pt x="7651" y="2304"/>
                  </a:moveTo>
                  <a:cubicBezTo>
                    <a:pt x="7707" y="2304"/>
                    <a:pt x="7814" y="2355"/>
                    <a:pt x="7865" y="2411"/>
                  </a:cubicBezTo>
                  <a:cubicBezTo>
                    <a:pt x="7921" y="2518"/>
                    <a:pt x="7865" y="2676"/>
                    <a:pt x="7758" y="2732"/>
                  </a:cubicBezTo>
                  <a:cubicBezTo>
                    <a:pt x="7386" y="2946"/>
                    <a:pt x="6958" y="3053"/>
                    <a:pt x="6530" y="3053"/>
                  </a:cubicBezTo>
                  <a:lnTo>
                    <a:pt x="6423" y="3053"/>
                  </a:lnTo>
                  <a:cubicBezTo>
                    <a:pt x="6315" y="3053"/>
                    <a:pt x="6208" y="2946"/>
                    <a:pt x="6208" y="2839"/>
                  </a:cubicBezTo>
                  <a:cubicBezTo>
                    <a:pt x="6208" y="2732"/>
                    <a:pt x="6315" y="2625"/>
                    <a:pt x="6423" y="2625"/>
                  </a:cubicBezTo>
                  <a:lnTo>
                    <a:pt x="6530" y="2625"/>
                  </a:lnTo>
                  <a:cubicBezTo>
                    <a:pt x="6851" y="2625"/>
                    <a:pt x="7223" y="2518"/>
                    <a:pt x="7544" y="2355"/>
                  </a:cubicBezTo>
                  <a:cubicBezTo>
                    <a:pt x="7600" y="2355"/>
                    <a:pt x="7600" y="2304"/>
                    <a:pt x="7651" y="2304"/>
                  </a:cubicBezTo>
                  <a:close/>
                  <a:moveTo>
                    <a:pt x="10062" y="2625"/>
                  </a:moveTo>
                  <a:cubicBezTo>
                    <a:pt x="10113" y="2625"/>
                    <a:pt x="10169" y="2625"/>
                    <a:pt x="10169" y="2676"/>
                  </a:cubicBezTo>
                  <a:cubicBezTo>
                    <a:pt x="10220" y="2676"/>
                    <a:pt x="10220" y="2676"/>
                    <a:pt x="10220" y="2732"/>
                  </a:cubicBezTo>
                  <a:cubicBezTo>
                    <a:pt x="10490" y="2997"/>
                    <a:pt x="10811" y="3160"/>
                    <a:pt x="11183" y="3318"/>
                  </a:cubicBezTo>
                  <a:cubicBezTo>
                    <a:pt x="11290" y="3318"/>
                    <a:pt x="11346" y="3425"/>
                    <a:pt x="11290" y="3588"/>
                  </a:cubicBezTo>
                  <a:cubicBezTo>
                    <a:pt x="11290" y="3639"/>
                    <a:pt x="11183" y="3695"/>
                    <a:pt x="11132" y="3695"/>
                  </a:cubicBezTo>
                  <a:lnTo>
                    <a:pt x="11025" y="3695"/>
                  </a:lnTo>
                  <a:cubicBezTo>
                    <a:pt x="10648" y="3532"/>
                    <a:pt x="10220" y="3318"/>
                    <a:pt x="9955" y="2997"/>
                  </a:cubicBezTo>
                  <a:cubicBezTo>
                    <a:pt x="9848" y="2890"/>
                    <a:pt x="9848" y="2783"/>
                    <a:pt x="9955" y="2676"/>
                  </a:cubicBezTo>
                  <a:cubicBezTo>
                    <a:pt x="10006" y="2676"/>
                    <a:pt x="10062" y="2625"/>
                    <a:pt x="10062" y="2625"/>
                  </a:cubicBezTo>
                  <a:close/>
                  <a:moveTo>
                    <a:pt x="7223" y="3481"/>
                  </a:moveTo>
                  <a:cubicBezTo>
                    <a:pt x="7493" y="3532"/>
                    <a:pt x="7651" y="3802"/>
                    <a:pt x="7651" y="4068"/>
                  </a:cubicBezTo>
                  <a:cubicBezTo>
                    <a:pt x="7600" y="4282"/>
                    <a:pt x="7386" y="4496"/>
                    <a:pt x="7172" y="4496"/>
                  </a:cubicBezTo>
                  <a:cubicBezTo>
                    <a:pt x="7116" y="4496"/>
                    <a:pt x="7116" y="4496"/>
                    <a:pt x="7065" y="4444"/>
                  </a:cubicBezTo>
                  <a:cubicBezTo>
                    <a:pt x="6795" y="4444"/>
                    <a:pt x="6637" y="4175"/>
                    <a:pt x="6637" y="3909"/>
                  </a:cubicBezTo>
                  <a:cubicBezTo>
                    <a:pt x="6688" y="3695"/>
                    <a:pt x="6902" y="3481"/>
                    <a:pt x="7172" y="3481"/>
                  </a:cubicBezTo>
                  <a:close/>
                  <a:moveTo>
                    <a:pt x="10113" y="3853"/>
                  </a:moveTo>
                  <a:cubicBezTo>
                    <a:pt x="10113" y="3853"/>
                    <a:pt x="10169" y="3853"/>
                    <a:pt x="10169" y="3909"/>
                  </a:cubicBezTo>
                  <a:cubicBezTo>
                    <a:pt x="10434" y="3909"/>
                    <a:pt x="10648" y="4175"/>
                    <a:pt x="10597" y="4444"/>
                  </a:cubicBezTo>
                  <a:cubicBezTo>
                    <a:pt x="10541" y="4658"/>
                    <a:pt x="10327" y="4872"/>
                    <a:pt x="10113" y="4872"/>
                  </a:cubicBezTo>
                  <a:lnTo>
                    <a:pt x="10062" y="4872"/>
                  </a:lnTo>
                  <a:cubicBezTo>
                    <a:pt x="9792" y="4817"/>
                    <a:pt x="9578" y="4551"/>
                    <a:pt x="9634" y="4282"/>
                  </a:cubicBezTo>
                  <a:cubicBezTo>
                    <a:pt x="9634" y="4068"/>
                    <a:pt x="9848" y="3853"/>
                    <a:pt x="10113" y="3853"/>
                  </a:cubicBezTo>
                  <a:close/>
                  <a:moveTo>
                    <a:pt x="8563" y="5622"/>
                  </a:moveTo>
                  <a:cubicBezTo>
                    <a:pt x="8722" y="5622"/>
                    <a:pt x="8884" y="5622"/>
                    <a:pt x="9043" y="5673"/>
                  </a:cubicBezTo>
                  <a:cubicBezTo>
                    <a:pt x="9205" y="5729"/>
                    <a:pt x="9364" y="5780"/>
                    <a:pt x="9527" y="5887"/>
                  </a:cubicBezTo>
                  <a:cubicBezTo>
                    <a:pt x="9634" y="5943"/>
                    <a:pt x="9792" y="6101"/>
                    <a:pt x="9899" y="6264"/>
                  </a:cubicBezTo>
                  <a:cubicBezTo>
                    <a:pt x="9955" y="6478"/>
                    <a:pt x="10006" y="6692"/>
                    <a:pt x="10006" y="6850"/>
                  </a:cubicBezTo>
                  <a:cubicBezTo>
                    <a:pt x="9955" y="6957"/>
                    <a:pt x="9955" y="7065"/>
                    <a:pt x="9899" y="7120"/>
                  </a:cubicBezTo>
                  <a:cubicBezTo>
                    <a:pt x="9848" y="7227"/>
                    <a:pt x="9792" y="7334"/>
                    <a:pt x="9741" y="7386"/>
                  </a:cubicBezTo>
                  <a:cubicBezTo>
                    <a:pt x="9578" y="7548"/>
                    <a:pt x="9420" y="7600"/>
                    <a:pt x="9257" y="7655"/>
                  </a:cubicBezTo>
                  <a:cubicBezTo>
                    <a:pt x="9098" y="7707"/>
                    <a:pt x="8936" y="7707"/>
                    <a:pt x="8777" y="7707"/>
                  </a:cubicBezTo>
                  <a:lnTo>
                    <a:pt x="8722" y="7707"/>
                  </a:lnTo>
                  <a:cubicBezTo>
                    <a:pt x="8563" y="7707"/>
                    <a:pt x="8349" y="7707"/>
                    <a:pt x="8186" y="7655"/>
                  </a:cubicBezTo>
                  <a:cubicBezTo>
                    <a:pt x="8563" y="7600"/>
                    <a:pt x="8884" y="7548"/>
                    <a:pt x="9150" y="7441"/>
                  </a:cubicBezTo>
                  <a:cubicBezTo>
                    <a:pt x="9312" y="7334"/>
                    <a:pt x="9420" y="7279"/>
                    <a:pt x="9527" y="7172"/>
                  </a:cubicBezTo>
                  <a:cubicBezTo>
                    <a:pt x="9527" y="7120"/>
                    <a:pt x="9578" y="7065"/>
                    <a:pt x="9578" y="7013"/>
                  </a:cubicBezTo>
                  <a:cubicBezTo>
                    <a:pt x="9634" y="6957"/>
                    <a:pt x="9634" y="6906"/>
                    <a:pt x="9634" y="6799"/>
                  </a:cubicBezTo>
                  <a:lnTo>
                    <a:pt x="9634" y="6692"/>
                  </a:lnTo>
                  <a:lnTo>
                    <a:pt x="9634" y="6636"/>
                  </a:lnTo>
                  <a:cubicBezTo>
                    <a:pt x="9634" y="6529"/>
                    <a:pt x="9634" y="6478"/>
                    <a:pt x="9578" y="6422"/>
                  </a:cubicBezTo>
                  <a:cubicBezTo>
                    <a:pt x="9527" y="6315"/>
                    <a:pt x="9471" y="6157"/>
                    <a:pt x="9364" y="6101"/>
                  </a:cubicBezTo>
                  <a:cubicBezTo>
                    <a:pt x="9098" y="5887"/>
                    <a:pt x="8829" y="5729"/>
                    <a:pt x="8508" y="5622"/>
                  </a:cubicBezTo>
                  <a:close/>
                  <a:moveTo>
                    <a:pt x="6902" y="7976"/>
                  </a:moveTo>
                  <a:cubicBezTo>
                    <a:pt x="7065" y="7976"/>
                    <a:pt x="7223" y="8028"/>
                    <a:pt x="7386" y="8084"/>
                  </a:cubicBezTo>
                  <a:cubicBezTo>
                    <a:pt x="7437" y="8135"/>
                    <a:pt x="7493" y="8135"/>
                    <a:pt x="7600" y="8191"/>
                  </a:cubicBezTo>
                  <a:cubicBezTo>
                    <a:pt x="7651" y="8242"/>
                    <a:pt x="7707" y="8298"/>
                    <a:pt x="7758" y="8298"/>
                  </a:cubicBezTo>
                  <a:cubicBezTo>
                    <a:pt x="7865" y="8405"/>
                    <a:pt x="7972" y="8512"/>
                    <a:pt x="8079" y="8670"/>
                  </a:cubicBezTo>
                  <a:cubicBezTo>
                    <a:pt x="8294" y="8884"/>
                    <a:pt x="8401" y="9154"/>
                    <a:pt x="8508" y="9419"/>
                  </a:cubicBezTo>
                  <a:lnTo>
                    <a:pt x="7921" y="8833"/>
                  </a:lnTo>
                  <a:cubicBezTo>
                    <a:pt x="7814" y="8726"/>
                    <a:pt x="7707" y="8670"/>
                    <a:pt x="7600" y="8563"/>
                  </a:cubicBezTo>
                  <a:cubicBezTo>
                    <a:pt x="7493" y="8512"/>
                    <a:pt x="7330" y="8456"/>
                    <a:pt x="7223" y="8405"/>
                  </a:cubicBezTo>
                  <a:cubicBezTo>
                    <a:pt x="7116" y="8349"/>
                    <a:pt x="6958" y="8298"/>
                    <a:pt x="6795" y="8298"/>
                  </a:cubicBezTo>
                  <a:cubicBezTo>
                    <a:pt x="6688" y="8298"/>
                    <a:pt x="6581" y="8298"/>
                    <a:pt x="6474" y="8349"/>
                  </a:cubicBezTo>
                  <a:cubicBezTo>
                    <a:pt x="6260" y="8405"/>
                    <a:pt x="5994" y="8512"/>
                    <a:pt x="5725" y="8670"/>
                  </a:cubicBezTo>
                  <a:cubicBezTo>
                    <a:pt x="5832" y="8512"/>
                    <a:pt x="5887" y="8405"/>
                    <a:pt x="6046" y="8349"/>
                  </a:cubicBezTo>
                  <a:cubicBezTo>
                    <a:pt x="6153" y="8242"/>
                    <a:pt x="6260" y="8135"/>
                    <a:pt x="6423" y="8084"/>
                  </a:cubicBezTo>
                  <a:cubicBezTo>
                    <a:pt x="6581" y="8028"/>
                    <a:pt x="6744" y="7976"/>
                    <a:pt x="6902" y="7976"/>
                  </a:cubicBezTo>
                  <a:close/>
                  <a:moveTo>
                    <a:pt x="9098" y="0"/>
                  </a:moveTo>
                  <a:cubicBezTo>
                    <a:pt x="7814" y="963"/>
                    <a:pt x="6046" y="1661"/>
                    <a:pt x="3854" y="1661"/>
                  </a:cubicBezTo>
                  <a:cubicBezTo>
                    <a:pt x="1978" y="1661"/>
                    <a:pt x="480" y="963"/>
                    <a:pt x="0" y="698"/>
                  </a:cubicBezTo>
                  <a:lnTo>
                    <a:pt x="0" y="749"/>
                  </a:lnTo>
                  <a:cubicBezTo>
                    <a:pt x="214" y="912"/>
                    <a:pt x="429" y="1178"/>
                    <a:pt x="480" y="1447"/>
                  </a:cubicBezTo>
                  <a:lnTo>
                    <a:pt x="480" y="5087"/>
                  </a:lnTo>
                  <a:lnTo>
                    <a:pt x="643" y="6529"/>
                  </a:lnTo>
                  <a:cubicBezTo>
                    <a:pt x="750" y="6799"/>
                    <a:pt x="857" y="7120"/>
                    <a:pt x="1015" y="7334"/>
                  </a:cubicBezTo>
                  <a:cubicBezTo>
                    <a:pt x="1122" y="7600"/>
                    <a:pt x="1285" y="7869"/>
                    <a:pt x="1443" y="8135"/>
                  </a:cubicBezTo>
                  <a:cubicBezTo>
                    <a:pt x="2192" y="9205"/>
                    <a:pt x="3263" y="10169"/>
                    <a:pt x="4440" y="10704"/>
                  </a:cubicBezTo>
                  <a:cubicBezTo>
                    <a:pt x="4975" y="10973"/>
                    <a:pt x="5566" y="11132"/>
                    <a:pt x="6153" y="11239"/>
                  </a:cubicBezTo>
                  <a:cubicBezTo>
                    <a:pt x="6423" y="11295"/>
                    <a:pt x="6688" y="11346"/>
                    <a:pt x="6958" y="11346"/>
                  </a:cubicBezTo>
                  <a:lnTo>
                    <a:pt x="7330" y="11346"/>
                  </a:lnTo>
                  <a:cubicBezTo>
                    <a:pt x="8242" y="11346"/>
                    <a:pt x="9098" y="11188"/>
                    <a:pt x="9848" y="10811"/>
                  </a:cubicBezTo>
                  <a:cubicBezTo>
                    <a:pt x="10918" y="10383"/>
                    <a:pt x="11774" y="9633"/>
                    <a:pt x="12468" y="8726"/>
                  </a:cubicBezTo>
                  <a:cubicBezTo>
                    <a:pt x="12896" y="8135"/>
                    <a:pt x="13273" y="7441"/>
                    <a:pt x="13538" y="6692"/>
                  </a:cubicBezTo>
                  <a:cubicBezTo>
                    <a:pt x="13594" y="6636"/>
                    <a:pt x="13594" y="6636"/>
                    <a:pt x="13594" y="6585"/>
                  </a:cubicBezTo>
                  <a:cubicBezTo>
                    <a:pt x="13752" y="6208"/>
                    <a:pt x="13859" y="5780"/>
                    <a:pt x="13966" y="5352"/>
                  </a:cubicBezTo>
                  <a:cubicBezTo>
                    <a:pt x="14129" y="4444"/>
                    <a:pt x="14180" y="3532"/>
                    <a:pt x="14129" y="2625"/>
                  </a:cubicBezTo>
                  <a:lnTo>
                    <a:pt x="9098" y="0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5319881" y="2911299"/>
              <a:ext cx="67835" cy="112267"/>
            </a:xfrm>
            <a:custGeom>
              <a:avLst/>
              <a:gdLst/>
              <a:ahLst/>
              <a:cxnLst/>
              <a:rect l="l" t="t" r="r" b="b"/>
              <a:pathLst>
                <a:path w="2942" h="4869" extrusionOk="0">
                  <a:moveTo>
                    <a:pt x="1550" y="1230"/>
                  </a:moveTo>
                  <a:cubicBezTo>
                    <a:pt x="1713" y="1230"/>
                    <a:pt x="1872" y="1230"/>
                    <a:pt x="1979" y="1285"/>
                  </a:cubicBezTo>
                  <a:cubicBezTo>
                    <a:pt x="1657" y="1337"/>
                    <a:pt x="1392" y="1392"/>
                    <a:pt x="1178" y="1551"/>
                  </a:cubicBezTo>
                  <a:cubicBezTo>
                    <a:pt x="1071" y="1658"/>
                    <a:pt x="964" y="1714"/>
                    <a:pt x="857" y="1872"/>
                  </a:cubicBezTo>
                  <a:cubicBezTo>
                    <a:pt x="857" y="1928"/>
                    <a:pt x="801" y="1979"/>
                    <a:pt x="801" y="2035"/>
                  </a:cubicBezTo>
                  <a:cubicBezTo>
                    <a:pt x="801" y="2035"/>
                    <a:pt x="801" y="2086"/>
                    <a:pt x="750" y="2086"/>
                  </a:cubicBezTo>
                  <a:lnTo>
                    <a:pt x="750" y="2142"/>
                  </a:lnTo>
                  <a:lnTo>
                    <a:pt x="750" y="2193"/>
                  </a:lnTo>
                  <a:cubicBezTo>
                    <a:pt x="750" y="2463"/>
                    <a:pt x="801" y="2728"/>
                    <a:pt x="964" y="2998"/>
                  </a:cubicBezTo>
                  <a:cubicBezTo>
                    <a:pt x="1071" y="3105"/>
                    <a:pt x="1122" y="3212"/>
                    <a:pt x="1229" y="3319"/>
                  </a:cubicBezTo>
                  <a:cubicBezTo>
                    <a:pt x="1336" y="3426"/>
                    <a:pt x="1443" y="3533"/>
                    <a:pt x="1606" y="3640"/>
                  </a:cubicBezTo>
                  <a:cubicBezTo>
                    <a:pt x="1443" y="3584"/>
                    <a:pt x="1285" y="3533"/>
                    <a:pt x="1122" y="3426"/>
                  </a:cubicBezTo>
                  <a:cubicBezTo>
                    <a:pt x="1015" y="3370"/>
                    <a:pt x="857" y="3263"/>
                    <a:pt x="750" y="3156"/>
                  </a:cubicBezTo>
                  <a:cubicBezTo>
                    <a:pt x="643" y="2998"/>
                    <a:pt x="536" y="2835"/>
                    <a:pt x="480" y="2677"/>
                  </a:cubicBezTo>
                  <a:cubicBezTo>
                    <a:pt x="429" y="2514"/>
                    <a:pt x="429" y="2356"/>
                    <a:pt x="429" y="2193"/>
                  </a:cubicBezTo>
                  <a:cubicBezTo>
                    <a:pt x="429" y="1979"/>
                    <a:pt x="536" y="1821"/>
                    <a:pt x="643" y="1658"/>
                  </a:cubicBezTo>
                  <a:cubicBezTo>
                    <a:pt x="750" y="1499"/>
                    <a:pt x="857" y="1392"/>
                    <a:pt x="1015" y="1337"/>
                  </a:cubicBezTo>
                  <a:cubicBezTo>
                    <a:pt x="1178" y="1230"/>
                    <a:pt x="1392" y="1230"/>
                    <a:pt x="1550" y="1230"/>
                  </a:cubicBezTo>
                  <a:close/>
                  <a:moveTo>
                    <a:pt x="1443" y="1"/>
                  </a:moveTo>
                  <a:cubicBezTo>
                    <a:pt x="1336" y="1"/>
                    <a:pt x="1178" y="52"/>
                    <a:pt x="1071" y="52"/>
                  </a:cubicBezTo>
                  <a:cubicBezTo>
                    <a:pt x="643" y="215"/>
                    <a:pt x="266" y="536"/>
                    <a:pt x="1" y="909"/>
                  </a:cubicBezTo>
                  <a:lnTo>
                    <a:pt x="373" y="4175"/>
                  </a:lnTo>
                  <a:cubicBezTo>
                    <a:pt x="373" y="4227"/>
                    <a:pt x="429" y="4282"/>
                    <a:pt x="480" y="4282"/>
                  </a:cubicBezTo>
                  <a:cubicBezTo>
                    <a:pt x="908" y="4655"/>
                    <a:pt x="1499" y="4869"/>
                    <a:pt x="2086" y="4869"/>
                  </a:cubicBezTo>
                  <a:cubicBezTo>
                    <a:pt x="2300" y="4869"/>
                    <a:pt x="2514" y="4869"/>
                    <a:pt x="2676" y="4818"/>
                  </a:cubicBezTo>
                  <a:cubicBezTo>
                    <a:pt x="2784" y="4818"/>
                    <a:pt x="2835" y="4762"/>
                    <a:pt x="2942" y="4711"/>
                  </a:cubicBezTo>
                  <a:lnTo>
                    <a:pt x="2462" y="373"/>
                  </a:lnTo>
                  <a:cubicBezTo>
                    <a:pt x="2407" y="322"/>
                    <a:pt x="2355" y="322"/>
                    <a:pt x="2355" y="266"/>
                  </a:cubicBezTo>
                  <a:lnTo>
                    <a:pt x="2300" y="266"/>
                  </a:lnTo>
                  <a:cubicBezTo>
                    <a:pt x="2086" y="108"/>
                    <a:pt x="1765" y="1"/>
                    <a:pt x="1443" y="1"/>
                  </a:cubicBezTo>
                  <a:close/>
                </a:path>
              </a:pathLst>
            </a:custGeom>
            <a:solidFill>
              <a:srgbClr val="F1E0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5376648" y="2919899"/>
              <a:ext cx="11068" cy="100023"/>
            </a:xfrm>
            <a:custGeom>
              <a:avLst/>
              <a:gdLst/>
              <a:ahLst/>
              <a:cxnLst/>
              <a:rect l="l" t="t" r="r" b="b"/>
              <a:pathLst>
                <a:path w="480" h="4338" extrusionOk="0">
                  <a:moveTo>
                    <a:pt x="0" y="0"/>
                  </a:moveTo>
                  <a:lnTo>
                    <a:pt x="480" y="4338"/>
                  </a:lnTo>
                  <a:lnTo>
                    <a:pt x="480" y="698"/>
                  </a:lnTo>
                  <a:cubicBezTo>
                    <a:pt x="429" y="429"/>
                    <a:pt x="214" y="163"/>
                    <a:pt x="0" y="0"/>
                  </a:cubicBez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5529655" y="2982868"/>
              <a:ext cx="23426" cy="23426"/>
            </a:xfrm>
            <a:custGeom>
              <a:avLst/>
              <a:gdLst/>
              <a:ahLst/>
              <a:cxnLst/>
              <a:rect l="l" t="t" r="r" b="b"/>
              <a:pathLst>
                <a:path w="1016" h="1016" extrusionOk="0">
                  <a:moveTo>
                    <a:pt x="536" y="1"/>
                  </a:moveTo>
                  <a:cubicBezTo>
                    <a:pt x="266" y="1"/>
                    <a:pt x="52" y="215"/>
                    <a:pt x="1" y="429"/>
                  </a:cubicBezTo>
                  <a:cubicBezTo>
                    <a:pt x="1" y="695"/>
                    <a:pt x="159" y="964"/>
                    <a:pt x="429" y="964"/>
                  </a:cubicBezTo>
                  <a:cubicBezTo>
                    <a:pt x="480" y="1016"/>
                    <a:pt x="480" y="1016"/>
                    <a:pt x="536" y="1016"/>
                  </a:cubicBezTo>
                  <a:cubicBezTo>
                    <a:pt x="750" y="1016"/>
                    <a:pt x="964" y="802"/>
                    <a:pt x="1015" y="588"/>
                  </a:cubicBezTo>
                  <a:cubicBezTo>
                    <a:pt x="1015" y="322"/>
                    <a:pt x="857" y="52"/>
                    <a:pt x="587" y="1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5597466" y="2991468"/>
              <a:ext cx="24718" cy="23519"/>
            </a:xfrm>
            <a:custGeom>
              <a:avLst/>
              <a:gdLst/>
              <a:ahLst/>
              <a:cxnLst/>
              <a:rect l="l" t="t" r="r" b="b"/>
              <a:pathLst>
                <a:path w="1072" h="1020" extrusionOk="0">
                  <a:moveTo>
                    <a:pt x="536" y="0"/>
                  </a:moveTo>
                  <a:cubicBezTo>
                    <a:pt x="271" y="0"/>
                    <a:pt x="57" y="215"/>
                    <a:pt x="57" y="429"/>
                  </a:cubicBezTo>
                  <a:cubicBezTo>
                    <a:pt x="1" y="698"/>
                    <a:pt x="215" y="964"/>
                    <a:pt x="485" y="1019"/>
                  </a:cubicBezTo>
                  <a:lnTo>
                    <a:pt x="536" y="1019"/>
                  </a:lnTo>
                  <a:cubicBezTo>
                    <a:pt x="750" y="1019"/>
                    <a:pt x="964" y="805"/>
                    <a:pt x="1020" y="591"/>
                  </a:cubicBezTo>
                  <a:cubicBezTo>
                    <a:pt x="1071" y="322"/>
                    <a:pt x="857" y="56"/>
                    <a:pt x="592" y="56"/>
                  </a:cubicBezTo>
                  <a:cubicBezTo>
                    <a:pt x="592" y="0"/>
                    <a:pt x="536" y="0"/>
                    <a:pt x="536" y="0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5519786" y="2955730"/>
              <a:ext cx="39521" cy="17293"/>
            </a:xfrm>
            <a:custGeom>
              <a:avLst/>
              <a:gdLst/>
              <a:ahLst/>
              <a:cxnLst/>
              <a:rect l="l" t="t" r="r" b="b"/>
              <a:pathLst>
                <a:path w="1714" h="750" extrusionOk="0">
                  <a:moveTo>
                    <a:pt x="1443" y="1"/>
                  </a:moveTo>
                  <a:cubicBezTo>
                    <a:pt x="1392" y="1"/>
                    <a:pt x="1392" y="52"/>
                    <a:pt x="1336" y="52"/>
                  </a:cubicBezTo>
                  <a:cubicBezTo>
                    <a:pt x="1015" y="215"/>
                    <a:pt x="643" y="322"/>
                    <a:pt x="322" y="322"/>
                  </a:cubicBezTo>
                  <a:lnTo>
                    <a:pt x="215" y="322"/>
                  </a:lnTo>
                  <a:cubicBezTo>
                    <a:pt x="107" y="322"/>
                    <a:pt x="0" y="429"/>
                    <a:pt x="0" y="536"/>
                  </a:cubicBezTo>
                  <a:cubicBezTo>
                    <a:pt x="0" y="643"/>
                    <a:pt x="107" y="750"/>
                    <a:pt x="215" y="750"/>
                  </a:cubicBezTo>
                  <a:lnTo>
                    <a:pt x="322" y="750"/>
                  </a:lnTo>
                  <a:cubicBezTo>
                    <a:pt x="750" y="750"/>
                    <a:pt x="1178" y="643"/>
                    <a:pt x="1550" y="429"/>
                  </a:cubicBezTo>
                  <a:cubicBezTo>
                    <a:pt x="1657" y="373"/>
                    <a:pt x="1713" y="215"/>
                    <a:pt x="1657" y="108"/>
                  </a:cubicBezTo>
                  <a:cubicBezTo>
                    <a:pt x="1606" y="52"/>
                    <a:pt x="1499" y="1"/>
                    <a:pt x="1443" y="1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5603691" y="2963131"/>
              <a:ext cx="34586" cy="24718"/>
            </a:xfrm>
            <a:custGeom>
              <a:avLst/>
              <a:gdLst/>
              <a:ahLst/>
              <a:cxnLst/>
              <a:rect l="l" t="t" r="r" b="b"/>
              <a:pathLst>
                <a:path w="1500" h="1072" extrusionOk="0">
                  <a:moveTo>
                    <a:pt x="215" y="1"/>
                  </a:moveTo>
                  <a:cubicBezTo>
                    <a:pt x="215" y="1"/>
                    <a:pt x="159" y="52"/>
                    <a:pt x="108" y="52"/>
                  </a:cubicBezTo>
                  <a:cubicBezTo>
                    <a:pt x="1" y="159"/>
                    <a:pt x="1" y="266"/>
                    <a:pt x="108" y="373"/>
                  </a:cubicBezTo>
                  <a:cubicBezTo>
                    <a:pt x="373" y="694"/>
                    <a:pt x="801" y="908"/>
                    <a:pt x="1178" y="1071"/>
                  </a:cubicBezTo>
                  <a:lnTo>
                    <a:pt x="1285" y="1071"/>
                  </a:lnTo>
                  <a:cubicBezTo>
                    <a:pt x="1336" y="1071"/>
                    <a:pt x="1443" y="1015"/>
                    <a:pt x="1443" y="964"/>
                  </a:cubicBezTo>
                  <a:cubicBezTo>
                    <a:pt x="1499" y="801"/>
                    <a:pt x="1443" y="694"/>
                    <a:pt x="1336" y="694"/>
                  </a:cubicBezTo>
                  <a:cubicBezTo>
                    <a:pt x="964" y="536"/>
                    <a:pt x="643" y="373"/>
                    <a:pt x="373" y="108"/>
                  </a:cubicBezTo>
                  <a:cubicBezTo>
                    <a:pt x="373" y="52"/>
                    <a:pt x="373" y="52"/>
                    <a:pt x="322" y="52"/>
                  </a:cubicBezTo>
                  <a:cubicBezTo>
                    <a:pt x="322" y="1"/>
                    <a:pt x="266" y="1"/>
                    <a:pt x="215" y="1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5565393" y="3032233"/>
              <a:ext cx="41988" cy="48098"/>
            </a:xfrm>
            <a:custGeom>
              <a:avLst/>
              <a:gdLst/>
              <a:ahLst/>
              <a:cxnLst/>
              <a:rect l="l" t="t" r="r" b="b"/>
              <a:pathLst>
                <a:path w="1821" h="2086" extrusionOk="0">
                  <a:moveTo>
                    <a:pt x="322" y="1"/>
                  </a:moveTo>
                  <a:cubicBezTo>
                    <a:pt x="643" y="108"/>
                    <a:pt x="912" y="266"/>
                    <a:pt x="1178" y="480"/>
                  </a:cubicBezTo>
                  <a:cubicBezTo>
                    <a:pt x="1285" y="536"/>
                    <a:pt x="1341" y="694"/>
                    <a:pt x="1392" y="801"/>
                  </a:cubicBezTo>
                  <a:cubicBezTo>
                    <a:pt x="1448" y="857"/>
                    <a:pt x="1448" y="908"/>
                    <a:pt x="1448" y="1015"/>
                  </a:cubicBezTo>
                  <a:lnTo>
                    <a:pt x="1448" y="1071"/>
                  </a:lnTo>
                  <a:lnTo>
                    <a:pt x="1448" y="1178"/>
                  </a:lnTo>
                  <a:cubicBezTo>
                    <a:pt x="1448" y="1285"/>
                    <a:pt x="1448" y="1336"/>
                    <a:pt x="1392" y="1392"/>
                  </a:cubicBezTo>
                  <a:cubicBezTo>
                    <a:pt x="1392" y="1444"/>
                    <a:pt x="1341" y="1499"/>
                    <a:pt x="1341" y="1551"/>
                  </a:cubicBezTo>
                  <a:cubicBezTo>
                    <a:pt x="1234" y="1658"/>
                    <a:pt x="1126" y="1713"/>
                    <a:pt x="964" y="1820"/>
                  </a:cubicBezTo>
                  <a:cubicBezTo>
                    <a:pt x="698" y="1927"/>
                    <a:pt x="377" y="1979"/>
                    <a:pt x="0" y="2034"/>
                  </a:cubicBezTo>
                  <a:cubicBezTo>
                    <a:pt x="163" y="2086"/>
                    <a:pt x="377" y="2086"/>
                    <a:pt x="536" y="2086"/>
                  </a:cubicBezTo>
                  <a:lnTo>
                    <a:pt x="591" y="2086"/>
                  </a:lnTo>
                  <a:cubicBezTo>
                    <a:pt x="750" y="2086"/>
                    <a:pt x="912" y="2086"/>
                    <a:pt x="1071" y="2034"/>
                  </a:cubicBezTo>
                  <a:cubicBezTo>
                    <a:pt x="1234" y="1979"/>
                    <a:pt x="1392" y="1927"/>
                    <a:pt x="1555" y="1765"/>
                  </a:cubicBezTo>
                  <a:cubicBezTo>
                    <a:pt x="1606" y="1713"/>
                    <a:pt x="1662" y="1606"/>
                    <a:pt x="1713" y="1499"/>
                  </a:cubicBezTo>
                  <a:cubicBezTo>
                    <a:pt x="1769" y="1444"/>
                    <a:pt x="1769" y="1336"/>
                    <a:pt x="1820" y="1229"/>
                  </a:cubicBezTo>
                  <a:cubicBezTo>
                    <a:pt x="1820" y="1071"/>
                    <a:pt x="1769" y="857"/>
                    <a:pt x="1713" y="643"/>
                  </a:cubicBezTo>
                  <a:cubicBezTo>
                    <a:pt x="1606" y="480"/>
                    <a:pt x="1448" y="322"/>
                    <a:pt x="1341" y="266"/>
                  </a:cubicBezTo>
                  <a:cubicBezTo>
                    <a:pt x="1178" y="159"/>
                    <a:pt x="1019" y="108"/>
                    <a:pt x="857" y="52"/>
                  </a:cubicBezTo>
                  <a:cubicBezTo>
                    <a:pt x="698" y="1"/>
                    <a:pt x="536" y="1"/>
                    <a:pt x="377" y="1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5329749" y="2939636"/>
              <a:ext cx="35762" cy="55615"/>
            </a:xfrm>
            <a:custGeom>
              <a:avLst/>
              <a:gdLst/>
              <a:ahLst/>
              <a:cxnLst/>
              <a:rect l="l" t="t" r="r" b="b"/>
              <a:pathLst>
                <a:path w="1551" h="2412" extrusionOk="0">
                  <a:moveTo>
                    <a:pt x="1122" y="1"/>
                  </a:moveTo>
                  <a:cubicBezTo>
                    <a:pt x="964" y="1"/>
                    <a:pt x="750" y="1"/>
                    <a:pt x="587" y="108"/>
                  </a:cubicBezTo>
                  <a:cubicBezTo>
                    <a:pt x="429" y="163"/>
                    <a:pt x="322" y="270"/>
                    <a:pt x="215" y="429"/>
                  </a:cubicBezTo>
                  <a:cubicBezTo>
                    <a:pt x="108" y="592"/>
                    <a:pt x="1" y="750"/>
                    <a:pt x="1" y="964"/>
                  </a:cubicBezTo>
                  <a:cubicBezTo>
                    <a:pt x="1" y="1127"/>
                    <a:pt x="1" y="1285"/>
                    <a:pt x="52" y="1448"/>
                  </a:cubicBezTo>
                  <a:cubicBezTo>
                    <a:pt x="108" y="1606"/>
                    <a:pt x="215" y="1769"/>
                    <a:pt x="322" y="1927"/>
                  </a:cubicBezTo>
                  <a:cubicBezTo>
                    <a:pt x="429" y="2034"/>
                    <a:pt x="587" y="2141"/>
                    <a:pt x="694" y="2197"/>
                  </a:cubicBezTo>
                  <a:cubicBezTo>
                    <a:pt x="857" y="2304"/>
                    <a:pt x="1015" y="2355"/>
                    <a:pt x="1178" y="2411"/>
                  </a:cubicBezTo>
                  <a:cubicBezTo>
                    <a:pt x="1015" y="2304"/>
                    <a:pt x="908" y="2197"/>
                    <a:pt x="801" y="2090"/>
                  </a:cubicBezTo>
                  <a:cubicBezTo>
                    <a:pt x="694" y="1983"/>
                    <a:pt x="643" y="1876"/>
                    <a:pt x="536" y="1769"/>
                  </a:cubicBezTo>
                  <a:cubicBezTo>
                    <a:pt x="373" y="1499"/>
                    <a:pt x="322" y="1234"/>
                    <a:pt x="322" y="964"/>
                  </a:cubicBezTo>
                  <a:lnTo>
                    <a:pt x="322" y="913"/>
                  </a:lnTo>
                  <a:lnTo>
                    <a:pt x="322" y="857"/>
                  </a:lnTo>
                  <a:cubicBezTo>
                    <a:pt x="373" y="857"/>
                    <a:pt x="373" y="806"/>
                    <a:pt x="373" y="806"/>
                  </a:cubicBezTo>
                  <a:cubicBezTo>
                    <a:pt x="373" y="750"/>
                    <a:pt x="429" y="699"/>
                    <a:pt x="429" y="643"/>
                  </a:cubicBezTo>
                  <a:cubicBezTo>
                    <a:pt x="536" y="485"/>
                    <a:pt x="643" y="429"/>
                    <a:pt x="750" y="322"/>
                  </a:cubicBezTo>
                  <a:cubicBezTo>
                    <a:pt x="964" y="163"/>
                    <a:pt x="1229" y="108"/>
                    <a:pt x="1551" y="56"/>
                  </a:cubicBezTo>
                  <a:cubicBezTo>
                    <a:pt x="1444" y="1"/>
                    <a:pt x="1285" y="1"/>
                    <a:pt x="1122" y="1"/>
                  </a:cubicBezTo>
                  <a:close/>
                </a:path>
              </a:pathLst>
            </a:custGeom>
            <a:solidFill>
              <a:srgbClr val="B8BC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 rot="-8560521" flipH="1">
              <a:off x="5508627" y="3084747"/>
              <a:ext cx="64190" cy="33294"/>
            </a:xfrm>
            <a:custGeom>
              <a:avLst/>
              <a:gdLst/>
              <a:ahLst/>
              <a:cxnLst/>
              <a:rect l="l" t="t" r="r" b="b"/>
              <a:pathLst>
                <a:path w="2784" h="1444" extrusionOk="0">
                  <a:moveTo>
                    <a:pt x="1178" y="0"/>
                  </a:moveTo>
                  <a:cubicBezTo>
                    <a:pt x="1020" y="0"/>
                    <a:pt x="857" y="52"/>
                    <a:pt x="699" y="108"/>
                  </a:cubicBezTo>
                  <a:cubicBezTo>
                    <a:pt x="536" y="159"/>
                    <a:pt x="429" y="266"/>
                    <a:pt x="322" y="373"/>
                  </a:cubicBezTo>
                  <a:cubicBezTo>
                    <a:pt x="163" y="429"/>
                    <a:pt x="108" y="536"/>
                    <a:pt x="1" y="694"/>
                  </a:cubicBezTo>
                  <a:cubicBezTo>
                    <a:pt x="270" y="536"/>
                    <a:pt x="536" y="429"/>
                    <a:pt x="750" y="373"/>
                  </a:cubicBezTo>
                  <a:cubicBezTo>
                    <a:pt x="857" y="322"/>
                    <a:pt x="964" y="322"/>
                    <a:pt x="1071" y="322"/>
                  </a:cubicBezTo>
                  <a:cubicBezTo>
                    <a:pt x="1234" y="322"/>
                    <a:pt x="1392" y="373"/>
                    <a:pt x="1499" y="429"/>
                  </a:cubicBezTo>
                  <a:cubicBezTo>
                    <a:pt x="1606" y="480"/>
                    <a:pt x="1769" y="536"/>
                    <a:pt x="1876" y="587"/>
                  </a:cubicBezTo>
                  <a:cubicBezTo>
                    <a:pt x="1983" y="694"/>
                    <a:pt x="2090" y="750"/>
                    <a:pt x="2197" y="857"/>
                  </a:cubicBezTo>
                  <a:lnTo>
                    <a:pt x="2784" y="1443"/>
                  </a:lnTo>
                  <a:cubicBezTo>
                    <a:pt x="2677" y="1178"/>
                    <a:pt x="2570" y="908"/>
                    <a:pt x="2355" y="694"/>
                  </a:cubicBezTo>
                  <a:cubicBezTo>
                    <a:pt x="2248" y="536"/>
                    <a:pt x="2141" y="429"/>
                    <a:pt x="2034" y="322"/>
                  </a:cubicBezTo>
                  <a:cubicBezTo>
                    <a:pt x="1983" y="322"/>
                    <a:pt x="1927" y="266"/>
                    <a:pt x="1876" y="215"/>
                  </a:cubicBezTo>
                  <a:cubicBezTo>
                    <a:pt x="1769" y="159"/>
                    <a:pt x="1713" y="159"/>
                    <a:pt x="1662" y="108"/>
                  </a:cubicBezTo>
                  <a:cubicBezTo>
                    <a:pt x="1499" y="52"/>
                    <a:pt x="1341" y="0"/>
                    <a:pt x="1178" y="0"/>
                  </a:cubicBezTo>
                  <a:close/>
                </a:path>
              </a:pathLst>
            </a:custGeom>
            <a:solidFill>
              <a:srgbClr val="BD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5797371" y="3823160"/>
              <a:ext cx="235763" cy="276436"/>
            </a:xfrm>
            <a:custGeom>
              <a:avLst/>
              <a:gdLst/>
              <a:ahLst/>
              <a:cxnLst/>
              <a:rect l="l" t="t" r="r" b="b"/>
              <a:pathLst>
                <a:path w="10225" h="11989" extrusionOk="0">
                  <a:moveTo>
                    <a:pt x="10225" y="0"/>
                  </a:moveTo>
                  <a:cubicBezTo>
                    <a:pt x="7121" y="591"/>
                    <a:pt x="3803" y="1178"/>
                    <a:pt x="536" y="1662"/>
                  </a:cubicBezTo>
                  <a:lnTo>
                    <a:pt x="429" y="2783"/>
                  </a:lnTo>
                  <a:lnTo>
                    <a:pt x="108" y="6478"/>
                  </a:lnTo>
                  <a:lnTo>
                    <a:pt x="56" y="6637"/>
                  </a:lnTo>
                  <a:lnTo>
                    <a:pt x="1" y="7227"/>
                  </a:lnTo>
                  <a:lnTo>
                    <a:pt x="9206" y="11988"/>
                  </a:lnTo>
                  <a:cubicBezTo>
                    <a:pt x="9420" y="9689"/>
                    <a:pt x="9634" y="7172"/>
                    <a:pt x="9848" y="4710"/>
                  </a:cubicBezTo>
                  <a:cubicBezTo>
                    <a:pt x="9848" y="4603"/>
                    <a:pt x="9904" y="4445"/>
                    <a:pt x="9904" y="4338"/>
                  </a:cubicBezTo>
                  <a:cubicBezTo>
                    <a:pt x="10011" y="3104"/>
                    <a:pt x="10062" y="1927"/>
                    <a:pt x="10169" y="750"/>
                  </a:cubicBezTo>
                  <a:cubicBezTo>
                    <a:pt x="10169" y="484"/>
                    <a:pt x="10225" y="215"/>
                    <a:pt x="10225" y="0"/>
                  </a:cubicBezTo>
                  <a:close/>
                </a:path>
              </a:pathLst>
            </a:custGeom>
            <a:solidFill>
              <a:srgbClr val="F6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5913372" y="3575181"/>
              <a:ext cx="191331" cy="102398"/>
            </a:xfrm>
            <a:custGeom>
              <a:avLst/>
              <a:gdLst/>
              <a:ahLst/>
              <a:cxnLst/>
              <a:rect l="l" t="t" r="r" b="b"/>
              <a:pathLst>
                <a:path w="8298" h="4441" extrusionOk="0">
                  <a:moveTo>
                    <a:pt x="8298" y="1"/>
                  </a:moveTo>
                  <a:cubicBezTo>
                    <a:pt x="7120" y="1713"/>
                    <a:pt x="3802" y="3212"/>
                    <a:pt x="0" y="4440"/>
                  </a:cubicBezTo>
                  <a:lnTo>
                    <a:pt x="6478" y="4068"/>
                  </a:lnTo>
                  <a:cubicBezTo>
                    <a:pt x="7549" y="2407"/>
                    <a:pt x="8084" y="694"/>
                    <a:pt x="8298" y="1"/>
                  </a:cubicBez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5769057" y="3861458"/>
              <a:ext cx="40673" cy="25894"/>
            </a:xfrm>
            <a:custGeom>
              <a:avLst/>
              <a:gdLst/>
              <a:ahLst/>
              <a:cxnLst/>
              <a:rect l="l" t="t" r="r" b="b"/>
              <a:pathLst>
                <a:path w="1764" h="1123" extrusionOk="0">
                  <a:moveTo>
                    <a:pt x="1764" y="1"/>
                  </a:moveTo>
                  <a:cubicBezTo>
                    <a:pt x="1177" y="52"/>
                    <a:pt x="587" y="159"/>
                    <a:pt x="0" y="215"/>
                  </a:cubicBezTo>
                  <a:lnTo>
                    <a:pt x="1657" y="1122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79DDF5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5356911" y="3276569"/>
              <a:ext cx="101199" cy="410885"/>
            </a:xfrm>
            <a:custGeom>
              <a:avLst/>
              <a:gdLst/>
              <a:ahLst/>
              <a:cxnLst/>
              <a:rect l="l" t="t" r="r" b="b"/>
              <a:pathLst>
                <a:path w="4389" h="17820" extrusionOk="0">
                  <a:moveTo>
                    <a:pt x="0" y="0"/>
                  </a:moveTo>
                  <a:lnTo>
                    <a:pt x="1927" y="17819"/>
                  </a:lnTo>
                  <a:cubicBezTo>
                    <a:pt x="2620" y="17661"/>
                    <a:pt x="3532" y="17391"/>
                    <a:pt x="4389" y="17233"/>
                  </a:cubicBezTo>
                  <a:lnTo>
                    <a:pt x="2941" y="3691"/>
                  </a:lnTo>
                  <a:cubicBezTo>
                    <a:pt x="1978" y="2299"/>
                    <a:pt x="963" y="1071"/>
                    <a:pt x="0" y="0"/>
                  </a:cubicBezTo>
                  <a:close/>
                </a:path>
              </a:pathLst>
            </a:custGeom>
            <a:solidFill>
              <a:srgbClr val="EFDD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5424722" y="3361650"/>
              <a:ext cx="149390" cy="312268"/>
            </a:xfrm>
            <a:custGeom>
              <a:avLst/>
              <a:gdLst/>
              <a:ahLst/>
              <a:cxnLst/>
              <a:rect l="l" t="t" r="r" b="b"/>
              <a:pathLst>
                <a:path w="6479" h="13543" extrusionOk="0">
                  <a:moveTo>
                    <a:pt x="0" y="1"/>
                  </a:moveTo>
                  <a:lnTo>
                    <a:pt x="1448" y="13543"/>
                  </a:lnTo>
                  <a:cubicBezTo>
                    <a:pt x="2890" y="13166"/>
                    <a:pt x="4123" y="12901"/>
                    <a:pt x="4123" y="12901"/>
                  </a:cubicBezTo>
                  <a:lnTo>
                    <a:pt x="6478" y="11882"/>
                  </a:lnTo>
                  <a:cubicBezTo>
                    <a:pt x="4710" y="7600"/>
                    <a:pt x="2411" y="3426"/>
                    <a:pt x="0" y="1"/>
                  </a:cubicBezTo>
                  <a:close/>
                </a:path>
              </a:pathLst>
            </a:custGeom>
            <a:solidFill>
              <a:srgbClr val="F3E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5460553" y="3800956"/>
              <a:ext cx="13558" cy="22227"/>
            </a:xfrm>
            <a:custGeom>
              <a:avLst/>
              <a:gdLst/>
              <a:ahLst/>
              <a:cxnLst/>
              <a:rect l="l" t="t" r="r" b="b"/>
              <a:pathLst>
                <a:path w="588" h="964" extrusionOk="0">
                  <a:moveTo>
                    <a:pt x="480" y="0"/>
                  </a:moveTo>
                  <a:cubicBezTo>
                    <a:pt x="322" y="56"/>
                    <a:pt x="215" y="107"/>
                    <a:pt x="159" y="214"/>
                  </a:cubicBezTo>
                  <a:cubicBezTo>
                    <a:pt x="52" y="321"/>
                    <a:pt x="52" y="484"/>
                    <a:pt x="1" y="698"/>
                  </a:cubicBezTo>
                  <a:lnTo>
                    <a:pt x="587" y="963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EFDD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5471620" y="3659086"/>
              <a:ext cx="858869" cy="227070"/>
            </a:xfrm>
            <a:custGeom>
              <a:avLst/>
              <a:gdLst/>
              <a:ahLst/>
              <a:cxnLst/>
              <a:rect l="l" t="t" r="r" b="b"/>
              <a:pathLst>
                <a:path w="37249" h="9848" extrusionOk="0">
                  <a:moveTo>
                    <a:pt x="33558" y="1"/>
                  </a:moveTo>
                  <a:lnTo>
                    <a:pt x="28579" y="266"/>
                  </a:lnTo>
                  <a:lnTo>
                    <a:pt x="28043" y="322"/>
                  </a:lnTo>
                  <a:lnTo>
                    <a:pt x="25637" y="429"/>
                  </a:lnTo>
                  <a:lnTo>
                    <a:pt x="19159" y="801"/>
                  </a:lnTo>
                  <a:cubicBezTo>
                    <a:pt x="12202" y="3105"/>
                    <a:pt x="3532" y="4441"/>
                    <a:pt x="3532" y="4441"/>
                  </a:cubicBezTo>
                  <a:cubicBezTo>
                    <a:pt x="2034" y="6046"/>
                    <a:pt x="642" y="5939"/>
                    <a:pt x="0" y="6153"/>
                  </a:cubicBezTo>
                  <a:lnTo>
                    <a:pt x="107" y="7116"/>
                  </a:lnTo>
                  <a:lnTo>
                    <a:pt x="5352" y="9848"/>
                  </a:lnTo>
                  <a:cubicBezTo>
                    <a:pt x="5887" y="9792"/>
                    <a:pt x="6478" y="9741"/>
                    <a:pt x="7120" y="9685"/>
                  </a:cubicBezTo>
                  <a:cubicBezTo>
                    <a:pt x="7279" y="9685"/>
                    <a:pt x="7493" y="9685"/>
                    <a:pt x="7655" y="9634"/>
                  </a:cubicBezTo>
                  <a:cubicBezTo>
                    <a:pt x="8670" y="9527"/>
                    <a:pt x="9689" y="9420"/>
                    <a:pt x="10759" y="9313"/>
                  </a:cubicBezTo>
                  <a:cubicBezTo>
                    <a:pt x="10973" y="9257"/>
                    <a:pt x="11187" y="9257"/>
                    <a:pt x="11402" y="9206"/>
                  </a:cubicBezTo>
                  <a:cubicBezTo>
                    <a:pt x="11881" y="9150"/>
                    <a:pt x="12416" y="9099"/>
                    <a:pt x="12900" y="8992"/>
                  </a:cubicBezTo>
                  <a:cubicBezTo>
                    <a:pt x="13487" y="8936"/>
                    <a:pt x="14077" y="8829"/>
                    <a:pt x="14664" y="8778"/>
                  </a:cubicBezTo>
                  <a:cubicBezTo>
                    <a:pt x="17931" y="8294"/>
                    <a:pt x="21249" y="7707"/>
                    <a:pt x="24353" y="7116"/>
                  </a:cubicBezTo>
                  <a:cubicBezTo>
                    <a:pt x="25689" y="6851"/>
                    <a:pt x="26922" y="6581"/>
                    <a:pt x="28150" y="6367"/>
                  </a:cubicBezTo>
                  <a:cubicBezTo>
                    <a:pt x="33344" y="5353"/>
                    <a:pt x="37141" y="4441"/>
                    <a:pt x="37248" y="4441"/>
                  </a:cubicBezTo>
                  <a:cubicBezTo>
                    <a:pt x="37197" y="4389"/>
                    <a:pt x="33237" y="3049"/>
                    <a:pt x="33823" y="215"/>
                  </a:cubicBezTo>
                  <a:lnTo>
                    <a:pt x="33823" y="215"/>
                  </a:lnTo>
                  <a:lnTo>
                    <a:pt x="32809" y="964"/>
                  </a:lnTo>
                  <a:lnTo>
                    <a:pt x="32595" y="643"/>
                  </a:lnTo>
                  <a:lnTo>
                    <a:pt x="33558" y="1"/>
                  </a:lnTo>
                  <a:close/>
                </a:path>
              </a:pathLst>
            </a:custGeom>
            <a:solidFill>
              <a:srgbClr val="F3E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6223144" y="3655351"/>
              <a:ext cx="29629" cy="25986"/>
            </a:xfrm>
            <a:custGeom>
              <a:avLst/>
              <a:gdLst/>
              <a:ahLst/>
              <a:cxnLst/>
              <a:rect l="l" t="t" r="r" b="b"/>
              <a:pathLst>
                <a:path w="1285" h="1127" extrusionOk="0">
                  <a:moveTo>
                    <a:pt x="1178" y="0"/>
                  </a:moveTo>
                  <a:lnTo>
                    <a:pt x="964" y="163"/>
                  </a:lnTo>
                  <a:lnTo>
                    <a:pt x="1" y="805"/>
                  </a:lnTo>
                  <a:lnTo>
                    <a:pt x="215" y="1126"/>
                  </a:lnTo>
                  <a:lnTo>
                    <a:pt x="1229" y="377"/>
                  </a:lnTo>
                  <a:cubicBezTo>
                    <a:pt x="1229" y="321"/>
                    <a:pt x="1229" y="214"/>
                    <a:pt x="1285" y="163"/>
                  </a:cubicBezTo>
                  <a:lnTo>
                    <a:pt x="1178" y="0"/>
                  </a:ln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6237947" y="3627013"/>
              <a:ext cx="162924" cy="235671"/>
            </a:xfrm>
            <a:custGeom>
              <a:avLst/>
              <a:gdLst/>
              <a:ahLst/>
              <a:cxnLst/>
              <a:rect l="l" t="t" r="r" b="b"/>
              <a:pathLst>
                <a:path w="7066" h="10221" extrusionOk="0">
                  <a:moveTo>
                    <a:pt x="5138" y="5459"/>
                  </a:moveTo>
                  <a:lnTo>
                    <a:pt x="5190" y="5780"/>
                  </a:lnTo>
                  <a:lnTo>
                    <a:pt x="4068" y="5994"/>
                  </a:lnTo>
                  <a:lnTo>
                    <a:pt x="4012" y="5673"/>
                  </a:lnTo>
                  <a:lnTo>
                    <a:pt x="5138" y="5459"/>
                  </a:lnTo>
                  <a:close/>
                  <a:moveTo>
                    <a:pt x="4603" y="0"/>
                  </a:moveTo>
                  <a:cubicBezTo>
                    <a:pt x="2891" y="107"/>
                    <a:pt x="643" y="1392"/>
                    <a:pt x="643" y="1392"/>
                  </a:cubicBezTo>
                  <a:cubicBezTo>
                    <a:pt x="587" y="1443"/>
                    <a:pt x="587" y="1550"/>
                    <a:pt x="587" y="1606"/>
                  </a:cubicBezTo>
                  <a:cubicBezTo>
                    <a:pt x="1" y="4440"/>
                    <a:pt x="3961" y="5780"/>
                    <a:pt x="4012" y="5832"/>
                  </a:cubicBezTo>
                  <a:lnTo>
                    <a:pt x="4334" y="10220"/>
                  </a:lnTo>
                  <a:lnTo>
                    <a:pt x="4496" y="10220"/>
                  </a:lnTo>
                  <a:cubicBezTo>
                    <a:pt x="5618" y="10220"/>
                    <a:pt x="6530" y="8186"/>
                    <a:pt x="6795" y="7544"/>
                  </a:cubicBezTo>
                  <a:cubicBezTo>
                    <a:pt x="7065" y="6902"/>
                    <a:pt x="6530" y="908"/>
                    <a:pt x="5995" y="373"/>
                  </a:cubicBezTo>
                  <a:cubicBezTo>
                    <a:pt x="5674" y="107"/>
                    <a:pt x="5246" y="0"/>
                    <a:pt x="4762" y="0"/>
                  </a:cubicBezTo>
                  <a:close/>
                </a:path>
              </a:pathLst>
            </a:custGeom>
            <a:solidFill>
              <a:srgbClr val="F3E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5519786" y="3470248"/>
              <a:ext cx="597281" cy="291239"/>
            </a:xfrm>
            <a:custGeom>
              <a:avLst/>
              <a:gdLst/>
              <a:ahLst/>
              <a:cxnLst/>
              <a:rect l="l" t="t" r="r" b="b"/>
              <a:pathLst>
                <a:path w="25904" h="12631" extrusionOk="0">
                  <a:moveTo>
                    <a:pt x="19960" y="0"/>
                  </a:moveTo>
                  <a:cubicBezTo>
                    <a:pt x="18625" y="0"/>
                    <a:pt x="17233" y="377"/>
                    <a:pt x="15893" y="1340"/>
                  </a:cubicBezTo>
                  <a:lnTo>
                    <a:pt x="14985" y="1713"/>
                  </a:lnTo>
                  <a:cubicBezTo>
                    <a:pt x="15199" y="1662"/>
                    <a:pt x="15465" y="1606"/>
                    <a:pt x="15679" y="1555"/>
                  </a:cubicBezTo>
                  <a:cubicBezTo>
                    <a:pt x="16107" y="1499"/>
                    <a:pt x="16535" y="1392"/>
                    <a:pt x="16912" y="1392"/>
                  </a:cubicBezTo>
                  <a:cubicBezTo>
                    <a:pt x="17178" y="1392"/>
                    <a:pt x="17447" y="1447"/>
                    <a:pt x="17661" y="1499"/>
                  </a:cubicBezTo>
                  <a:lnTo>
                    <a:pt x="17499" y="1820"/>
                  </a:lnTo>
                  <a:cubicBezTo>
                    <a:pt x="17392" y="1769"/>
                    <a:pt x="17178" y="1769"/>
                    <a:pt x="16912" y="1769"/>
                  </a:cubicBezTo>
                  <a:cubicBezTo>
                    <a:pt x="16591" y="1769"/>
                    <a:pt x="16214" y="1820"/>
                    <a:pt x="15786" y="1876"/>
                  </a:cubicBezTo>
                  <a:cubicBezTo>
                    <a:pt x="15414" y="1983"/>
                    <a:pt x="14985" y="2090"/>
                    <a:pt x="14609" y="2197"/>
                  </a:cubicBezTo>
                  <a:cubicBezTo>
                    <a:pt x="13915" y="2411"/>
                    <a:pt x="13324" y="2625"/>
                    <a:pt x="13273" y="2676"/>
                  </a:cubicBezTo>
                  <a:lnTo>
                    <a:pt x="13217" y="2676"/>
                  </a:lnTo>
                  <a:lnTo>
                    <a:pt x="13166" y="2518"/>
                  </a:lnTo>
                  <a:lnTo>
                    <a:pt x="7758" y="4873"/>
                  </a:lnTo>
                  <a:lnTo>
                    <a:pt x="2355" y="7172"/>
                  </a:lnTo>
                  <a:lnTo>
                    <a:pt x="0" y="8191"/>
                  </a:lnTo>
                  <a:lnTo>
                    <a:pt x="1443" y="12631"/>
                  </a:lnTo>
                  <a:cubicBezTo>
                    <a:pt x="1443" y="12631"/>
                    <a:pt x="2193" y="12044"/>
                    <a:pt x="2300" y="11667"/>
                  </a:cubicBezTo>
                  <a:lnTo>
                    <a:pt x="2509" y="12455"/>
                  </a:lnTo>
                  <a:lnTo>
                    <a:pt x="2509" y="12455"/>
                  </a:lnTo>
                  <a:cubicBezTo>
                    <a:pt x="5035" y="12022"/>
                    <a:pt x="11585" y="10807"/>
                    <a:pt x="17070" y="8991"/>
                  </a:cubicBezTo>
                  <a:cubicBezTo>
                    <a:pt x="20872" y="7763"/>
                    <a:pt x="24190" y="6264"/>
                    <a:pt x="25368" y="4552"/>
                  </a:cubicBezTo>
                  <a:lnTo>
                    <a:pt x="25368" y="4496"/>
                  </a:lnTo>
                  <a:lnTo>
                    <a:pt x="25526" y="4175"/>
                  </a:lnTo>
                  <a:cubicBezTo>
                    <a:pt x="25903" y="3160"/>
                    <a:pt x="25154" y="1927"/>
                    <a:pt x="23762" y="1071"/>
                  </a:cubicBezTo>
                  <a:cubicBezTo>
                    <a:pt x="22743" y="429"/>
                    <a:pt x="21408" y="0"/>
                    <a:pt x="19960" y="0"/>
                  </a:cubicBezTo>
                  <a:close/>
                  <a:moveTo>
                    <a:pt x="2509" y="12455"/>
                  </a:moveTo>
                  <a:cubicBezTo>
                    <a:pt x="1831" y="12571"/>
                    <a:pt x="1443" y="12631"/>
                    <a:pt x="1443" y="12631"/>
                  </a:cubicBezTo>
                  <a:lnTo>
                    <a:pt x="2514" y="12472"/>
                  </a:lnTo>
                  <a:lnTo>
                    <a:pt x="2509" y="12455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5401319" y="3673889"/>
              <a:ext cx="70325" cy="143164"/>
            </a:xfrm>
            <a:custGeom>
              <a:avLst/>
              <a:gdLst/>
              <a:ahLst/>
              <a:cxnLst/>
              <a:rect l="l" t="t" r="r" b="b"/>
              <a:pathLst>
                <a:path w="3050" h="6209" extrusionOk="0">
                  <a:moveTo>
                    <a:pt x="2463" y="1"/>
                  </a:moveTo>
                  <a:cubicBezTo>
                    <a:pt x="1606" y="159"/>
                    <a:pt x="694" y="429"/>
                    <a:pt x="1" y="587"/>
                  </a:cubicBezTo>
                  <a:lnTo>
                    <a:pt x="480" y="5139"/>
                  </a:lnTo>
                  <a:lnTo>
                    <a:pt x="2570" y="6209"/>
                  </a:lnTo>
                  <a:cubicBezTo>
                    <a:pt x="2621" y="5995"/>
                    <a:pt x="2621" y="5832"/>
                    <a:pt x="2728" y="5725"/>
                  </a:cubicBezTo>
                  <a:cubicBezTo>
                    <a:pt x="2784" y="5618"/>
                    <a:pt x="2891" y="5567"/>
                    <a:pt x="3049" y="5511"/>
                  </a:cubicBezTo>
                  <a:lnTo>
                    <a:pt x="2463" y="1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5458086" y="3659086"/>
              <a:ext cx="94997" cy="141896"/>
            </a:xfrm>
            <a:custGeom>
              <a:avLst/>
              <a:gdLst/>
              <a:ahLst/>
              <a:cxnLst/>
              <a:rect l="l" t="t" r="r" b="b"/>
              <a:pathLst>
                <a:path w="4120" h="6154" extrusionOk="0">
                  <a:moveTo>
                    <a:pt x="2676" y="1"/>
                  </a:moveTo>
                  <a:cubicBezTo>
                    <a:pt x="2676" y="1"/>
                    <a:pt x="1443" y="266"/>
                    <a:pt x="1" y="643"/>
                  </a:cubicBezTo>
                  <a:lnTo>
                    <a:pt x="587" y="6153"/>
                  </a:lnTo>
                  <a:cubicBezTo>
                    <a:pt x="1229" y="5939"/>
                    <a:pt x="2621" y="6046"/>
                    <a:pt x="4119" y="4441"/>
                  </a:cubicBezTo>
                  <a:lnTo>
                    <a:pt x="2676" y="1"/>
                  </a:lnTo>
                  <a:close/>
                </a:path>
              </a:pathLst>
            </a:custGeom>
            <a:solidFill>
              <a:srgbClr val="F5E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5822066" y="3502321"/>
              <a:ext cx="104958" cy="29652"/>
            </a:xfrm>
            <a:custGeom>
              <a:avLst/>
              <a:gdLst/>
              <a:ahLst/>
              <a:cxnLst/>
              <a:rect l="l" t="t" r="r" b="b"/>
              <a:pathLst>
                <a:path w="4552" h="1286" extrusionOk="0">
                  <a:moveTo>
                    <a:pt x="3802" y="1"/>
                  </a:moveTo>
                  <a:cubicBezTo>
                    <a:pt x="3425" y="1"/>
                    <a:pt x="2997" y="108"/>
                    <a:pt x="2569" y="164"/>
                  </a:cubicBezTo>
                  <a:cubicBezTo>
                    <a:pt x="2355" y="215"/>
                    <a:pt x="2089" y="271"/>
                    <a:pt x="1875" y="322"/>
                  </a:cubicBezTo>
                  <a:cubicBezTo>
                    <a:pt x="856" y="592"/>
                    <a:pt x="0" y="964"/>
                    <a:pt x="0" y="964"/>
                  </a:cubicBezTo>
                  <a:lnTo>
                    <a:pt x="56" y="1127"/>
                  </a:lnTo>
                  <a:lnTo>
                    <a:pt x="107" y="1285"/>
                  </a:lnTo>
                  <a:lnTo>
                    <a:pt x="163" y="1285"/>
                  </a:lnTo>
                  <a:cubicBezTo>
                    <a:pt x="214" y="1234"/>
                    <a:pt x="805" y="1020"/>
                    <a:pt x="1499" y="806"/>
                  </a:cubicBezTo>
                  <a:cubicBezTo>
                    <a:pt x="1875" y="699"/>
                    <a:pt x="2304" y="592"/>
                    <a:pt x="2676" y="485"/>
                  </a:cubicBezTo>
                  <a:cubicBezTo>
                    <a:pt x="3104" y="429"/>
                    <a:pt x="3481" y="378"/>
                    <a:pt x="3802" y="378"/>
                  </a:cubicBezTo>
                  <a:cubicBezTo>
                    <a:pt x="4068" y="378"/>
                    <a:pt x="4282" y="378"/>
                    <a:pt x="4389" y="429"/>
                  </a:cubicBezTo>
                  <a:lnTo>
                    <a:pt x="4551" y="108"/>
                  </a:lnTo>
                  <a:cubicBezTo>
                    <a:pt x="4337" y="56"/>
                    <a:pt x="4068" y="1"/>
                    <a:pt x="3802" y="1"/>
                  </a:cubicBez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6330452" y="3752882"/>
              <a:ext cx="27162" cy="12359"/>
            </a:xfrm>
            <a:custGeom>
              <a:avLst/>
              <a:gdLst/>
              <a:ahLst/>
              <a:cxnLst/>
              <a:rect l="l" t="t" r="r" b="b"/>
              <a:pathLst>
                <a:path w="1178" h="536" extrusionOk="0">
                  <a:moveTo>
                    <a:pt x="1126" y="0"/>
                  </a:moveTo>
                  <a:lnTo>
                    <a:pt x="0" y="214"/>
                  </a:lnTo>
                  <a:lnTo>
                    <a:pt x="56" y="535"/>
                  </a:lnTo>
                  <a:lnTo>
                    <a:pt x="1178" y="321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5372889" y="2901430"/>
              <a:ext cx="3781" cy="17316"/>
            </a:xfrm>
            <a:custGeom>
              <a:avLst/>
              <a:gdLst/>
              <a:ahLst/>
              <a:cxnLst/>
              <a:rect l="l" t="t" r="r" b="b"/>
              <a:pathLst>
                <a:path w="164" h="751" extrusionOk="0">
                  <a:moveTo>
                    <a:pt x="108" y="1"/>
                  </a:moveTo>
                  <a:cubicBezTo>
                    <a:pt x="56" y="429"/>
                    <a:pt x="56" y="694"/>
                    <a:pt x="1" y="694"/>
                  </a:cubicBezTo>
                  <a:lnTo>
                    <a:pt x="56" y="694"/>
                  </a:lnTo>
                  <a:cubicBezTo>
                    <a:pt x="56" y="694"/>
                    <a:pt x="108" y="750"/>
                    <a:pt x="163" y="750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CCC4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5375357" y="2805190"/>
              <a:ext cx="211091" cy="135763"/>
            </a:xfrm>
            <a:custGeom>
              <a:avLst/>
              <a:gdLst/>
              <a:ahLst/>
              <a:cxnLst/>
              <a:rect l="l" t="t" r="r" b="b"/>
              <a:pathLst>
                <a:path w="9155" h="5888" extrusionOk="0">
                  <a:moveTo>
                    <a:pt x="913" y="0"/>
                  </a:moveTo>
                  <a:cubicBezTo>
                    <a:pt x="322" y="1443"/>
                    <a:pt x="108" y="3211"/>
                    <a:pt x="1" y="4175"/>
                  </a:cubicBezTo>
                  <a:lnTo>
                    <a:pt x="56" y="4924"/>
                  </a:lnTo>
                  <a:cubicBezTo>
                    <a:pt x="536" y="5189"/>
                    <a:pt x="2034" y="5887"/>
                    <a:pt x="3910" y="5887"/>
                  </a:cubicBezTo>
                  <a:cubicBezTo>
                    <a:pt x="6102" y="5887"/>
                    <a:pt x="7870" y="5189"/>
                    <a:pt x="9154" y="4226"/>
                  </a:cubicBezTo>
                  <a:lnTo>
                    <a:pt x="913" y="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5619693" y="3514679"/>
              <a:ext cx="58059" cy="40789"/>
            </a:xfrm>
            <a:custGeom>
              <a:avLst/>
              <a:gdLst/>
              <a:ahLst/>
              <a:cxnLst/>
              <a:rect l="l" t="t" r="r" b="b"/>
              <a:pathLst>
                <a:path w="2518" h="1769" extrusionOk="0">
                  <a:moveTo>
                    <a:pt x="2304" y="0"/>
                  </a:moveTo>
                  <a:cubicBezTo>
                    <a:pt x="2248" y="0"/>
                    <a:pt x="1927" y="270"/>
                    <a:pt x="1499" y="591"/>
                  </a:cubicBezTo>
                  <a:cubicBezTo>
                    <a:pt x="1071" y="856"/>
                    <a:pt x="535" y="1233"/>
                    <a:pt x="0" y="1447"/>
                  </a:cubicBezTo>
                  <a:lnTo>
                    <a:pt x="107" y="1768"/>
                  </a:lnTo>
                  <a:cubicBezTo>
                    <a:pt x="698" y="1498"/>
                    <a:pt x="1285" y="1126"/>
                    <a:pt x="1768" y="805"/>
                  </a:cubicBezTo>
                  <a:cubicBezTo>
                    <a:pt x="2090" y="591"/>
                    <a:pt x="2355" y="377"/>
                    <a:pt x="2462" y="270"/>
                  </a:cubicBezTo>
                  <a:lnTo>
                    <a:pt x="2518" y="270"/>
                  </a:lnTo>
                  <a:lnTo>
                    <a:pt x="2411" y="107"/>
                  </a:lnTo>
                  <a:lnTo>
                    <a:pt x="2304" y="0"/>
                  </a:lnTo>
                  <a:close/>
                </a:path>
              </a:pathLst>
            </a:custGeom>
            <a:solidFill>
              <a:srgbClr val="000000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5553058" y="3739255"/>
              <a:ext cx="24695" cy="22227"/>
            </a:xfrm>
            <a:custGeom>
              <a:avLst/>
              <a:gdLst/>
              <a:ahLst/>
              <a:cxnLst/>
              <a:rect l="l" t="t" r="r" b="b"/>
              <a:pathLst>
                <a:path w="1071" h="964" extrusionOk="0">
                  <a:moveTo>
                    <a:pt x="857" y="0"/>
                  </a:moveTo>
                  <a:cubicBezTo>
                    <a:pt x="750" y="377"/>
                    <a:pt x="0" y="964"/>
                    <a:pt x="0" y="964"/>
                  </a:cubicBezTo>
                  <a:lnTo>
                    <a:pt x="1071" y="805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EED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5111283" y="1093640"/>
              <a:ext cx="1742409" cy="3505824"/>
            </a:xfrm>
            <a:custGeom>
              <a:avLst/>
              <a:gdLst/>
              <a:ahLst/>
              <a:cxnLst/>
              <a:rect l="l" t="t" r="r" b="b"/>
              <a:pathLst>
                <a:path w="75568" h="152047" extrusionOk="0">
                  <a:moveTo>
                    <a:pt x="29063" y="1820"/>
                  </a:moveTo>
                  <a:cubicBezTo>
                    <a:pt x="45063" y="1820"/>
                    <a:pt x="59461" y="14827"/>
                    <a:pt x="61174" y="30775"/>
                  </a:cubicBezTo>
                  <a:lnTo>
                    <a:pt x="73269" y="143214"/>
                  </a:lnTo>
                  <a:cubicBezTo>
                    <a:pt x="73483" y="145140"/>
                    <a:pt x="72948" y="146909"/>
                    <a:pt x="71770" y="148193"/>
                  </a:cubicBezTo>
                  <a:cubicBezTo>
                    <a:pt x="70593" y="149529"/>
                    <a:pt x="68932" y="150227"/>
                    <a:pt x="67061" y="150227"/>
                  </a:cubicBezTo>
                  <a:lnTo>
                    <a:pt x="23818" y="150227"/>
                  </a:lnTo>
                  <a:cubicBezTo>
                    <a:pt x="21892" y="150227"/>
                    <a:pt x="19965" y="149477"/>
                    <a:pt x="18411" y="148030"/>
                  </a:cubicBezTo>
                  <a:cubicBezTo>
                    <a:pt x="16861" y="146639"/>
                    <a:pt x="15898" y="144819"/>
                    <a:pt x="15684" y="142841"/>
                  </a:cubicBezTo>
                  <a:lnTo>
                    <a:pt x="3589" y="30398"/>
                  </a:lnTo>
                  <a:cubicBezTo>
                    <a:pt x="3161" y="26494"/>
                    <a:pt x="3533" y="22747"/>
                    <a:pt x="4659" y="19215"/>
                  </a:cubicBezTo>
                  <a:cubicBezTo>
                    <a:pt x="5729" y="15790"/>
                    <a:pt x="7493" y="12737"/>
                    <a:pt x="9797" y="10117"/>
                  </a:cubicBezTo>
                  <a:cubicBezTo>
                    <a:pt x="12152" y="7493"/>
                    <a:pt x="14986" y="5459"/>
                    <a:pt x="18197" y="4067"/>
                  </a:cubicBezTo>
                  <a:cubicBezTo>
                    <a:pt x="21571" y="2569"/>
                    <a:pt x="25210" y="1820"/>
                    <a:pt x="29063" y="1820"/>
                  </a:cubicBezTo>
                  <a:close/>
                  <a:moveTo>
                    <a:pt x="29063" y="0"/>
                  </a:moveTo>
                  <a:cubicBezTo>
                    <a:pt x="12203" y="0"/>
                    <a:pt x="1" y="13701"/>
                    <a:pt x="1821" y="30612"/>
                  </a:cubicBezTo>
                  <a:lnTo>
                    <a:pt x="13916" y="143055"/>
                  </a:lnTo>
                  <a:cubicBezTo>
                    <a:pt x="14451" y="147979"/>
                    <a:pt x="18895" y="152046"/>
                    <a:pt x="23818" y="152046"/>
                  </a:cubicBezTo>
                  <a:lnTo>
                    <a:pt x="67061" y="152046"/>
                  </a:lnTo>
                  <a:cubicBezTo>
                    <a:pt x="71984" y="152046"/>
                    <a:pt x="75568" y="147979"/>
                    <a:pt x="75033" y="143055"/>
                  </a:cubicBezTo>
                  <a:lnTo>
                    <a:pt x="62938" y="30612"/>
                  </a:lnTo>
                  <a:cubicBezTo>
                    <a:pt x="61118" y="13701"/>
                    <a:pt x="45975" y="0"/>
                    <a:pt x="290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8252980" y="3066796"/>
              <a:ext cx="646625" cy="996015"/>
            </a:xfrm>
            <a:custGeom>
              <a:avLst/>
              <a:gdLst/>
              <a:ahLst/>
              <a:cxnLst/>
              <a:rect l="l" t="t" r="r" b="b"/>
              <a:pathLst>
                <a:path w="28044" h="43197" extrusionOk="0">
                  <a:moveTo>
                    <a:pt x="9796" y="0"/>
                  </a:moveTo>
                  <a:lnTo>
                    <a:pt x="9796" y="0"/>
                  </a:lnTo>
                  <a:cubicBezTo>
                    <a:pt x="7655" y="1713"/>
                    <a:pt x="6743" y="4761"/>
                    <a:pt x="7548" y="7330"/>
                  </a:cubicBezTo>
                  <a:cubicBezTo>
                    <a:pt x="7921" y="8456"/>
                    <a:pt x="8563" y="9471"/>
                    <a:pt x="8991" y="10541"/>
                  </a:cubicBezTo>
                  <a:cubicBezTo>
                    <a:pt x="9475" y="11611"/>
                    <a:pt x="9740" y="12844"/>
                    <a:pt x="9312" y="13915"/>
                  </a:cubicBezTo>
                  <a:cubicBezTo>
                    <a:pt x="8991" y="14664"/>
                    <a:pt x="8456" y="15251"/>
                    <a:pt x="8028" y="16000"/>
                  </a:cubicBezTo>
                  <a:cubicBezTo>
                    <a:pt x="7386" y="17177"/>
                    <a:pt x="7334" y="18676"/>
                    <a:pt x="7655" y="20016"/>
                  </a:cubicBezTo>
                  <a:cubicBezTo>
                    <a:pt x="7976" y="21352"/>
                    <a:pt x="8619" y="22636"/>
                    <a:pt x="9261" y="23813"/>
                  </a:cubicBezTo>
                  <a:cubicBezTo>
                    <a:pt x="9903" y="24939"/>
                    <a:pt x="10545" y="26117"/>
                    <a:pt x="10490" y="27346"/>
                  </a:cubicBezTo>
                  <a:cubicBezTo>
                    <a:pt x="10490" y="28044"/>
                    <a:pt x="10275" y="28737"/>
                    <a:pt x="10010" y="29435"/>
                  </a:cubicBezTo>
                  <a:cubicBezTo>
                    <a:pt x="9633" y="30612"/>
                    <a:pt x="9205" y="32004"/>
                    <a:pt x="8833" y="33181"/>
                  </a:cubicBezTo>
                  <a:cubicBezTo>
                    <a:pt x="7762" y="30826"/>
                    <a:pt x="8833" y="27936"/>
                    <a:pt x="8135" y="25419"/>
                  </a:cubicBezTo>
                  <a:cubicBezTo>
                    <a:pt x="7548" y="23278"/>
                    <a:pt x="5729" y="21621"/>
                    <a:pt x="5193" y="19481"/>
                  </a:cubicBezTo>
                  <a:cubicBezTo>
                    <a:pt x="4817" y="17875"/>
                    <a:pt x="5193" y="16214"/>
                    <a:pt x="5086" y="14557"/>
                  </a:cubicBezTo>
                  <a:cubicBezTo>
                    <a:pt x="5031" y="13380"/>
                    <a:pt x="4710" y="12254"/>
                    <a:pt x="4444" y="11132"/>
                  </a:cubicBezTo>
                  <a:cubicBezTo>
                    <a:pt x="4123" y="9899"/>
                    <a:pt x="3746" y="8670"/>
                    <a:pt x="3104" y="7600"/>
                  </a:cubicBezTo>
                  <a:cubicBezTo>
                    <a:pt x="2462" y="6474"/>
                    <a:pt x="1554" y="5673"/>
                    <a:pt x="270" y="5459"/>
                  </a:cubicBezTo>
                  <a:lnTo>
                    <a:pt x="270" y="5459"/>
                  </a:lnTo>
                  <a:cubicBezTo>
                    <a:pt x="1875" y="8242"/>
                    <a:pt x="2196" y="11774"/>
                    <a:pt x="1126" y="14822"/>
                  </a:cubicBezTo>
                  <a:cubicBezTo>
                    <a:pt x="805" y="15734"/>
                    <a:pt x="377" y="16591"/>
                    <a:pt x="214" y="17554"/>
                  </a:cubicBezTo>
                  <a:cubicBezTo>
                    <a:pt x="0" y="18838"/>
                    <a:pt x="377" y="20123"/>
                    <a:pt x="963" y="21245"/>
                  </a:cubicBezTo>
                  <a:cubicBezTo>
                    <a:pt x="1606" y="22371"/>
                    <a:pt x="2411" y="23385"/>
                    <a:pt x="3211" y="24404"/>
                  </a:cubicBezTo>
                  <a:cubicBezTo>
                    <a:pt x="3746" y="25047"/>
                    <a:pt x="4281" y="25689"/>
                    <a:pt x="4389" y="26489"/>
                  </a:cubicBezTo>
                  <a:cubicBezTo>
                    <a:pt x="4603" y="28095"/>
                    <a:pt x="3695" y="30022"/>
                    <a:pt x="3532" y="31576"/>
                  </a:cubicBezTo>
                  <a:cubicBezTo>
                    <a:pt x="3318" y="33233"/>
                    <a:pt x="4444" y="34731"/>
                    <a:pt x="5729" y="35694"/>
                  </a:cubicBezTo>
                  <a:cubicBezTo>
                    <a:pt x="6371" y="36230"/>
                    <a:pt x="7227" y="36658"/>
                    <a:pt x="7600" y="37407"/>
                  </a:cubicBezTo>
                  <a:cubicBezTo>
                    <a:pt x="8242" y="38747"/>
                    <a:pt x="7334" y="39869"/>
                    <a:pt x="7441" y="41153"/>
                  </a:cubicBezTo>
                  <a:cubicBezTo>
                    <a:pt x="7441" y="41530"/>
                    <a:pt x="7655" y="41902"/>
                    <a:pt x="7869" y="42172"/>
                  </a:cubicBezTo>
                  <a:cubicBezTo>
                    <a:pt x="8512" y="42814"/>
                    <a:pt x="9582" y="43136"/>
                    <a:pt x="10383" y="43187"/>
                  </a:cubicBezTo>
                  <a:cubicBezTo>
                    <a:pt x="10480" y="43194"/>
                    <a:pt x="10575" y="43197"/>
                    <a:pt x="10665" y="43197"/>
                  </a:cubicBezTo>
                  <a:cubicBezTo>
                    <a:pt x="12016" y="43197"/>
                    <a:pt x="12592" y="42457"/>
                    <a:pt x="12793" y="41153"/>
                  </a:cubicBezTo>
                  <a:cubicBezTo>
                    <a:pt x="13165" y="38854"/>
                    <a:pt x="16432" y="37784"/>
                    <a:pt x="16484" y="35536"/>
                  </a:cubicBezTo>
                  <a:cubicBezTo>
                    <a:pt x="16539" y="34838"/>
                    <a:pt x="16218" y="34145"/>
                    <a:pt x="16218" y="33502"/>
                  </a:cubicBezTo>
                  <a:cubicBezTo>
                    <a:pt x="16162" y="32376"/>
                    <a:pt x="16805" y="31362"/>
                    <a:pt x="17610" y="30557"/>
                  </a:cubicBezTo>
                  <a:cubicBezTo>
                    <a:pt x="18359" y="29700"/>
                    <a:pt x="19266" y="29007"/>
                    <a:pt x="19857" y="28095"/>
                  </a:cubicBezTo>
                  <a:cubicBezTo>
                    <a:pt x="20551" y="27080"/>
                    <a:pt x="20872" y="25796"/>
                    <a:pt x="20714" y="24563"/>
                  </a:cubicBezTo>
                  <a:cubicBezTo>
                    <a:pt x="20551" y="23334"/>
                    <a:pt x="19964" y="22208"/>
                    <a:pt x="19536" y="21086"/>
                  </a:cubicBezTo>
                  <a:cubicBezTo>
                    <a:pt x="19108" y="19909"/>
                    <a:pt x="18838" y="18624"/>
                    <a:pt x="19266" y="17498"/>
                  </a:cubicBezTo>
                  <a:cubicBezTo>
                    <a:pt x="19909" y="15679"/>
                    <a:pt x="23389" y="14930"/>
                    <a:pt x="22854" y="13059"/>
                  </a:cubicBezTo>
                  <a:cubicBezTo>
                    <a:pt x="21942" y="10062"/>
                    <a:pt x="25260" y="8828"/>
                    <a:pt x="28043" y="7600"/>
                  </a:cubicBezTo>
                  <a:cubicBezTo>
                    <a:pt x="27742" y="7537"/>
                    <a:pt x="27419" y="7509"/>
                    <a:pt x="27083" y="7509"/>
                  </a:cubicBezTo>
                  <a:cubicBezTo>
                    <a:pt x="24555" y="7509"/>
                    <a:pt x="21268" y="9105"/>
                    <a:pt x="20607" y="9578"/>
                  </a:cubicBezTo>
                  <a:cubicBezTo>
                    <a:pt x="19802" y="10113"/>
                    <a:pt x="19215" y="10969"/>
                    <a:pt x="19266" y="11933"/>
                  </a:cubicBezTo>
                  <a:cubicBezTo>
                    <a:pt x="19266" y="12254"/>
                    <a:pt x="19373" y="12630"/>
                    <a:pt x="19373" y="13003"/>
                  </a:cubicBezTo>
                  <a:cubicBezTo>
                    <a:pt x="19322" y="13859"/>
                    <a:pt x="18731" y="14608"/>
                    <a:pt x="18089" y="15144"/>
                  </a:cubicBezTo>
                  <a:cubicBezTo>
                    <a:pt x="17395" y="15734"/>
                    <a:pt x="16646" y="16214"/>
                    <a:pt x="16162" y="16912"/>
                  </a:cubicBezTo>
                  <a:cubicBezTo>
                    <a:pt x="15092" y="18517"/>
                    <a:pt x="15683" y="20602"/>
                    <a:pt x="16269" y="22478"/>
                  </a:cubicBezTo>
                  <a:cubicBezTo>
                    <a:pt x="16805" y="24297"/>
                    <a:pt x="17288" y="26489"/>
                    <a:pt x="16111" y="27936"/>
                  </a:cubicBezTo>
                  <a:cubicBezTo>
                    <a:pt x="15410" y="28785"/>
                    <a:pt x="14055" y="29402"/>
                    <a:pt x="13619" y="30353"/>
                  </a:cubicBezTo>
                  <a:lnTo>
                    <a:pt x="13619" y="30353"/>
                  </a:lnTo>
                  <a:cubicBezTo>
                    <a:pt x="14183" y="28862"/>
                    <a:pt x="14762" y="27271"/>
                    <a:pt x="14557" y="25633"/>
                  </a:cubicBezTo>
                  <a:cubicBezTo>
                    <a:pt x="14236" y="23492"/>
                    <a:pt x="12472" y="21673"/>
                    <a:pt x="12523" y="19481"/>
                  </a:cubicBezTo>
                  <a:cubicBezTo>
                    <a:pt x="12579" y="18248"/>
                    <a:pt x="13221" y="17070"/>
                    <a:pt x="13594" y="15841"/>
                  </a:cubicBezTo>
                  <a:cubicBezTo>
                    <a:pt x="14184" y="13701"/>
                    <a:pt x="13863" y="11346"/>
                    <a:pt x="12686" y="9471"/>
                  </a:cubicBezTo>
                  <a:cubicBezTo>
                    <a:pt x="11988" y="8400"/>
                    <a:pt x="11132" y="7544"/>
                    <a:pt x="10545" y="6422"/>
                  </a:cubicBezTo>
                  <a:cubicBezTo>
                    <a:pt x="9582" y="4547"/>
                    <a:pt x="9633" y="2141"/>
                    <a:pt x="9796" y="0"/>
                  </a:cubicBezTo>
                  <a:close/>
                </a:path>
              </a:pathLst>
            </a:custGeom>
            <a:solidFill>
              <a:srgbClr val="78CE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8272717" y="4019399"/>
              <a:ext cx="449183" cy="580011"/>
            </a:xfrm>
            <a:custGeom>
              <a:avLst/>
              <a:gdLst/>
              <a:ahLst/>
              <a:cxnLst/>
              <a:rect l="l" t="t" r="r" b="b"/>
              <a:pathLst>
                <a:path w="19481" h="25155" extrusionOk="0">
                  <a:moveTo>
                    <a:pt x="5301" y="1"/>
                  </a:moveTo>
                  <a:cubicBezTo>
                    <a:pt x="5301" y="1"/>
                    <a:pt x="0" y="7438"/>
                    <a:pt x="0" y="11668"/>
                  </a:cubicBezTo>
                  <a:cubicBezTo>
                    <a:pt x="0" y="15949"/>
                    <a:pt x="5301" y="25154"/>
                    <a:pt x="5301" y="25154"/>
                  </a:cubicBezTo>
                  <a:lnTo>
                    <a:pt x="14185" y="25154"/>
                  </a:lnTo>
                  <a:cubicBezTo>
                    <a:pt x="14185" y="25154"/>
                    <a:pt x="19481" y="15949"/>
                    <a:pt x="19481" y="11668"/>
                  </a:cubicBezTo>
                  <a:cubicBezTo>
                    <a:pt x="19481" y="7438"/>
                    <a:pt x="14185" y="1"/>
                    <a:pt x="14185" y="1"/>
                  </a:cubicBezTo>
                  <a:close/>
                </a:path>
              </a:pathLst>
            </a:custGeom>
            <a:solidFill>
              <a:srgbClr val="3858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8346753" y="4060072"/>
              <a:ext cx="282662" cy="114849"/>
            </a:xfrm>
            <a:custGeom>
              <a:avLst/>
              <a:gdLst/>
              <a:ahLst/>
              <a:cxnLst/>
              <a:rect l="l" t="t" r="r" b="b"/>
              <a:pathLst>
                <a:path w="12259" h="4981" extrusionOk="0">
                  <a:moveTo>
                    <a:pt x="12095" y="1"/>
                  </a:moveTo>
                  <a:cubicBezTo>
                    <a:pt x="11509" y="643"/>
                    <a:pt x="10974" y="1341"/>
                    <a:pt x="10653" y="2142"/>
                  </a:cubicBezTo>
                  <a:cubicBezTo>
                    <a:pt x="10546" y="2463"/>
                    <a:pt x="10439" y="2784"/>
                    <a:pt x="10276" y="3105"/>
                  </a:cubicBezTo>
                  <a:cubicBezTo>
                    <a:pt x="10169" y="3426"/>
                    <a:pt x="10010" y="3696"/>
                    <a:pt x="9796" y="3961"/>
                  </a:cubicBezTo>
                  <a:cubicBezTo>
                    <a:pt x="9527" y="4231"/>
                    <a:pt x="9261" y="4445"/>
                    <a:pt x="8884" y="4603"/>
                  </a:cubicBezTo>
                  <a:cubicBezTo>
                    <a:pt x="8563" y="4710"/>
                    <a:pt x="8191" y="4766"/>
                    <a:pt x="7814" y="4766"/>
                  </a:cubicBezTo>
                  <a:cubicBezTo>
                    <a:pt x="7013" y="4766"/>
                    <a:pt x="6101" y="4496"/>
                    <a:pt x="5408" y="4068"/>
                  </a:cubicBezTo>
                  <a:cubicBezTo>
                    <a:pt x="4710" y="3696"/>
                    <a:pt x="4068" y="3212"/>
                    <a:pt x="3374" y="2732"/>
                  </a:cubicBezTo>
                  <a:cubicBezTo>
                    <a:pt x="2676" y="2249"/>
                    <a:pt x="1983" y="1820"/>
                    <a:pt x="1178" y="1606"/>
                  </a:cubicBezTo>
                  <a:cubicBezTo>
                    <a:pt x="805" y="1499"/>
                    <a:pt x="377" y="1392"/>
                    <a:pt x="0" y="1392"/>
                  </a:cubicBezTo>
                  <a:lnTo>
                    <a:pt x="0" y="1606"/>
                  </a:lnTo>
                  <a:cubicBezTo>
                    <a:pt x="377" y="1662"/>
                    <a:pt x="750" y="1713"/>
                    <a:pt x="1126" y="1820"/>
                  </a:cubicBezTo>
                  <a:cubicBezTo>
                    <a:pt x="1876" y="2035"/>
                    <a:pt x="2569" y="2463"/>
                    <a:pt x="3267" y="2891"/>
                  </a:cubicBezTo>
                  <a:cubicBezTo>
                    <a:pt x="3909" y="3375"/>
                    <a:pt x="4603" y="3854"/>
                    <a:pt x="5301" y="4282"/>
                  </a:cubicBezTo>
                  <a:cubicBezTo>
                    <a:pt x="6050" y="4710"/>
                    <a:pt x="6958" y="4980"/>
                    <a:pt x="7814" y="4980"/>
                  </a:cubicBezTo>
                  <a:cubicBezTo>
                    <a:pt x="8242" y="4980"/>
                    <a:pt x="8619" y="4925"/>
                    <a:pt x="8991" y="4766"/>
                  </a:cubicBezTo>
                  <a:cubicBezTo>
                    <a:pt x="9368" y="4659"/>
                    <a:pt x="9689" y="4445"/>
                    <a:pt x="9955" y="4124"/>
                  </a:cubicBezTo>
                  <a:cubicBezTo>
                    <a:pt x="10169" y="3854"/>
                    <a:pt x="10331" y="3533"/>
                    <a:pt x="10490" y="3212"/>
                  </a:cubicBezTo>
                  <a:cubicBezTo>
                    <a:pt x="10597" y="2891"/>
                    <a:pt x="10704" y="2570"/>
                    <a:pt x="10867" y="2249"/>
                  </a:cubicBezTo>
                  <a:cubicBezTo>
                    <a:pt x="11188" y="1448"/>
                    <a:pt x="11667" y="750"/>
                    <a:pt x="12258" y="164"/>
                  </a:cubicBezTo>
                  <a:lnTo>
                    <a:pt x="120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8271518" y="4224238"/>
              <a:ext cx="451673" cy="178903"/>
            </a:xfrm>
            <a:custGeom>
              <a:avLst/>
              <a:gdLst/>
              <a:ahLst/>
              <a:cxnLst/>
              <a:rect l="l" t="t" r="r" b="b"/>
              <a:pathLst>
                <a:path w="19589" h="7759" extrusionOk="0">
                  <a:moveTo>
                    <a:pt x="3263" y="1"/>
                  </a:moveTo>
                  <a:cubicBezTo>
                    <a:pt x="3049" y="1"/>
                    <a:pt x="2835" y="1"/>
                    <a:pt x="2570" y="52"/>
                  </a:cubicBezTo>
                  <a:cubicBezTo>
                    <a:pt x="2035" y="159"/>
                    <a:pt x="1551" y="429"/>
                    <a:pt x="1123" y="750"/>
                  </a:cubicBezTo>
                  <a:cubicBezTo>
                    <a:pt x="695" y="1123"/>
                    <a:pt x="322" y="1499"/>
                    <a:pt x="1" y="1979"/>
                  </a:cubicBezTo>
                  <a:lnTo>
                    <a:pt x="215" y="2086"/>
                  </a:lnTo>
                  <a:cubicBezTo>
                    <a:pt x="480" y="1658"/>
                    <a:pt x="857" y="1230"/>
                    <a:pt x="1230" y="964"/>
                  </a:cubicBezTo>
                  <a:cubicBezTo>
                    <a:pt x="1658" y="643"/>
                    <a:pt x="2086" y="373"/>
                    <a:pt x="2621" y="266"/>
                  </a:cubicBezTo>
                  <a:cubicBezTo>
                    <a:pt x="2835" y="215"/>
                    <a:pt x="3049" y="215"/>
                    <a:pt x="3263" y="215"/>
                  </a:cubicBezTo>
                  <a:cubicBezTo>
                    <a:pt x="4120" y="215"/>
                    <a:pt x="4976" y="587"/>
                    <a:pt x="5725" y="1123"/>
                  </a:cubicBezTo>
                  <a:cubicBezTo>
                    <a:pt x="6474" y="1658"/>
                    <a:pt x="7172" y="2407"/>
                    <a:pt x="7708" y="3156"/>
                  </a:cubicBezTo>
                  <a:cubicBezTo>
                    <a:pt x="8350" y="3961"/>
                    <a:pt x="8936" y="4869"/>
                    <a:pt x="9686" y="5674"/>
                  </a:cubicBezTo>
                  <a:cubicBezTo>
                    <a:pt x="10383" y="6474"/>
                    <a:pt x="11184" y="7172"/>
                    <a:pt x="12203" y="7493"/>
                  </a:cubicBezTo>
                  <a:cubicBezTo>
                    <a:pt x="12683" y="7652"/>
                    <a:pt x="13166" y="7759"/>
                    <a:pt x="13646" y="7759"/>
                  </a:cubicBezTo>
                  <a:cubicBezTo>
                    <a:pt x="14609" y="7759"/>
                    <a:pt x="15572" y="7438"/>
                    <a:pt x="16429" y="6958"/>
                  </a:cubicBezTo>
                  <a:cubicBezTo>
                    <a:pt x="17341" y="6474"/>
                    <a:pt x="18090" y="5781"/>
                    <a:pt x="18677" y="4976"/>
                  </a:cubicBezTo>
                  <a:cubicBezTo>
                    <a:pt x="19053" y="4496"/>
                    <a:pt x="19374" y="3961"/>
                    <a:pt x="19588" y="3426"/>
                  </a:cubicBezTo>
                  <a:lnTo>
                    <a:pt x="19426" y="3319"/>
                  </a:lnTo>
                  <a:cubicBezTo>
                    <a:pt x="19160" y="3854"/>
                    <a:pt x="18839" y="4389"/>
                    <a:pt x="18518" y="4869"/>
                  </a:cubicBezTo>
                  <a:cubicBezTo>
                    <a:pt x="17927" y="5618"/>
                    <a:pt x="17178" y="6316"/>
                    <a:pt x="16322" y="6795"/>
                  </a:cubicBezTo>
                  <a:cubicBezTo>
                    <a:pt x="15521" y="7224"/>
                    <a:pt x="14558" y="7545"/>
                    <a:pt x="13646" y="7545"/>
                  </a:cubicBezTo>
                  <a:cubicBezTo>
                    <a:pt x="13166" y="7545"/>
                    <a:pt x="12738" y="7438"/>
                    <a:pt x="12254" y="7331"/>
                  </a:cubicBezTo>
                  <a:cubicBezTo>
                    <a:pt x="11291" y="6958"/>
                    <a:pt x="10542" y="6316"/>
                    <a:pt x="9848" y="5567"/>
                  </a:cubicBezTo>
                  <a:cubicBezTo>
                    <a:pt x="9150" y="4762"/>
                    <a:pt x="8508" y="3854"/>
                    <a:pt x="7922" y="2998"/>
                  </a:cubicBezTo>
                  <a:cubicBezTo>
                    <a:pt x="7331" y="2249"/>
                    <a:pt x="6637" y="1499"/>
                    <a:pt x="5832" y="964"/>
                  </a:cubicBezTo>
                  <a:cubicBezTo>
                    <a:pt x="5083" y="373"/>
                    <a:pt x="4175" y="1"/>
                    <a:pt x="3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8299855" y="4399472"/>
              <a:ext cx="377636" cy="117201"/>
            </a:xfrm>
            <a:custGeom>
              <a:avLst/>
              <a:gdLst/>
              <a:ahLst/>
              <a:cxnLst/>
              <a:rect l="l" t="t" r="r" b="b"/>
              <a:pathLst>
                <a:path w="16378" h="5083" extrusionOk="0">
                  <a:moveTo>
                    <a:pt x="1555" y="0"/>
                  </a:moveTo>
                  <a:cubicBezTo>
                    <a:pt x="1020" y="0"/>
                    <a:pt x="485" y="107"/>
                    <a:pt x="1" y="322"/>
                  </a:cubicBezTo>
                  <a:lnTo>
                    <a:pt x="108" y="536"/>
                  </a:lnTo>
                  <a:cubicBezTo>
                    <a:pt x="536" y="322"/>
                    <a:pt x="1020" y="214"/>
                    <a:pt x="1555" y="214"/>
                  </a:cubicBezTo>
                  <a:cubicBezTo>
                    <a:pt x="2411" y="214"/>
                    <a:pt x="3319" y="536"/>
                    <a:pt x="4017" y="1071"/>
                  </a:cubicBezTo>
                  <a:cubicBezTo>
                    <a:pt x="4552" y="1499"/>
                    <a:pt x="4980" y="1978"/>
                    <a:pt x="5408" y="2514"/>
                  </a:cubicBezTo>
                  <a:cubicBezTo>
                    <a:pt x="5836" y="3104"/>
                    <a:pt x="6264" y="3640"/>
                    <a:pt x="6800" y="4119"/>
                  </a:cubicBezTo>
                  <a:cubicBezTo>
                    <a:pt x="7121" y="4389"/>
                    <a:pt x="7493" y="4654"/>
                    <a:pt x="7870" y="4817"/>
                  </a:cubicBezTo>
                  <a:cubicBezTo>
                    <a:pt x="8298" y="4975"/>
                    <a:pt x="8726" y="5082"/>
                    <a:pt x="9154" y="5082"/>
                  </a:cubicBezTo>
                  <a:cubicBezTo>
                    <a:pt x="9420" y="5082"/>
                    <a:pt x="9690" y="5082"/>
                    <a:pt x="9955" y="4975"/>
                  </a:cubicBezTo>
                  <a:cubicBezTo>
                    <a:pt x="10225" y="4868"/>
                    <a:pt x="10439" y="4710"/>
                    <a:pt x="10653" y="4496"/>
                  </a:cubicBezTo>
                  <a:cubicBezTo>
                    <a:pt x="10918" y="4226"/>
                    <a:pt x="11081" y="3905"/>
                    <a:pt x="11239" y="3584"/>
                  </a:cubicBezTo>
                  <a:cubicBezTo>
                    <a:pt x="11346" y="3263"/>
                    <a:pt x="11509" y="2890"/>
                    <a:pt x="11723" y="2621"/>
                  </a:cubicBezTo>
                  <a:cubicBezTo>
                    <a:pt x="11989" y="2248"/>
                    <a:pt x="12365" y="1927"/>
                    <a:pt x="12794" y="1764"/>
                  </a:cubicBezTo>
                  <a:cubicBezTo>
                    <a:pt x="13222" y="1550"/>
                    <a:pt x="13701" y="1499"/>
                    <a:pt x="14185" y="1499"/>
                  </a:cubicBezTo>
                  <a:cubicBezTo>
                    <a:pt x="14613" y="1499"/>
                    <a:pt x="15041" y="1550"/>
                    <a:pt x="15414" y="1657"/>
                  </a:cubicBezTo>
                  <a:cubicBezTo>
                    <a:pt x="15735" y="1764"/>
                    <a:pt x="16005" y="1871"/>
                    <a:pt x="16326" y="2034"/>
                  </a:cubicBezTo>
                  <a:lnTo>
                    <a:pt x="16377" y="1820"/>
                  </a:lnTo>
                  <a:cubicBezTo>
                    <a:pt x="16112" y="1657"/>
                    <a:pt x="15791" y="1550"/>
                    <a:pt x="15521" y="1443"/>
                  </a:cubicBezTo>
                  <a:cubicBezTo>
                    <a:pt x="15093" y="1336"/>
                    <a:pt x="14613" y="1285"/>
                    <a:pt x="14185" y="1285"/>
                  </a:cubicBezTo>
                  <a:cubicBezTo>
                    <a:pt x="13650" y="1285"/>
                    <a:pt x="13166" y="1336"/>
                    <a:pt x="12687" y="1550"/>
                  </a:cubicBezTo>
                  <a:cubicBezTo>
                    <a:pt x="12203" y="1764"/>
                    <a:pt x="11830" y="2085"/>
                    <a:pt x="11509" y="2514"/>
                  </a:cubicBezTo>
                  <a:cubicBezTo>
                    <a:pt x="11295" y="2783"/>
                    <a:pt x="11188" y="3156"/>
                    <a:pt x="11025" y="3477"/>
                  </a:cubicBezTo>
                  <a:cubicBezTo>
                    <a:pt x="10867" y="3798"/>
                    <a:pt x="10704" y="4119"/>
                    <a:pt x="10490" y="4389"/>
                  </a:cubicBezTo>
                  <a:cubicBezTo>
                    <a:pt x="10276" y="4547"/>
                    <a:pt x="10118" y="4654"/>
                    <a:pt x="9904" y="4761"/>
                  </a:cubicBezTo>
                  <a:cubicBezTo>
                    <a:pt x="9634" y="4868"/>
                    <a:pt x="9420" y="4868"/>
                    <a:pt x="9154" y="4868"/>
                  </a:cubicBezTo>
                  <a:cubicBezTo>
                    <a:pt x="8778" y="4868"/>
                    <a:pt x="8350" y="4761"/>
                    <a:pt x="7977" y="4603"/>
                  </a:cubicBezTo>
                  <a:cubicBezTo>
                    <a:pt x="7600" y="4440"/>
                    <a:pt x="7228" y="4226"/>
                    <a:pt x="6907" y="3961"/>
                  </a:cubicBezTo>
                  <a:cubicBezTo>
                    <a:pt x="6423" y="3477"/>
                    <a:pt x="5995" y="2942"/>
                    <a:pt x="5567" y="2407"/>
                  </a:cubicBezTo>
                  <a:cubicBezTo>
                    <a:pt x="5138" y="1871"/>
                    <a:pt x="4710" y="1336"/>
                    <a:pt x="4175" y="908"/>
                  </a:cubicBezTo>
                  <a:cubicBezTo>
                    <a:pt x="3426" y="322"/>
                    <a:pt x="2463" y="0"/>
                    <a:pt x="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8349220" y="4511714"/>
              <a:ext cx="281371" cy="64192"/>
            </a:xfrm>
            <a:custGeom>
              <a:avLst/>
              <a:gdLst/>
              <a:ahLst/>
              <a:cxnLst/>
              <a:rect l="l" t="t" r="r" b="b"/>
              <a:pathLst>
                <a:path w="12203" h="2784" extrusionOk="0">
                  <a:moveTo>
                    <a:pt x="107" y="0"/>
                  </a:moveTo>
                  <a:lnTo>
                    <a:pt x="0" y="214"/>
                  </a:lnTo>
                  <a:cubicBezTo>
                    <a:pt x="536" y="484"/>
                    <a:pt x="1126" y="857"/>
                    <a:pt x="1713" y="1233"/>
                  </a:cubicBezTo>
                  <a:cubicBezTo>
                    <a:pt x="2248" y="1606"/>
                    <a:pt x="2890" y="1983"/>
                    <a:pt x="3426" y="2248"/>
                  </a:cubicBezTo>
                  <a:cubicBezTo>
                    <a:pt x="4175" y="2625"/>
                    <a:pt x="4980" y="2783"/>
                    <a:pt x="5780" y="2783"/>
                  </a:cubicBezTo>
                  <a:cubicBezTo>
                    <a:pt x="6799" y="2783"/>
                    <a:pt x="7763" y="2518"/>
                    <a:pt x="8619" y="2034"/>
                  </a:cubicBezTo>
                  <a:cubicBezTo>
                    <a:pt x="8884" y="1876"/>
                    <a:pt x="9154" y="1662"/>
                    <a:pt x="9420" y="1499"/>
                  </a:cubicBezTo>
                  <a:cubicBezTo>
                    <a:pt x="9689" y="1392"/>
                    <a:pt x="9955" y="1233"/>
                    <a:pt x="10224" y="1126"/>
                  </a:cubicBezTo>
                  <a:cubicBezTo>
                    <a:pt x="10383" y="1126"/>
                    <a:pt x="10546" y="1071"/>
                    <a:pt x="10760" y="1071"/>
                  </a:cubicBezTo>
                  <a:cubicBezTo>
                    <a:pt x="11188" y="1071"/>
                    <a:pt x="11667" y="1233"/>
                    <a:pt x="12095" y="1499"/>
                  </a:cubicBezTo>
                  <a:lnTo>
                    <a:pt x="12202" y="1285"/>
                  </a:lnTo>
                  <a:cubicBezTo>
                    <a:pt x="11774" y="1019"/>
                    <a:pt x="11239" y="857"/>
                    <a:pt x="10760" y="857"/>
                  </a:cubicBezTo>
                  <a:cubicBezTo>
                    <a:pt x="10546" y="857"/>
                    <a:pt x="10332" y="912"/>
                    <a:pt x="10169" y="964"/>
                  </a:cubicBezTo>
                  <a:cubicBezTo>
                    <a:pt x="9848" y="1019"/>
                    <a:pt x="9582" y="1178"/>
                    <a:pt x="9313" y="1340"/>
                  </a:cubicBezTo>
                  <a:lnTo>
                    <a:pt x="8512" y="1820"/>
                  </a:lnTo>
                  <a:cubicBezTo>
                    <a:pt x="7707" y="2304"/>
                    <a:pt x="6744" y="2569"/>
                    <a:pt x="5780" y="2569"/>
                  </a:cubicBezTo>
                  <a:cubicBezTo>
                    <a:pt x="5031" y="2569"/>
                    <a:pt x="4230" y="2411"/>
                    <a:pt x="3533" y="2034"/>
                  </a:cubicBezTo>
                  <a:cubicBezTo>
                    <a:pt x="2997" y="1820"/>
                    <a:pt x="2411" y="1448"/>
                    <a:pt x="1820" y="1071"/>
                  </a:cubicBezTo>
                  <a:cubicBezTo>
                    <a:pt x="1233" y="698"/>
                    <a:pt x="643" y="321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8525723" y="4143999"/>
              <a:ext cx="188772" cy="192507"/>
            </a:xfrm>
            <a:custGeom>
              <a:avLst/>
              <a:gdLst/>
              <a:ahLst/>
              <a:cxnLst/>
              <a:rect l="l" t="t" r="r" b="b"/>
              <a:pathLst>
                <a:path w="8187" h="8349" extrusionOk="0">
                  <a:moveTo>
                    <a:pt x="6367" y="0"/>
                  </a:moveTo>
                  <a:cubicBezTo>
                    <a:pt x="6316" y="214"/>
                    <a:pt x="6316" y="484"/>
                    <a:pt x="6260" y="698"/>
                  </a:cubicBezTo>
                  <a:cubicBezTo>
                    <a:pt x="6209" y="1285"/>
                    <a:pt x="6153" y="1927"/>
                    <a:pt x="5939" y="2462"/>
                  </a:cubicBezTo>
                  <a:cubicBezTo>
                    <a:pt x="5888" y="2783"/>
                    <a:pt x="5781" y="3053"/>
                    <a:pt x="5618" y="3267"/>
                  </a:cubicBezTo>
                  <a:cubicBezTo>
                    <a:pt x="5459" y="3532"/>
                    <a:pt x="5297" y="3746"/>
                    <a:pt x="5031" y="3909"/>
                  </a:cubicBezTo>
                  <a:cubicBezTo>
                    <a:pt x="4655" y="4174"/>
                    <a:pt x="4226" y="4337"/>
                    <a:pt x="3747" y="4444"/>
                  </a:cubicBezTo>
                  <a:cubicBezTo>
                    <a:pt x="3263" y="4496"/>
                    <a:pt x="2728" y="4551"/>
                    <a:pt x="2248" y="4603"/>
                  </a:cubicBezTo>
                  <a:cubicBezTo>
                    <a:pt x="1765" y="4710"/>
                    <a:pt x="1229" y="4924"/>
                    <a:pt x="801" y="5193"/>
                  </a:cubicBezTo>
                  <a:cubicBezTo>
                    <a:pt x="587" y="5352"/>
                    <a:pt x="373" y="5515"/>
                    <a:pt x="266" y="5729"/>
                  </a:cubicBezTo>
                  <a:cubicBezTo>
                    <a:pt x="108" y="5943"/>
                    <a:pt x="52" y="6208"/>
                    <a:pt x="1" y="6478"/>
                  </a:cubicBezTo>
                  <a:lnTo>
                    <a:pt x="1" y="6585"/>
                  </a:lnTo>
                  <a:cubicBezTo>
                    <a:pt x="1" y="6799"/>
                    <a:pt x="52" y="7064"/>
                    <a:pt x="215" y="7278"/>
                  </a:cubicBezTo>
                  <a:cubicBezTo>
                    <a:pt x="373" y="7600"/>
                    <a:pt x="643" y="7814"/>
                    <a:pt x="964" y="8028"/>
                  </a:cubicBezTo>
                  <a:cubicBezTo>
                    <a:pt x="1336" y="8190"/>
                    <a:pt x="1713" y="8349"/>
                    <a:pt x="2086" y="8349"/>
                  </a:cubicBezTo>
                  <a:lnTo>
                    <a:pt x="2248" y="8349"/>
                  </a:lnTo>
                  <a:cubicBezTo>
                    <a:pt x="2514" y="8349"/>
                    <a:pt x="2835" y="8297"/>
                    <a:pt x="3105" y="8190"/>
                  </a:cubicBezTo>
                  <a:cubicBezTo>
                    <a:pt x="3533" y="8028"/>
                    <a:pt x="3854" y="7814"/>
                    <a:pt x="4119" y="7493"/>
                  </a:cubicBezTo>
                  <a:cubicBezTo>
                    <a:pt x="4440" y="7171"/>
                    <a:pt x="4655" y="6850"/>
                    <a:pt x="4869" y="6478"/>
                  </a:cubicBezTo>
                  <a:cubicBezTo>
                    <a:pt x="5245" y="5780"/>
                    <a:pt x="5618" y="5031"/>
                    <a:pt x="6153" y="4496"/>
                  </a:cubicBezTo>
                  <a:cubicBezTo>
                    <a:pt x="6316" y="4337"/>
                    <a:pt x="6474" y="4230"/>
                    <a:pt x="6688" y="4174"/>
                  </a:cubicBezTo>
                  <a:cubicBezTo>
                    <a:pt x="6851" y="4067"/>
                    <a:pt x="7065" y="4016"/>
                    <a:pt x="7279" y="4016"/>
                  </a:cubicBezTo>
                  <a:cubicBezTo>
                    <a:pt x="7544" y="4016"/>
                    <a:pt x="7814" y="4123"/>
                    <a:pt x="8135" y="4230"/>
                  </a:cubicBezTo>
                  <a:lnTo>
                    <a:pt x="8187" y="4016"/>
                  </a:lnTo>
                  <a:cubicBezTo>
                    <a:pt x="7866" y="3909"/>
                    <a:pt x="7544" y="3802"/>
                    <a:pt x="7279" y="3802"/>
                  </a:cubicBezTo>
                  <a:cubicBezTo>
                    <a:pt x="7009" y="3802"/>
                    <a:pt x="6795" y="3853"/>
                    <a:pt x="6581" y="3960"/>
                  </a:cubicBezTo>
                  <a:cubicBezTo>
                    <a:pt x="6367" y="4016"/>
                    <a:pt x="6153" y="4174"/>
                    <a:pt x="5995" y="4337"/>
                  </a:cubicBezTo>
                  <a:cubicBezTo>
                    <a:pt x="5404" y="4924"/>
                    <a:pt x="5083" y="5673"/>
                    <a:pt x="4655" y="6371"/>
                  </a:cubicBezTo>
                  <a:cubicBezTo>
                    <a:pt x="4496" y="6743"/>
                    <a:pt x="4226" y="7064"/>
                    <a:pt x="3961" y="7334"/>
                  </a:cubicBezTo>
                  <a:cubicBezTo>
                    <a:pt x="3691" y="7655"/>
                    <a:pt x="3426" y="7869"/>
                    <a:pt x="3049" y="7976"/>
                  </a:cubicBezTo>
                  <a:cubicBezTo>
                    <a:pt x="2784" y="8083"/>
                    <a:pt x="2514" y="8135"/>
                    <a:pt x="2248" y="8135"/>
                  </a:cubicBezTo>
                  <a:lnTo>
                    <a:pt x="2086" y="8135"/>
                  </a:lnTo>
                  <a:cubicBezTo>
                    <a:pt x="1606" y="8083"/>
                    <a:pt x="1178" y="7921"/>
                    <a:pt x="801" y="7655"/>
                  </a:cubicBezTo>
                  <a:cubicBezTo>
                    <a:pt x="643" y="7493"/>
                    <a:pt x="480" y="7334"/>
                    <a:pt x="373" y="7171"/>
                  </a:cubicBezTo>
                  <a:cubicBezTo>
                    <a:pt x="266" y="6957"/>
                    <a:pt x="215" y="6799"/>
                    <a:pt x="215" y="6585"/>
                  </a:cubicBezTo>
                  <a:lnTo>
                    <a:pt x="215" y="6478"/>
                  </a:lnTo>
                  <a:cubicBezTo>
                    <a:pt x="266" y="6264"/>
                    <a:pt x="322" y="6050"/>
                    <a:pt x="429" y="5887"/>
                  </a:cubicBezTo>
                  <a:cubicBezTo>
                    <a:pt x="643" y="5566"/>
                    <a:pt x="908" y="5352"/>
                    <a:pt x="1229" y="5193"/>
                  </a:cubicBezTo>
                  <a:cubicBezTo>
                    <a:pt x="1550" y="5031"/>
                    <a:pt x="1927" y="4924"/>
                    <a:pt x="2300" y="4817"/>
                  </a:cubicBezTo>
                  <a:cubicBezTo>
                    <a:pt x="2784" y="4765"/>
                    <a:pt x="3263" y="4710"/>
                    <a:pt x="3798" y="4658"/>
                  </a:cubicBezTo>
                  <a:cubicBezTo>
                    <a:pt x="4282" y="4551"/>
                    <a:pt x="4762" y="4389"/>
                    <a:pt x="5190" y="4067"/>
                  </a:cubicBezTo>
                  <a:cubicBezTo>
                    <a:pt x="5459" y="3909"/>
                    <a:pt x="5618" y="3639"/>
                    <a:pt x="5781" y="3374"/>
                  </a:cubicBezTo>
                  <a:cubicBezTo>
                    <a:pt x="6046" y="2997"/>
                    <a:pt x="6209" y="2569"/>
                    <a:pt x="6316" y="2089"/>
                  </a:cubicBezTo>
                  <a:cubicBezTo>
                    <a:pt x="6367" y="1606"/>
                    <a:pt x="6474" y="1126"/>
                    <a:pt x="6474" y="698"/>
                  </a:cubicBezTo>
                  <a:cubicBezTo>
                    <a:pt x="6530" y="484"/>
                    <a:pt x="6530" y="270"/>
                    <a:pt x="6581" y="56"/>
                  </a:cubicBezTo>
                  <a:lnTo>
                    <a:pt x="63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8288811" y="4125531"/>
              <a:ext cx="157967" cy="81462"/>
            </a:xfrm>
            <a:custGeom>
              <a:avLst/>
              <a:gdLst/>
              <a:ahLst/>
              <a:cxnLst/>
              <a:rect l="l" t="t" r="r" b="b"/>
              <a:pathLst>
                <a:path w="6851" h="3533" extrusionOk="0">
                  <a:moveTo>
                    <a:pt x="3639" y="0"/>
                  </a:moveTo>
                  <a:cubicBezTo>
                    <a:pt x="2890" y="0"/>
                    <a:pt x="2141" y="159"/>
                    <a:pt x="1443" y="373"/>
                  </a:cubicBezTo>
                  <a:lnTo>
                    <a:pt x="1499" y="587"/>
                  </a:lnTo>
                  <a:cubicBezTo>
                    <a:pt x="2192" y="373"/>
                    <a:pt x="2942" y="215"/>
                    <a:pt x="3639" y="215"/>
                  </a:cubicBezTo>
                  <a:cubicBezTo>
                    <a:pt x="4012" y="215"/>
                    <a:pt x="4333" y="266"/>
                    <a:pt x="4710" y="373"/>
                  </a:cubicBezTo>
                  <a:cubicBezTo>
                    <a:pt x="5189" y="480"/>
                    <a:pt x="5724" y="801"/>
                    <a:pt x="6046" y="1178"/>
                  </a:cubicBezTo>
                  <a:cubicBezTo>
                    <a:pt x="6422" y="1550"/>
                    <a:pt x="6636" y="2034"/>
                    <a:pt x="6636" y="2569"/>
                  </a:cubicBezTo>
                  <a:lnTo>
                    <a:pt x="6636" y="2783"/>
                  </a:lnTo>
                  <a:cubicBezTo>
                    <a:pt x="6581" y="2835"/>
                    <a:pt x="6581" y="2890"/>
                    <a:pt x="6529" y="2890"/>
                  </a:cubicBezTo>
                  <a:cubicBezTo>
                    <a:pt x="6474" y="2942"/>
                    <a:pt x="6422" y="2942"/>
                    <a:pt x="6367" y="2997"/>
                  </a:cubicBezTo>
                  <a:cubicBezTo>
                    <a:pt x="6208" y="2997"/>
                    <a:pt x="6101" y="3049"/>
                    <a:pt x="5994" y="3049"/>
                  </a:cubicBezTo>
                  <a:cubicBezTo>
                    <a:pt x="5724" y="3049"/>
                    <a:pt x="5459" y="2942"/>
                    <a:pt x="5138" y="2835"/>
                  </a:cubicBezTo>
                  <a:cubicBezTo>
                    <a:pt x="4868" y="2783"/>
                    <a:pt x="4603" y="2621"/>
                    <a:pt x="4282" y="2569"/>
                  </a:cubicBezTo>
                  <a:cubicBezTo>
                    <a:pt x="3853" y="2407"/>
                    <a:pt x="3370" y="2355"/>
                    <a:pt x="2942" y="2355"/>
                  </a:cubicBezTo>
                  <a:cubicBezTo>
                    <a:pt x="1871" y="2355"/>
                    <a:pt x="801" y="2676"/>
                    <a:pt x="0" y="3370"/>
                  </a:cubicBezTo>
                  <a:lnTo>
                    <a:pt x="159" y="3533"/>
                  </a:lnTo>
                  <a:cubicBezTo>
                    <a:pt x="908" y="2890"/>
                    <a:pt x="1927" y="2569"/>
                    <a:pt x="2942" y="2569"/>
                  </a:cubicBezTo>
                  <a:cubicBezTo>
                    <a:pt x="3370" y="2569"/>
                    <a:pt x="3798" y="2621"/>
                    <a:pt x="4226" y="2783"/>
                  </a:cubicBezTo>
                  <a:cubicBezTo>
                    <a:pt x="4496" y="2835"/>
                    <a:pt x="4817" y="2942"/>
                    <a:pt x="5082" y="3049"/>
                  </a:cubicBezTo>
                  <a:cubicBezTo>
                    <a:pt x="5352" y="3156"/>
                    <a:pt x="5673" y="3263"/>
                    <a:pt x="5994" y="3263"/>
                  </a:cubicBezTo>
                  <a:cubicBezTo>
                    <a:pt x="6101" y="3263"/>
                    <a:pt x="6260" y="3212"/>
                    <a:pt x="6422" y="3156"/>
                  </a:cubicBezTo>
                  <a:cubicBezTo>
                    <a:pt x="6474" y="3156"/>
                    <a:pt x="6581" y="3156"/>
                    <a:pt x="6636" y="3104"/>
                  </a:cubicBezTo>
                  <a:cubicBezTo>
                    <a:pt x="6688" y="3049"/>
                    <a:pt x="6743" y="2997"/>
                    <a:pt x="6795" y="2890"/>
                  </a:cubicBezTo>
                  <a:cubicBezTo>
                    <a:pt x="6850" y="2783"/>
                    <a:pt x="6850" y="2676"/>
                    <a:pt x="6850" y="2569"/>
                  </a:cubicBezTo>
                  <a:cubicBezTo>
                    <a:pt x="6850" y="1978"/>
                    <a:pt x="6581" y="1443"/>
                    <a:pt x="6208" y="1015"/>
                  </a:cubicBezTo>
                  <a:cubicBezTo>
                    <a:pt x="5832" y="587"/>
                    <a:pt x="5296" y="266"/>
                    <a:pt x="4761" y="159"/>
                  </a:cubicBezTo>
                  <a:cubicBezTo>
                    <a:pt x="4389" y="52"/>
                    <a:pt x="4012" y="0"/>
                    <a:pt x="3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8441818" y="4050203"/>
              <a:ext cx="135763" cy="69126"/>
            </a:xfrm>
            <a:custGeom>
              <a:avLst/>
              <a:gdLst/>
              <a:ahLst/>
              <a:cxnLst/>
              <a:rect l="l" t="t" r="r" b="b"/>
              <a:pathLst>
                <a:path w="5888" h="2998" extrusionOk="0">
                  <a:moveTo>
                    <a:pt x="5138" y="215"/>
                  </a:moveTo>
                  <a:cubicBezTo>
                    <a:pt x="5189" y="215"/>
                    <a:pt x="5245" y="215"/>
                    <a:pt x="5297" y="270"/>
                  </a:cubicBezTo>
                  <a:cubicBezTo>
                    <a:pt x="5352" y="270"/>
                    <a:pt x="5404" y="322"/>
                    <a:pt x="5511" y="377"/>
                  </a:cubicBezTo>
                  <a:cubicBezTo>
                    <a:pt x="5566" y="429"/>
                    <a:pt x="5566" y="536"/>
                    <a:pt x="5618" y="592"/>
                  </a:cubicBezTo>
                  <a:lnTo>
                    <a:pt x="5618" y="857"/>
                  </a:lnTo>
                  <a:lnTo>
                    <a:pt x="5618" y="1178"/>
                  </a:lnTo>
                  <a:cubicBezTo>
                    <a:pt x="5459" y="1662"/>
                    <a:pt x="5189" y="2034"/>
                    <a:pt x="4817" y="2304"/>
                  </a:cubicBezTo>
                  <a:cubicBezTo>
                    <a:pt x="4389" y="2570"/>
                    <a:pt x="3905" y="2732"/>
                    <a:pt x="3477" y="2784"/>
                  </a:cubicBezTo>
                  <a:lnTo>
                    <a:pt x="3156" y="2784"/>
                  </a:lnTo>
                  <a:cubicBezTo>
                    <a:pt x="2300" y="2784"/>
                    <a:pt x="1443" y="2463"/>
                    <a:pt x="694" y="2034"/>
                  </a:cubicBezTo>
                  <a:cubicBezTo>
                    <a:pt x="373" y="1876"/>
                    <a:pt x="266" y="1606"/>
                    <a:pt x="266" y="1392"/>
                  </a:cubicBezTo>
                  <a:cubicBezTo>
                    <a:pt x="266" y="1285"/>
                    <a:pt x="266" y="1178"/>
                    <a:pt x="373" y="1071"/>
                  </a:cubicBezTo>
                  <a:cubicBezTo>
                    <a:pt x="429" y="1020"/>
                    <a:pt x="587" y="964"/>
                    <a:pt x="801" y="964"/>
                  </a:cubicBezTo>
                  <a:lnTo>
                    <a:pt x="857" y="964"/>
                  </a:lnTo>
                  <a:cubicBezTo>
                    <a:pt x="1229" y="964"/>
                    <a:pt x="1657" y="1020"/>
                    <a:pt x="2085" y="1020"/>
                  </a:cubicBezTo>
                  <a:cubicBezTo>
                    <a:pt x="2676" y="1020"/>
                    <a:pt x="3319" y="964"/>
                    <a:pt x="3905" y="750"/>
                  </a:cubicBezTo>
                  <a:cubicBezTo>
                    <a:pt x="4012" y="750"/>
                    <a:pt x="4119" y="699"/>
                    <a:pt x="4226" y="643"/>
                  </a:cubicBezTo>
                  <a:cubicBezTo>
                    <a:pt x="4389" y="536"/>
                    <a:pt x="4547" y="429"/>
                    <a:pt x="4654" y="377"/>
                  </a:cubicBezTo>
                  <a:cubicBezTo>
                    <a:pt x="4817" y="270"/>
                    <a:pt x="4975" y="215"/>
                    <a:pt x="5138" y="215"/>
                  </a:cubicBezTo>
                  <a:close/>
                  <a:moveTo>
                    <a:pt x="5138" y="1"/>
                  </a:moveTo>
                  <a:cubicBezTo>
                    <a:pt x="4975" y="1"/>
                    <a:pt x="4868" y="56"/>
                    <a:pt x="4761" y="56"/>
                  </a:cubicBezTo>
                  <a:cubicBezTo>
                    <a:pt x="4603" y="163"/>
                    <a:pt x="4389" y="270"/>
                    <a:pt x="4226" y="322"/>
                  </a:cubicBezTo>
                  <a:cubicBezTo>
                    <a:pt x="4119" y="429"/>
                    <a:pt x="3961" y="536"/>
                    <a:pt x="3854" y="592"/>
                  </a:cubicBezTo>
                  <a:cubicBezTo>
                    <a:pt x="3319" y="750"/>
                    <a:pt x="2676" y="806"/>
                    <a:pt x="2085" y="806"/>
                  </a:cubicBezTo>
                  <a:cubicBezTo>
                    <a:pt x="1657" y="806"/>
                    <a:pt x="1229" y="750"/>
                    <a:pt x="857" y="750"/>
                  </a:cubicBezTo>
                  <a:lnTo>
                    <a:pt x="801" y="750"/>
                  </a:lnTo>
                  <a:cubicBezTo>
                    <a:pt x="536" y="750"/>
                    <a:pt x="373" y="806"/>
                    <a:pt x="214" y="913"/>
                  </a:cubicBezTo>
                  <a:cubicBezTo>
                    <a:pt x="107" y="1071"/>
                    <a:pt x="0" y="1234"/>
                    <a:pt x="0" y="1392"/>
                  </a:cubicBezTo>
                  <a:cubicBezTo>
                    <a:pt x="0" y="1713"/>
                    <a:pt x="214" y="2034"/>
                    <a:pt x="587" y="2248"/>
                  </a:cubicBezTo>
                  <a:cubicBezTo>
                    <a:pt x="1392" y="2677"/>
                    <a:pt x="2248" y="2998"/>
                    <a:pt x="3156" y="2998"/>
                  </a:cubicBezTo>
                  <a:lnTo>
                    <a:pt x="3477" y="2998"/>
                  </a:lnTo>
                  <a:cubicBezTo>
                    <a:pt x="3961" y="2946"/>
                    <a:pt x="4496" y="2784"/>
                    <a:pt x="4924" y="2463"/>
                  </a:cubicBezTo>
                  <a:cubicBezTo>
                    <a:pt x="5352" y="2141"/>
                    <a:pt x="5673" y="1769"/>
                    <a:pt x="5832" y="1234"/>
                  </a:cubicBezTo>
                  <a:cubicBezTo>
                    <a:pt x="5832" y="1127"/>
                    <a:pt x="5887" y="1020"/>
                    <a:pt x="5887" y="857"/>
                  </a:cubicBezTo>
                  <a:cubicBezTo>
                    <a:pt x="5887" y="750"/>
                    <a:pt x="5832" y="643"/>
                    <a:pt x="5832" y="536"/>
                  </a:cubicBezTo>
                  <a:cubicBezTo>
                    <a:pt x="5780" y="429"/>
                    <a:pt x="5725" y="322"/>
                    <a:pt x="5673" y="270"/>
                  </a:cubicBezTo>
                  <a:cubicBezTo>
                    <a:pt x="5566" y="163"/>
                    <a:pt x="5459" y="108"/>
                    <a:pt x="5404" y="56"/>
                  </a:cubicBezTo>
                  <a:cubicBezTo>
                    <a:pt x="5297" y="1"/>
                    <a:pt x="5189" y="1"/>
                    <a:pt x="5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8285052" y="4289605"/>
              <a:ext cx="198756" cy="145631"/>
            </a:xfrm>
            <a:custGeom>
              <a:avLst/>
              <a:gdLst/>
              <a:ahLst/>
              <a:cxnLst/>
              <a:rect l="l" t="t" r="r" b="b"/>
              <a:pathLst>
                <a:path w="8620" h="6316" extrusionOk="0">
                  <a:moveTo>
                    <a:pt x="964" y="214"/>
                  </a:moveTo>
                  <a:cubicBezTo>
                    <a:pt x="1178" y="214"/>
                    <a:pt x="1448" y="270"/>
                    <a:pt x="1713" y="377"/>
                  </a:cubicBezTo>
                  <a:cubicBezTo>
                    <a:pt x="2141" y="591"/>
                    <a:pt x="2625" y="805"/>
                    <a:pt x="3053" y="1071"/>
                  </a:cubicBezTo>
                  <a:cubicBezTo>
                    <a:pt x="3481" y="1285"/>
                    <a:pt x="3961" y="1499"/>
                    <a:pt x="4445" y="1661"/>
                  </a:cubicBezTo>
                  <a:cubicBezTo>
                    <a:pt x="4817" y="1820"/>
                    <a:pt x="5194" y="1875"/>
                    <a:pt x="5566" y="1982"/>
                  </a:cubicBezTo>
                  <a:cubicBezTo>
                    <a:pt x="5943" y="2034"/>
                    <a:pt x="6316" y="2141"/>
                    <a:pt x="6637" y="2304"/>
                  </a:cubicBezTo>
                  <a:cubicBezTo>
                    <a:pt x="7442" y="2676"/>
                    <a:pt x="7977" y="3425"/>
                    <a:pt x="8191" y="4230"/>
                  </a:cubicBezTo>
                  <a:cubicBezTo>
                    <a:pt x="8242" y="4389"/>
                    <a:pt x="8298" y="4603"/>
                    <a:pt x="8349" y="4817"/>
                  </a:cubicBezTo>
                  <a:cubicBezTo>
                    <a:pt x="8405" y="5031"/>
                    <a:pt x="8405" y="5245"/>
                    <a:pt x="8405" y="5459"/>
                  </a:cubicBezTo>
                  <a:cubicBezTo>
                    <a:pt x="8405" y="5622"/>
                    <a:pt x="8405" y="5780"/>
                    <a:pt x="8349" y="5887"/>
                  </a:cubicBezTo>
                  <a:cubicBezTo>
                    <a:pt x="8349" y="5943"/>
                    <a:pt x="8298" y="5994"/>
                    <a:pt x="8242" y="5994"/>
                  </a:cubicBezTo>
                  <a:cubicBezTo>
                    <a:pt x="8242" y="6050"/>
                    <a:pt x="8191" y="6101"/>
                    <a:pt x="8135" y="6101"/>
                  </a:cubicBezTo>
                  <a:lnTo>
                    <a:pt x="8028" y="6101"/>
                  </a:lnTo>
                  <a:cubicBezTo>
                    <a:pt x="7977" y="6101"/>
                    <a:pt x="7921" y="6101"/>
                    <a:pt x="7814" y="6050"/>
                  </a:cubicBezTo>
                  <a:cubicBezTo>
                    <a:pt x="7707" y="5994"/>
                    <a:pt x="7600" y="5887"/>
                    <a:pt x="7493" y="5780"/>
                  </a:cubicBezTo>
                  <a:cubicBezTo>
                    <a:pt x="7279" y="5566"/>
                    <a:pt x="7121" y="5301"/>
                    <a:pt x="6958" y="5087"/>
                  </a:cubicBezTo>
                  <a:cubicBezTo>
                    <a:pt x="6851" y="4924"/>
                    <a:pt x="6799" y="4817"/>
                    <a:pt x="6692" y="4710"/>
                  </a:cubicBezTo>
                  <a:cubicBezTo>
                    <a:pt x="6637" y="4658"/>
                    <a:pt x="6585" y="4551"/>
                    <a:pt x="6530" y="4496"/>
                  </a:cubicBezTo>
                  <a:cubicBezTo>
                    <a:pt x="6209" y="4123"/>
                    <a:pt x="5887" y="3695"/>
                    <a:pt x="5515" y="3374"/>
                  </a:cubicBezTo>
                  <a:cubicBezTo>
                    <a:pt x="5138" y="2997"/>
                    <a:pt x="4766" y="2676"/>
                    <a:pt x="4282" y="2462"/>
                  </a:cubicBezTo>
                  <a:cubicBezTo>
                    <a:pt x="3640" y="2141"/>
                    <a:pt x="2890" y="2034"/>
                    <a:pt x="2197" y="2034"/>
                  </a:cubicBezTo>
                  <a:cubicBezTo>
                    <a:pt x="1927" y="1982"/>
                    <a:pt x="1662" y="1982"/>
                    <a:pt x="1392" y="1927"/>
                  </a:cubicBezTo>
                  <a:cubicBezTo>
                    <a:pt x="1127" y="1875"/>
                    <a:pt x="912" y="1820"/>
                    <a:pt x="698" y="1713"/>
                  </a:cubicBezTo>
                  <a:cubicBezTo>
                    <a:pt x="536" y="1606"/>
                    <a:pt x="429" y="1447"/>
                    <a:pt x="322" y="1340"/>
                  </a:cubicBezTo>
                  <a:cubicBezTo>
                    <a:pt x="270" y="1178"/>
                    <a:pt x="215" y="1019"/>
                    <a:pt x="215" y="856"/>
                  </a:cubicBezTo>
                  <a:cubicBezTo>
                    <a:pt x="215" y="698"/>
                    <a:pt x="215" y="591"/>
                    <a:pt x="322" y="484"/>
                  </a:cubicBezTo>
                  <a:cubicBezTo>
                    <a:pt x="429" y="377"/>
                    <a:pt x="484" y="321"/>
                    <a:pt x="591" y="270"/>
                  </a:cubicBezTo>
                  <a:cubicBezTo>
                    <a:pt x="698" y="214"/>
                    <a:pt x="805" y="214"/>
                    <a:pt x="964" y="214"/>
                  </a:cubicBezTo>
                  <a:close/>
                  <a:moveTo>
                    <a:pt x="964" y="0"/>
                  </a:moveTo>
                  <a:cubicBezTo>
                    <a:pt x="805" y="0"/>
                    <a:pt x="643" y="0"/>
                    <a:pt x="536" y="56"/>
                  </a:cubicBezTo>
                  <a:cubicBezTo>
                    <a:pt x="377" y="107"/>
                    <a:pt x="270" y="214"/>
                    <a:pt x="163" y="321"/>
                  </a:cubicBezTo>
                  <a:cubicBezTo>
                    <a:pt x="56" y="484"/>
                    <a:pt x="1" y="642"/>
                    <a:pt x="1" y="856"/>
                  </a:cubicBezTo>
                  <a:cubicBezTo>
                    <a:pt x="1" y="1071"/>
                    <a:pt x="56" y="1233"/>
                    <a:pt x="163" y="1447"/>
                  </a:cubicBezTo>
                  <a:cubicBezTo>
                    <a:pt x="270" y="1606"/>
                    <a:pt x="377" y="1768"/>
                    <a:pt x="536" y="1875"/>
                  </a:cubicBezTo>
                  <a:cubicBezTo>
                    <a:pt x="805" y="2034"/>
                    <a:pt x="1071" y="2090"/>
                    <a:pt x="1341" y="2141"/>
                  </a:cubicBezTo>
                  <a:cubicBezTo>
                    <a:pt x="1662" y="2197"/>
                    <a:pt x="1927" y="2197"/>
                    <a:pt x="2197" y="2248"/>
                  </a:cubicBezTo>
                  <a:cubicBezTo>
                    <a:pt x="2890" y="2304"/>
                    <a:pt x="3588" y="2355"/>
                    <a:pt x="4175" y="2676"/>
                  </a:cubicBezTo>
                  <a:cubicBezTo>
                    <a:pt x="4659" y="2839"/>
                    <a:pt x="5031" y="3160"/>
                    <a:pt x="5352" y="3532"/>
                  </a:cubicBezTo>
                  <a:cubicBezTo>
                    <a:pt x="5729" y="3853"/>
                    <a:pt x="6050" y="4230"/>
                    <a:pt x="6371" y="4603"/>
                  </a:cubicBezTo>
                  <a:cubicBezTo>
                    <a:pt x="6423" y="4658"/>
                    <a:pt x="6423" y="4710"/>
                    <a:pt x="6478" y="4765"/>
                  </a:cubicBezTo>
                  <a:cubicBezTo>
                    <a:pt x="6637" y="5031"/>
                    <a:pt x="6851" y="5408"/>
                    <a:pt x="7121" y="5729"/>
                  </a:cubicBezTo>
                  <a:cubicBezTo>
                    <a:pt x="7279" y="5887"/>
                    <a:pt x="7386" y="6050"/>
                    <a:pt x="7549" y="6157"/>
                  </a:cubicBezTo>
                  <a:cubicBezTo>
                    <a:pt x="7600" y="6208"/>
                    <a:pt x="7707" y="6264"/>
                    <a:pt x="7763" y="6264"/>
                  </a:cubicBezTo>
                  <a:cubicBezTo>
                    <a:pt x="7870" y="6315"/>
                    <a:pt x="7921" y="6315"/>
                    <a:pt x="8028" y="6315"/>
                  </a:cubicBezTo>
                  <a:lnTo>
                    <a:pt x="8191" y="6315"/>
                  </a:lnTo>
                  <a:cubicBezTo>
                    <a:pt x="8298" y="6264"/>
                    <a:pt x="8349" y="6208"/>
                    <a:pt x="8405" y="6157"/>
                  </a:cubicBezTo>
                  <a:cubicBezTo>
                    <a:pt x="8512" y="6101"/>
                    <a:pt x="8563" y="5994"/>
                    <a:pt x="8619" y="5836"/>
                  </a:cubicBezTo>
                  <a:lnTo>
                    <a:pt x="8619" y="5459"/>
                  </a:lnTo>
                  <a:cubicBezTo>
                    <a:pt x="8619" y="5245"/>
                    <a:pt x="8619" y="4979"/>
                    <a:pt x="8563" y="4765"/>
                  </a:cubicBezTo>
                  <a:cubicBezTo>
                    <a:pt x="8512" y="4551"/>
                    <a:pt x="8456" y="4337"/>
                    <a:pt x="8405" y="4175"/>
                  </a:cubicBezTo>
                  <a:cubicBezTo>
                    <a:pt x="8191" y="3318"/>
                    <a:pt x="7600" y="2518"/>
                    <a:pt x="6744" y="2090"/>
                  </a:cubicBezTo>
                  <a:cubicBezTo>
                    <a:pt x="6371" y="1927"/>
                    <a:pt x="5995" y="1820"/>
                    <a:pt x="5622" y="1768"/>
                  </a:cubicBezTo>
                  <a:cubicBezTo>
                    <a:pt x="5245" y="1661"/>
                    <a:pt x="4873" y="1606"/>
                    <a:pt x="4552" y="1447"/>
                  </a:cubicBezTo>
                  <a:cubicBezTo>
                    <a:pt x="4068" y="1340"/>
                    <a:pt x="3588" y="1071"/>
                    <a:pt x="3160" y="856"/>
                  </a:cubicBezTo>
                  <a:cubicBezTo>
                    <a:pt x="2676" y="591"/>
                    <a:pt x="2248" y="377"/>
                    <a:pt x="1769" y="163"/>
                  </a:cubicBezTo>
                  <a:cubicBezTo>
                    <a:pt x="1499" y="56"/>
                    <a:pt x="1234" y="0"/>
                    <a:pt x="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8471423" y="4077364"/>
              <a:ext cx="193706" cy="183930"/>
            </a:xfrm>
            <a:custGeom>
              <a:avLst/>
              <a:gdLst/>
              <a:ahLst/>
              <a:cxnLst/>
              <a:rect l="l" t="t" r="r" b="b"/>
              <a:pathLst>
                <a:path w="8401" h="7977" extrusionOk="0">
                  <a:moveTo>
                    <a:pt x="7117" y="0"/>
                  </a:moveTo>
                  <a:cubicBezTo>
                    <a:pt x="6958" y="377"/>
                    <a:pt x="6851" y="912"/>
                    <a:pt x="6688" y="1447"/>
                  </a:cubicBezTo>
                  <a:cubicBezTo>
                    <a:pt x="6581" y="1927"/>
                    <a:pt x="6474" y="2411"/>
                    <a:pt x="6316" y="2839"/>
                  </a:cubicBezTo>
                  <a:cubicBezTo>
                    <a:pt x="6209" y="3267"/>
                    <a:pt x="6046" y="3746"/>
                    <a:pt x="5832" y="4123"/>
                  </a:cubicBezTo>
                  <a:cubicBezTo>
                    <a:pt x="5618" y="4496"/>
                    <a:pt x="5353" y="4872"/>
                    <a:pt x="4976" y="5086"/>
                  </a:cubicBezTo>
                  <a:cubicBezTo>
                    <a:pt x="4710" y="5245"/>
                    <a:pt x="4441" y="5352"/>
                    <a:pt x="4120" y="5408"/>
                  </a:cubicBezTo>
                  <a:cubicBezTo>
                    <a:pt x="3798" y="5459"/>
                    <a:pt x="3477" y="5459"/>
                    <a:pt x="3156" y="5459"/>
                  </a:cubicBezTo>
                  <a:cubicBezTo>
                    <a:pt x="2835" y="5459"/>
                    <a:pt x="2514" y="5459"/>
                    <a:pt x="2193" y="5515"/>
                  </a:cubicBezTo>
                  <a:cubicBezTo>
                    <a:pt x="1820" y="5515"/>
                    <a:pt x="1499" y="5566"/>
                    <a:pt x="1178" y="5673"/>
                  </a:cubicBezTo>
                  <a:cubicBezTo>
                    <a:pt x="909" y="5780"/>
                    <a:pt x="587" y="5994"/>
                    <a:pt x="373" y="6264"/>
                  </a:cubicBezTo>
                  <a:cubicBezTo>
                    <a:pt x="159" y="6529"/>
                    <a:pt x="1" y="6850"/>
                    <a:pt x="1" y="7171"/>
                  </a:cubicBezTo>
                  <a:lnTo>
                    <a:pt x="1" y="7227"/>
                  </a:lnTo>
                  <a:cubicBezTo>
                    <a:pt x="52" y="7386"/>
                    <a:pt x="108" y="7600"/>
                    <a:pt x="215" y="7707"/>
                  </a:cubicBezTo>
                  <a:cubicBezTo>
                    <a:pt x="266" y="7762"/>
                    <a:pt x="322" y="7869"/>
                    <a:pt x="429" y="7869"/>
                  </a:cubicBezTo>
                  <a:cubicBezTo>
                    <a:pt x="480" y="7921"/>
                    <a:pt x="587" y="7976"/>
                    <a:pt x="643" y="7976"/>
                  </a:cubicBezTo>
                  <a:cubicBezTo>
                    <a:pt x="750" y="7976"/>
                    <a:pt x="857" y="7921"/>
                    <a:pt x="909" y="7869"/>
                  </a:cubicBezTo>
                  <a:lnTo>
                    <a:pt x="1071" y="7707"/>
                  </a:lnTo>
                  <a:cubicBezTo>
                    <a:pt x="1071" y="7655"/>
                    <a:pt x="1123" y="7600"/>
                    <a:pt x="1123" y="7548"/>
                  </a:cubicBezTo>
                  <a:cubicBezTo>
                    <a:pt x="1285" y="7334"/>
                    <a:pt x="1499" y="7120"/>
                    <a:pt x="1820" y="7013"/>
                  </a:cubicBezTo>
                  <a:cubicBezTo>
                    <a:pt x="2086" y="6906"/>
                    <a:pt x="2407" y="6850"/>
                    <a:pt x="2677" y="6799"/>
                  </a:cubicBezTo>
                  <a:lnTo>
                    <a:pt x="3533" y="6799"/>
                  </a:lnTo>
                  <a:cubicBezTo>
                    <a:pt x="3905" y="6799"/>
                    <a:pt x="4227" y="6799"/>
                    <a:pt x="4603" y="6743"/>
                  </a:cubicBezTo>
                  <a:cubicBezTo>
                    <a:pt x="5353" y="6529"/>
                    <a:pt x="5995" y="5994"/>
                    <a:pt x="6423" y="5408"/>
                  </a:cubicBezTo>
                  <a:cubicBezTo>
                    <a:pt x="6902" y="4765"/>
                    <a:pt x="7172" y="4067"/>
                    <a:pt x="7438" y="3318"/>
                  </a:cubicBezTo>
                  <a:cubicBezTo>
                    <a:pt x="7545" y="3053"/>
                    <a:pt x="7652" y="2783"/>
                    <a:pt x="7814" y="2569"/>
                  </a:cubicBezTo>
                  <a:cubicBezTo>
                    <a:pt x="7921" y="2462"/>
                    <a:pt x="7973" y="2355"/>
                    <a:pt x="8080" y="2248"/>
                  </a:cubicBezTo>
                  <a:lnTo>
                    <a:pt x="8401" y="2089"/>
                  </a:lnTo>
                  <a:lnTo>
                    <a:pt x="8350" y="1875"/>
                  </a:lnTo>
                  <a:cubicBezTo>
                    <a:pt x="8187" y="1927"/>
                    <a:pt x="8029" y="1982"/>
                    <a:pt x="7921" y="2089"/>
                  </a:cubicBezTo>
                  <a:cubicBezTo>
                    <a:pt x="7759" y="2248"/>
                    <a:pt x="7652" y="2462"/>
                    <a:pt x="7545" y="2625"/>
                  </a:cubicBezTo>
                  <a:cubicBezTo>
                    <a:pt x="7438" y="2839"/>
                    <a:pt x="7331" y="3053"/>
                    <a:pt x="7279" y="3267"/>
                  </a:cubicBezTo>
                  <a:cubicBezTo>
                    <a:pt x="7010" y="3960"/>
                    <a:pt x="6688" y="4658"/>
                    <a:pt x="6260" y="5245"/>
                  </a:cubicBezTo>
                  <a:cubicBezTo>
                    <a:pt x="5832" y="5836"/>
                    <a:pt x="5246" y="6315"/>
                    <a:pt x="4548" y="6529"/>
                  </a:cubicBezTo>
                  <a:cubicBezTo>
                    <a:pt x="4227" y="6585"/>
                    <a:pt x="3854" y="6585"/>
                    <a:pt x="3533" y="6585"/>
                  </a:cubicBezTo>
                  <a:lnTo>
                    <a:pt x="2677" y="6585"/>
                  </a:lnTo>
                  <a:cubicBezTo>
                    <a:pt x="2356" y="6636"/>
                    <a:pt x="2035" y="6692"/>
                    <a:pt x="1713" y="6799"/>
                  </a:cubicBezTo>
                  <a:cubicBezTo>
                    <a:pt x="1392" y="6957"/>
                    <a:pt x="1123" y="7171"/>
                    <a:pt x="964" y="7441"/>
                  </a:cubicBezTo>
                  <a:cubicBezTo>
                    <a:pt x="909" y="7493"/>
                    <a:pt x="909" y="7548"/>
                    <a:pt x="857" y="7600"/>
                  </a:cubicBezTo>
                  <a:cubicBezTo>
                    <a:pt x="857" y="7655"/>
                    <a:pt x="801" y="7655"/>
                    <a:pt x="801" y="7707"/>
                  </a:cubicBezTo>
                  <a:cubicBezTo>
                    <a:pt x="750" y="7707"/>
                    <a:pt x="694" y="7762"/>
                    <a:pt x="643" y="7762"/>
                  </a:cubicBezTo>
                  <a:cubicBezTo>
                    <a:pt x="643" y="7762"/>
                    <a:pt x="587" y="7707"/>
                    <a:pt x="536" y="7707"/>
                  </a:cubicBezTo>
                  <a:cubicBezTo>
                    <a:pt x="429" y="7655"/>
                    <a:pt x="373" y="7600"/>
                    <a:pt x="322" y="7493"/>
                  </a:cubicBezTo>
                  <a:cubicBezTo>
                    <a:pt x="266" y="7386"/>
                    <a:pt x="266" y="7334"/>
                    <a:pt x="215" y="7227"/>
                  </a:cubicBezTo>
                  <a:lnTo>
                    <a:pt x="215" y="7171"/>
                  </a:lnTo>
                  <a:cubicBezTo>
                    <a:pt x="215" y="6906"/>
                    <a:pt x="373" y="6636"/>
                    <a:pt x="536" y="6422"/>
                  </a:cubicBezTo>
                  <a:cubicBezTo>
                    <a:pt x="750" y="6157"/>
                    <a:pt x="1016" y="5994"/>
                    <a:pt x="1285" y="5887"/>
                  </a:cubicBezTo>
                  <a:cubicBezTo>
                    <a:pt x="1551" y="5780"/>
                    <a:pt x="1872" y="5729"/>
                    <a:pt x="2193" y="5729"/>
                  </a:cubicBezTo>
                  <a:cubicBezTo>
                    <a:pt x="2514" y="5673"/>
                    <a:pt x="2835" y="5673"/>
                    <a:pt x="3156" y="5673"/>
                  </a:cubicBezTo>
                  <a:cubicBezTo>
                    <a:pt x="3477" y="5673"/>
                    <a:pt x="3798" y="5673"/>
                    <a:pt x="4120" y="5622"/>
                  </a:cubicBezTo>
                  <a:cubicBezTo>
                    <a:pt x="4496" y="5566"/>
                    <a:pt x="4817" y="5459"/>
                    <a:pt x="5083" y="5301"/>
                  </a:cubicBezTo>
                  <a:cubicBezTo>
                    <a:pt x="5511" y="5031"/>
                    <a:pt x="5781" y="4658"/>
                    <a:pt x="5995" y="4230"/>
                  </a:cubicBezTo>
                  <a:cubicBezTo>
                    <a:pt x="6209" y="3802"/>
                    <a:pt x="6367" y="3374"/>
                    <a:pt x="6530" y="2890"/>
                  </a:cubicBezTo>
                  <a:cubicBezTo>
                    <a:pt x="6688" y="2518"/>
                    <a:pt x="6795" y="1982"/>
                    <a:pt x="6902" y="1447"/>
                  </a:cubicBezTo>
                  <a:cubicBezTo>
                    <a:pt x="7065" y="963"/>
                    <a:pt x="7172" y="428"/>
                    <a:pt x="7279" y="56"/>
                  </a:cubicBezTo>
                  <a:lnTo>
                    <a:pt x="71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8362847" y="4018131"/>
              <a:ext cx="103667" cy="51833"/>
            </a:xfrm>
            <a:custGeom>
              <a:avLst/>
              <a:gdLst/>
              <a:ahLst/>
              <a:cxnLst/>
              <a:rect l="l" t="t" r="r" b="b"/>
              <a:pathLst>
                <a:path w="4496" h="2248" extrusionOk="0">
                  <a:moveTo>
                    <a:pt x="4175" y="0"/>
                  </a:moveTo>
                  <a:lnTo>
                    <a:pt x="3961" y="56"/>
                  </a:lnTo>
                  <a:cubicBezTo>
                    <a:pt x="4012" y="214"/>
                    <a:pt x="4068" y="377"/>
                    <a:pt x="4175" y="535"/>
                  </a:cubicBezTo>
                  <a:cubicBezTo>
                    <a:pt x="4226" y="698"/>
                    <a:pt x="4282" y="857"/>
                    <a:pt x="4282" y="1019"/>
                  </a:cubicBezTo>
                  <a:cubicBezTo>
                    <a:pt x="4282" y="1071"/>
                    <a:pt x="4282" y="1126"/>
                    <a:pt x="4226" y="1178"/>
                  </a:cubicBezTo>
                  <a:cubicBezTo>
                    <a:pt x="4175" y="1233"/>
                    <a:pt x="4119" y="1340"/>
                    <a:pt x="4012" y="1392"/>
                  </a:cubicBezTo>
                  <a:cubicBezTo>
                    <a:pt x="3961" y="1447"/>
                    <a:pt x="3854" y="1499"/>
                    <a:pt x="3747" y="1554"/>
                  </a:cubicBezTo>
                  <a:cubicBezTo>
                    <a:pt x="3477" y="1661"/>
                    <a:pt x="3263" y="1713"/>
                    <a:pt x="3049" y="1713"/>
                  </a:cubicBezTo>
                  <a:lnTo>
                    <a:pt x="2997" y="1713"/>
                  </a:lnTo>
                  <a:cubicBezTo>
                    <a:pt x="2783" y="1713"/>
                    <a:pt x="2621" y="1661"/>
                    <a:pt x="2462" y="1606"/>
                  </a:cubicBezTo>
                  <a:cubicBezTo>
                    <a:pt x="2248" y="1554"/>
                    <a:pt x="2085" y="1499"/>
                    <a:pt x="1871" y="1447"/>
                  </a:cubicBezTo>
                  <a:cubicBezTo>
                    <a:pt x="1820" y="1447"/>
                    <a:pt x="1764" y="1392"/>
                    <a:pt x="1713" y="1392"/>
                  </a:cubicBezTo>
                  <a:cubicBezTo>
                    <a:pt x="1606" y="1447"/>
                    <a:pt x="1443" y="1447"/>
                    <a:pt x="1285" y="1499"/>
                  </a:cubicBezTo>
                  <a:cubicBezTo>
                    <a:pt x="1071" y="1554"/>
                    <a:pt x="801" y="1661"/>
                    <a:pt x="587" y="1768"/>
                  </a:cubicBezTo>
                  <a:cubicBezTo>
                    <a:pt x="321" y="1876"/>
                    <a:pt x="159" y="1983"/>
                    <a:pt x="0" y="2034"/>
                  </a:cubicBezTo>
                  <a:lnTo>
                    <a:pt x="52" y="2248"/>
                  </a:lnTo>
                  <a:cubicBezTo>
                    <a:pt x="159" y="2197"/>
                    <a:pt x="321" y="2141"/>
                    <a:pt x="428" y="2090"/>
                  </a:cubicBezTo>
                  <a:cubicBezTo>
                    <a:pt x="642" y="1983"/>
                    <a:pt x="908" y="1876"/>
                    <a:pt x="1122" y="1768"/>
                  </a:cubicBezTo>
                  <a:cubicBezTo>
                    <a:pt x="1229" y="1768"/>
                    <a:pt x="1336" y="1713"/>
                    <a:pt x="1443" y="1661"/>
                  </a:cubicBezTo>
                  <a:lnTo>
                    <a:pt x="1820" y="1661"/>
                  </a:lnTo>
                  <a:cubicBezTo>
                    <a:pt x="1978" y="1713"/>
                    <a:pt x="2192" y="1768"/>
                    <a:pt x="2355" y="1820"/>
                  </a:cubicBezTo>
                  <a:cubicBezTo>
                    <a:pt x="2569" y="1876"/>
                    <a:pt x="2783" y="1927"/>
                    <a:pt x="2997" y="1927"/>
                  </a:cubicBezTo>
                  <a:lnTo>
                    <a:pt x="3049" y="1927"/>
                  </a:lnTo>
                  <a:cubicBezTo>
                    <a:pt x="3318" y="1927"/>
                    <a:pt x="3584" y="1876"/>
                    <a:pt x="3798" y="1768"/>
                  </a:cubicBezTo>
                  <a:cubicBezTo>
                    <a:pt x="3905" y="1713"/>
                    <a:pt x="4068" y="1661"/>
                    <a:pt x="4175" y="1554"/>
                  </a:cubicBezTo>
                  <a:cubicBezTo>
                    <a:pt x="4282" y="1499"/>
                    <a:pt x="4389" y="1392"/>
                    <a:pt x="4440" y="1285"/>
                  </a:cubicBezTo>
                  <a:cubicBezTo>
                    <a:pt x="4496" y="1178"/>
                    <a:pt x="4496" y="1071"/>
                    <a:pt x="4496" y="1019"/>
                  </a:cubicBezTo>
                  <a:cubicBezTo>
                    <a:pt x="4496" y="805"/>
                    <a:pt x="4440" y="642"/>
                    <a:pt x="4333" y="484"/>
                  </a:cubicBezTo>
                  <a:lnTo>
                    <a:pt x="4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7417574" y="2644321"/>
              <a:ext cx="662004" cy="437724"/>
            </a:xfrm>
            <a:custGeom>
              <a:avLst/>
              <a:gdLst/>
              <a:ahLst/>
              <a:cxnLst/>
              <a:rect l="l" t="t" r="r" b="b"/>
              <a:pathLst>
                <a:path w="28711" h="18984" extrusionOk="0">
                  <a:moveTo>
                    <a:pt x="16535" y="1"/>
                  </a:moveTo>
                  <a:cubicBezTo>
                    <a:pt x="13622" y="1"/>
                    <a:pt x="10254" y="980"/>
                    <a:pt x="6639" y="3283"/>
                  </a:cubicBezTo>
                  <a:cubicBezTo>
                    <a:pt x="6639" y="3283"/>
                    <a:pt x="5953" y="3025"/>
                    <a:pt x="5062" y="3025"/>
                  </a:cubicBezTo>
                  <a:cubicBezTo>
                    <a:pt x="3052" y="3025"/>
                    <a:pt x="1" y="4335"/>
                    <a:pt x="1446" y="12864"/>
                  </a:cubicBezTo>
                  <a:cubicBezTo>
                    <a:pt x="2185" y="17178"/>
                    <a:pt x="5142" y="18506"/>
                    <a:pt x="8093" y="18506"/>
                  </a:cubicBezTo>
                  <a:cubicBezTo>
                    <a:pt x="10487" y="18506"/>
                    <a:pt x="12877" y="17632"/>
                    <a:pt x="14076" y="16769"/>
                  </a:cubicBezTo>
                  <a:cubicBezTo>
                    <a:pt x="14076" y="16769"/>
                    <a:pt x="17295" y="18983"/>
                    <a:pt x="20547" y="18983"/>
                  </a:cubicBezTo>
                  <a:cubicBezTo>
                    <a:pt x="22857" y="18983"/>
                    <a:pt x="25184" y="17865"/>
                    <a:pt x="26385" y="14042"/>
                  </a:cubicBezTo>
                  <a:cubicBezTo>
                    <a:pt x="28710" y="6755"/>
                    <a:pt x="24187" y="1"/>
                    <a:pt x="16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7575561" y="2341973"/>
              <a:ext cx="577544" cy="439430"/>
            </a:xfrm>
            <a:custGeom>
              <a:avLst/>
              <a:gdLst/>
              <a:ahLst/>
              <a:cxnLst/>
              <a:rect l="l" t="t" r="r" b="b"/>
              <a:pathLst>
                <a:path w="25048" h="19058" extrusionOk="0">
                  <a:moveTo>
                    <a:pt x="14263" y="0"/>
                  </a:moveTo>
                  <a:cubicBezTo>
                    <a:pt x="12422" y="0"/>
                    <a:pt x="11219" y="1895"/>
                    <a:pt x="11077" y="2644"/>
                  </a:cubicBezTo>
                  <a:cubicBezTo>
                    <a:pt x="11077" y="2644"/>
                    <a:pt x="9666" y="1008"/>
                    <a:pt x="7903" y="1008"/>
                  </a:cubicBezTo>
                  <a:cubicBezTo>
                    <a:pt x="7075" y="1008"/>
                    <a:pt x="6170" y="1369"/>
                    <a:pt x="5297" y="2430"/>
                  </a:cubicBezTo>
                  <a:cubicBezTo>
                    <a:pt x="2621" y="5748"/>
                    <a:pt x="5939" y="7619"/>
                    <a:pt x="5939" y="7619"/>
                  </a:cubicBezTo>
                  <a:cubicBezTo>
                    <a:pt x="5939" y="7619"/>
                    <a:pt x="5028" y="7163"/>
                    <a:pt x="3963" y="7163"/>
                  </a:cubicBezTo>
                  <a:cubicBezTo>
                    <a:pt x="3063" y="7163"/>
                    <a:pt x="2053" y="7489"/>
                    <a:pt x="1392" y="8689"/>
                  </a:cubicBezTo>
                  <a:cubicBezTo>
                    <a:pt x="1" y="11258"/>
                    <a:pt x="2463" y="12705"/>
                    <a:pt x="3477" y="13133"/>
                  </a:cubicBezTo>
                  <a:cubicBezTo>
                    <a:pt x="7600" y="14953"/>
                    <a:pt x="20552" y="18913"/>
                    <a:pt x="20552" y="18913"/>
                  </a:cubicBezTo>
                  <a:cubicBezTo>
                    <a:pt x="20552" y="18913"/>
                    <a:pt x="20985" y="19057"/>
                    <a:pt x="21568" y="19057"/>
                  </a:cubicBezTo>
                  <a:cubicBezTo>
                    <a:pt x="22264" y="19057"/>
                    <a:pt x="23173" y="18852"/>
                    <a:pt x="23814" y="17950"/>
                  </a:cubicBezTo>
                  <a:cubicBezTo>
                    <a:pt x="25047" y="16289"/>
                    <a:pt x="24456" y="13292"/>
                    <a:pt x="21566" y="12649"/>
                  </a:cubicBezTo>
                  <a:cubicBezTo>
                    <a:pt x="21566" y="12649"/>
                    <a:pt x="23442" y="12114"/>
                    <a:pt x="23549" y="10080"/>
                  </a:cubicBezTo>
                  <a:cubicBezTo>
                    <a:pt x="23637" y="8454"/>
                    <a:pt x="22711" y="6969"/>
                    <a:pt x="21368" y="6969"/>
                  </a:cubicBezTo>
                  <a:cubicBezTo>
                    <a:pt x="21078" y="6969"/>
                    <a:pt x="20768" y="7038"/>
                    <a:pt x="20445" y="7190"/>
                  </a:cubicBezTo>
                  <a:cubicBezTo>
                    <a:pt x="20445" y="7190"/>
                    <a:pt x="22585" y="5157"/>
                    <a:pt x="20873" y="3444"/>
                  </a:cubicBezTo>
                  <a:cubicBezTo>
                    <a:pt x="20249" y="2820"/>
                    <a:pt x="19632" y="2601"/>
                    <a:pt x="19078" y="2601"/>
                  </a:cubicBezTo>
                  <a:cubicBezTo>
                    <a:pt x="18113" y="2601"/>
                    <a:pt x="17343" y="3267"/>
                    <a:pt x="17071" y="3607"/>
                  </a:cubicBezTo>
                  <a:cubicBezTo>
                    <a:pt x="17071" y="3607"/>
                    <a:pt x="17448" y="875"/>
                    <a:pt x="15093" y="126"/>
                  </a:cubicBezTo>
                  <a:cubicBezTo>
                    <a:pt x="14804" y="39"/>
                    <a:pt x="14527" y="0"/>
                    <a:pt x="14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7088110" y="3147334"/>
              <a:ext cx="646625" cy="443903"/>
            </a:xfrm>
            <a:custGeom>
              <a:avLst/>
              <a:gdLst/>
              <a:ahLst/>
              <a:cxnLst/>
              <a:rect l="l" t="t" r="r" b="b"/>
              <a:pathLst>
                <a:path w="28044" h="19252" extrusionOk="0">
                  <a:moveTo>
                    <a:pt x="25022" y="0"/>
                  </a:moveTo>
                  <a:cubicBezTo>
                    <a:pt x="23712" y="0"/>
                    <a:pt x="22192" y="184"/>
                    <a:pt x="20928" y="840"/>
                  </a:cubicBezTo>
                  <a:cubicBezTo>
                    <a:pt x="18517" y="2073"/>
                    <a:pt x="0" y="15238"/>
                    <a:pt x="1019" y="18180"/>
                  </a:cubicBezTo>
                  <a:cubicBezTo>
                    <a:pt x="1287" y="18916"/>
                    <a:pt x="2257" y="19251"/>
                    <a:pt x="3647" y="19251"/>
                  </a:cubicBezTo>
                  <a:cubicBezTo>
                    <a:pt x="7814" y="19251"/>
                    <a:pt x="15750" y="16240"/>
                    <a:pt x="19802" y="12027"/>
                  </a:cubicBezTo>
                  <a:cubicBezTo>
                    <a:pt x="25209" y="6354"/>
                    <a:pt x="28044" y="305"/>
                    <a:pt x="28044" y="305"/>
                  </a:cubicBezTo>
                  <a:cubicBezTo>
                    <a:pt x="28044" y="305"/>
                    <a:pt x="26707" y="0"/>
                    <a:pt x="25022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7981505" y="4156335"/>
              <a:ext cx="208601" cy="155800"/>
            </a:xfrm>
            <a:custGeom>
              <a:avLst/>
              <a:gdLst/>
              <a:ahLst/>
              <a:cxnLst/>
              <a:rect l="l" t="t" r="r" b="b"/>
              <a:pathLst>
                <a:path w="9047" h="6757" extrusionOk="0">
                  <a:moveTo>
                    <a:pt x="2355" y="0"/>
                  </a:moveTo>
                  <a:lnTo>
                    <a:pt x="0" y="5031"/>
                  </a:lnTo>
                  <a:cubicBezTo>
                    <a:pt x="3053" y="6380"/>
                    <a:pt x="5174" y="6757"/>
                    <a:pt x="6592" y="6757"/>
                  </a:cubicBezTo>
                  <a:cubicBezTo>
                    <a:pt x="8380" y="6757"/>
                    <a:pt x="9047" y="6157"/>
                    <a:pt x="9047" y="6157"/>
                  </a:cubicBezTo>
                  <a:lnTo>
                    <a:pt x="2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7429955" y="3105001"/>
              <a:ext cx="778629" cy="1193318"/>
            </a:xfrm>
            <a:custGeom>
              <a:avLst/>
              <a:gdLst/>
              <a:ahLst/>
              <a:cxnLst/>
              <a:rect l="l" t="t" r="r" b="b"/>
              <a:pathLst>
                <a:path w="33769" h="51754" extrusionOk="0">
                  <a:moveTo>
                    <a:pt x="19053" y="0"/>
                  </a:moveTo>
                  <a:lnTo>
                    <a:pt x="11719" y="2462"/>
                  </a:lnTo>
                  <a:cubicBezTo>
                    <a:pt x="11719" y="2462"/>
                    <a:pt x="2677" y="9475"/>
                    <a:pt x="2463" y="12202"/>
                  </a:cubicBezTo>
                  <a:cubicBezTo>
                    <a:pt x="2249" y="14077"/>
                    <a:pt x="4925" y="17875"/>
                    <a:pt x="4925" y="17875"/>
                  </a:cubicBezTo>
                  <a:cubicBezTo>
                    <a:pt x="3370" y="22906"/>
                    <a:pt x="1" y="28472"/>
                    <a:pt x="1" y="28472"/>
                  </a:cubicBezTo>
                  <a:lnTo>
                    <a:pt x="32968" y="51754"/>
                  </a:lnTo>
                  <a:cubicBezTo>
                    <a:pt x="32968" y="51754"/>
                    <a:pt x="33768" y="49399"/>
                    <a:pt x="33717" y="47417"/>
                  </a:cubicBezTo>
                  <a:cubicBezTo>
                    <a:pt x="33717" y="45653"/>
                    <a:pt x="32968" y="43940"/>
                    <a:pt x="32968" y="43940"/>
                  </a:cubicBezTo>
                  <a:cubicBezTo>
                    <a:pt x="33503" y="30347"/>
                    <a:pt x="33126" y="9847"/>
                    <a:pt x="31576" y="6636"/>
                  </a:cubicBezTo>
                  <a:cubicBezTo>
                    <a:pt x="28579" y="377"/>
                    <a:pt x="19053" y="0"/>
                    <a:pt x="19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7672147" y="3142008"/>
              <a:ext cx="218055" cy="147153"/>
            </a:xfrm>
            <a:custGeom>
              <a:avLst/>
              <a:gdLst/>
              <a:ahLst/>
              <a:cxnLst/>
              <a:rect l="l" t="t" r="r" b="b"/>
              <a:pathLst>
                <a:path w="9457" h="6382" extrusionOk="0">
                  <a:moveTo>
                    <a:pt x="9136" y="1"/>
                  </a:moveTo>
                  <a:lnTo>
                    <a:pt x="2714" y="536"/>
                  </a:lnTo>
                  <a:cubicBezTo>
                    <a:pt x="2714" y="536"/>
                    <a:pt x="573" y="3910"/>
                    <a:pt x="307" y="4338"/>
                  </a:cubicBezTo>
                  <a:cubicBezTo>
                    <a:pt x="0" y="4748"/>
                    <a:pt x="4597" y="6381"/>
                    <a:pt x="5599" y="6381"/>
                  </a:cubicBezTo>
                  <a:cubicBezTo>
                    <a:pt x="5643" y="6381"/>
                    <a:pt x="5681" y="6378"/>
                    <a:pt x="5711" y="6371"/>
                  </a:cubicBezTo>
                  <a:cubicBezTo>
                    <a:pt x="6408" y="6209"/>
                    <a:pt x="9457" y="2677"/>
                    <a:pt x="9136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8037073" y="3390079"/>
              <a:ext cx="86396" cy="847732"/>
            </a:xfrm>
            <a:custGeom>
              <a:avLst/>
              <a:gdLst/>
              <a:ahLst/>
              <a:cxnLst/>
              <a:rect l="l" t="t" r="r" b="b"/>
              <a:pathLst>
                <a:path w="3747" h="36766" extrusionOk="0">
                  <a:moveTo>
                    <a:pt x="215" y="1"/>
                  </a:moveTo>
                  <a:lnTo>
                    <a:pt x="1" y="52"/>
                  </a:lnTo>
                  <a:cubicBezTo>
                    <a:pt x="2355" y="7814"/>
                    <a:pt x="3533" y="15893"/>
                    <a:pt x="3533" y="24028"/>
                  </a:cubicBezTo>
                  <a:cubicBezTo>
                    <a:pt x="3533" y="28258"/>
                    <a:pt x="3212" y="32540"/>
                    <a:pt x="2569" y="36714"/>
                  </a:cubicBezTo>
                  <a:lnTo>
                    <a:pt x="2784" y="36765"/>
                  </a:lnTo>
                  <a:cubicBezTo>
                    <a:pt x="3426" y="32540"/>
                    <a:pt x="3747" y="28258"/>
                    <a:pt x="3747" y="24028"/>
                  </a:cubicBezTo>
                  <a:cubicBezTo>
                    <a:pt x="3747" y="15893"/>
                    <a:pt x="2569" y="7759"/>
                    <a:pt x="2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6985736" y="3761459"/>
              <a:ext cx="872404" cy="837956"/>
            </a:xfrm>
            <a:custGeom>
              <a:avLst/>
              <a:gdLst/>
              <a:ahLst/>
              <a:cxnLst/>
              <a:rect l="l" t="t" r="r" b="b"/>
              <a:pathLst>
                <a:path w="37836" h="36342" extrusionOk="0">
                  <a:moveTo>
                    <a:pt x="14771" y="1"/>
                  </a:moveTo>
                  <a:lnTo>
                    <a:pt x="1" y="8349"/>
                  </a:lnTo>
                  <a:lnTo>
                    <a:pt x="8829" y="24460"/>
                  </a:lnTo>
                  <a:cubicBezTo>
                    <a:pt x="12789" y="31790"/>
                    <a:pt x="20496" y="36341"/>
                    <a:pt x="28793" y="36341"/>
                  </a:cubicBezTo>
                  <a:cubicBezTo>
                    <a:pt x="37835" y="36341"/>
                    <a:pt x="37300" y="22157"/>
                    <a:pt x="37300" y="22157"/>
                  </a:cubicBezTo>
                  <a:lnTo>
                    <a:pt x="147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7110314" y="3812093"/>
              <a:ext cx="272793" cy="167859"/>
            </a:xfrm>
            <a:custGeom>
              <a:avLst/>
              <a:gdLst/>
              <a:ahLst/>
              <a:cxnLst/>
              <a:rect l="l" t="t" r="r" b="b"/>
              <a:pathLst>
                <a:path w="11831" h="7280" extrusionOk="0">
                  <a:moveTo>
                    <a:pt x="11668" y="1"/>
                  </a:moveTo>
                  <a:lnTo>
                    <a:pt x="1" y="7010"/>
                  </a:lnTo>
                  <a:lnTo>
                    <a:pt x="163" y="7279"/>
                  </a:lnTo>
                  <a:lnTo>
                    <a:pt x="11830" y="266"/>
                  </a:lnTo>
                  <a:lnTo>
                    <a:pt x="116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6852466" y="3551133"/>
              <a:ext cx="473878" cy="774340"/>
            </a:xfrm>
            <a:custGeom>
              <a:avLst/>
              <a:gdLst/>
              <a:ahLst/>
              <a:cxnLst/>
              <a:rect l="l" t="t" r="r" b="b"/>
              <a:pathLst>
                <a:path w="20552" h="33583" extrusionOk="0">
                  <a:moveTo>
                    <a:pt x="6756" y="0"/>
                  </a:moveTo>
                  <a:cubicBezTo>
                    <a:pt x="4285" y="0"/>
                    <a:pt x="1857" y="673"/>
                    <a:pt x="1071" y="2756"/>
                  </a:cubicBezTo>
                  <a:cubicBezTo>
                    <a:pt x="1" y="5539"/>
                    <a:pt x="3156" y="33582"/>
                    <a:pt x="3156" y="33582"/>
                  </a:cubicBezTo>
                  <a:lnTo>
                    <a:pt x="12631" y="33582"/>
                  </a:lnTo>
                  <a:lnTo>
                    <a:pt x="10863" y="14581"/>
                  </a:lnTo>
                  <a:lnTo>
                    <a:pt x="20551" y="9123"/>
                  </a:lnTo>
                  <a:cubicBezTo>
                    <a:pt x="20551" y="9123"/>
                    <a:pt x="14181" y="2756"/>
                    <a:pt x="12952" y="1472"/>
                  </a:cubicBezTo>
                  <a:cubicBezTo>
                    <a:pt x="12277" y="824"/>
                    <a:pt x="9490" y="0"/>
                    <a:pt x="6756" y="0"/>
                  </a:cubicBezTo>
                  <a:close/>
                </a:path>
              </a:pathLst>
            </a:custGeom>
            <a:solidFill>
              <a:srgbClr val="EF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086911" y="3647926"/>
              <a:ext cx="128361" cy="239429"/>
            </a:xfrm>
            <a:custGeom>
              <a:avLst/>
              <a:gdLst/>
              <a:ahLst/>
              <a:cxnLst/>
              <a:rect l="l" t="t" r="r" b="b"/>
              <a:pathLst>
                <a:path w="5567" h="10384" extrusionOk="0">
                  <a:moveTo>
                    <a:pt x="1" y="1"/>
                  </a:moveTo>
                  <a:lnTo>
                    <a:pt x="695" y="10383"/>
                  </a:lnTo>
                  <a:lnTo>
                    <a:pt x="5567" y="76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6762336" y="4325436"/>
              <a:ext cx="448007" cy="220845"/>
            </a:xfrm>
            <a:custGeom>
              <a:avLst/>
              <a:gdLst/>
              <a:ahLst/>
              <a:cxnLst/>
              <a:rect l="l" t="t" r="r" b="b"/>
              <a:pathLst>
                <a:path w="19430" h="9578" extrusionOk="0">
                  <a:moveTo>
                    <a:pt x="7065" y="0"/>
                  </a:moveTo>
                  <a:cubicBezTo>
                    <a:pt x="7065" y="0"/>
                    <a:pt x="5328" y="3319"/>
                    <a:pt x="120" y="3319"/>
                  </a:cubicBezTo>
                  <a:cubicBezTo>
                    <a:pt x="81" y="3319"/>
                    <a:pt x="41" y="3319"/>
                    <a:pt x="1" y="3318"/>
                  </a:cubicBezTo>
                  <a:lnTo>
                    <a:pt x="1" y="3318"/>
                  </a:lnTo>
                  <a:lnTo>
                    <a:pt x="4175" y="9578"/>
                  </a:lnTo>
                  <a:lnTo>
                    <a:pt x="19430" y="9578"/>
                  </a:lnTo>
                  <a:lnTo>
                    <a:pt x="19160" y="6260"/>
                  </a:lnTo>
                  <a:cubicBezTo>
                    <a:pt x="18680" y="3425"/>
                    <a:pt x="16540" y="0"/>
                    <a:pt x="165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6488394" y="4401939"/>
              <a:ext cx="725620" cy="197464"/>
            </a:xfrm>
            <a:custGeom>
              <a:avLst/>
              <a:gdLst/>
              <a:ahLst/>
              <a:cxnLst/>
              <a:rect l="l" t="t" r="r" b="b"/>
              <a:pathLst>
                <a:path w="31470" h="8564" extrusionOk="0">
                  <a:moveTo>
                    <a:pt x="11882" y="0"/>
                  </a:moveTo>
                  <a:cubicBezTo>
                    <a:pt x="1" y="2034"/>
                    <a:pt x="3053" y="8563"/>
                    <a:pt x="3053" y="8563"/>
                  </a:cubicBezTo>
                  <a:lnTo>
                    <a:pt x="31469" y="8563"/>
                  </a:lnTo>
                  <a:lnTo>
                    <a:pt x="31041" y="2942"/>
                  </a:lnTo>
                  <a:cubicBezTo>
                    <a:pt x="30944" y="2940"/>
                    <a:pt x="30848" y="2939"/>
                    <a:pt x="30753" y="2939"/>
                  </a:cubicBezTo>
                  <a:cubicBezTo>
                    <a:pt x="24701" y="2939"/>
                    <a:pt x="23925" y="6260"/>
                    <a:pt x="23925" y="6260"/>
                  </a:cubicBezTo>
                  <a:lnTo>
                    <a:pt x="16056" y="6260"/>
                  </a:lnTo>
                  <a:lnTo>
                    <a:pt x="11882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6920277" y="4272312"/>
              <a:ext cx="223427" cy="53148"/>
            </a:xfrm>
            <a:custGeom>
              <a:avLst/>
              <a:gdLst/>
              <a:ahLst/>
              <a:cxnLst/>
              <a:rect l="l" t="t" r="r" b="b"/>
              <a:pathLst>
                <a:path w="9690" h="2305" extrusionOk="0">
                  <a:moveTo>
                    <a:pt x="1" y="1"/>
                  </a:moveTo>
                  <a:lnTo>
                    <a:pt x="215" y="2304"/>
                  </a:lnTo>
                  <a:lnTo>
                    <a:pt x="9690" y="2304"/>
                  </a:lnTo>
                  <a:lnTo>
                    <a:pt x="94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410218" y="3761459"/>
              <a:ext cx="755225" cy="837956"/>
            </a:xfrm>
            <a:custGeom>
              <a:avLst/>
              <a:gdLst/>
              <a:ahLst/>
              <a:cxnLst/>
              <a:rect l="l" t="t" r="r" b="b"/>
              <a:pathLst>
                <a:path w="32754" h="36342" extrusionOk="0">
                  <a:moveTo>
                    <a:pt x="9685" y="1"/>
                  </a:moveTo>
                  <a:lnTo>
                    <a:pt x="1" y="5459"/>
                  </a:lnTo>
                  <a:lnTo>
                    <a:pt x="694" y="36341"/>
                  </a:lnTo>
                  <a:lnTo>
                    <a:pt x="23707" y="36341"/>
                  </a:lnTo>
                  <a:cubicBezTo>
                    <a:pt x="32753" y="36341"/>
                    <a:pt x="32218" y="22157"/>
                    <a:pt x="32218" y="22157"/>
                  </a:cubicBezTo>
                  <a:lnTo>
                    <a:pt x="96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470628" y="3850298"/>
              <a:ext cx="55615" cy="63016"/>
            </a:xfrm>
            <a:custGeom>
              <a:avLst/>
              <a:gdLst/>
              <a:ahLst/>
              <a:cxnLst/>
              <a:rect l="l" t="t" r="r" b="b"/>
              <a:pathLst>
                <a:path w="2412" h="2733" extrusionOk="0">
                  <a:moveTo>
                    <a:pt x="378" y="1"/>
                  </a:moveTo>
                  <a:lnTo>
                    <a:pt x="1" y="271"/>
                  </a:lnTo>
                  <a:cubicBezTo>
                    <a:pt x="1" y="271"/>
                    <a:pt x="806" y="1234"/>
                    <a:pt x="2035" y="2732"/>
                  </a:cubicBezTo>
                  <a:lnTo>
                    <a:pt x="2411" y="2463"/>
                  </a:lnTo>
                  <a:cubicBezTo>
                    <a:pt x="2090" y="2090"/>
                    <a:pt x="1769" y="1713"/>
                    <a:pt x="1499" y="1341"/>
                  </a:cubicBezTo>
                  <a:cubicBezTo>
                    <a:pt x="1127" y="913"/>
                    <a:pt x="857" y="592"/>
                    <a:pt x="643" y="322"/>
                  </a:cubicBezTo>
                  <a:cubicBezTo>
                    <a:pt x="592" y="215"/>
                    <a:pt x="485" y="108"/>
                    <a:pt x="429" y="56"/>
                  </a:cubicBezTo>
                  <a:lnTo>
                    <a:pt x="3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7522460" y="3913290"/>
              <a:ext cx="581280" cy="493615"/>
            </a:xfrm>
            <a:custGeom>
              <a:avLst/>
              <a:gdLst/>
              <a:ahLst/>
              <a:cxnLst/>
              <a:rect l="l" t="t" r="r" b="b"/>
              <a:pathLst>
                <a:path w="25210" h="21408" extrusionOk="0">
                  <a:moveTo>
                    <a:pt x="377" y="0"/>
                  </a:moveTo>
                  <a:lnTo>
                    <a:pt x="1" y="266"/>
                  </a:lnTo>
                  <a:cubicBezTo>
                    <a:pt x="1820" y="2462"/>
                    <a:pt x="4603" y="5832"/>
                    <a:pt x="7549" y="9205"/>
                  </a:cubicBezTo>
                  <a:cubicBezTo>
                    <a:pt x="10118" y="12147"/>
                    <a:pt x="12738" y="15092"/>
                    <a:pt x="14934" y="17340"/>
                  </a:cubicBezTo>
                  <a:cubicBezTo>
                    <a:pt x="16056" y="18462"/>
                    <a:pt x="17075" y="19425"/>
                    <a:pt x="17875" y="20123"/>
                  </a:cubicBezTo>
                  <a:cubicBezTo>
                    <a:pt x="18304" y="20496"/>
                    <a:pt x="18680" y="20765"/>
                    <a:pt x="19002" y="20979"/>
                  </a:cubicBezTo>
                  <a:cubicBezTo>
                    <a:pt x="19160" y="21086"/>
                    <a:pt x="19323" y="21193"/>
                    <a:pt x="19481" y="21245"/>
                  </a:cubicBezTo>
                  <a:cubicBezTo>
                    <a:pt x="19588" y="21352"/>
                    <a:pt x="19751" y="21352"/>
                    <a:pt x="19858" y="21408"/>
                  </a:cubicBezTo>
                  <a:lnTo>
                    <a:pt x="20016" y="21408"/>
                  </a:lnTo>
                  <a:cubicBezTo>
                    <a:pt x="20179" y="21408"/>
                    <a:pt x="20337" y="21352"/>
                    <a:pt x="20444" y="21300"/>
                  </a:cubicBezTo>
                  <a:cubicBezTo>
                    <a:pt x="20714" y="21193"/>
                    <a:pt x="20980" y="20924"/>
                    <a:pt x="21249" y="20658"/>
                  </a:cubicBezTo>
                  <a:cubicBezTo>
                    <a:pt x="21729" y="20123"/>
                    <a:pt x="22213" y="19425"/>
                    <a:pt x="22692" y="18625"/>
                  </a:cubicBezTo>
                  <a:cubicBezTo>
                    <a:pt x="23390" y="17447"/>
                    <a:pt x="24032" y="16056"/>
                    <a:pt x="24512" y="14985"/>
                  </a:cubicBezTo>
                  <a:cubicBezTo>
                    <a:pt x="24833" y="14343"/>
                    <a:pt x="25047" y="13808"/>
                    <a:pt x="25210" y="13487"/>
                  </a:cubicBezTo>
                  <a:lnTo>
                    <a:pt x="25210" y="13431"/>
                  </a:lnTo>
                  <a:lnTo>
                    <a:pt x="24995" y="13273"/>
                  </a:lnTo>
                  <a:lnTo>
                    <a:pt x="24833" y="13110"/>
                  </a:lnTo>
                  <a:cubicBezTo>
                    <a:pt x="24619" y="13645"/>
                    <a:pt x="23869" y="15465"/>
                    <a:pt x="22962" y="17233"/>
                  </a:cubicBezTo>
                  <a:cubicBezTo>
                    <a:pt x="22427" y="18196"/>
                    <a:pt x="21836" y="19160"/>
                    <a:pt x="21356" y="19853"/>
                  </a:cubicBezTo>
                  <a:cubicBezTo>
                    <a:pt x="21087" y="20230"/>
                    <a:pt x="20821" y="20496"/>
                    <a:pt x="20551" y="20710"/>
                  </a:cubicBezTo>
                  <a:cubicBezTo>
                    <a:pt x="20444" y="20765"/>
                    <a:pt x="20337" y="20872"/>
                    <a:pt x="20230" y="20924"/>
                  </a:cubicBezTo>
                  <a:cubicBezTo>
                    <a:pt x="20179" y="20979"/>
                    <a:pt x="20072" y="20979"/>
                    <a:pt x="20016" y="20979"/>
                  </a:cubicBezTo>
                  <a:lnTo>
                    <a:pt x="19965" y="20979"/>
                  </a:lnTo>
                  <a:cubicBezTo>
                    <a:pt x="19858" y="20924"/>
                    <a:pt x="19802" y="20924"/>
                    <a:pt x="19644" y="20872"/>
                  </a:cubicBezTo>
                  <a:cubicBezTo>
                    <a:pt x="19430" y="20765"/>
                    <a:pt x="19160" y="20551"/>
                    <a:pt x="18787" y="20281"/>
                  </a:cubicBezTo>
                  <a:cubicBezTo>
                    <a:pt x="18145" y="19802"/>
                    <a:pt x="17340" y="19053"/>
                    <a:pt x="16433" y="18196"/>
                  </a:cubicBezTo>
                  <a:cubicBezTo>
                    <a:pt x="14827" y="16591"/>
                    <a:pt x="12845" y="14502"/>
                    <a:pt x="10811" y="12254"/>
                  </a:cubicBezTo>
                  <a:cubicBezTo>
                    <a:pt x="7814" y="8829"/>
                    <a:pt x="4603" y="5082"/>
                    <a:pt x="2197" y="2192"/>
                  </a:cubicBezTo>
                  <a:cubicBezTo>
                    <a:pt x="1555" y="1392"/>
                    <a:pt x="913" y="643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7326313" y="4078633"/>
              <a:ext cx="287481" cy="356607"/>
            </a:xfrm>
            <a:custGeom>
              <a:avLst/>
              <a:gdLst/>
              <a:ahLst/>
              <a:cxnLst/>
              <a:rect l="l" t="t" r="r" b="b"/>
              <a:pathLst>
                <a:path w="12468" h="15466" extrusionOk="0">
                  <a:moveTo>
                    <a:pt x="587" y="1"/>
                  </a:moveTo>
                  <a:lnTo>
                    <a:pt x="0" y="6637"/>
                  </a:lnTo>
                  <a:cubicBezTo>
                    <a:pt x="4175" y="12310"/>
                    <a:pt x="12468" y="15465"/>
                    <a:pt x="12468" y="15465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7685336" y="3812093"/>
              <a:ext cx="2490" cy="2490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" y="1"/>
                  </a:moveTo>
                  <a:lnTo>
                    <a:pt x="108" y="108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rgbClr val="873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7417620" y="3812093"/>
              <a:ext cx="272678" cy="167859"/>
            </a:xfrm>
            <a:custGeom>
              <a:avLst/>
              <a:gdLst/>
              <a:ahLst/>
              <a:cxnLst/>
              <a:rect l="l" t="t" r="r" b="b"/>
              <a:pathLst>
                <a:path w="11826" h="7280" extrusionOk="0">
                  <a:moveTo>
                    <a:pt x="11612" y="1"/>
                  </a:moveTo>
                  <a:lnTo>
                    <a:pt x="4710" y="4120"/>
                  </a:lnTo>
                  <a:cubicBezTo>
                    <a:pt x="4762" y="4227"/>
                    <a:pt x="4869" y="4334"/>
                    <a:pt x="4924" y="4389"/>
                  </a:cubicBezTo>
                  <a:lnTo>
                    <a:pt x="11826" y="266"/>
                  </a:lnTo>
                  <a:lnTo>
                    <a:pt x="11719" y="108"/>
                  </a:lnTo>
                  <a:lnTo>
                    <a:pt x="11612" y="1"/>
                  </a:lnTo>
                  <a:close/>
                  <a:moveTo>
                    <a:pt x="4334" y="4389"/>
                  </a:moveTo>
                  <a:lnTo>
                    <a:pt x="1" y="7010"/>
                  </a:lnTo>
                  <a:lnTo>
                    <a:pt x="159" y="7279"/>
                  </a:lnTo>
                  <a:lnTo>
                    <a:pt x="4548" y="4655"/>
                  </a:lnTo>
                  <a:cubicBezTo>
                    <a:pt x="4496" y="4548"/>
                    <a:pt x="4389" y="4441"/>
                    <a:pt x="4334" y="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7517526" y="3907065"/>
              <a:ext cx="13650" cy="12359"/>
            </a:xfrm>
            <a:custGeom>
              <a:avLst/>
              <a:gdLst/>
              <a:ahLst/>
              <a:cxnLst/>
              <a:rect l="l" t="t" r="r" b="b"/>
              <a:pathLst>
                <a:path w="592" h="536" extrusionOk="0">
                  <a:moveTo>
                    <a:pt x="377" y="1"/>
                  </a:moveTo>
                  <a:lnTo>
                    <a:pt x="1" y="270"/>
                  </a:lnTo>
                  <a:cubicBezTo>
                    <a:pt x="56" y="322"/>
                    <a:pt x="163" y="429"/>
                    <a:pt x="215" y="536"/>
                  </a:cubicBezTo>
                  <a:lnTo>
                    <a:pt x="591" y="270"/>
                  </a:lnTo>
                  <a:cubicBezTo>
                    <a:pt x="536" y="215"/>
                    <a:pt x="429" y="108"/>
                    <a:pt x="3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7708831" y="2975466"/>
              <a:ext cx="178903" cy="245816"/>
            </a:xfrm>
            <a:custGeom>
              <a:avLst/>
              <a:gdLst/>
              <a:ahLst/>
              <a:cxnLst/>
              <a:rect l="l" t="t" r="r" b="b"/>
              <a:pathLst>
                <a:path w="7759" h="10661" extrusionOk="0">
                  <a:moveTo>
                    <a:pt x="5567" y="1"/>
                  </a:moveTo>
                  <a:lnTo>
                    <a:pt x="1" y="1499"/>
                  </a:lnTo>
                  <a:lnTo>
                    <a:pt x="1713" y="9527"/>
                  </a:lnTo>
                  <a:cubicBezTo>
                    <a:pt x="1713" y="9527"/>
                    <a:pt x="2445" y="10660"/>
                    <a:pt x="4091" y="10660"/>
                  </a:cubicBezTo>
                  <a:cubicBezTo>
                    <a:pt x="4435" y="10660"/>
                    <a:pt x="4820" y="10610"/>
                    <a:pt x="5246" y="10490"/>
                  </a:cubicBezTo>
                  <a:cubicBezTo>
                    <a:pt x="7759" y="9792"/>
                    <a:pt x="7707" y="7814"/>
                    <a:pt x="7545" y="7224"/>
                  </a:cubicBezTo>
                  <a:lnTo>
                    <a:pt x="5567" y="1"/>
                  </a:ln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7734701" y="3069263"/>
              <a:ext cx="108624" cy="125894"/>
            </a:xfrm>
            <a:custGeom>
              <a:avLst/>
              <a:gdLst/>
              <a:ahLst/>
              <a:cxnLst/>
              <a:rect l="l" t="t" r="r" b="b"/>
              <a:pathLst>
                <a:path w="4711" h="5460" extrusionOk="0">
                  <a:moveTo>
                    <a:pt x="3854" y="0"/>
                  </a:moveTo>
                  <a:cubicBezTo>
                    <a:pt x="3854" y="0"/>
                    <a:pt x="3374" y="1443"/>
                    <a:pt x="1" y="2676"/>
                  </a:cubicBezTo>
                  <a:lnTo>
                    <a:pt x="591" y="5459"/>
                  </a:lnTo>
                  <a:cubicBezTo>
                    <a:pt x="591" y="5459"/>
                    <a:pt x="4710" y="4333"/>
                    <a:pt x="3854" y="0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7508949" y="2777936"/>
              <a:ext cx="355408" cy="386490"/>
            </a:xfrm>
            <a:custGeom>
              <a:avLst/>
              <a:gdLst/>
              <a:ahLst/>
              <a:cxnLst/>
              <a:rect l="l" t="t" r="r" b="b"/>
              <a:pathLst>
                <a:path w="15414" h="16762" extrusionOk="0">
                  <a:moveTo>
                    <a:pt x="8159" y="0"/>
                  </a:moveTo>
                  <a:cubicBezTo>
                    <a:pt x="5630" y="0"/>
                    <a:pt x="3274" y="1619"/>
                    <a:pt x="1871" y="3644"/>
                  </a:cubicBezTo>
                  <a:cubicBezTo>
                    <a:pt x="428" y="5729"/>
                    <a:pt x="0" y="8354"/>
                    <a:pt x="480" y="10760"/>
                  </a:cubicBezTo>
                  <a:cubicBezTo>
                    <a:pt x="587" y="11244"/>
                    <a:pt x="694" y="11672"/>
                    <a:pt x="856" y="12100"/>
                  </a:cubicBezTo>
                  <a:cubicBezTo>
                    <a:pt x="1122" y="12849"/>
                    <a:pt x="1499" y="13543"/>
                    <a:pt x="1978" y="14134"/>
                  </a:cubicBezTo>
                  <a:cubicBezTo>
                    <a:pt x="3154" y="15714"/>
                    <a:pt x="4911" y="16761"/>
                    <a:pt x="7115" y="16761"/>
                  </a:cubicBezTo>
                  <a:cubicBezTo>
                    <a:pt x="7221" y="16761"/>
                    <a:pt x="7329" y="16759"/>
                    <a:pt x="7437" y="16754"/>
                  </a:cubicBezTo>
                  <a:cubicBezTo>
                    <a:pt x="10061" y="16647"/>
                    <a:pt x="12309" y="14934"/>
                    <a:pt x="13431" y="12742"/>
                  </a:cubicBezTo>
                  <a:cubicBezTo>
                    <a:pt x="15413" y="8833"/>
                    <a:pt x="15036" y="1983"/>
                    <a:pt x="10061" y="326"/>
                  </a:cubicBezTo>
                  <a:cubicBezTo>
                    <a:pt x="9526" y="163"/>
                    <a:pt x="8991" y="56"/>
                    <a:pt x="8400" y="5"/>
                  </a:cubicBezTo>
                  <a:cubicBezTo>
                    <a:pt x="8320" y="2"/>
                    <a:pt x="8239" y="0"/>
                    <a:pt x="8159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7829766" y="2911229"/>
              <a:ext cx="80194" cy="112428"/>
            </a:xfrm>
            <a:custGeom>
              <a:avLst/>
              <a:gdLst/>
              <a:ahLst/>
              <a:cxnLst/>
              <a:rect l="l" t="t" r="r" b="b"/>
              <a:pathLst>
                <a:path w="3478" h="4876" extrusionOk="0">
                  <a:moveTo>
                    <a:pt x="1529" y="1"/>
                  </a:moveTo>
                  <a:cubicBezTo>
                    <a:pt x="884" y="1"/>
                    <a:pt x="229" y="409"/>
                    <a:pt x="52" y="1074"/>
                  </a:cubicBezTo>
                  <a:lnTo>
                    <a:pt x="1" y="4714"/>
                  </a:lnTo>
                  <a:cubicBezTo>
                    <a:pt x="272" y="4822"/>
                    <a:pt x="574" y="4876"/>
                    <a:pt x="881" y="4876"/>
                  </a:cubicBezTo>
                  <a:cubicBezTo>
                    <a:pt x="1478" y="4876"/>
                    <a:pt x="2089" y="4673"/>
                    <a:pt x="2514" y="4285"/>
                  </a:cubicBezTo>
                  <a:cubicBezTo>
                    <a:pt x="3156" y="3695"/>
                    <a:pt x="3477" y="2731"/>
                    <a:pt x="3319" y="1875"/>
                  </a:cubicBezTo>
                  <a:cubicBezTo>
                    <a:pt x="3212" y="1074"/>
                    <a:pt x="2677" y="325"/>
                    <a:pt x="1927" y="55"/>
                  </a:cubicBezTo>
                  <a:cubicBezTo>
                    <a:pt x="1798" y="18"/>
                    <a:pt x="1663" y="1"/>
                    <a:pt x="1529" y="1"/>
                  </a:cubicBezTo>
                  <a:close/>
                </a:path>
              </a:pathLst>
            </a:custGeom>
            <a:solidFill>
              <a:srgbClr val="EF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7664423" y="2982868"/>
              <a:ext cx="24695" cy="22458"/>
            </a:xfrm>
            <a:custGeom>
              <a:avLst/>
              <a:gdLst/>
              <a:ahLst/>
              <a:cxnLst/>
              <a:rect l="l" t="t" r="r" b="b"/>
              <a:pathLst>
                <a:path w="1071" h="974" extrusionOk="0">
                  <a:moveTo>
                    <a:pt x="480" y="1"/>
                  </a:moveTo>
                  <a:cubicBezTo>
                    <a:pt x="214" y="52"/>
                    <a:pt x="0" y="322"/>
                    <a:pt x="52" y="588"/>
                  </a:cubicBezTo>
                  <a:cubicBezTo>
                    <a:pt x="100" y="823"/>
                    <a:pt x="270" y="974"/>
                    <a:pt x="489" y="974"/>
                  </a:cubicBezTo>
                  <a:cubicBezTo>
                    <a:pt x="521" y="974"/>
                    <a:pt x="553" y="971"/>
                    <a:pt x="587" y="964"/>
                  </a:cubicBezTo>
                  <a:cubicBezTo>
                    <a:pt x="857" y="964"/>
                    <a:pt x="1071" y="695"/>
                    <a:pt x="1015" y="429"/>
                  </a:cubicBezTo>
                  <a:cubicBezTo>
                    <a:pt x="964" y="159"/>
                    <a:pt x="750" y="1"/>
                    <a:pt x="4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596497" y="2992506"/>
              <a:ext cx="23519" cy="22481"/>
            </a:xfrm>
            <a:custGeom>
              <a:avLst/>
              <a:gdLst/>
              <a:ahLst/>
              <a:cxnLst/>
              <a:rect l="l" t="t" r="r" b="b"/>
              <a:pathLst>
                <a:path w="1020" h="975" extrusionOk="0">
                  <a:moveTo>
                    <a:pt x="550" y="0"/>
                  </a:moveTo>
                  <a:cubicBezTo>
                    <a:pt x="512" y="0"/>
                    <a:pt x="471" y="4"/>
                    <a:pt x="429" y="11"/>
                  </a:cubicBezTo>
                  <a:cubicBezTo>
                    <a:pt x="163" y="11"/>
                    <a:pt x="1" y="277"/>
                    <a:pt x="56" y="546"/>
                  </a:cubicBezTo>
                  <a:cubicBezTo>
                    <a:pt x="56" y="812"/>
                    <a:pt x="322" y="974"/>
                    <a:pt x="591" y="974"/>
                  </a:cubicBezTo>
                  <a:cubicBezTo>
                    <a:pt x="857" y="919"/>
                    <a:pt x="1020" y="653"/>
                    <a:pt x="1020" y="384"/>
                  </a:cubicBezTo>
                  <a:cubicBezTo>
                    <a:pt x="971" y="153"/>
                    <a:pt x="804" y="0"/>
                    <a:pt x="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659489" y="2955730"/>
              <a:ext cx="38229" cy="17293"/>
            </a:xfrm>
            <a:custGeom>
              <a:avLst/>
              <a:gdLst/>
              <a:ahLst/>
              <a:cxnLst/>
              <a:rect l="l" t="t" r="r" b="b"/>
              <a:pathLst>
                <a:path w="1658" h="750" extrusionOk="0">
                  <a:moveTo>
                    <a:pt x="266" y="1"/>
                  </a:moveTo>
                  <a:cubicBezTo>
                    <a:pt x="159" y="1"/>
                    <a:pt x="107" y="52"/>
                    <a:pt x="52" y="108"/>
                  </a:cubicBezTo>
                  <a:cubicBezTo>
                    <a:pt x="0" y="215"/>
                    <a:pt x="52" y="373"/>
                    <a:pt x="107" y="429"/>
                  </a:cubicBezTo>
                  <a:cubicBezTo>
                    <a:pt x="535" y="643"/>
                    <a:pt x="1015" y="750"/>
                    <a:pt x="1499" y="750"/>
                  </a:cubicBezTo>
                  <a:cubicBezTo>
                    <a:pt x="1606" y="750"/>
                    <a:pt x="1657" y="643"/>
                    <a:pt x="1657" y="536"/>
                  </a:cubicBezTo>
                  <a:cubicBezTo>
                    <a:pt x="1657" y="429"/>
                    <a:pt x="1550" y="322"/>
                    <a:pt x="1443" y="322"/>
                  </a:cubicBezTo>
                  <a:cubicBezTo>
                    <a:pt x="1071" y="322"/>
                    <a:pt x="694" y="266"/>
                    <a:pt x="321" y="52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7579227" y="2963431"/>
              <a:ext cx="34563" cy="24879"/>
            </a:xfrm>
            <a:custGeom>
              <a:avLst/>
              <a:gdLst/>
              <a:ahLst/>
              <a:cxnLst/>
              <a:rect l="l" t="t" r="r" b="b"/>
              <a:pathLst>
                <a:path w="1499" h="1079" extrusionOk="0">
                  <a:moveTo>
                    <a:pt x="1332" y="1"/>
                  </a:moveTo>
                  <a:cubicBezTo>
                    <a:pt x="1285" y="1"/>
                    <a:pt x="1231" y="13"/>
                    <a:pt x="1178" y="39"/>
                  </a:cubicBezTo>
                  <a:lnTo>
                    <a:pt x="1126" y="95"/>
                  </a:lnTo>
                  <a:cubicBezTo>
                    <a:pt x="857" y="360"/>
                    <a:pt x="536" y="523"/>
                    <a:pt x="214" y="681"/>
                  </a:cubicBezTo>
                  <a:cubicBezTo>
                    <a:pt x="107" y="681"/>
                    <a:pt x="0" y="788"/>
                    <a:pt x="56" y="951"/>
                  </a:cubicBezTo>
                  <a:cubicBezTo>
                    <a:pt x="94" y="1030"/>
                    <a:pt x="161" y="1078"/>
                    <a:pt x="237" y="1078"/>
                  </a:cubicBezTo>
                  <a:cubicBezTo>
                    <a:pt x="265" y="1078"/>
                    <a:pt x="293" y="1072"/>
                    <a:pt x="321" y="1058"/>
                  </a:cubicBezTo>
                  <a:cubicBezTo>
                    <a:pt x="750" y="895"/>
                    <a:pt x="1126" y="681"/>
                    <a:pt x="1448" y="360"/>
                  </a:cubicBezTo>
                  <a:cubicBezTo>
                    <a:pt x="1499" y="253"/>
                    <a:pt x="1499" y="146"/>
                    <a:pt x="1448" y="39"/>
                  </a:cubicBezTo>
                  <a:cubicBezTo>
                    <a:pt x="1420" y="13"/>
                    <a:pt x="1379" y="1"/>
                    <a:pt x="1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612591" y="3029766"/>
              <a:ext cx="39521" cy="51856"/>
            </a:xfrm>
            <a:custGeom>
              <a:avLst/>
              <a:gdLst/>
              <a:ahLst/>
              <a:cxnLst/>
              <a:rect l="l" t="t" r="r" b="b"/>
              <a:pathLst>
                <a:path w="1714" h="2249" extrusionOk="0">
                  <a:moveTo>
                    <a:pt x="1392" y="1"/>
                  </a:moveTo>
                  <a:cubicBezTo>
                    <a:pt x="1392" y="1"/>
                    <a:pt x="1071" y="52"/>
                    <a:pt x="694" y="215"/>
                  </a:cubicBezTo>
                  <a:cubicBezTo>
                    <a:pt x="536" y="266"/>
                    <a:pt x="373" y="429"/>
                    <a:pt x="215" y="587"/>
                  </a:cubicBezTo>
                  <a:cubicBezTo>
                    <a:pt x="108" y="750"/>
                    <a:pt x="1" y="964"/>
                    <a:pt x="1" y="1229"/>
                  </a:cubicBezTo>
                  <a:lnTo>
                    <a:pt x="1" y="1285"/>
                  </a:lnTo>
                  <a:cubicBezTo>
                    <a:pt x="1" y="1499"/>
                    <a:pt x="108" y="1658"/>
                    <a:pt x="215" y="1820"/>
                  </a:cubicBezTo>
                  <a:cubicBezTo>
                    <a:pt x="373" y="1979"/>
                    <a:pt x="587" y="2086"/>
                    <a:pt x="801" y="2141"/>
                  </a:cubicBezTo>
                  <a:cubicBezTo>
                    <a:pt x="1071" y="2248"/>
                    <a:pt x="1285" y="2248"/>
                    <a:pt x="1443" y="2248"/>
                  </a:cubicBezTo>
                  <a:lnTo>
                    <a:pt x="1713" y="2248"/>
                  </a:lnTo>
                  <a:lnTo>
                    <a:pt x="1713" y="2034"/>
                  </a:lnTo>
                  <a:lnTo>
                    <a:pt x="1443" y="2034"/>
                  </a:lnTo>
                  <a:cubicBezTo>
                    <a:pt x="1229" y="2034"/>
                    <a:pt x="908" y="1979"/>
                    <a:pt x="694" y="1872"/>
                  </a:cubicBezTo>
                  <a:cubicBezTo>
                    <a:pt x="536" y="1820"/>
                    <a:pt x="429" y="1765"/>
                    <a:pt x="373" y="1658"/>
                  </a:cubicBezTo>
                  <a:cubicBezTo>
                    <a:pt x="266" y="1551"/>
                    <a:pt x="215" y="1443"/>
                    <a:pt x="215" y="1285"/>
                  </a:cubicBezTo>
                  <a:lnTo>
                    <a:pt x="215" y="1229"/>
                  </a:lnTo>
                  <a:cubicBezTo>
                    <a:pt x="215" y="1015"/>
                    <a:pt x="266" y="857"/>
                    <a:pt x="373" y="694"/>
                  </a:cubicBezTo>
                  <a:cubicBezTo>
                    <a:pt x="536" y="536"/>
                    <a:pt x="801" y="373"/>
                    <a:pt x="1015" y="322"/>
                  </a:cubicBezTo>
                  <a:cubicBezTo>
                    <a:pt x="1178" y="266"/>
                    <a:pt x="1229" y="215"/>
                    <a:pt x="1336" y="215"/>
                  </a:cubicBezTo>
                  <a:lnTo>
                    <a:pt x="1443" y="215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851970" y="2938460"/>
              <a:ext cx="35762" cy="59258"/>
            </a:xfrm>
            <a:custGeom>
              <a:avLst/>
              <a:gdLst/>
              <a:ahLst/>
              <a:cxnLst/>
              <a:rect l="l" t="t" r="r" b="b"/>
              <a:pathLst>
                <a:path w="1551" h="2570" extrusionOk="0">
                  <a:moveTo>
                    <a:pt x="1" y="0"/>
                  </a:moveTo>
                  <a:lnTo>
                    <a:pt x="52" y="214"/>
                  </a:lnTo>
                  <a:lnTo>
                    <a:pt x="215" y="214"/>
                  </a:lnTo>
                  <a:cubicBezTo>
                    <a:pt x="480" y="214"/>
                    <a:pt x="695" y="266"/>
                    <a:pt x="857" y="373"/>
                  </a:cubicBezTo>
                  <a:cubicBezTo>
                    <a:pt x="1016" y="428"/>
                    <a:pt x="1178" y="587"/>
                    <a:pt x="1230" y="750"/>
                  </a:cubicBezTo>
                  <a:cubicBezTo>
                    <a:pt x="1285" y="857"/>
                    <a:pt x="1337" y="1015"/>
                    <a:pt x="1337" y="1122"/>
                  </a:cubicBezTo>
                  <a:cubicBezTo>
                    <a:pt x="1337" y="1336"/>
                    <a:pt x="1230" y="1606"/>
                    <a:pt x="1071" y="1820"/>
                  </a:cubicBezTo>
                  <a:cubicBezTo>
                    <a:pt x="909" y="2034"/>
                    <a:pt x="695" y="2192"/>
                    <a:pt x="373" y="2355"/>
                  </a:cubicBezTo>
                  <a:lnTo>
                    <a:pt x="480" y="2569"/>
                  </a:lnTo>
                  <a:cubicBezTo>
                    <a:pt x="802" y="2406"/>
                    <a:pt x="1071" y="2192"/>
                    <a:pt x="1230" y="1927"/>
                  </a:cubicBezTo>
                  <a:cubicBezTo>
                    <a:pt x="1444" y="1657"/>
                    <a:pt x="1551" y="1392"/>
                    <a:pt x="1551" y="1122"/>
                  </a:cubicBezTo>
                  <a:cubicBezTo>
                    <a:pt x="1551" y="964"/>
                    <a:pt x="1499" y="801"/>
                    <a:pt x="1444" y="694"/>
                  </a:cubicBezTo>
                  <a:cubicBezTo>
                    <a:pt x="1337" y="428"/>
                    <a:pt x="1178" y="266"/>
                    <a:pt x="964" y="159"/>
                  </a:cubicBezTo>
                  <a:cubicBezTo>
                    <a:pt x="750" y="52"/>
                    <a:pt x="480" y="0"/>
                    <a:pt x="215" y="0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7643395" y="3087708"/>
              <a:ext cx="67927" cy="33387"/>
            </a:xfrm>
            <a:custGeom>
              <a:avLst/>
              <a:gdLst/>
              <a:ahLst/>
              <a:cxnLst/>
              <a:rect l="l" t="t" r="r" b="b"/>
              <a:pathLst>
                <a:path w="2946" h="1448" extrusionOk="0">
                  <a:moveTo>
                    <a:pt x="1769" y="1"/>
                  </a:moveTo>
                  <a:cubicBezTo>
                    <a:pt x="1499" y="1"/>
                    <a:pt x="1178" y="108"/>
                    <a:pt x="912" y="322"/>
                  </a:cubicBezTo>
                  <a:cubicBezTo>
                    <a:pt x="591" y="536"/>
                    <a:pt x="321" y="857"/>
                    <a:pt x="0" y="1341"/>
                  </a:cubicBezTo>
                  <a:lnTo>
                    <a:pt x="214" y="1448"/>
                  </a:lnTo>
                  <a:cubicBezTo>
                    <a:pt x="484" y="964"/>
                    <a:pt x="750" y="643"/>
                    <a:pt x="1019" y="485"/>
                  </a:cubicBezTo>
                  <a:cubicBezTo>
                    <a:pt x="1285" y="322"/>
                    <a:pt x="1554" y="215"/>
                    <a:pt x="1769" y="215"/>
                  </a:cubicBezTo>
                  <a:cubicBezTo>
                    <a:pt x="2034" y="215"/>
                    <a:pt x="2304" y="378"/>
                    <a:pt x="2518" y="485"/>
                  </a:cubicBezTo>
                  <a:cubicBezTo>
                    <a:pt x="2569" y="536"/>
                    <a:pt x="2676" y="592"/>
                    <a:pt x="2732" y="643"/>
                  </a:cubicBezTo>
                  <a:cubicBezTo>
                    <a:pt x="2732" y="643"/>
                    <a:pt x="2732" y="699"/>
                    <a:pt x="2783" y="699"/>
                  </a:cubicBezTo>
                  <a:lnTo>
                    <a:pt x="2946" y="536"/>
                  </a:lnTo>
                  <a:cubicBezTo>
                    <a:pt x="2946" y="536"/>
                    <a:pt x="2839" y="429"/>
                    <a:pt x="2625" y="271"/>
                  </a:cubicBezTo>
                  <a:cubicBezTo>
                    <a:pt x="2411" y="164"/>
                    <a:pt x="2090" y="1"/>
                    <a:pt x="1769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7159679" y="3551133"/>
              <a:ext cx="473878" cy="774340"/>
            </a:xfrm>
            <a:custGeom>
              <a:avLst/>
              <a:gdLst/>
              <a:ahLst/>
              <a:cxnLst/>
              <a:rect l="l" t="t" r="r" b="b"/>
              <a:pathLst>
                <a:path w="20552" h="33583" extrusionOk="0">
                  <a:moveTo>
                    <a:pt x="6757" y="0"/>
                  </a:moveTo>
                  <a:cubicBezTo>
                    <a:pt x="4287" y="0"/>
                    <a:pt x="1859" y="673"/>
                    <a:pt x="1071" y="2756"/>
                  </a:cubicBezTo>
                  <a:cubicBezTo>
                    <a:pt x="0" y="5539"/>
                    <a:pt x="3160" y="33582"/>
                    <a:pt x="3160" y="33582"/>
                  </a:cubicBezTo>
                  <a:lnTo>
                    <a:pt x="12631" y="33582"/>
                  </a:lnTo>
                  <a:lnTo>
                    <a:pt x="10867" y="14581"/>
                  </a:lnTo>
                  <a:lnTo>
                    <a:pt x="20551" y="9123"/>
                  </a:lnTo>
                  <a:cubicBezTo>
                    <a:pt x="20551" y="9123"/>
                    <a:pt x="14185" y="2756"/>
                    <a:pt x="12952" y="1472"/>
                  </a:cubicBezTo>
                  <a:cubicBezTo>
                    <a:pt x="12277" y="824"/>
                    <a:pt x="9491" y="0"/>
                    <a:pt x="6757" y="0"/>
                  </a:cubicBezTo>
                  <a:close/>
                </a:path>
              </a:pathLst>
            </a:custGeom>
            <a:solidFill>
              <a:srgbClr val="EF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7111605" y="3566489"/>
              <a:ext cx="277612" cy="135763"/>
            </a:xfrm>
            <a:custGeom>
              <a:avLst/>
              <a:gdLst/>
              <a:ahLst/>
              <a:cxnLst/>
              <a:rect l="l" t="t" r="r" b="b"/>
              <a:pathLst>
                <a:path w="12040" h="5888" extrusionOk="0">
                  <a:moveTo>
                    <a:pt x="0" y="1"/>
                  </a:moveTo>
                  <a:cubicBezTo>
                    <a:pt x="0" y="1"/>
                    <a:pt x="750" y="3268"/>
                    <a:pt x="2942" y="5888"/>
                  </a:cubicBezTo>
                  <a:lnTo>
                    <a:pt x="12040" y="4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7399059" y="3771328"/>
              <a:ext cx="76528" cy="116025"/>
            </a:xfrm>
            <a:custGeom>
              <a:avLst/>
              <a:gdLst/>
              <a:ahLst/>
              <a:cxnLst/>
              <a:rect l="l" t="t" r="r" b="b"/>
              <a:pathLst>
                <a:path w="3319" h="5032" extrusionOk="0">
                  <a:moveTo>
                    <a:pt x="1" y="1"/>
                  </a:moveTo>
                  <a:lnTo>
                    <a:pt x="536" y="5031"/>
                  </a:lnTo>
                  <a:lnTo>
                    <a:pt x="3319" y="35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7069641" y="4325436"/>
              <a:ext cx="447915" cy="220845"/>
            </a:xfrm>
            <a:custGeom>
              <a:avLst/>
              <a:gdLst/>
              <a:ahLst/>
              <a:cxnLst/>
              <a:rect l="l" t="t" r="r" b="b"/>
              <a:pathLst>
                <a:path w="19426" h="9578" extrusionOk="0">
                  <a:moveTo>
                    <a:pt x="7065" y="0"/>
                  </a:moveTo>
                  <a:cubicBezTo>
                    <a:pt x="7065" y="0"/>
                    <a:pt x="5323" y="3319"/>
                    <a:pt x="120" y="3319"/>
                  </a:cubicBezTo>
                  <a:cubicBezTo>
                    <a:pt x="81" y="3319"/>
                    <a:pt x="41" y="3319"/>
                    <a:pt x="1" y="3318"/>
                  </a:cubicBezTo>
                  <a:lnTo>
                    <a:pt x="1" y="3318"/>
                  </a:lnTo>
                  <a:lnTo>
                    <a:pt x="4175" y="9578"/>
                  </a:lnTo>
                  <a:lnTo>
                    <a:pt x="19426" y="9578"/>
                  </a:lnTo>
                  <a:lnTo>
                    <a:pt x="19160" y="6260"/>
                  </a:lnTo>
                  <a:cubicBezTo>
                    <a:pt x="18676" y="3425"/>
                    <a:pt x="16536" y="0"/>
                    <a:pt x="16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6795699" y="4401939"/>
              <a:ext cx="725620" cy="197464"/>
            </a:xfrm>
            <a:custGeom>
              <a:avLst/>
              <a:gdLst/>
              <a:ahLst/>
              <a:cxnLst/>
              <a:rect l="l" t="t" r="r" b="b"/>
              <a:pathLst>
                <a:path w="31470" h="8564" extrusionOk="0">
                  <a:moveTo>
                    <a:pt x="11882" y="0"/>
                  </a:moveTo>
                  <a:cubicBezTo>
                    <a:pt x="1" y="2034"/>
                    <a:pt x="3049" y="8563"/>
                    <a:pt x="3049" y="8563"/>
                  </a:cubicBezTo>
                  <a:lnTo>
                    <a:pt x="31469" y="8563"/>
                  </a:lnTo>
                  <a:lnTo>
                    <a:pt x="31041" y="2942"/>
                  </a:lnTo>
                  <a:cubicBezTo>
                    <a:pt x="30944" y="2940"/>
                    <a:pt x="30848" y="2939"/>
                    <a:pt x="30753" y="2939"/>
                  </a:cubicBezTo>
                  <a:cubicBezTo>
                    <a:pt x="24701" y="2939"/>
                    <a:pt x="23921" y="6260"/>
                    <a:pt x="23921" y="6260"/>
                  </a:cubicBezTo>
                  <a:lnTo>
                    <a:pt x="16056" y="6260"/>
                  </a:lnTo>
                  <a:lnTo>
                    <a:pt x="1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7227583" y="4272312"/>
              <a:ext cx="223335" cy="53148"/>
            </a:xfrm>
            <a:custGeom>
              <a:avLst/>
              <a:gdLst/>
              <a:ahLst/>
              <a:cxnLst/>
              <a:rect l="l" t="t" r="r" b="b"/>
              <a:pathLst>
                <a:path w="9686" h="2305" extrusionOk="0">
                  <a:moveTo>
                    <a:pt x="1" y="1"/>
                  </a:moveTo>
                  <a:lnTo>
                    <a:pt x="215" y="2304"/>
                  </a:lnTo>
                  <a:lnTo>
                    <a:pt x="9686" y="2304"/>
                  </a:lnTo>
                  <a:lnTo>
                    <a:pt x="9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6887029" y="3183464"/>
              <a:ext cx="1353637" cy="704453"/>
            </a:xfrm>
            <a:custGeom>
              <a:avLst/>
              <a:gdLst/>
              <a:ahLst/>
              <a:cxnLst/>
              <a:rect l="l" t="t" r="r" b="b"/>
              <a:pathLst>
                <a:path w="58707" h="30552" extrusionOk="0">
                  <a:moveTo>
                    <a:pt x="48509" y="0"/>
                  </a:moveTo>
                  <a:cubicBezTo>
                    <a:pt x="43847" y="0"/>
                    <a:pt x="35868" y="11052"/>
                    <a:pt x="32111" y="21643"/>
                  </a:cubicBezTo>
                  <a:cubicBezTo>
                    <a:pt x="32004" y="21913"/>
                    <a:pt x="31897" y="22234"/>
                    <a:pt x="31790" y="22500"/>
                  </a:cubicBezTo>
                  <a:lnTo>
                    <a:pt x="18624" y="21485"/>
                  </a:lnTo>
                  <a:lnTo>
                    <a:pt x="3425" y="20629"/>
                  </a:lnTo>
                  <a:lnTo>
                    <a:pt x="0" y="25069"/>
                  </a:lnTo>
                  <a:cubicBezTo>
                    <a:pt x="0" y="25069"/>
                    <a:pt x="15092" y="28494"/>
                    <a:pt x="26545" y="29941"/>
                  </a:cubicBezTo>
                  <a:cubicBezTo>
                    <a:pt x="29504" y="30317"/>
                    <a:pt x="32227" y="30552"/>
                    <a:pt x="34373" y="30552"/>
                  </a:cubicBezTo>
                  <a:cubicBezTo>
                    <a:pt x="36185" y="30552"/>
                    <a:pt x="37586" y="30384"/>
                    <a:pt x="38370" y="29992"/>
                  </a:cubicBezTo>
                  <a:cubicBezTo>
                    <a:pt x="39012" y="29671"/>
                    <a:pt x="40725" y="27851"/>
                    <a:pt x="42707" y="25283"/>
                  </a:cubicBezTo>
                  <a:cubicBezTo>
                    <a:pt x="48701" y="17525"/>
                    <a:pt x="58707" y="1255"/>
                    <a:pt x="48860" y="22"/>
                  </a:cubicBezTo>
                  <a:cubicBezTo>
                    <a:pt x="48745" y="8"/>
                    <a:pt x="48628" y="0"/>
                    <a:pt x="48509" y="0"/>
                  </a:cubicBez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6964708" y="3656619"/>
              <a:ext cx="29629" cy="23426"/>
            </a:xfrm>
            <a:custGeom>
              <a:avLst/>
              <a:gdLst/>
              <a:ahLst/>
              <a:cxnLst/>
              <a:rect l="l" t="t" r="r" b="b"/>
              <a:pathLst>
                <a:path w="1285" h="1016" extrusionOk="0">
                  <a:moveTo>
                    <a:pt x="108" y="1"/>
                  </a:moveTo>
                  <a:lnTo>
                    <a:pt x="1" y="159"/>
                  </a:lnTo>
                  <a:lnTo>
                    <a:pt x="1178" y="1015"/>
                  </a:lnTo>
                  <a:lnTo>
                    <a:pt x="1285" y="801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6817926" y="3627129"/>
              <a:ext cx="167836" cy="236040"/>
            </a:xfrm>
            <a:custGeom>
              <a:avLst/>
              <a:gdLst/>
              <a:ahLst/>
              <a:cxnLst/>
              <a:rect l="l" t="t" r="r" b="b"/>
              <a:pathLst>
                <a:path w="7279" h="10237" extrusionOk="0">
                  <a:moveTo>
                    <a:pt x="2257" y="0"/>
                  </a:moveTo>
                  <a:cubicBezTo>
                    <a:pt x="1786" y="0"/>
                    <a:pt x="1369" y="104"/>
                    <a:pt x="1070" y="368"/>
                  </a:cubicBezTo>
                  <a:cubicBezTo>
                    <a:pt x="480" y="903"/>
                    <a:pt x="0" y="6897"/>
                    <a:pt x="266" y="7539"/>
                  </a:cubicBezTo>
                  <a:cubicBezTo>
                    <a:pt x="520" y="8146"/>
                    <a:pt x="1441" y="10237"/>
                    <a:pt x="2535" y="10237"/>
                  </a:cubicBezTo>
                  <a:cubicBezTo>
                    <a:pt x="2599" y="10237"/>
                    <a:pt x="2663" y="10230"/>
                    <a:pt x="2727" y="10215"/>
                  </a:cubicBezTo>
                  <a:lnTo>
                    <a:pt x="2997" y="5827"/>
                  </a:lnTo>
                  <a:cubicBezTo>
                    <a:pt x="2997" y="5827"/>
                    <a:pt x="7279" y="4384"/>
                    <a:pt x="6422" y="1387"/>
                  </a:cubicBezTo>
                  <a:cubicBezTo>
                    <a:pt x="6422" y="1387"/>
                    <a:pt x="3980" y="0"/>
                    <a:pt x="2257" y="0"/>
                  </a:cubicBez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7086219" y="3470479"/>
              <a:ext cx="611508" cy="291009"/>
            </a:xfrm>
            <a:custGeom>
              <a:avLst/>
              <a:gdLst/>
              <a:ahLst/>
              <a:cxnLst/>
              <a:rect l="l" t="t" r="r" b="b"/>
              <a:pathLst>
                <a:path w="26521" h="12621" extrusionOk="0">
                  <a:moveTo>
                    <a:pt x="6551" y="1"/>
                  </a:moveTo>
                  <a:cubicBezTo>
                    <a:pt x="2982" y="1"/>
                    <a:pt x="1" y="2696"/>
                    <a:pt x="1208" y="4486"/>
                  </a:cubicBezTo>
                  <a:cubicBezTo>
                    <a:pt x="4419" y="9409"/>
                    <a:pt x="25129" y="12621"/>
                    <a:pt x="25129" y="12621"/>
                  </a:cubicBezTo>
                  <a:lnTo>
                    <a:pt x="26520" y="8181"/>
                  </a:lnTo>
                  <a:lnTo>
                    <a:pt x="10627" y="1330"/>
                  </a:lnTo>
                  <a:cubicBezTo>
                    <a:pt x="9313" y="380"/>
                    <a:pt x="7891" y="1"/>
                    <a:pt x="6551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7665599" y="3659086"/>
              <a:ext cx="207333" cy="224926"/>
            </a:xfrm>
            <a:custGeom>
              <a:avLst/>
              <a:gdLst/>
              <a:ahLst/>
              <a:cxnLst/>
              <a:rect l="l" t="t" r="r" b="b"/>
              <a:pathLst>
                <a:path w="8992" h="9755" extrusionOk="0">
                  <a:moveTo>
                    <a:pt x="1392" y="1"/>
                  </a:moveTo>
                  <a:lnTo>
                    <a:pt x="1" y="4441"/>
                  </a:lnTo>
                  <a:cubicBezTo>
                    <a:pt x="1876" y="6474"/>
                    <a:pt x="3533" y="5781"/>
                    <a:pt x="3854" y="6367"/>
                  </a:cubicBezTo>
                  <a:cubicBezTo>
                    <a:pt x="4175" y="6958"/>
                    <a:pt x="4124" y="9527"/>
                    <a:pt x="4124" y="9527"/>
                  </a:cubicBezTo>
                  <a:cubicBezTo>
                    <a:pt x="4381" y="9691"/>
                    <a:pt x="4630" y="9755"/>
                    <a:pt x="4863" y="9755"/>
                  </a:cubicBezTo>
                  <a:cubicBezTo>
                    <a:pt x="5696" y="9755"/>
                    <a:pt x="6316" y="8936"/>
                    <a:pt x="6316" y="8936"/>
                  </a:cubicBezTo>
                  <a:cubicBezTo>
                    <a:pt x="6375" y="8952"/>
                    <a:pt x="6434" y="8959"/>
                    <a:pt x="6491" y="8959"/>
                  </a:cubicBezTo>
                  <a:cubicBezTo>
                    <a:pt x="7204" y="8959"/>
                    <a:pt x="7707" y="7814"/>
                    <a:pt x="7707" y="7814"/>
                  </a:cubicBezTo>
                  <a:cubicBezTo>
                    <a:pt x="7707" y="7814"/>
                    <a:pt x="8456" y="7438"/>
                    <a:pt x="8726" y="7009"/>
                  </a:cubicBezTo>
                  <a:cubicBezTo>
                    <a:pt x="8992" y="6637"/>
                    <a:pt x="8563" y="1872"/>
                    <a:pt x="7814" y="1606"/>
                  </a:cubicBezTo>
                  <a:cubicBezTo>
                    <a:pt x="6637" y="1178"/>
                    <a:pt x="1392" y="1"/>
                    <a:pt x="1392" y="1"/>
                  </a:cubicBezTo>
                  <a:close/>
                </a:path>
              </a:pathLst>
            </a:custGeom>
            <a:solidFill>
              <a:srgbClr val="EF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7801337" y="3824451"/>
              <a:ext cx="12359" cy="41965"/>
            </a:xfrm>
            <a:custGeom>
              <a:avLst/>
              <a:gdLst/>
              <a:ahLst/>
              <a:cxnLst/>
              <a:rect l="l" t="t" r="r" b="b"/>
              <a:pathLst>
                <a:path w="536" h="1820" extrusionOk="0">
                  <a:moveTo>
                    <a:pt x="1" y="0"/>
                  </a:moveTo>
                  <a:lnTo>
                    <a:pt x="322" y="1820"/>
                  </a:lnTo>
                  <a:lnTo>
                    <a:pt x="536" y="1764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7834700" y="3786130"/>
              <a:ext cx="11091" cy="53148"/>
            </a:xfrm>
            <a:custGeom>
              <a:avLst/>
              <a:gdLst/>
              <a:ahLst/>
              <a:cxnLst/>
              <a:rect l="l" t="t" r="r" b="b"/>
              <a:pathLst>
                <a:path w="481" h="2305" extrusionOk="0">
                  <a:moveTo>
                    <a:pt x="1" y="1"/>
                  </a:moveTo>
                  <a:lnTo>
                    <a:pt x="266" y="2304"/>
                  </a:lnTo>
                  <a:lnTo>
                    <a:pt x="480" y="2249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7291751" y="3504788"/>
              <a:ext cx="103690" cy="25986"/>
            </a:xfrm>
            <a:custGeom>
              <a:avLst/>
              <a:gdLst/>
              <a:ahLst/>
              <a:cxnLst/>
              <a:rect l="l" t="t" r="r" b="b"/>
              <a:pathLst>
                <a:path w="4497" h="1127" extrusionOk="0">
                  <a:moveTo>
                    <a:pt x="694" y="1"/>
                  </a:moveTo>
                  <a:cubicBezTo>
                    <a:pt x="480" y="1"/>
                    <a:pt x="215" y="1"/>
                    <a:pt x="1" y="57"/>
                  </a:cubicBezTo>
                  <a:lnTo>
                    <a:pt x="108" y="271"/>
                  </a:lnTo>
                  <a:cubicBezTo>
                    <a:pt x="266" y="215"/>
                    <a:pt x="480" y="215"/>
                    <a:pt x="694" y="215"/>
                  </a:cubicBezTo>
                  <a:cubicBezTo>
                    <a:pt x="1071" y="215"/>
                    <a:pt x="1499" y="271"/>
                    <a:pt x="1872" y="322"/>
                  </a:cubicBezTo>
                  <a:cubicBezTo>
                    <a:pt x="2514" y="485"/>
                    <a:pt x="3156" y="643"/>
                    <a:pt x="3640" y="806"/>
                  </a:cubicBezTo>
                  <a:cubicBezTo>
                    <a:pt x="3854" y="913"/>
                    <a:pt x="4068" y="964"/>
                    <a:pt x="4175" y="1020"/>
                  </a:cubicBezTo>
                  <a:cubicBezTo>
                    <a:pt x="4282" y="1071"/>
                    <a:pt x="4334" y="1071"/>
                    <a:pt x="4334" y="1071"/>
                  </a:cubicBezTo>
                  <a:lnTo>
                    <a:pt x="4389" y="1127"/>
                  </a:lnTo>
                  <a:lnTo>
                    <a:pt x="4441" y="1127"/>
                  </a:lnTo>
                  <a:lnTo>
                    <a:pt x="4496" y="913"/>
                  </a:lnTo>
                  <a:cubicBezTo>
                    <a:pt x="4496" y="913"/>
                    <a:pt x="3906" y="699"/>
                    <a:pt x="3156" y="429"/>
                  </a:cubicBezTo>
                  <a:cubicBezTo>
                    <a:pt x="2784" y="322"/>
                    <a:pt x="2356" y="215"/>
                    <a:pt x="1928" y="108"/>
                  </a:cubicBezTo>
                  <a:cubicBezTo>
                    <a:pt x="1499" y="57"/>
                    <a:pt x="1071" y="1"/>
                    <a:pt x="6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8085147" y="4052670"/>
              <a:ext cx="106157" cy="67950"/>
            </a:xfrm>
            <a:custGeom>
              <a:avLst/>
              <a:gdLst/>
              <a:ahLst/>
              <a:cxnLst/>
              <a:rect l="l" t="t" r="r" b="b"/>
              <a:pathLst>
                <a:path w="4604" h="2947" extrusionOk="0">
                  <a:moveTo>
                    <a:pt x="56" y="1"/>
                  </a:moveTo>
                  <a:lnTo>
                    <a:pt x="1" y="215"/>
                  </a:lnTo>
                  <a:cubicBezTo>
                    <a:pt x="163" y="322"/>
                    <a:pt x="913" y="699"/>
                    <a:pt x="1820" y="1234"/>
                  </a:cubicBezTo>
                  <a:cubicBezTo>
                    <a:pt x="2732" y="1769"/>
                    <a:pt x="3747" y="2411"/>
                    <a:pt x="4496" y="2946"/>
                  </a:cubicBezTo>
                  <a:lnTo>
                    <a:pt x="4603" y="2784"/>
                  </a:lnTo>
                  <a:cubicBezTo>
                    <a:pt x="3854" y="2197"/>
                    <a:pt x="2677" y="1499"/>
                    <a:pt x="1769" y="964"/>
                  </a:cubicBezTo>
                  <a:cubicBezTo>
                    <a:pt x="806" y="378"/>
                    <a:pt x="56" y="1"/>
                    <a:pt x="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6861066" y="3754058"/>
              <a:ext cx="25986" cy="9892"/>
            </a:xfrm>
            <a:custGeom>
              <a:avLst/>
              <a:gdLst/>
              <a:ahLst/>
              <a:cxnLst/>
              <a:rect l="l" t="t" r="r" b="b"/>
              <a:pathLst>
                <a:path w="1127" h="429" extrusionOk="0">
                  <a:moveTo>
                    <a:pt x="56" y="0"/>
                  </a:moveTo>
                  <a:lnTo>
                    <a:pt x="0" y="215"/>
                  </a:lnTo>
                  <a:lnTo>
                    <a:pt x="1126" y="429"/>
                  </a:lnTo>
                  <a:lnTo>
                    <a:pt x="1126" y="21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7553357" y="2745864"/>
              <a:ext cx="291239" cy="195090"/>
            </a:xfrm>
            <a:custGeom>
              <a:avLst/>
              <a:gdLst/>
              <a:ahLst/>
              <a:cxnLst/>
              <a:rect l="l" t="t" r="r" b="b"/>
              <a:pathLst>
                <a:path w="12631" h="8461" extrusionOk="0">
                  <a:moveTo>
                    <a:pt x="7570" y="0"/>
                  </a:moveTo>
                  <a:cubicBezTo>
                    <a:pt x="4765" y="0"/>
                    <a:pt x="1013" y="1028"/>
                    <a:pt x="1" y="2732"/>
                  </a:cubicBezTo>
                  <a:cubicBezTo>
                    <a:pt x="1" y="2732"/>
                    <a:pt x="2407" y="8460"/>
                    <a:pt x="8671" y="8460"/>
                  </a:cubicBezTo>
                  <a:cubicBezTo>
                    <a:pt x="10918" y="8460"/>
                    <a:pt x="12631" y="7441"/>
                    <a:pt x="12631" y="7441"/>
                  </a:cubicBezTo>
                  <a:cubicBezTo>
                    <a:pt x="12631" y="7441"/>
                    <a:pt x="12254" y="1233"/>
                    <a:pt x="9848" y="326"/>
                  </a:cubicBezTo>
                  <a:cubicBezTo>
                    <a:pt x="9265" y="105"/>
                    <a:pt x="8466" y="0"/>
                    <a:pt x="7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7542197" y="3515948"/>
              <a:ext cx="55615" cy="38229"/>
            </a:xfrm>
            <a:custGeom>
              <a:avLst/>
              <a:gdLst/>
              <a:ahLst/>
              <a:cxnLst/>
              <a:rect l="l" t="t" r="r" b="b"/>
              <a:pathLst>
                <a:path w="2412" h="1658" extrusionOk="0">
                  <a:moveTo>
                    <a:pt x="108" y="1"/>
                  </a:moveTo>
                  <a:lnTo>
                    <a:pt x="1" y="159"/>
                  </a:lnTo>
                  <a:cubicBezTo>
                    <a:pt x="1" y="159"/>
                    <a:pt x="271" y="429"/>
                    <a:pt x="750" y="694"/>
                  </a:cubicBezTo>
                  <a:cubicBezTo>
                    <a:pt x="1178" y="1015"/>
                    <a:pt x="1769" y="1392"/>
                    <a:pt x="2356" y="1658"/>
                  </a:cubicBezTo>
                  <a:lnTo>
                    <a:pt x="2411" y="1443"/>
                  </a:lnTo>
                  <a:cubicBezTo>
                    <a:pt x="1876" y="1229"/>
                    <a:pt x="1285" y="857"/>
                    <a:pt x="857" y="536"/>
                  </a:cubicBezTo>
                  <a:cubicBezTo>
                    <a:pt x="643" y="373"/>
                    <a:pt x="429" y="266"/>
                    <a:pt x="322" y="159"/>
                  </a:cubicBezTo>
                  <a:lnTo>
                    <a:pt x="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7640928" y="3739255"/>
              <a:ext cx="24695" cy="22227"/>
            </a:xfrm>
            <a:custGeom>
              <a:avLst/>
              <a:gdLst/>
              <a:ahLst/>
              <a:cxnLst/>
              <a:rect l="l" t="t" r="r" b="b"/>
              <a:pathLst>
                <a:path w="1071" h="964" extrusionOk="0">
                  <a:moveTo>
                    <a:pt x="214" y="0"/>
                  </a:moveTo>
                  <a:lnTo>
                    <a:pt x="0" y="805"/>
                  </a:lnTo>
                  <a:lnTo>
                    <a:pt x="1071" y="964"/>
                  </a:lnTo>
                  <a:cubicBezTo>
                    <a:pt x="1071" y="964"/>
                    <a:pt x="321" y="377"/>
                    <a:pt x="214" y="0"/>
                  </a:cubicBez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7731967" y="601739"/>
              <a:ext cx="214734" cy="214734"/>
            </a:xfrm>
            <a:custGeom>
              <a:avLst/>
              <a:gdLst/>
              <a:ahLst/>
              <a:cxnLst/>
              <a:rect l="l" t="t" r="r" b="b"/>
              <a:pathLst>
                <a:path w="9313" h="9313" extrusionOk="0">
                  <a:moveTo>
                    <a:pt x="4659" y="1"/>
                  </a:moveTo>
                  <a:cubicBezTo>
                    <a:pt x="2090" y="1"/>
                    <a:pt x="1" y="2090"/>
                    <a:pt x="1" y="4659"/>
                  </a:cubicBezTo>
                  <a:cubicBezTo>
                    <a:pt x="1" y="7228"/>
                    <a:pt x="2090" y="9313"/>
                    <a:pt x="4659" y="9313"/>
                  </a:cubicBezTo>
                  <a:cubicBezTo>
                    <a:pt x="7228" y="9313"/>
                    <a:pt x="9313" y="7228"/>
                    <a:pt x="9313" y="4659"/>
                  </a:cubicBezTo>
                  <a:cubicBezTo>
                    <a:pt x="9313" y="2090"/>
                    <a:pt x="7228" y="1"/>
                    <a:pt x="46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7839368" y="6982"/>
              <a:ext cx="23" cy="465277"/>
            </a:xfrm>
            <a:custGeom>
              <a:avLst/>
              <a:gdLst/>
              <a:ahLst/>
              <a:cxnLst/>
              <a:rect l="l" t="t" r="r" b="b"/>
              <a:pathLst>
                <a:path w="1" h="20179" extrusionOk="0">
                  <a:moveTo>
                    <a:pt x="1" y="2017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7414886" y="284658"/>
              <a:ext cx="847732" cy="424512"/>
            </a:xfrm>
            <a:custGeom>
              <a:avLst/>
              <a:gdLst/>
              <a:ahLst/>
              <a:cxnLst/>
              <a:rect l="l" t="t" r="r" b="b"/>
              <a:pathLst>
                <a:path w="36766" h="18411" extrusionOk="0">
                  <a:moveTo>
                    <a:pt x="18411" y="1"/>
                  </a:moveTo>
                  <a:cubicBezTo>
                    <a:pt x="8242" y="1"/>
                    <a:pt x="1" y="8242"/>
                    <a:pt x="1" y="18411"/>
                  </a:cubicBezTo>
                  <a:lnTo>
                    <a:pt x="36765" y="18411"/>
                  </a:lnTo>
                  <a:cubicBezTo>
                    <a:pt x="36765" y="8242"/>
                    <a:pt x="28579" y="1"/>
                    <a:pt x="18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7424754" y="610432"/>
              <a:ext cx="829263" cy="9892"/>
            </a:xfrm>
            <a:custGeom>
              <a:avLst/>
              <a:gdLst/>
              <a:ahLst/>
              <a:cxnLst/>
              <a:rect l="l" t="t" r="r" b="b"/>
              <a:pathLst>
                <a:path w="35965" h="429" extrusionOk="0">
                  <a:moveTo>
                    <a:pt x="1" y="0"/>
                  </a:moveTo>
                  <a:lnTo>
                    <a:pt x="1" y="428"/>
                  </a:lnTo>
                  <a:lnTo>
                    <a:pt x="35965" y="428"/>
                  </a:lnTo>
                  <a:lnTo>
                    <a:pt x="359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white shirt&#10;&#10;Description automatically generated with medium confidence">
            <a:extLst>
              <a:ext uri="{FF2B5EF4-FFF2-40B4-BE49-F238E27FC236}">
                <a16:creationId xmlns:a16="http://schemas.microsoft.com/office/drawing/2014/main" id="{F1F0EB87-C282-ACE2-5D8E-E63FB4E13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35" y="2644913"/>
            <a:ext cx="740700" cy="1042832"/>
          </a:xfrm>
          <a:prstGeom prst="flowChartConnector">
            <a:avLst/>
          </a:prstGeom>
        </p:spPr>
      </p:pic>
      <p:sp>
        <p:nvSpPr>
          <p:cNvPr id="1623" name="Google Shape;1623;p6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Kelompok A</a:t>
            </a:r>
            <a:endParaRPr dirty="0"/>
          </a:p>
        </p:txBody>
      </p:sp>
      <p:sp>
        <p:nvSpPr>
          <p:cNvPr id="1624" name="Google Shape;1624;p65"/>
          <p:cNvSpPr txBox="1"/>
          <p:nvPr/>
        </p:nvSpPr>
        <p:spPr>
          <a:xfrm>
            <a:off x="928143" y="2039501"/>
            <a:ext cx="3325314" cy="9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M. Agil </a:t>
            </a:r>
            <a:r>
              <a:rPr lang="en-US" sz="1800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Syaifullah</a:t>
            </a:r>
            <a:r>
              <a:rPr lang="en-US" sz="18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r>
              <a:rPr lang="en-US" sz="1800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Daulay</a:t>
            </a:r>
            <a:endParaRPr sz="18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26" name="Google Shape;1626;p65"/>
          <p:cNvSpPr txBox="1"/>
          <p:nvPr/>
        </p:nvSpPr>
        <p:spPr>
          <a:xfrm>
            <a:off x="1131343" y="3839202"/>
            <a:ext cx="2918914" cy="16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Syahla</a:t>
            </a:r>
            <a:r>
              <a:rPr lang="en-US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 Setia </a:t>
            </a:r>
            <a:r>
              <a:rPr lang="en-US" sz="2000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Pratiwi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28" name="Google Shape;1628;p65"/>
          <p:cNvSpPr txBox="1"/>
          <p:nvPr/>
        </p:nvSpPr>
        <p:spPr>
          <a:xfrm>
            <a:off x="4941342" y="3814053"/>
            <a:ext cx="2991486" cy="19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Dwi Agus Cahyo Ilahi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30" name="Google Shape;1630;p65"/>
          <p:cNvSpPr txBox="1"/>
          <p:nvPr/>
        </p:nvSpPr>
        <p:spPr>
          <a:xfrm>
            <a:off x="5259885" y="2023700"/>
            <a:ext cx="23544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Ariski Myardi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5" name="Picture 4" descr="A person in a white shirt and blue tie&#10;&#10;Description automatically generated with medium confidence">
            <a:extLst>
              <a:ext uri="{FF2B5EF4-FFF2-40B4-BE49-F238E27FC236}">
                <a16:creationId xmlns:a16="http://schemas.microsoft.com/office/drawing/2014/main" id="{EA477104-04AF-63A4-E520-6227C8A36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35" y="917756"/>
            <a:ext cx="740700" cy="991388"/>
          </a:xfrm>
          <a:prstGeom prst="flowChartConnector">
            <a:avLst/>
          </a:prstGeom>
        </p:spPr>
      </p:pic>
      <p:pic>
        <p:nvPicPr>
          <p:cNvPr id="7" name="Picture 6" descr="A person wearing a black head scarf&#10;&#10;Description automatically generated with low confidence">
            <a:extLst>
              <a:ext uri="{FF2B5EF4-FFF2-40B4-BE49-F238E27FC236}">
                <a16:creationId xmlns:a16="http://schemas.microsoft.com/office/drawing/2014/main" id="{AF1C6765-557F-9862-44A1-8094A57B2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450" y="2644913"/>
            <a:ext cx="740700" cy="1042831"/>
          </a:xfrm>
          <a:prstGeom prst="flowChartConnector">
            <a:avLst/>
          </a:prstGeom>
        </p:spPr>
      </p:pic>
      <p:pic>
        <p:nvPicPr>
          <p:cNvPr id="11" name="Picture 10" descr="A person in a white shirt&#10;&#10;Description automatically generated with medium confidence">
            <a:extLst>
              <a:ext uri="{FF2B5EF4-FFF2-40B4-BE49-F238E27FC236}">
                <a16:creationId xmlns:a16="http://schemas.microsoft.com/office/drawing/2014/main" id="{833E5721-4A8A-150F-A1F2-0C2E83603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450" y="846106"/>
            <a:ext cx="740700" cy="1049679"/>
          </a:xfrm>
          <a:prstGeom prst="flowChartConnector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/>
          <p:nvPr/>
        </p:nvSpPr>
        <p:spPr>
          <a:xfrm>
            <a:off x="5819312" y="1520340"/>
            <a:ext cx="4405458" cy="3626806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0"/>
          <p:cNvSpPr/>
          <p:nvPr/>
        </p:nvSpPr>
        <p:spPr>
          <a:xfrm>
            <a:off x="2417025" y="1231291"/>
            <a:ext cx="947100" cy="947100"/>
          </a:xfrm>
          <a:prstGeom prst="ellipse">
            <a:avLst/>
          </a:prstGeom>
          <a:solidFill>
            <a:srgbClr val="6688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40"/>
          <p:cNvSpPr txBox="1">
            <a:spLocks noGrp="1"/>
          </p:cNvSpPr>
          <p:nvPr>
            <p:ph type="title"/>
          </p:nvPr>
        </p:nvSpPr>
        <p:spPr>
          <a:xfrm>
            <a:off x="1200933" y="2394207"/>
            <a:ext cx="3426321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Pendahuluan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638" name="Google Shape;638;p40"/>
          <p:cNvGrpSpPr/>
          <p:nvPr/>
        </p:nvGrpSpPr>
        <p:grpSpPr>
          <a:xfrm>
            <a:off x="5031123" y="1231344"/>
            <a:ext cx="3401709" cy="3912542"/>
            <a:chOff x="5984474" y="1626847"/>
            <a:chExt cx="3057716" cy="3516892"/>
          </a:xfrm>
        </p:grpSpPr>
        <p:sp>
          <p:nvSpPr>
            <p:cNvPr id="639" name="Google Shape;639;p40"/>
            <p:cNvSpPr/>
            <p:nvPr/>
          </p:nvSpPr>
          <p:spPr>
            <a:xfrm>
              <a:off x="6026192" y="4259519"/>
              <a:ext cx="142788" cy="74071"/>
            </a:xfrm>
            <a:custGeom>
              <a:avLst/>
              <a:gdLst/>
              <a:ahLst/>
              <a:cxnLst/>
              <a:rect l="l" t="t" r="r" b="b"/>
              <a:pathLst>
                <a:path w="6961" h="3611" extrusionOk="0">
                  <a:moveTo>
                    <a:pt x="6881" y="1"/>
                  </a:moveTo>
                  <a:lnTo>
                    <a:pt x="6642" y="21"/>
                  </a:lnTo>
                  <a:lnTo>
                    <a:pt x="6283" y="60"/>
                  </a:lnTo>
                  <a:lnTo>
                    <a:pt x="5784" y="140"/>
                  </a:lnTo>
                  <a:lnTo>
                    <a:pt x="5206" y="280"/>
                  </a:lnTo>
                  <a:lnTo>
                    <a:pt x="4547" y="459"/>
                  </a:lnTo>
                  <a:lnTo>
                    <a:pt x="4188" y="579"/>
                  </a:lnTo>
                  <a:lnTo>
                    <a:pt x="3829" y="719"/>
                  </a:lnTo>
                  <a:lnTo>
                    <a:pt x="3470" y="878"/>
                  </a:lnTo>
                  <a:lnTo>
                    <a:pt x="3092" y="1058"/>
                  </a:lnTo>
                  <a:lnTo>
                    <a:pt x="2713" y="1257"/>
                  </a:lnTo>
                  <a:lnTo>
                    <a:pt x="2374" y="1457"/>
                  </a:lnTo>
                  <a:lnTo>
                    <a:pt x="2054" y="1656"/>
                  </a:lnTo>
                  <a:lnTo>
                    <a:pt x="1735" y="1875"/>
                  </a:lnTo>
                  <a:lnTo>
                    <a:pt x="1456" y="2095"/>
                  </a:lnTo>
                  <a:lnTo>
                    <a:pt x="1197" y="2294"/>
                  </a:lnTo>
                  <a:lnTo>
                    <a:pt x="758" y="2713"/>
                  </a:lnTo>
                  <a:lnTo>
                    <a:pt x="419" y="3072"/>
                  </a:lnTo>
                  <a:lnTo>
                    <a:pt x="180" y="3351"/>
                  </a:lnTo>
                  <a:lnTo>
                    <a:pt x="40" y="3531"/>
                  </a:lnTo>
                  <a:lnTo>
                    <a:pt x="0" y="3610"/>
                  </a:lnTo>
                  <a:lnTo>
                    <a:pt x="20" y="3610"/>
                  </a:lnTo>
                  <a:lnTo>
                    <a:pt x="80" y="3571"/>
                  </a:lnTo>
                  <a:lnTo>
                    <a:pt x="240" y="3411"/>
                  </a:lnTo>
                  <a:lnTo>
                    <a:pt x="519" y="3152"/>
                  </a:lnTo>
                  <a:lnTo>
                    <a:pt x="878" y="2833"/>
                  </a:lnTo>
                  <a:lnTo>
                    <a:pt x="1317" y="2454"/>
                  </a:lnTo>
                  <a:lnTo>
                    <a:pt x="1855" y="2055"/>
                  </a:lnTo>
                  <a:lnTo>
                    <a:pt x="2154" y="1835"/>
                  </a:lnTo>
                  <a:lnTo>
                    <a:pt x="2493" y="1636"/>
                  </a:lnTo>
                  <a:lnTo>
                    <a:pt x="2832" y="1437"/>
                  </a:lnTo>
                  <a:lnTo>
                    <a:pt x="3191" y="1257"/>
                  </a:lnTo>
                  <a:lnTo>
                    <a:pt x="3550" y="1078"/>
                  </a:lnTo>
                  <a:lnTo>
                    <a:pt x="3909" y="938"/>
                  </a:lnTo>
                  <a:lnTo>
                    <a:pt x="4607" y="659"/>
                  </a:lnTo>
                  <a:lnTo>
                    <a:pt x="5245" y="459"/>
                  </a:lnTo>
                  <a:lnTo>
                    <a:pt x="5824" y="300"/>
                  </a:lnTo>
                  <a:lnTo>
                    <a:pt x="6661" y="100"/>
                  </a:lnTo>
                  <a:lnTo>
                    <a:pt x="6881" y="40"/>
                  </a:lnTo>
                  <a:lnTo>
                    <a:pt x="6941" y="21"/>
                  </a:lnTo>
                  <a:lnTo>
                    <a:pt x="6961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6159530" y="3877472"/>
              <a:ext cx="27856" cy="105557"/>
            </a:xfrm>
            <a:custGeom>
              <a:avLst/>
              <a:gdLst/>
              <a:ahLst/>
              <a:cxnLst/>
              <a:rect l="l" t="t" r="r" b="b"/>
              <a:pathLst>
                <a:path w="1358" h="514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1" y="598"/>
                  </a:lnTo>
                  <a:lnTo>
                    <a:pt x="160" y="1217"/>
                  </a:lnTo>
                  <a:lnTo>
                    <a:pt x="160" y="1217"/>
                  </a:lnTo>
                  <a:lnTo>
                    <a:pt x="260" y="1755"/>
                  </a:lnTo>
                  <a:lnTo>
                    <a:pt x="380" y="2274"/>
                  </a:lnTo>
                  <a:lnTo>
                    <a:pt x="500" y="2792"/>
                  </a:lnTo>
                  <a:lnTo>
                    <a:pt x="659" y="3291"/>
                  </a:lnTo>
                  <a:lnTo>
                    <a:pt x="819" y="3769"/>
                  </a:lnTo>
                  <a:lnTo>
                    <a:pt x="978" y="4248"/>
                  </a:lnTo>
                  <a:lnTo>
                    <a:pt x="1158" y="4707"/>
                  </a:lnTo>
                  <a:lnTo>
                    <a:pt x="1357" y="5146"/>
                  </a:lnTo>
                  <a:lnTo>
                    <a:pt x="1357" y="5146"/>
                  </a:lnTo>
                  <a:lnTo>
                    <a:pt x="1118" y="4527"/>
                  </a:lnTo>
                  <a:lnTo>
                    <a:pt x="918" y="3889"/>
                  </a:lnTo>
                  <a:lnTo>
                    <a:pt x="719" y="3251"/>
                  </a:lnTo>
                  <a:lnTo>
                    <a:pt x="539" y="2613"/>
                  </a:lnTo>
                  <a:lnTo>
                    <a:pt x="380" y="1974"/>
                  </a:lnTo>
                  <a:lnTo>
                    <a:pt x="240" y="1316"/>
                  </a:lnTo>
                  <a:lnTo>
                    <a:pt x="121" y="65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5984474" y="4014091"/>
              <a:ext cx="201699" cy="129701"/>
            </a:xfrm>
            <a:custGeom>
              <a:avLst/>
              <a:gdLst/>
              <a:ahLst/>
              <a:cxnLst/>
              <a:rect l="l" t="t" r="r" b="b"/>
              <a:pathLst>
                <a:path w="9833" h="6323" extrusionOk="0">
                  <a:moveTo>
                    <a:pt x="9354" y="0"/>
                  </a:moveTo>
                  <a:lnTo>
                    <a:pt x="9094" y="20"/>
                  </a:lnTo>
                  <a:lnTo>
                    <a:pt x="8795" y="60"/>
                  </a:lnTo>
                  <a:lnTo>
                    <a:pt x="8436" y="100"/>
                  </a:lnTo>
                  <a:lnTo>
                    <a:pt x="8057" y="160"/>
                  </a:lnTo>
                  <a:lnTo>
                    <a:pt x="7619" y="260"/>
                  </a:lnTo>
                  <a:lnTo>
                    <a:pt x="7160" y="379"/>
                  </a:lnTo>
                  <a:lnTo>
                    <a:pt x="6681" y="519"/>
                  </a:lnTo>
                  <a:lnTo>
                    <a:pt x="6183" y="698"/>
                  </a:lnTo>
                  <a:lnTo>
                    <a:pt x="5644" y="918"/>
                  </a:lnTo>
                  <a:lnTo>
                    <a:pt x="5126" y="1177"/>
                  </a:lnTo>
                  <a:lnTo>
                    <a:pt x="4567" y="1456"/>
                  </a:lnTo>
                  <a:lnTo>
                    <a:pt x="4029" y="1795"/>
                  </a:lnTo>
                  <a:lnTo>
                    <a:pt x="3510" y="2134"/>
                  </a:lnTo>
                  <a:lnTo>
                    <a:pt x="3031" y="2513"/>
                  </a:lnTo>
                  <a:lnTo>
                    <a:pt x="2573" y="2892"/>
                  </a:lnTo>
                  <a:lnTo>
                    <a:pt x="2154" y="3271"/>
                  </a:lnTo>
                  <a:lnTo>
                    <a:pt x="1795" y="3670"/>
                  </a:lnTo>
                  <a:lnTo>
                    <a:pt x="1456" y="4049"/>
                  </a:lnTo>
                  <a:lnTo>
                    <a:pt x="1157" y="4408"/>
                  </a:lnTo>
                  <a:lnTo>
                    <a:pt x="897" y="4767"/>
                  </a:lnTo>
                  <a:lnTo>
                    <a:pt x="658" y="5086"/>
                  </a:lnTo>
                  <a:lnTo>
                    <a:pt x="479" y="5385"/>
                  </a:lnTo>
                  <a:lnTo>
                    <a:pt x="319" y="5644"/>
                  </a:lnTo>
                  <a:lnTo>
                    <a:pt x="199" y="5884"/>
                  </a:lnTo>
                  <a:lnTo>
                    <a:pt x="40" y="6203"/>
                  </a:lnTo>
                  <a:lnTo>
                    <a:pt x="0" y="6322"/>
                  </a:lnTo>
                  <a:lnTo>
                    <a:pt x="40" y="6303"/>
                  </a:lnTo>
                  <a:lnTo>
                    <a:pt x="80" y="6223"/>
                  </a:lnTo>
                  <a:lnTo>
                    <a:pt x="279" y="5924"/>
                  </a:lnTo>
                  <a:lnTo>
                    <a:pt x="578" y="5465"/>
                  </a:lnTo>
                  <a:lnTo>
                    <a:pt x="1017" y="4867"/>
                  </a:lnTo>
                  <a:lnTo>
                    <a:pt x="1296" y="4528"/>
                  </a:lnTo>
                  <a:lnTo>
                    <a:pt x="1596" y="4169"/>
                  </a:lnTo>
                  <a:lnTo>
                    <a:pt x="1935" y="3810"/>
                  </a:lnTo>
                  <a:lnTo>
                    <a:pt x="2313" y="3431"/>
                  </a:lnTo>
                  <a:lnTo>
                    <a:pt x="2712" y="3052"/>
                  </a:lnTo>
                  <a:lnTo>
                    <a:pt x="3171" y="2693"/>
                  </a:lnTo>
                  <a:lnTo>
                    <a:pt x="3650" y="2334"/>
                  </a:lnTo>
                  <a:lnTo>
                    <a:pt x="4148" y="1975"/>
                  </a:lnTo>
                  <a:lnTo>
                    <a:pt x="4687" y="1656"/>
                  </a:lnTo>
                  <a:lnTo>
                    <a:pt x="5225" y="1376"/>
                  </a:lnTo>
                  <a:lnTo>
                    <a:pt x="5744" y="1117"/>
                  </a:lnTo>
                  <a:lnTo>
                    <a:pt x="6242" y="898"/>
                  </a:lnTo>
                  <a:lnTo>
                    <a:pt x="6741" y="718"/>
                  </a:lnTo>
                  <a:lnTo>
                    <a:pt x="7220" y="559"/>
                  </a:lnTo>
                  <a:lnTo>
                    <a:pt x="7658" y="419"/>
                  </a:lnTo>
                  <a:lnTo>
                    <a:pt x="8077" y="319"/>
                  </a:lnTo>
                  <a:lnTo>
                    <a:pt x="8815" y="180"/>
                  </a:lnTo>
                  <a:lnTo>
                    <a:pt x="9374" y="100"/>
                  </a:lnTo>
                  <a:lnTo>
                    <a:pt x="9713" y="40"/>
                  </a:lnTo>
                  <a:lnTo>
                    <a:pt x="9812" y="20"/>
                  </a:lnTo>
                  <a:lnTo>
                    <a:pt x="98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525376" y="2168424"/>
              <a:ext cx="1259611" cy="1248596"/>
            </a:xfrm>
            <a:custGeom>
              <a:avLst/>
              <a:gdLst/>
              <a:ahLst/>
              <a:cxnLst/>
              <a:rect l="l" t="t" r="r" b="b"/>
              <a:pathLst>
                <a:path w="61407" h="60870" extrusionOk="0">
                  <a:moveTo>
                    <a:pt x="50677" y="1"/>
                  </a:moveTo>
                  <a:lnTo>
                    <a:pt x="1795" y="2115"/>
                  </a:lnTo>
                  <a:lnTo>
                    <a:pt x="1556" y="3610"/>
                  </a:lnTo>
                  <a:lnTo>
                    <a:pt x="1336" y="5166"/>
                  </a:lnTo>
                  <a:lnTo>
                    <a:pt x="1137" y="6722"/>
                  </a:lnTo>
                  <a:lnTo>
                    <a:pt x="938" y="8337"/>
                  </a:lnTo>
                  <a:lnTo>
                    <a:pt x="758" y="9953"/>
                  </a:lnTo>
                  <a:lnTo>
                    <a:pt x="598" y="11608"/>
                  </a:lnTo>
                  <a:lnTo>
                    <a:pt x="459" y="13303"/>
                  </a:lnTo>
                  <a:lnTo>
                    <a:pt x="339" y="14998"/>
                  </a:lnTo>
                  <a:lnTo>
                    <a:pt x="239" y="16714"/>
                  </a:lnTo>
                  <a:lnTo>
                    <a:pt x="160" y="18449"/>
                  </a:lnTo>
                  <a:lnTo>
                    <a:pt x="80" y="20204"/>
                  </a:lnTo>
                  <a:lnTo>
                    <a:pt x="40" y="21959"/>
                  </a:lnTo>
                  <a:lnTo>
                    <a:pt x="0" y="23734"/>
                  </a:lnTo>
                  <a:lnTo>
                    <a:pt x="0" y="25509"/>
                  </a:lnTo>
                  <a:lnTo>
                    <a:pt x="0" y="27284"/>
                  </a:lnTo>
                  <a:lnTo>
                    <a:pt x="40" y="29079"/>
                  </a:lnTo>
                  <a:lnTo>
                    <a:pt x="100" y="30854"/>
                  </a:lnTo>
                  <a:lnTo>
                    <a:pt x="160" y="32629"/>
                  </a:lnTo>
                  <a:lnTo>
                    <a:pt x="259" y="34404"/>
                  </a:lnTo>
                  <a:lnTo>
                    <a:pt x="379" y="36159"/>
                  </a:lnTo>
                  <a:lnTo>
                    <a:pt x="519" y="37914"/>
                  </a:lnTo>
                  <a:lnTo>
                    <a:pt x="678" y="39649"/>
                  </a:lnTo>
                  <a:lnTo>
                    <a:pt x="858" y="41364"/>
                  </a:lnTo>
                  <a:lnTo>
                    <a:pt x="1057" y="43059"/>
                  </a:lnTo>
                  <a:lnTo>
                    <a:pt x="1297" y="44755"/>
                  </a:lnTo>
                  <a:lnTo>
                    <a:pt x="1556" y="46410"/>
                  </a:lnTo>
                  <a:lnTo>
                    <a:pt x="1835" y="48025"/>
                  </a:lnTo>
                  <a:lnTo>
                    <a:pt x="2134" y="49641"/>
                  </a:lnTo>
                  <a:lnTo>
                    <a:pt x="2453" y="51216"/>
                  </a:lnTo>
                  <a:lnTo>
                    <a:pt x="2812" y="52752"/>
                  </a:lnTo>
                  <a:lnTo>
                    <a:pt x="3191" y="54248"/>
                  </a:lnTo>
                  <a:lnTo>
                    <a:pt x="3610" y="55704"/>
                  </a:lnTo>
                  <a:lnTo>
                    <a:pt x="4607" y="55584"/>
                  </a:lnTo>
                  <a:lnTo>
                    <a:pt x="5664" y="55445"/>
                  </a:lnTo>
                  <a:lnTo>
                    <a:pt x="6901" y="55305"/>
                  </a:lnTo>
                  <a:lnTo>
                    <a:pt x="8217" y="55185"/>
                  </a:lnTo>
                  <a:lnTo>
                    <a:pt x="9454" y="55106"/>
                  </a:lnTo>
                  <a:lnTo>
                    <a:pt x="10012" y="55086"/>
                  </a:lnTo>
                  <a:lnTo>
                    <a:pt x="10511" y="55086"/>
                  </a:lnTo>
                  <a:lnTo>
                    <a:pt x="10909" y="55106"/>
                  </a:lnTo>
                  <a:lnTo>
                    <a:pt x="11228" y="55145"/>
                  </a:lnTo>
                  <a:lnTo>
                    <a:pt x="13123" y="55604"/>
                  </a:lnTo>
                  <a:lnTo>
                    <a:pt x="15038" y="56023"/>
                  </a:lnTo>
                  <a:lnTo>
                    <a:pt x="16972" y="56422"/>
                  </a:lnTo>
                  <a:lnTo>
                    <a:pt x="18887" y="56801"/>
                  </a:lnTo>
                  <a:lnTo>
                    <a:pt x="20821" y="57160"/>
                  </a:lnTo>
                  <a:lnTo>
                    <a:pt x="22756" y="57479"/>
                  </a:lnTo>
                  <a:lnTo>
                    <a:pt x="24691" y="57778"/>
                  </a:lnTo>
                  <a:lnTo>
                    <a:pt x="26625" y="58057"/>
                  </a:lnTo>
                  <a:lnTo>
                    <a:pt x="28580" y="58316"/>
                  </a:lnTo>
                  <a:lnTo>
                    <a:pt x="30514" y="58536"/>
                  </a:lnTo>
                  <a:lnTo>
                    <a:pt x="32469" y="58735"/>
                  </a:lnTo>
                  <a:lnTo>
                    <a:pt x="34423" y="58915"/>
                  </a:lnTo>
                  <a:lnTo>
                    <a:pt x="36378" y="59054"/>
                  </a:lnTo>
                  <a:lnTo>
                    <a:pt x="38332" y="59194"/>
                  </a:lnTo>
                  <a:lnTo>
                    <a:pt x="40287" y="59294"/>
                  </a:lnTo>
                  <a:lnTo>
                    <a:pt x="42261" y="59373"/>
                  </a:lnTo>
                  <a:lnTo>
                    <a:pt x="42939" y="59373"/>
                  </a:lnTo>
                  <a:lnTo>
                    <a:pt x="43617" y="59393"/>
                  </a:lnTo>
                  <a:lnTo>
                    <a:pt x="44295" y="59373"/>
                  </a:lnTo>
                  <a:lnTo>
                    <a:pt x="44973" y="59314"/>
                  </a:lnTo>
                  <a:lnTo>
                    <a:pt x="45651" y="59234"/>
                  </a:lnTo>
                  <a:lnTo>
                    <a:pt x="45971" y="59174"/>
                  </a:lnTo>
                  <a:lnTo>
                    <a:pt x="46310" y="59094"/>
                  </a:lnTo>
                  <a:lnTo>
                    <a:pt x="46629" y="59015"/>
                  </a:lnTo>
                  <a:lnTo>
                    <a:pt x="46948" y="58915"/>
                  </a:lnTo>
                  <a:lnTo>
                    <a:pt x="47267" y="58795"/>
                  </a:lnTo>
                  <a:lnTo>
                    <a:pt x="47566" y="58656"/>
                  </a:lnTo>
                  <a:lnTo>
                    <a:pt x="47805" y="58536"/>
                  </a:lnTo>
                  <a:lnTo>
                    <a:pt x="48025" y="58396"/>
                  </a:lnTo>
                  <a:lnTo>
                    <a:pt x="48244" y="58257"/>
                  </a:lnTo>
                  <a:lnTo>
                    <a:pt x="48464" y="58097"/>
                  </a:lnTo>
                  <a:lnTo>
                    <a:pt x="48663" y="57918"/>
                  </a:lnTo>
                  <a:lnTo>
                    <a:pt x="48862" y="57738"/>
                  </a:lnTo>
                  <a:lnTo>
                    <a:pt x="49062" y="57559"/>
                  </a:lnTo>
                  <a:lnTo>
                    <a:pt x="49221" y="57339"/>
                  </a:lnTo>
                  <a:lnTo>
                    <a:pt x="49381" y="57140"/>
                  </a:lnTo>
                  <a:lnTo>
                    <a:pt x="49540" y="56920"/>
                  </a:lnTo>
                  <a:lnTo>
                    <a:pt x="49680" y="56701"/>
                  </a:lnTo>
                  <a:lnTo>
                    <a:pt x="49800" y="56462"/>
                  </a:lnTo>
                  <a:lnTo>
                    <a:pt x="49899" y="56222"/>
                  </a:lnTo>
                  <a:lnTo>
                    <a:pt x="49979" y="55983"/>
                  </a:lnTo>
                  <a:lnTo>
                    <a:pt x="50059" y="55744"/>
                  </a:lnTo>
                  <a:lnTo>
                    <a:pt x="50099" y="55484"/>
                  </a:lnTo>
                  <a:lnTo>
                    <a:pt x="50199" y="58576"/>
                  </a:lnTo>
                  <a:lnTo>
                    <a:pt x="60250" y="60869"/>
                  </a:lnTo>
                  <a:lnTo>
                    <a:pt x="60529" y="60271"/>
                  </a:lnTo>
                  <a:lnTo>
                    <a:pt x="60789" y="59673"/>
                  </a:lnTo>
                  <a:lnTo>
                    <a:pt x="60988" y="59034"/>
                  </a:lnTo>
                  <a:lnTo>
                    <a:pt x="61148" y="58416"/>
                  </a:lnTo>
                  <a:lnTo>
                    <a:pt x="61267" y="57758"/>
                  </a:lnTo>
                  <a:lnTo>
                    <a:pt x="61347" y="57120"/>
                  </a:lnTo>
                  <a:lnTo>
                    <a:pt x="61387" y="56462"/>
                  </a:lnTo>
                  <a:lnTo>
                    <a:pt x="61407" y="55784"/>
                  </a:lnTo>
                  <a:lnTo>
                    <a:pt x="61387" y="55125"/>
                  </a:lnTo>
                  <a:lnTo>
                    <a:pt x="61327" y="54467"/>
                  </a:lnTo>
                  <a:lnTo>
                    <a:pt x="61247" y="53789"/>
                  </a:lnTo>
                  <a:lnTo>
                    <a:pt x="61148" y="53131"/>
                  </a:lnTo>
                  <a:lnTo>
                    <a:pt x="61008" y="52473"/>
                  </a:lnTo>
                  <a:lnTo>
                    <a:pt x="60849" y="51815"/>
                  </a:lnTo>
                  <a:lnTo>
                    <a:pt x="60669" y="51177"/>
                  </a:lnTo>
                  <a:lnTo>
                    <a:pt x="60470" y="50538"/>
                  </a:lnTo>
                  <a:lnTo>
                    <a:pt x="60250" y="49920"/>
                  </a:lnTo>
                  <a:lnTo>
                    <a:pt x="60011" y="49302"/>
                  </a:lnTo>
                  <a:lnTo>
                    <a:pt x="59772" y="48684"/>
                  </a:lnTo>
                  <a:lnTo>
                    <a:pt x="59512" y="48085"/>
                  </a:lnTo>
                  <a:lnTo>
                    <a:pt x="58954" y="46869"/>
                  </a:lnTo>
                  <a:lnTo>
                    <a:pt x="58376" y="45692"/>
                  </a:lnTo>
                  <a:lnTo>
                    <a:pt x="57159" y="43319"/>
                  </a:lnTo>
                  <a:lnTo>
                    <a:pt x="56561" y="42122"/>
                  </a:lnTo>
                  <a:lnTo>
                    <a:pt x="56002" y="40925"/>
                  </a:lnTo>
                  <a:lnTo>
                    <a:pt x="55484" y="39729"/>
                  </a:lnTo>
                  <a:lnTo>
                    <a:pt x="54985" y="38552"/>
                  </a:lnTo>
                  <a:lnTo>
                    <a:pt x="54546" y="37355"/>
                  </a:lnTo>
                  <a:lnTo>
                    <a:pt x="54128" y="36159"/>
                  </a:lnTo>
                  <a:lnTo>
                    <a:pt x="53729" y="34962"/>
                  </a:lnTo>
                  <a:lnTo>
                    <a:pt x="53370" y="33746"/>
                  </a:lnTo>
                  <a:lnTo>
                    <a:pt x="53051" y="32549"/>
                  </a:lnTo>
                  <a:lnTo>
                    <a:pt x="52751" y="31332"/>
                  </a:lnTo>
                  <a:lnTo>
                    <a:pt x="52492" y="30116"/>
                  </a:lnTo>
                  <a:lnTo>
                    <a:pt x="52253" y="28879"/>
                  </a:lnTo>
                  <a:lnTo>
                    <a:pt x="52033" y="27663"/>
                  </a:lnTo>
                  <a:lnTo>
                    <a:pt x="51834" y="26426"/>
                  </a:lnTo>
                  <a:lnTo>
                    <a:pt x="51655" y="25170"/>
                  </a:lnTo>
                  <a:lnTo>
                    <a:pt x="51495" y="23933"/>
                  </a:lnTo>
                  <a:lnTo>
                    <a:pt x="51375" y="22677"/>
                  </a:lnTo>
                  <a:lnTo>
                    <a:pt x="51256" y="21420"/>
                  </a:lnTo>
                  <a:lnTo>
                    <a:pt x="51156" y="20144"/>
                  </a:lnTo>
                  <a:lnTo>
                    <a:pt x="51076" y="18868"/>
                  </a:lnTo>
                  <a:lnTo>
                    <a:pt x="50996" y="17591"/>
                  </a:lnTo>
                  <a:lnTo>
                    <a:pt x="50937" y="16295"/>
                  </a:lnTo>
                  <a:lnTo>
                    <a:pt x="50857" y="13682"/>
                  </a:lnTo>
                  <a:lnTo>
                    <a:pt x="50797" y="11030"/>
                  </a:lnTo>
                  <a:lnTo>
                    <a:pt x="50757" y="8337"/>
                  </a:lnTo>
                  <a:lnTo>
                    <a:pt x="50737" y="5605"/>
                  </a:lnTo>
                  <a:lnTo>
                    <a:pt x="50717" y="2833"/>
                  </a:lnTo>
                  <a:lnTo>
                    <a:pt x="50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7533949" y="1645655"/>
              <a:ext cx="1035450" cy="1148762"/>
            </a:xfrm>
            <a:custGeom>
              <a:avLst/>
              <a:gdLst/>
              <a:ahLst/>
              <a:cxnLst/>
              <a:rect l="l" t="t" r="r" b="b"/>
              <a:pathLst>
                <a:path w="50479" h="56003" extrusionOk="0">
                  <a:moveTo>
                    <a:pt x="26805" y="0"/>
                  </a:moveTo>
                  <a:lnTo>
                    <a:pt x="25569" y="40"/>
                  </a:lnTo>
                  <a:lnTo>
                    <a:pt x="24352" y="120"/>
                  </a:lnTo>
                  <a:lnTo>
                    <a:pt x="23734" y="180"/>
                  </a:lnTo>
                  <a:lnTo>
                    <a:pt x="23136" y="260"/>
                  </a:lnTo>
                  <a:lnTo>
                    <a:pt x="22537" y="339"/>
                  </a:lnTo>
                  <a:lnTo>
                    <a:pt x="21939" y="439"/>
                  </a:lnTo>
                  <a:lnTo>
                    <a:pt x="21361" y="539"/>
                  </a:lnTo>
                  <a:lnTo>
                    <a:pt x="20762" y="679"/>
                  </a:lnTo>
                  <a:lnTo>
                    <a:pt x="20184" y="798"/>
                  </a:lnTo>
                  <a:lnTo>
                    <a:pt x="19606" y="958"/>
                  </a:lnTo>
                  <a:lnTo>
                    <a:pt x="19027" y="1117"/>
                  </a:lnTo>
                  <a:lnTo>
                    <a:pt x="18469" y="1297"/>
                  </a:lnTo>
                  <a:lnTo>
                    <a:pt x="17891" y="1496"/>
                  </a:lnTo>
                  <a:lnTo>
                    <a:pt x="17332" y="1696"/>
                  </a:lnTo>
                  <a:lnTo>
                    <a:pt x="16774" y="1935"/>
                  </a:lnTo>
                  <a:lnTo>
                    <a:pt x="16215" y="2174"/>
                  </a:lnTo>
                  <a:lnTo>
                    <a:pt x="15677" y="2414"/>
                  </a:lnTo>
                  <a:lnTo>
                    <a:pt x="15118" y="2693"/>
                  </a:lnTo>
                  <a:lnTo>
                    <a:pt x="14580" y="2972"/>
                  </a:lnTo>
                  <a:lnTo>
                    <a:pt x="14041" y="3291"/>
                  </a:lnTo>
                  <a:lnTo>
                    <a:pt x="13503" y="3610"/>
                  </a:lnTo>
                  <a:lnTo>
                    <a:pt x="12964" y="3949"/>
                  </a:lnTo>
                  <a:lnTo>
                    <a:pt x="12446" y="4308"/>
                  </a:lnTo>
                  <a:lnTo>
                    <a:pt x="11907" y="4667"/>
                  </a:lnTo>
                  <a:lnTo>
                    <a:pt x="11349" y="5106"/>
                  </a:lnTo>
                  <a:lnTo>
                    <a:pt x="10791" y="5565"/>
                  </a:lnTo>
                  <a:lnTo>
                    <a:pt x="10272" y="6043"/>
                  </a:lnTo>
                  <a:lnTo>
                    <a:pt x="9773" y="6542"/>
                  </a:lnTo>
                  <a:lnTo>
                    <a:pt x="9295" y="7041"/>
                  </a:lnTo>
                  <a:lnTo>
                    <a:pt x="8836" y="7579"/>
                  </a:lnTo>
                  <a:lnTo>
                    <a:pt x="8397" y="8118"/>
                  </a:lnTo>
                  <a:lnTo>
                    <a:pt x="7978" y="8676"/>
                  </a:lnTo>
                  <a:lnTo>
                    <a:pt x="7600" y="9234"/>
                  </a:lnTo>
                  <a:lnTo>
                    <a:pt x="7221" y="9813"/>
                  </a:lnTo>
                  <a:lnTo>
                    <a:pt x="6862" y="10411"/>
                  </a:lnTo>
                  <a:lnTo>
                    <a:pt x="6523" y="11029"/>
                  </a:lnTo>
                  <a:lnTo>
                    <a:pt x="6184" y="11648"/>
                  </a:lnTo>
                  <a:lnTo>
                    <a:pt x="5884" y="12266"/>
                  </a:lnTo>
                  <a:lnTo>
                    <a:pt x="5585" y="12904"/>
                  </a:lnTo>
                  <a:lnTo>
                    <a:pt x="5306" y="13562"/>
                  </a:lnTo>
                  <a:lnTo>
                    <a:pt x="5047" y="14220"/>
                  </a:lnTo>
                  <a:lnTo>
                    <a:pt x="4787" y="14879"/>
                  </a:lnTo>
                  <a:lnTo>
                    <a:pt x="4548" y="15557"/>
                  </a:lnTo>
                  <a:lnTo>
                    <a:pt x="4309" y="16235"/>
                  </a:lnTo>
                  <a:lnTo>
                    <a:pt x="3870" y="17611"/>
                  </a:lnTo>
                  <a:lnTo>
                    <a:pt x="3471" y="19007"/>
                  </a:lnTo>
                  <a:lnTo>
                    <a:pt x="3092" y="20403"/>
                  </a:lnTo>
                  <a:lnTo>
                    <a:pt x="2733" y="21839"/>
                  </a:lnTo>
                  <a:lnTo>
                    <a:pt x="2055" y="24671"/>
                  </a:lnTo>
                  <a:lnTo>
                    <a:pt x="1856" y="25608"/>
                  </a:lnTo>
                  <a:lnTo>
                    <a:pt x="1636" y="26645"/>
                  </a:lnTo>
                  <a:lnTo>
                    <a:pt x="1417" y="27782"/>
                  </a:lnTo>
                  <a:lnTo>
                    <a:pt x="1178" y="28999"/>
                  </a:lnTo>
                  <a:lnTo>
                    <a:pt x="958" y="30275"/>
                  </a:lnTo>
                  <a:lnTo>
                    <a:pt x="759" y="31591"/>
                  </a:lnTo>
                  <a:lnTo>
                    <a:pt x="579" y="32928"/>
                  </a:lnTo>
                  <a:lnTo>
                    <a:pt x="400" y="34304"/>
                  </a:lnTo>
                  <a:lnTo>
                    <a:pt x="260" y="35660"/>
                  </a:lnTo>
                  <a:lnTo>
                    <a:pt x="141" y="37016"/>
                  </a:lnTo>
                  <a:lnTo>
                    <a:pt x="61" y="38332"/>
                  </a:lnTo>
                  <a:lnTo>
                    <a:pt x="1" y="39609"/>
                  </a:lnTo>
                  <a:lnTo>
                    <a:pt x="1" y="40825"/>
                  </a:lnTo>
                  <a:lnTo>
                    <a:pt x="21" y="41404"/>
                  </a:lnTo>
                  <a:lnTo>
                    <a:pt x="41" y="41962"/>
                  </a:lnTo>
                  <a:lnTo>
                    <a:pt x="81" y="42501"/>
                  </a:lnTo>
                  <a:lnTo>
                    <a:pt x="141" y="43019"/>
                  </a:lnTo>
                  <a:lnTo>
                    <a:pt x="220" y="43498"/>
                  </a:lnTo>
                  <a:lnTo>
                    <a:pt x="300" y="43957"/>
                  </a:lnTo>
                  <a:lnTo>
                    <a:pt x="440" y="44595"/>
                  </a:lnTo>
                  <a:lnTo>
                    <a:pt x="599" y="45193"/>
                  </a:lnTo>
                  <a:lnTo>
                    <a:pt x="779" y="45772"/>
                  </a:lnTo>
                  <a:lnTo>
                    <a:pt x="958" y="46310"/>
                  </a:lnTo>
                  <a:lnTo>
                    <a:pt x="1158" y="46849"/>
                  </a:lnTo>
                  <a:lnTo>
                    <a:pt x="1377" y="47347"/>
                  </a:lnTo>
                  <a:lnTo>
                    <a:pt x="1616" y="47826"/>
                  </a:lnTo>
                  <a:lnTo>
                    <a:pt x="1876" y="48265"/>
                  </a:lnTo>
                  <a:lnTo>
                    <a:pt x="2135" y="48703"/>
                  </a:lnTo>
                  <a:lnTo>
                    <a:pt x="2414" y="49122"/>
                  </a:lnTo>
                  <a:lnTo>
                    <a:pt x="2713" y="49521"/>
                  </a:lnTo>
                  <a:lnTo>
                    <a:pt x="3012" y="49900"/>
                  </a:lnTo>
                  <a:lnTo>
                    <a:pt x="3352" y="50259"/>
                  </a:lnTo>
                  <a:lnTo>
                    <a:pt x="3671" y="50618"/>
                  </a:lnTo>
                  <a:lnTo>
                    <a:pt x="4030" y="50957"/>
                  </a:lnTo>
                  <a:lnTo>
                    <a:pt x="4389" y="51276"/>
                  </a:lnTo>
                  <a:lnTo>
                    <a:pt x="4768" y="51595"/>
                  </a:lnTo>
                  <a:lnTo>
                    <a:pt x="5166" y="51894"/>
                  </a:lnTo>
                  <a:lnTo>
                    <a:pt x="5585" y="52193"/>
                  </a:lnTo>
                  <a:lnTo>
                    <a:pt x="6004" y="52493"/>
                  </a:lnTo>
                  <a:lnTo>
                    <a:pt x="6882" y="53071"/>
                  </a:lnTo>
                  <a:lnTo>
                    <a:pt x="7819" y="53629"/>
                  </a:lnTo>
                  <a:lnTo>
                    <a:pt x="8796" y="54208"/>
                  </a:lnTo>
                  <a:lnTo>
                    <a:pt x="9833" y="54786"/>
                  </a:lnTo>
                  <a:lnTo>
                    <a:pt x="12047" y="56003"/>
                  </a:lnTo>
                  <a:lnTo>
                    <a:pt x="48085" y="38452"/>
                  </a:lnTo>
                  <a:lnTo>
                    <a:pt x="48345" y="38133"/>
                  </a:lnTo>
                  <a:lnTo>
                    <a:pt x="48584" y="37774"/>
                  </a:lnTo>
                  <a:lnTo>
                    <a:pt x="48803" y="37355"/>
                  </a:lnTo>
                  <a:lnTo>
                    <a:pt x="49023" y="36916"/>
                  </a:lnTo>
                  <a:lnTo>
                    <a:pt x="49222" y="36418"/>
                  </a:lnTo>
                  <a:lnTo>
                    <a:pt x="49422" y="35899"/>
                  </a:lnTo>
                  <a:lnTo>
                    <a:pt x="49601" y="35321"/>
                  </a:lnTo>
                  <a:lnTo>
                    <a:pt x="49761" y="34723"/>
                  </a:lnTo>
                  <a:lnTo>
                    <a:pt x="49900" y="34104"/>
                  </a:lnTo>
                  <a:lnTo>
                    <a:pt x="50040" y="33426"/>
                  </a:lnTo>
                  <a:lnTo>
                    <a:pt x="50160" y="32748"/>
                  </a:lnTo>
                  <a:lnTo>
                    <a:pt x="50259" y="32030"/>
                  </a:lnTo>
                  <a:lnTo>
                    <a:pt x="50339" y="31272"/>
                  </a:lnTo>
                  <a:lnTo>
                    <a:pt x="50399" y="30515"/>
                  </a:lnTo>
                  <a:lnTo>
                    <a:pt x="50439" y="29737"/>
                  </a:lnTo>
                  <a:lnTo>
                    <a:pt x="50479" y="28919"/>
                  </a:lnTo>
                  <a:lnTo>
                    <a:pt x="50479" y="28101"/>
                  </a:lnTo>
                  <a:lnTo>
                    <a:pt x="50479" y="27264"/>
                  </a:lnTo>
                  <a:lnTo>
                    <a:pt x="50459" y="26426"/>
                  </a:lnTo>
                  <a:lnTo>
                    <a:pt x="50399" y="25568"/>
                  </a:lnTo>
                  <a:lnTo>
                    <a:pt x="50339" y="24711"/>
                  </a:lnTo>
                  <a:lnTo>
                    <a:pt x="50239" y="23833"/>
                  </a:lnTo>
                  <a:lnTo>
                    <a:pt x="50140" y="22956"/>
                  </a:lnTo>
                  <a:lnTo>
                    <a:pt x="50000" y="22078"/>
                  </a:lnTo>
                  <a:lnTo>
                    <a:pt x="49840" y="21221"/>
                  </a:lnTo>
                  <a:lnTo>
                    <a:pt x="49661" y="20343"/>
                  </a:lnTo>
                  <a:lnTo>
                    <a:pt x="49462" y="19466"/>
                  </a:lnTo>
                  <a:lnTo>
                    <a:pt x="49222" y="18608"/>
                  </a:lnTo>
                  <a:lnTo>
                    <a:pt x="48983" y="17750"/>
                  </a:lnTo>
                  <a:lnTo>
                    <a:pt x="48704" y="16913"/>
                  </a:lnTo>
                  <a:lnTo>
                    <a:pt x="48404" y="16095"/>
                  </a:lnTo>
                  <a:lnTo>
                    <a:pt x="48065" y="15277"/>
                  </a:lnTo>
                  <a:lnTo>
                    <a:pt x="47387" y="13642"/>
                  </a:lnTo>
                  <a:lnTo>
                    <a:pt x="46709" y="12007"/>
                  </a:lnTo>
                  <a:lnTo>
                    <a:pt x="46350" y="11209"/>
                  </a:lnTo>
                  <a:lnTo>
                    <a:pt x="45991" y="10411"/>
                  </a:lnTo>
                  <a:lnTo>
                    <a:pt x="45592" y="9613"/>
                  </a:lnTo>
                  <a:lnTo>
                    <a:pt x="45194" y="8855"/>
                  </a:lnTo>
                  <a:lnTo>
                    <a:pt x="44755" y="8098"/>
                  </a:lnTo>
                  <a:lnTo>
                    <a:pt x="44296" y="7380"/>
                  </a:lnTo>
                  <a:lnTo>
                    <a:pt x="44057" y="7041"/>
                  </a:lnTo>
                  <a:lnTo>
                    <a:pt x="43797" y="6702"/>
                  </a:lnTo>
                  <a:lnTo>
                    <a:pt x="43538" y="6363"/>
                  </a:lnTo>
                  <a:lnTo>
                    <a:pt x="43279" y="6043"/>
                  </a:lnTo>
                  <a:lnTo>
                    <a:pt x="43000" y="5724"/>
                  </a:lnTo>
                  <a:lnTo>
                    <a:pt x="42701" y="5425"/>
                  </a:lnTo>
                  <a:lnTo>
                    <a:pt x="42401" y="5126"/>
                  </a:lnTo>
                  <a:lnTo>
                    <a:pt x="42082" y="4847"/>
                  </a:lnTo>
                  <a:lnTo>
                    <a:pt x="41763" y="4568"/>
                  </a:lnTo>
                  <a:lnTo>
                    <a:pt x="41424" y="4308"/>
                  </a:lnTo>
                  <a:lnTo>
                    <a:pt x="41065" y="4069"/>
                  </a:lnTo>
                  <a:lnTo>
                    <a:pt x="40706" y="3830"/>
                  </a:lnTo>
                  <a:lnTo>
                    <a:pt x="40148" y="3511"/>
                  </a:lnTo>
                  <a:lnTo>
                    <a:pt x="39569" y="3171"/>
                  </a:lnTo>
                  <a:lnTo>
                    <a:pt x="38971" y="2852"/>
                  </a:lnTo>
                  <a:lnTo>
                    <a:pt x="38373" y="2533"/>
                  </a:lnTo>
                  <a:lnTo>
                    <a:pt x="37755" y="2234"/>
                  </a:lnTo>
                  <a:lnTo>
                    <a:pt x="37116" y="1955"/>
                  </a:lnTo>
                  <a:lnTo>
                    <a:pt x="36478" y="1676"/>
                  </a:lnTo>
                  <a:lnTo>
                    <a:pt x="35840" y="1396"/>
                  </a:lnTo>
                  <a:lnTo>
                    <a:pt x="35182" y="1157"/>
                  </a:lnTo>
                  <a:lnTo>
                    <a:pt x="34524" y="938"/>
                  </a:lnTo>
                  <a:lnTo>
                    <a:pt x="33865" y="738"/>
                  </a:lnTo>
                  <a:lnTo>
                    <a:pt x="33207" y="559"/>
                  </a:lnTo>
                  <a:lnTo>
                    <a:pt x="32549" y="399"/>
                  </a:lnTo>
                  <a:lnTo>
                    <a:pt x="31891" y="280"/>
                  </a:lnTo>
                  <a:lnTo>
                    <a:pt x="31253" y="180"/>
                  </a:lnTo>
                  <a:lnTo>
                    <a:pt x="30615" y="120"/>
                  </a:lnTo>
                  <a:lnTo>
                    <a:pt x="29318" y="40"/>
                  </a:lnTo>
                  <a:lnTo>
                    <a:pt x="28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711897" y="1764287"/>
              <a:ext cx="809218" cy="1329579"/>
            </a:xfrm>
            <a:custGeom>
              <a:avLst/>
              <a:gdLst/>
              <a:ahLst/>
              <a:cxnLst/>
              <a:rect l="l" t="t" r="r" b="b"/>
              <a:pathLst>
                <a:path w="39450" h="64818" extrusionOk="0">
                  <a:moveTo>
                    <a:pt x="27284" y="0"/>
                  </a:moveTo>
                  <a:lnTo>
                    <a:pt x="26964" y="20"/>
                  </a:lnTo>
                  <a:lnTo>
                    <a:pt x="26625" y="40"/>
                  </a:lnTo>
                  <a:lnTo>
                    <a:pt x="26286" y="60"/>
                  </a:lnTo>
                  <a:lnTo>
                    <a:pt x="3770" y="5923"/>
                  </a:lnTo>
                  <a:lnTo>
                    <a:pt x="3371" y="5983"/>
                  </a:lnTo>
                  <a:lnTo>
                    <a:pt x="2992" y="6083"/>
                  </a:lnTo>
                  <a:lnTo>
                    <a:pt x="2613" y="6223"/>
                  </a:lnTo>
                  <a:lnTo>
                    <a:pt x="2254" y="6382"/>
                  </a:lnTo>
                  <a:lnTo>
                    <a:pt x="1915" y="6582"/>
                  </a:lnTo>
                  <a:lnTo>
                    <a:pt x="1596" y="6821"/>
                  </a:lnTo>
                  <a:lnTo>
                    <a:pt x="1317" y="7060"/>
                  </a:lnTo>
                  <a:lnTo>
                    <a:pt x="1058" y="7339"/>
                  </a:lnTo>
                  <a:lnTo>
                    <a:pt x="798" y="7659"/>
                  </a:lnTo>
                  <a:lnTo>
                    <a:pt x="599" y="7978"/>
                  </a:lnTo>
                  <a:lnTo>
                    <a:pt x="419" y="8317"/>
                  </a:lnTo>
                  <a:lnTo>
                    <a:pt x="260" y="8676"/>
                  </a:lnTo>
                  <a:lnTo>
                    <a:pt x="140" y="9055"/>
                  </a:lnTo>
                  <a:lnTo>
                    <a:pt x="60" y="9434"/>
                  </a:lnTo>
                  <a:lnTo>
                    <a:pt x="20" y="9832"/>
                  </a:lnTo>
                  <a:lnTo>
                    <a:pt x="1" y="10251"/>
                  </a:lnTo>
                  <a:lnTo>
                    <a:pt x="4308" y="60949"/>
                  </a:lnTo>
                  <a:lnTo>
                    <a:pt x="27802" y="64818"/>
                  </a:lnTo>
                  <a:lnTo>
                    <a:pt x="27742" y="56740"/>
                  </a:lnTo>
                  <a:lnTo>
                    <a:pt x="27782" y="53490"/>
                  </a:lnTo>
                  <a:lnTo>
                    <a:pt x="27802" y="52951"/>
                  </a:lnTo>
                  <a:lnTo>
                    <a:pt x="27922" y="52931"/>
                  </a:lnTo>
                  <a:lnTo>
                    <a:pt x="28201" y="52871"/>
                  </a:lnTo>
                  <a:lnTo>
                    <a:pt x="28680" y="52732"/>
                  </a:lnTo>
                  <a:lnTo>
                    <a:pt x="29278" y="52512"/>
                  </a:lnTo>
                  <a:lnTo>
                    <a:pt x="29637" y="52393"/>
                  </a:lnTo>
                  <a:lnTo>
                    <a:pt x="30016" y="52213"/>
                  </a:lnTo>
                  <a:lnTo>
                    <a:pt x="30415" y="52034"/>
                  </a:lnTo>
                  <a:lnTo>
                    <a:pt x="30834" y="51814"/>
                  </a:lnTo>
                  <a:lnTo>
                    <a:pt x="31272" y="51575"/>
                  </a:lnTo>
                  <a:lnTo>
                    <a:pt x="31731" y="51296"/>
                  </a:lnTo>
                  <a:lnTo>
                    <a:pt x="32190" y="50997"/>
                  </a:lnTo>
                  <a:lnTo>
                    <a:pt x="32668" y="50658"/>
                  </a:lnTo>
                  <a:lnTo>
                    <a:pt x="33147" y="50279"/>
                  </a:lnTo>
                  <a:lnTo>
                    <a:pt x="33626" y="49860"/>
                  </a:lnTo>
                  <a:lnTo>
                    <a:pt x="34104" y="49401"/>
                  </a:lnTo>
                  <a:lnTo>
                    <a:pt x="34583" y="48922"/>
                  </a:lnTo>
                  <a:lnTo>
                    <a:pt x="35042" y="48384"/>
                  </a:lnTo>
                  <a:lnTo>
                    <a:pt x="35500" y="47806"/>
                  </a:lnTo>
                  <a:lnTo>
                    <a:pt x="35959" y="47187"/>
                  </a:lnTo>
                  <a:lnTo>
                    <a:pt x="36378" y="46509"/>
                  </a:lnTo>
                  <a:lnTo>
                    <a:pt x="36797" y="45791"/>
                  </a:lnTo>
                  <a:lnTo>
                    <a:pt x="37196" y="45013"/>
                  </a:lnTo>
                  <a:lnTo>
                    <a:pt x="37555" y="44196"/>
                  </a:lnTo>
                  <a:lnTo>
                    <a:pt x="37894" y="43318"/>
                  </a:lnTo>
                  <a:lnTo>
                    <a:pt x="38053" y="42859"/>
                  </a:lnTo>
                  <a:lnTo>
                    <a:pt x="38193" y="42401"/>
                  </a:lnTo>
                  <a:lnTo>
                    <a:pt x="38332" y="41922"/>
                  </a:lnTo>
                  <a:lnTo>
                    <a:pt x="38472" y="41404"/>
                  </a:lnTo>
                  <a:lnTo>
                    <a:pt x="38592" y="40905"/>
                  </a:lnTo>
                  <a:lnTo>
                    <a:pt x="38691" y="40366"/>
                  </a:lnTo>
                  <a:lnTo>
                    <a:pt x="38811" y="39828"/>
                  </a:lnTo>
                  <a:lnTo>
                    <a:pt x="38891" y="39270"/>
                  </a:lnTo>
                  <a:lnTo>
                    <a:pt x="39050" y="38093"/>
                  </a:lnTo>
                  <a:lnTo>
                    <a:pt x="39170" y="36836"/>
                  </a:lnTo>
                  <a:lnTo>
                    <a:pt x="39270" y="35520"/>
                  </a:lnTo>
                  <a:lnTo>
                    <a:pt x="39350" y="34124"/>
                  </a:lnTo>
                  <a:lnTo>
                    <a:pt x="39409" y="32668"/>
                  </a:lnTo>
                  <a:lnTo>
                    <a:pt x="39429" y="31172"/>
                  </a:lnTo>
                  <a:lnTo>
                    <a:pt x="39449" y="29637"/>
                  </a:lnTo>
                  <a:lnTo>
                    <a:pt x="39429" y="28081"/>
                  </a:lnTo>
                  <a:lnTo>
                    <a:pt x="39409" y="26486"/>
                  </a:lnTo>
                  <a:lnTo>
                    <a:pt x="39370" y="24870"/>
                  </a:lnTo>
                  <a:lnTo>
                    <a:pt x="39310" y="23255"/>
                  </a:lnTo>
                  <a:lnTo>
                    <a:pt x="39250" y="21639"/>
                  </a:lnTo>
                  <a:lnTo>
                    <a:pt x="39070" y="18448"/>
                  </a:lnTo>
                  <a:lnTo>
                    <a:pt x="38871" y="15357"/>
                  </a:lnTo>
                  <a:lnTo>
                    <a:pt x="38811" y="14679"/>
                  </a:lnTo>
                  <a:lnTo>
                    <a:pt x="38731" y="13981"/>
                  </a:lnTo>
                  <a:lnTo>
                    <a:pt x="38612" y="13283"/>
                  </a:lnTo>
                  <a:lnTo>
                    <a:pt x="38492" y="12585"/>
                  </a:lnTo>
                  <a:lnTo>
                    <a:pt x="38332" y="11887"/>
                  </a:lnTo>
                  <a:lnTo>
                    <a:pt x="38153" y="11189"/>
                  </a:lnTo>
                  <a:lnTo>
                    <a:pt x="37934" y="10491"/>
                  </a:lnTo>
                  <a:lnTo>
                    <a:pt x="37714" y="9793"/>
                  </a:lnTo>
                  <a:lnTo>
                    <a:pt x="37455" y="9114"/>
                  </a:lnTo>
                  <a:lnTo>
                    <a:pt x="37176" y="8436"/>
                  </a:lnTo>
                  <a:lnTo>
                    <a:pt x="36896" y="7758"/>
                  </a:lnTo>
                  <a:lnTo>
                    <a:pt x="36577" y="7120"/>
                  </a:lnTo>
                  <a:lnTo>
                    <a:pt x="36238" y="6482"/>
                  </a:lnTo>
                  <a:lnTo>
                    <a:pt x="35879" y="5864"/>
                  </a:lnTo>
                  <a:lnTo>
                    <a:pt x="35500" y="5265"/>
                  </a:lnTo>
                  <a:lnTo>
                    <a:pt x="35102" y="4687"/>
                  </a:lnTo>
                  <a:lnTo>
                    <a:pt x="34683" y="4129"/>
                  </a:lnTo>
                  <a:lnTo>
                    <a:pt x="34244" y="3610"/>
                  </a:lnTo>
                  <a:lnTo>
                    <a:pt x="33785" y="3111"/>
                  </a:lnTo>
                  <a:lnTo>
                    <a:pt x="33307" y="2633"/>
                  </a:lnTo>
                  <a:lnTo>
                    <a:pt x="32808" y="2194"/>
                  </a:lnTo>
                  <a:lnTo>
                    <a:pt x="32309" y="1795"/>
                  </a:lnTo>
                  <a:lnTo>
                    <a:pt x="31771" y="1416"/>
                  </a:lnTo>
                  <a:lnTo>
                    <a:pt x="31232" y="1097"/>
                  </a:lnTo>
                  <a:lnTo>
                    <a:pt x="30674" y="798"/>
                  </a:lnTo>
                  <a:lnTo>
                    <a:pt x="30096" y="559"/>
                  </a:lnTo>
                  <a:lnTo>
                    <a:pt x="29797" y="439"/>
                  </a:lnTo>
                  <a:lnTo>
                    <a:pt x="29497" y="339"/>
                  </a:lnTo>
                  <a:lnTo>
                    <a:pt x="29198" y="259"/>
                  </a:lnTo>
                  <a:lnTo>
                    <a:pt x="28879" y="180"/>
                  </a:lnTo>
                  <a:lnTo>
                    <a:pt x="28580" y="120"/>
                  </a:lnTo>
                  <a:lnTo>
                    <a:pt x="28261" y="80"/>
                  </a:lnTo>
                  <a:lnTo>
                    <a:pt x="27942" y="40"/>
                  </a:lnTo>
                  <a:lnTo>
                    <a:pt x="27623" y="20"/>
                  </a:lnTo>
                  <a:lnTo>
                    <a:pt x="27284" y="0"/>
                  </a:ln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8349605" y="2234693"/>
              <a:ext cx="126439" cy="33969"/>
            </a:xfrm>
            <a:custGeom>
              <a:avLst/>
              <a:gdLst/>
              <a:ahLst/>
              <a:cxnLst/>
              <a:rect l="l" t="t" r="r" b="b"/>
              <a:pathLst>
                <a:path w="6164" h="1656" extrusionOk="0">
                  <a:moveTo>
                    <a:pt x="3112" y="1"/>
                  </a:moveTo>
                  <a:lnTo>
                    <a:pt x="2733" y="21"/>
                  </a:lnTo>
                  <a:lnTo>
                    <a:pt x="2374" y="80"/>
                  </a:lnTo>
                  <a:lnTo>
                    <a:pt x="2015" y="140"/>
                  </a:lnTo>
                  <a:lnTo>
                    <a:pt x="1696" y="240"/>
                  </a:lnTo>
                  <a:lnTo>
                    <a:pt x="1397" y="360"/>
                  </a:lnTo>
                  <a:lnTo>
                    <a:pt x="1118" y="499"/>
                  </a:lnTo>
                  <a:lnTo>
                    <a:pt x="878" y="639"/>
                  </a:lnTo>
                  <a:lnTo>
                    <a:pt x="659" y="778"/>
                  </a:lnTo>
                  <a:lnTo>
                    <a:pt x="479" y="918"/>
                  </a:lnTo>
                  <a:lnTo>
                    <a:pt x="320" y="1058"/>
                  </a:lnTo>
                  <a:lnTo>
                    <a:pt x="200" y="1197"/>
                  </a:lnTo>
                  <a:lnTo>
                    <a:pt x="121" y="1317"/>
                  </a:lnTo>
                  <a:lnTo>
                    <a:pt x="41" y="1417"/>
                  </a:lnTo>
                  <a:lnTo>
                    <a:pt x="21" y="1516"/>
                  </a:lnTo>
                  <a:lnTo>
                    <a:pt x="1" y="1576"/>
                  </a:lnTo>
                  <a:lnTo>
                    <a:pt x="21" y="1636"/>
                  </a:lnTo>
                  <a:lnTo>
                    <a:pt x="81" y="1656"/>
                  </a:lnTo>
                  <a:lnTo>
                    <a:pt x="140" y="1656"/>
                  </a:lnTo>
                  <a:lnTo>
                    <a:pt x="240" y="1636"/>
                  </a:lnTo>
                  <a:lnTo>
                    <a:pt x="360" y="1616"/>
                  </a:lnTo>
                  <a:lnTo>
                    <a:pt x="998" y="1377"/>
                  </a:lnTo>
                  <a:lnTo>
                    <a:pt x="1437" y="1237"/>
                  </a:lnTo>
                  <a:lnTo>
                    <a:pt x="1935" y="1097"/>
                  </a:lnTo>
                  <a:lnTo>
                    <a:pt x="2215" y="1038"/>
                  </a:lnTo>
                  <a:lnTo>
                    <a:pt x="2494" y="998"/>
                  </a:lnTo>
                  <a:lnTo>
                    <a:pt x="2793" y="978"/>
                  </a:lnTo>
                  <a:lnTo>
                    <a:pt x="3391" y="978"/>
                  </a:lnTo>
                  <a:lnTo>
                    <a:pt x="3690" y="998"/>
                  </a:lnTo>
                  <a:lnTo>
                    <a:pt x="3970" y="1038"/>
                  </a:lnTo>
                  <a:lnTo>
                    <a:pt x="4249" y="1097"/>
                  </a:lnTo>
                  <a:lnTo>
                    <a:pt x="4747" y="1217"/>
                  </a:lnTo>
                  <a:lnTo>
                    <a:pt x="5166" y="1357"/>
                  </a:lnTo>
                  <a:lnTo>
                    <a:pt x="5804" y="1596"/>
                  </a:lnTo>
                  <a:lnTo>
                    <a:pt x="5924" y="1636"/>
                  </a:lnTo>
                  <a:lnTo>
                    <a:pt x="6084" y="1636"/>
                  </a:lnTo>
                  <a:lnTo>
                    <a:pt x="6124" y="1616"/>
                  </a:lnTo>
                  <a:lnTo>
                    <a:pt x="6163" y="1576"/>
                  </a:lnTo>
                  <a:lnTo>
                    <a:pt x="6144" y="1496"/>
                  </a:lnTo>
                  <a:lnTo>
                    <a:pt x="6124" y="1417"/>
                  </a:lnTo>
                  <a:lnTo>
                    <a:pt x="6064" y="1297"/>
                  </a:lnTo>
                  <a:lnTo>
                    <a:pt x="5984" y="1177"/>
                  </a:lnTo>
                  <a:lnTo>
                    <a:pt x="5864" y="1058"/>
                  </a:lnTo>
                  <a:lnTo>
                    <a:pt x="5705" y="918"/>
                  </a:lnTo>
                  <a:lnTo>
                    <a:pt x="5525" y="758"/>
                  </a:lnTo>
                  <a:lnTo>
                    <a:pt x="5326" y="619"/>
                  </a:lnTo>
                  <a:lnTo>
                    <a:pt x="5087" y="479"/>
                  </a:lnTo>
                  <a:lnTo>
                    <a:pt x="4827" y="360"/>
                  </a:lnTo>
                  <a:lnTo>
                    <a:pt x="4528" y="240"/>
                  </a:lnTo>
                  <a:lnTo>
                    <a:pt x="4209" y="140"/>
                  </a:lnTo>
                  <a:lnTo>
                    <a:pt x="3870" y="60"/>
                  </a:lnTo>
                  <a:lnTo>
                    <a:pt x="3491" y="21"/>
                  </a:lnTo>
                  <a:lnTo>
                    <a:pt x="3112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8021952" y="2234693"/>
              <a:ext cx="126029" cy="33969"/>
            </a:xfrm>
            <a:custGeom>
              <a:avLst/>
              <a:gdLst/>
              <a:ahLst/>
              <a:cxnLst/>
              <a:rect l="l" t="t" r="r" b="b"/>
              <a:pathLst>
                <a:path w="6144" h="1656" extrusionOk="0">
                  <a:moveTo>
                    <a:pt x="3112" y="1"/>
                  </a:moveTo>
                  <a:lnTo>
                    <a:pt x="2733" y="21"/>
                  </a:lnTo>
                  <a:lnTo>
                    <a:pt x="2374" y="80"/>
                  </a:lnTo>
                  <a:lnTo>
                    <a:pt x="2015" y="140"/>
                  </a:lnTo>
                  <a:lnTo>
                    <a:pt x="1696" y="240"/>
                  </a:lnTo>
                  <a:lnTo>
                    <a:pt x="1397" y="360"/>
                  </a:lnTo>
                  <a:lnTo>
                    <a:pt x="1118" y="499"/>
                  </a:lnTo>
                  <a:lnTo>
                    <a:pt x="878" y="639"/>
                  </a:lnTo>
                  <a:lnTo>
                    <a:pt x="659" y="778"/>
                  </a:lnTo>
                  <a:lnTo>
                    <a:pt x="480" y="918"/>
                  </a:lnTo>
                  <a:lnTo>
                    <a:pt x="320" y="1058"/>
                  </a:lnTo>
                  <a:lnTo>
                    <a:pt x="200" y="1197"/>
                  </a:lnTo>
                  <a:lnTo>
                    <a:pt x="101" y="1317"/>
                  </a:lnTo>
                  <a:lnTo>
                    <a:pt x="41" y="1417"/>
                  </a:lnTo>
                  <a:lnTo>
                    <a:pt x="21" y="1516"/>
                  </a:lnTo>
                  <a:lnTo>
                    <a:pt x="1" y="1576"/>
                  </a:lnTo>
                  <a:lnTo>
                    <a:pt x="21" y="1636"/>
                  </a:lnTo>
                  <a:lnTo>
                    <a:pt x="81" y="1656"/>
                  </a:lnTo>
                  <a:lnTo>
                    <a:pt x="140" y="1656"/>
                  </a:lnTo>
                  <a:lnTo>
                    <a:pt x="240" y="1636"/>
                  </a:lnTo>
                  <a:lnTo>
                    <a:pt x="340" y="1616"/>
                  </a:lnTo>
                  <a:lnTo>
                    <a:pt x="998" y="1377"/>
                  </a:lnTo>
                  <a:lnTo>
                    <a:pt x="1437" y="1237"/>
                  </a:lnTo>
                  <a:lnTo>
                    <a:pt x="1935" y="1097"/>
                  </a:lnTo>
                  <a:lnTo>
                    <a:pt x="2215" y="1038"/>
                  </a:lnTo>
                  <a:lnTo>
                    <a:pt x="2494" y="998"/>
                  </a:lnTo>
                  <a:lnTo>
                    <a:pt x="2793" y="978"/>
                  </a:lnTo>
                  <a:lnTo>
                    <a:pt x="3391" y="978"/>
                  </a:lnTo>
                  <a:lnTo>
                    <a:pt x="3690" y="998"/>
                  </a:lnTo>
                  <a:lnTo>
                    <a:pt x="3970" y="1038"/>
                  </a:lnTo>
                  <a:lnTo>
                    <a:pt x="4249" y="1097"/>
                  </a:lnTo>
                  <a:lnTo>
                    <a:pt x="4728" y="1217"/>
                  </a:lnTo>
                  <a:lnTo>
                    <a:pt x="5166" y="1357"/>
                  </a:lnTo>
                  <a:lnTo>
                    <a:pt x="5805" y="1596"/>
                  </a:lnTo>
                  <a:lnTo>
                    <a:pt x="5924" y="1636"/>
                  </a:lnTo>
                  <a:lnTo>
                    <a:pt x="6084" y="1636"/>
                  </a:lnTo>
                  <a:lnTo>
                    <a:pt x="6124" y="1616"/>
                  </a:lnTo>
                  <a:lnTo>
                    <a:pt x="6144" y="1576"/>
                  </a:lnTo>
                  <a:lnTo>
                    <a:pt x="6144" y="1496"/>
                  </a:lnTo>
                  <a:lnTo>
                    <a:pt x="6124" y="1417"/>
                  </a:lnTo>
                  <a:lnTo>
                    <a:pt x="6064" y="1297"/>
                  </a:lnTo>
                  <a:lnTo>
                    <a:pt x="5964" y="1177"/>
                  </a:lnTo>
                  <a:lnTo>
                    <a:pt x="5864" y="1058"/>
                  </a:lnTo>
                  <a:lnTo>
                    <a:pt x="5705" y="918"/>
                  </a:lnTo>
                  <a:lnTo>
                    <a:pt x="5525" y="758"/>
                  </a:lnTo>
                  <a:lnTo>
                    <a:pt x="5326" y="619"/>
                  </a:lnTo>
                  <a:lnTo>
                    <a:pt x="5087" y="479"/>
                  </a:lnTo>
                  <a:lnTo>
                    <a:pt x="4827" y="360"/>
                  </a:lnTo>
                  <a:lnTo>
                    <a:pt x="4528" y="240"/>
                  </a:lnTo>
                  <a:lnTo>
                    <a:pt x="4209" y="140"/>
                  </a:lnTo>
                  <a:lnTo>
                    <a:pt x="3850" y="60"/>
                  </a:lnTo>
                  <a:lnTo>
                    <a:pt x="3491" y="21"/>
                  </a:lnTo>
                  <a:lnTo>
                    <a:pt x="3112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237947" y="2161061"/>
              <a:ext cx="104737" cy="286396"/>
            </a:xfrm>
            <a:custGeom>
              <a:avLst/>
              <a:gdLst/>
              <a:ahLst/>
              <a:cxnLst/>
              <a:rect l="l" t="t" r="r" b="b"/>
              <a:pathLst>
                <a:path w="5106" h="13962" extrusionOk="0">
                  <a:moveTo>
                    <a:pt x="20" y="1"/>
                  </a:moveTo>
                  <a:lnTo>
                    <a:pt x="0" y="21"/>
                  </a:lnTo>
                  <a:lnTo>
                    <a:pt x="0" y="60"/>
                  </a:lnTo>
                  <a:lnTo>
                    <a:pt x="20" y="200"/>
                  </a:lnTo>
                  <a:lnTo>
                    <a:pt x="140" y="719"/>
                  </a:lnTo>
                  <a:lnTo>
                    <a:pt x="379" y="1496"/>
                  </a:lnTo>
                  <a:lnTo>
                    <a:pt x="718" y="2534"/>
                  </a:lnTo>
                  <a:lnTo>
                    <a:pt x="1157" y="3790"/>
                  </a:lnTo>
                  <a:lnTo>
                    <a:pt x="1675" y="5206"/>
                  </a:lnTo>
                  <a:lnTo>
                    <a:pt x="2254" y="6782"/>
                  </a:lnTo>
                  <a:lnTo>
                    <a:pt x="2892" y="8477"/>
                  </a:lnTo>
                  <a:lnTo>
                    <a:pt x="4188" y="11708"/>
                  </a:lnTo>
                  <a:lnTo>
                    <a:pt x="4328" y="12067"/>
                  </a:lnTo>
                  <a:lnTo>
                    <a:pt x="4448" y="12406"/>
                  </a:lnTo>
                  <a:lnTo>
                    <a:pt x="4488" y="12565"/>
                  </a:lnTo>
                  <a:lnTo>
                    <a:pt x="4507" y="12705"/>
                  </a:lnTo>
                  <a:lnTo>
                    <a:pt x="4507" y="12845"/>
                  </a:lnTo>
                  <a:lnTo>
                    <a:pt x="4468" y="12964"/>
                  </a:lnTo>
                  <a:lnTo>
                    <a:pt x="4428" y="13064"/>
                  </a:lnTo>
                  <a:lnTo>
                    <a:pt x="4368" y="13144"/>
                  </a:lnTo>
                  <a:lnTo>
                    <a:pt x="4268" y="13203"/>
                  </a:lnTo>
                  <a:lnTo>
                    <a:pt x="4168" y="13263"/>
                  </a:lnTo>
                  <a:lnTo>
                    <a:pt x="4029" y="13303"/>
                  </a:lnTo>
                  <a:lnTo>
                    <a:pt x="3889" y="13343"/>
                  </a:lnTo>
                  <a:lnTo>
                    <a:pt x="3570" y="13383"/>
                  </a:lnTo>
                  <a:lnTo>
                    <a:pt x="2453" y="13543"/>
                  </a:lnTo>
                  <a:lnTo>
                    <a:pt x="1596" y="13682"/>
                  </a:lnTo>
                  <a:lnTo>
                    <a:pt x="1057" y="13802"/>
                  </a:lnTo>
                  <a:lnTo>
                    <a:pt x="918" y="13862"/>
                  </a:lnTo>
                  <a:lnTo>
                    <a:pt x="878" y="13882"/>
                  </a:lnTo>
                  <a:lnTo>
                    <a:pt x="878" y="13902"/>
                  </a:lnTo>
                  <a:lnTo>
                    <a:pt x="918" y="13921"/>
                  </a:lnTo>
                  <a:lnTo>
                    <a:pt x="1077" y="13941"/>
                  </a:lnTo>
                  <a:lnTo>
                    <a:pt x="1616" y="13961"/>
                  </a:lnTo>
                  <a:lnTo>
                    <a:pt x="2473" y="13921"/>
                  </a:lnTo>
                  <a:lnTo>
                    <a:pt x="3610" y="13862"/>
                  </a:lnTo>
                  <a:lnTo>
                    <a:pt x="3949" y="13842"/>
                  </a:lnTo>
                  <a:lnTo>
                    <a:pt x="4149" y="13822"/>
                  </a:lnTo>
                  <a:lnTo>
                    <a:pt x="4348" y="13762"/>
                  </a:lnTo>
                  <a:lnTo>
                    <a:pt x="4448" y="13722"/>
                  </a:lnTo>
                  <a:lnTo>
                    <a:pt x="4547" y="13682"/>
                  </a:lnTo>
                  <a:lnTo>
                    <a:pt x="4647" y="13622"/>
                  </a:lnTo>
                  <a:lnTo>
                    <a:pt x="4747" y="13543"/>
                  </a:lnTo>
                  <a:lnTo>
                    <a:pt x="4847" y="13463"/>
                  </a:lnTo>
                  <a:lnTo>
                    <a:pt x="4926" y="13363"/>
                  </a:lnTo>
                  <a:lnTo>
                    <a:pt x="4986" y="13263"/>
                  </a:lnTo>
                  <a:lnTo>
                    <a:pt x="5046" y="13144"/>
                  </a:lnTo>
                  <a:lnTo>
                    <a:pt x="5086" y="12904"/>
                  </a:lnTo>
                  <a:lnTo>
                    <a:pt x="5106" y="12685"/>
                  </a:lnTo>
                  <a:lnTo>
                    <a:pt x="5106" y="12466"/>
                  </a:lnTo>
                  <a:lnTo>
                    <a:pt x="5066" y="12246"/>
                  </a:lnTo>
                  <a:lnTo>
                    <a:pt x="5006" y="12047"/>
                  </a:lnTo>
                  <a:lnTo>
                    <a:pt x="4946" y="11847"/>
                  </a:lnTo>
                  <a:lnTo>
                    <a:pt x="4807" y="11468"/>
                  </a:lnTo>
                  <a:lnTo>
                    <a:pt x="3570" y="8218"/>
                  </a:lnTo>
                  <a:lnTo>
                    <a:pt x="2912" y="6542"/>
                  </a:lnTo>
                  <a:lnTo>
                    <a:pt x="2294" y="4987"/>
                  </a:lnTo>
                  <a:lnTo>
                    <a:pt x="1715" y="3571"/>
                  </a:lnTo>
                  <a:lnTo>
                    <a:pt x="1197" y="2354"/>
                  </a:lnTo>
                  <a:lnTo>
                    <a:pt x="758" y="1357"/>
                  </a:lnTo>
                  <a:lnTo>
                    <a:pt x="399" y="619"/>
                  </a:lnTo>
                  <a:lnTo>
                    <a:pt x="160" y="160"/>
                  </a:lnTo>
                  <a:lnTo>
                    <a:pt x="60" y="41"/>
                  </a:lnTo>
                  <a:lnTo>
                    <a:pt x="40" y="2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7949961" y="2764414"/>
              <a:ext cx="332220" cy="150172"/>
            </a:xfrm>
            <a:custGeom>
              <a:avLst/>
              <a:gdLst/>
              <a:ahLst/>
              <a:cxnLst/>
              <a:rect l="l" t="t" r="r" b="b"/>
              <a:pathLst>
                <a:path w="16196" h="7321" extrusionOk="0">
                  <a:moveTo>
                    <a:pt x="1" y="1"/>
                  </a:moveTo>
                  <a:lnTo>
                    <a:pt x="180" y="360"/>
                  </a:lnTo>
                  <a:lnTo>
                    <a:pt x="440" y="759"/>
                  </a:lnTo>
                  <a:lnTo>
                    <a:pt x="818" y="1297"/>
                  </a:lnTo>
                  <a:lnTo>
                    <a:pt x="1038" y="1596"/>
                  </a:lnTo>
                  <a:lnTo>
                    <a:pt x="1297" y="1915"/>
                  </a:lnTo>
                  <a:lnTo>
                    <a:pt x="1596" y="2254"/>
                  </a:lnTo>
                  <a:lnTo>
                    <a:pt x="1915" y="2594"/>
                  </a:lnTo>
                  <a:lnTo>
                    <a:pt x="2274" y="2953"/>
                  </a:lnTo>
                  <a:lnTo>
                    <a:pt x="2653" y="3312"/>
                  </a:lnTo>
                  <a:lnTo>
                    <a:pt x="3072" y="3690"/>
                  </a:lnTo>
                  <a:lnTo>
                    <a:pt x="3531" y="4049"/>
                  </a:lnTo>
                  <a:lnTo>
                    <a:pt x="4029" y="4428"/>
                  </a:lnTo>
                  <a:lnTo>
                    <a:pt x="4548" y="4767"/>
                  </a:lnTo>
                  <a:lnTo>
                    <a:pt x="5106" y="5126"/>
                  </a:lnTo>
                  <a:lnTo>
                    <a:pt x="5725" y="5465"/>
                  </a:lnTo>
                  <a:lnTo>
                    <a:pt x="6363" y="5765"/>
                  </a:lnTo>
                  <a:lnTo>
                    <a:pt x="7041" y="6064"/>
                  </a:lnTo>
                  <a:lnTo>
                    <a:pt x="7759" y="6343"/>
                  </a:lnTo>
                  <a:lnTo>
                    <a:pt x="8517" y="6582"/>
                  </a:lnTo>
                  <a:lnTo>
                    <a:pt x="9315" y="6802"/>
                  </a:lnTo>
                  <a:lnTo>
                    <a:pt x="10152" y="7001"/>
                  </a:lnTo>
                  <a:lnTo>
                    <a:pt x="11050" y="7141"/>
                  </a:lnTo>
                  <a:lnTo>
                    <a:pt x="11967" y="7240"/>
                  </a:lnTo>
                  <a:lnTo>
                    <a:pt x="12446" y="7280"/>
                  </a:lnTo>
                  <a:lnTo>
                    <a:pt x="12944" y="7300"/>
                  </a:lnTo>
                  <a:lnTo>
                    <a:pt x="13443" y="7320"/>
                  </a:lnTo>
                  <a:lnTo>
                    <a:pt x="14480" y="7320"/>
                  </a:lnTo>
                  <a:lnTo>
                    <a:pt x="15018" y="7300"/>
                  </a:lnTo>
                  <a:lnTo>
                    <a:pt x="15577" y="7260"/>
                  </a:lnTo>
                  <a:lnTo>
                    <a:pt x="16135" y="7201"/>
                  </a:lnTo>
                  <a:lnTo>
                    <a:pt x="16195" y="4189"/>
                  </a:lnTo>
                  <a:lnTo>
                    <a:pt x="15836" y="4209"/>
                  </a:lnTo>
                  <a:lnTo>
                    <a:pt x="15397" y="4229"/>
                  </a:lnTo>
                  <a:lnTo>
                    <a:pt x="14799" y="4209"/>
                  </a:lnTo>
                  <a:lnTo>
                    <a:pt x="14061" y="4189"/>
                  </a:lnTo>
                  <a:lnTo>
                    <a:pt x="13204" y="4129"/>
                  </a:lnTo>
                  <a:lnTo>
                    <a:pt x="12226" y="4029"/>
                  </a:lnTo>
                  <a:lnTo>
                    <a:pt x="11129" y="3890"/>
                  </a:lnTo>
                  <a:lnTo>
                    <a:pt x="9933" y="3690"/>
                  </a:lnTo>
                  <a:lnTo>
                    <a:pt x="9315" y="3571"/>
                  </a:lnTo>
                  <a:lnTo>
                    <a:pt x="8676" y="3431"/>
                  </a:lnTo>
                  <a:lnTo>
                    <a:pt x="8018" y="3272"/>
                  </a:lnTo>
                  <a:lnTo>
                    <a:pt x="7340" y="3092"/>
                  </a:lnTo>
                  <a:lnTo>
                    <a:pt x="6642" y="2893"/>
                  </a:lnTo>
                  <a:lnTo>
                    <a:pt x="5944" y="2673"/>
                  </a:lnTo>
                  <a:lnTo>
                    <a:pt x="5226" y="2434"/>
                  </a:lnTo>
                  <a:lnTo>
                    <a:pt x="4488" y="2155"/>
                  </a:lnTo>
                  <a:lnTo>
                    <a:pt x="3750" y="1876"/>
                  </a:lnTo>
                  <a:lnTo>
                    <a:pt x="3012" y="1556"/>
                  </a:lnTo>
                  <a:lnTo>
                    <a:pt x="2254" y="1197"/>
                  </a:lnTo>
                  <a:lnTo>
                    <a:pt x="1497" y="838"/>
                  </a:lnTo>
                  <a:lnTo>
                    <a:pt x="759" y="4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7998653" y="2122604"/>
              <a:ext cx="152613" cy="57722"/>
            </a:xfrm>
            <a:custGeom>
              <a:avLst/>
              <a:gdLst/>
              <a:ahLst/>
              <a:cxnLst/>
              <a:rect l="l" t="t" r="r" b="b"/>
              <a:pathLst>
                <a:path w="7440" h="2814" extrusionOk="0">
                  <a:moveTo>
                    <a:pt x="4986" y="1"/>
                  </a:moveTo>
                  <a:lnTo>
                    <a:pt x="4587" y="21"/>
                  </a:lnTo>
                  <a:lnTo>
                    <a:pt x="4188" y="61"/>
                  </a:lnTo>
                  <a:lnTo>
                    <a:pt x="3769" y="121"/>
                  </a:lnTo>
                  <a:lnTo>
                    <a:pt x="3351" y="220"/>
                  </a:lnTo>
                  <a:lnTo>
                    <a:pt x="2932" y="340"/>
                  </a:lnTo>
                  <a:lnTo>
                    <a:pt x="2533" y="480"/>
                  </a:lnTo>
                  <a:lnTo>
                    <a:pt x="2154" y="639"/>
                  </a:lnTo>
                  <a:lnTo>
                    <a:pt x="1795" y="799"/>
                  </a:lnTo>
                  <a:lnTo>
                    <a:pt x="1476" y="978"/>
                  </a:lnTo>
                  <a:lnTo>
                    <a:pt x="1177" y="1178"/>
                  </a:lnTo>
                  <a:lnTo>
                    <a:pt x="918" y="1377"/>
                  </a:lnTo>
                  <a:lnTo>
                    <a:pt x="678" y="1577"/>
                  </a:lnTo>
                  <a:lnTo>
                    <a:pt x="479" y="1756"/>
                  </a:lnTo>
                  <a:lnTo>
                    <a:pt x="319" y="1935"/>
                  </a:lnTo>
                  <a:lnTo>
                    <a:pt x="200" y="2115"/>
                  </a:lnTo>
                  <a:lnTo>
                    <a:pt x="100" y="2275"/>
                  </a:lnTo>
                  <a:lnTo>
                    <a:pt x="40" y="2414"/>
                  </a:lnTo>
                  <a:lnTo>
                    <a:pt x="0" y="2534"/>
                  </a:lnTo>
                  <a:lnTo>
                    <a:pt x="0" y="2653"/>
                  </a:lnTo>
                  <a:lnTo>
                    <a:pt x="40" y="2733"/>
                  </a:lnTo>
                  <a:lnTo>
                    <a:pt x="120" y="2773"/>
                  </a:lnTo>
                  <a:lnTo>
                    <a:pt x="200" y="2813"/>
                  </a:lnTo>
                  <a:lnTo>
                    <a:pt x="479" y="2813"/>
                  </a:lnTo>
                  <a:lnTo>
                    <a:pt x="838" y="2733"/>
                  </a:lnTo>
                  <a:lnTo>
                    <a:pt x="1296" y="2594"/>
                  </a:lnTo>
                  <a:lnTo>
                    <a:pt x="2413" y="2235"/>
                  </a:lnTo>
                  <a:lnTo>
                    <a:pt x="3051" y="2035"/>
                  </a:lnTo>
                  <a:lnTo>
                    <a:pt x="3750" y="1856"/>
                  </a:lnTo>
                  <a:lnTo>
                    <a:pt x="4448" y="1696"/>
                  </a:lnTo>
                  <a:lnTo>
                    <a:pt x="5126" y="1557"/>
                  </a:lnTo>
                  <a:lnTo>
                    <a:pt x="6282" y="1357"/>
                  </a:lnTo>
                  <a:lnTo>
                    <a:pt x="6741" y="1257"/>
                  </a:lnTo>
                  <a:lnTo>
                    <a:pt x="7080" y="1158"/>
                  </a:lnTo>
                  <a:lnTo>
                    <a:pt x="7220" y="1098"/>
                  </a:lnTo>
                  <a:lnTo>
                    <a:pt x="7339" y="1038"/>
                  </a:lnTo>
                  <a:lnTo>
                    <a:pt x="7399" y="958"/>
                  </a:lnTo>
                  <a:lnTo>
                    <a:pt x="7439" y="878"/>
                  </a:lnTo>
                  <a:lnTo>
                    <a:pt x="7439" y="799"/>
                  </a:lnTo>
                  <a:lnTo>
                    <a:pt x="7399" y="699"/>
                  </a:lnTo>
                  <a:lnTo>
                    <a:pt x="7300" y="599"/>
                  </a:lnTo>
                  <a:lnTo>
                    <a:pt x="7180" y="500"/>
                  </a:lnTo>
                  <a:lnTo>
                    <a:pt x="7020" y="420"/>
                  </a:lnTo>
                  <a:lnTo>
                    <a:pt x="6821" y="320"/>
                  </a:lnTo>
                  <a:lnTo>
                    <a:pt x="6582" y="240"/>
                  </a:lnTo>
                  <a:lnTo>
                    <a:pt x="6322" y="160"/>
                  </a:lnTo>
                  <a:lnTo>
                    <a:pt x="6023" y="101"/>
                  </a:lnTo>
                  <a:lnTo>
                    <a:pt x="5704" y="41"/>
                  </a:lnTo>
                  <a:lnTo>
                    <a:pt x="5365" y="21"/>
                  </a:lnTo>
                  <a:lnTo>
                    <a:pt x="49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339801" y="2082116"/>
              <a:ext cx="124388" cy="60163"/>
            </a:xfrm>
            <a:custGeom>
              <a:avLst/>
              <a:gdLst/>
              <a:ahLst/>
              <a:cxnLst/>
              <a:rect l="l" t="t" r="r" b="b"/>
              <a:pathLst>
                <a:path w="6064" h="2933" extrusionOk="0">
                  <a:moveTo>
                    <a:pt x="1436" y="1"/>
                  </a:moveTo>
                  <a:lnTo>
                    <a:pt x="1157" y="40"/>
                  </a:lnTo>
                  <a:lnTo>
                    <a:pt x="898" y="100"/>
                  </a:lnTo>
                  <a:lnTo>
                    <a:pt x="678" y="160"/>
                  </a:lnTo>
                  <a:lnTo>
                    <a:pt x="479" y="240"/>
                  </a:lnTo>
                  <a:lnTo>
                    <a:pt x="319" y="340"/>
                  </a:lnTo>
                  <a:lnTo>
                    <a:pt x="180" y="419"/>
                  </a:lnTo>
                  <a:lnTo>
                    <a:pt x="80" y="519"/>
                  </a:lnTo>
                  <a:lnTo>
                    <a:pt x="20" y="619"/>
                  </a:lnTo>
                  <a:lnTo>
                    <a:pt x="0" y="699"/>
                  </a:lnTo>
                  <a:lnTo>
                    <a:pt x="0" y="798"/>
                  </a:lnTo>
                  <a:lnTo>
                    <a:pt x="40" y="878"/>
                  </a:lnTo>
                  <a:lnTo>
                    <a:pt x="120" y="958"/>
                  </a:lnTo>
                  <a:lnTo>
                    <a:pt x="220" y="1018"/>
                  </a:lnTo>
                  <a:lnTo>
                    <a:pt x="339" y="1077"/>
                  </a:lnTo>
                  <a:lnTo>
                    <a:pt x="618" y="1197"/>
                  </a:lnTo>
                  <a:lnTo>
                    <a:pt x="997" y="1317"/>
                  </a:lnTo>
                  <a:lnTo>
                    <a:pt x="1915" y="1556"/>
                  </a:lnTo>
                  <a:lnTo>
                    <a:pt x="2413" y="1696"/>
                  </a:lnTo>
                  <a:lnTo>
                    <a:pt x="2952" y="1875"/>
                  </a:lnTo>
                  <a:lnTo>
                    <a:pt x="3490" y="2075"/>
                  </a:lnTo>
                  <a:lnTo>
                    <a:pt x="3989" y="2274"/>
                  </a:lnTo>
                  <a:lnTo>
                    <a:pt x="4847" y="2653"/>
                  </a:lnTo>
                  <a:lnTo>
                    <a:pt x="5206" y="2793"/>
                  </a:lnTo>
                  <a:lnTo>
                    <a:pt x="5505" y="2892"/>
                  </a:lnTo>
                  <a:lnTo>
                    <a:pt x="5644" y="2912"/>
                  </a:lnTo>
                  <a:lnTo>
                    <a:pt x="5764" y="2932"/>
                  </a:lnTo>
                  <a:lnTo>
                    <a:pt x="5864" y="2912"/>
                  </a:lnTo>
                  <a:lnTo>
                    <a:pt x="5943" y="2872"/>
                  </a:lnTo>
                  <a:lnTo>
                    <a:pt x="6023" y="2813"/>
                  </a:lnTo>
                  <a:lnTo>
                    <a:pt x="6043" y="2713"/>
                  </a:lnTo>
                  <a:lnTo>
                    <a:pt x="6063" y="2613"/>
                  </a:lnTo>
                  <a:lnTo>
                    <a:pt x="6043" y="2474"/>
                  </a:lnTo>
                  <a:lnTo>
                    <a:pt x="6003" y="2334"/>
                  </a:lnTo>
                  <a:lnTo>
                    <a:pt x="5923" y="2154"/>
                  </a:lnTo>
                  <a:lnTo>
                    <a:pt x="5824" y="1975"/>
                  </a:lnTo>
                  <a:lnTo>
                    <a:pt x="5684" y="1776"/>
                  </a:lnTo>
                  <a:lnTo>
                    <a:pt x="5525" y="1576"/>
                  </a:lnTo>
                  <a:lnTo>
                    <a:pt x="5325" y="1377"/>
                  </a:lnTo>
                  <a:lnTo>
                    <a:pt x="5106" y="1157"/>
                  </a:lnTo>
                  <a:lnTo>
                    <a:pt x="4847" y="958"/>
                  </a:lnTo>
                  <a:lnTo>
                    <a:pt x="4547" y="778"/>
                  </a:lnTo>
                  <a:lnTo>
                    <a:pt x="4228" y="599"/>
                  </a:lnTo>
                  <a:lnTo>
                    <a:pt x="3889" y="439"/>
                  </a:lnTo>
                  <a:lnTo>
                    <a:pt x="3530" y="280"/>
                  </a:lnTo>
                  <a:lnTo>
                    <a:pt x="3151" y="180"/>
                  </a:lnTo>
                  <a:lnTo>
                    <a:pt x="2792" y="80"/>
                  </a:lnTo>
                  <a:lnTo>
                    <a:pt x="2433" y="20"/>
                  </a:lnTo>
                  <a:lnTo>
                    <a:pt x="20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7664457" y="1704971"/>
              <a:ext cx="594842" cy="570699"/>
            </a:xfrm>
            <a:custGeom>
              <a:avLst/>
              <a:gdLst/>
              <a:ahLst/>
              <a:cxnLst/>
              <a:rect l="l" t="t" r="r" b="b"/>
              <a:pathLst>
                <a:path w="28999" h="27822" extrusionOk="0">
                  <a:moveTo>
                    <a:pt x="19824" y="0"/>
                  </a:moveTo>
                  <a:lnTo>
                    <a:pt x="18687" y="20"/>
                  </a:lnTo>
                  <a:lnTo>
                    <a:pt x="17570" y="100"/>
                  </a:lnTo>
                  <a:lnTo>
                    <a:pt x="16454" y="200"/>
                  </a:lnTo>
                  <a:lnTo>
                    <a:pt x="15337" y="339"/>
                  </a:lnTo>
                  <a:lnTo>
                    <a:pt x="14220" y="519"/>
                  </a:lnTo>
                  <a:lnTo>
                    <a:pt x="13103" y="738"/>
                  </a:lnTo>
                  <a:lnTo>
                    <a:pt x="12006" y="997"/>
                  </a:lnTo>
                  <a:lnTo>
                    <a:pt x="10929" y="1297"/>
                  </a:lnTo>
                  <a:lnTo>
                    <a:pt x="10151" y="1516"/>
                  </a:lnTo>
                  <a:lnTo>
                    <a:pt x="9374" y="1775"/>
                  </a:lnTo>
                  <a:lnTo>
                    <a:pt x="8616" y="2074"/>
                  </a:lnTo>
                  <a:lnTo>
                    <a:pt x="7858" y="2374"/>
                  </a:lnTo>
                  <a:lnTo>
                    <a:pt x="7120" y="2733"/>
                  </a:lnTo>
                  <a:lnTo>
                    <a:pt x="6402" y="3092"/>
                  </a:lnTo>
                  <a:lnTo>
                    <a:pt x="5704" y="3490"/>
                  </a:lnTo>
                  <a:lnTo>
                    <a:pt x="5026" y="3929"/>
                  </a:lnTo>
                  <a:lnTo>
                    <a:pt x="4368" y="4408"/>
                  </a:lnTo>
                  <a:lnTo>
                    <a:pt x="3749" y="4906"/>
                  </a:lnTo>
                  <a:lnTo>
                    <a:pt x="3450" y="5166"/>
                  </a:lnTo>
                  <a:lnTo>
                    <a:pt x="3171" y="5425"/>
                  </a:lnTo>
                  <a:lnTo>
                    <a:pt x="2892" y="5704"/>
                  </a:lnTo>
                  <a:lnTo>
                    <a:pt x="2633" y="6003"/>
                  </a:lnTo>
                  <a:lnTo>
                    <a:pt x="2373" y="6303"/>
                  </a:lnTo>
                  <a:lnTo>
                    <a:pt x="2114" y="6602"/>
                  </a:lnTo>
                  <a:lnTo>
                    <a:pt x="1895" y="6921"/>
                  </a:lnTo>
                  <a:lnTo>
                    <a:pt x="1675" y="7240"/>
                  </a:lnTo>
                  <a:lnTo>
                    <a:pt x="1456" y="7579"/>
                  </a:lnTo>
                  <a:lnTo>
                    <a:pt x="1256" y="7918"/>
                  </a:lnTo>
                  <a:lnTo>
                    <a:pt x="1077" y="8277"/>
                  </a:lnTo>
                  <a:lnTo>
                    <a:pt x="917" y="8636"/>
                  </a:lnTo>
                  <a:lnTo>
                    <a:pt x="698" y="9174"/>
                  </a:lnTo>
                  <a:lnTo>
                    <a:pt x="519" y="9713"/>
                  </a:lnTo>
                  <a:lnTo>
                    <a:pt x="359" y="10251"/>
                  </a:lnTo>
                  <a:lnTo>
                    <a:pt x="239" y="10790"/>
                  </a:lnTo>
                  <a:lnTo>
                    <a:pt x="140" y="11348"/>
                  </a:lnTo>
                  <a:lnTo>
                    <a:pt x="80" y="11907"/>
                  </a:lnTo>
                  <a:lnTo>
                    <a:pt x="40" y="12465"/>
                  </a:lnTo>
                  <a:lnTo>
                    <a:pt x="0" y="13044"/>
                  </a:lnTo>
                  <a:lnTo>
                    <a:pt x="0" y="13602"/>
                  </a:lnTo>
                  <a:lnTo>
                    <a:pt x="20" y="14180"/>
                  </a:lnTo>
                  <a:lnTo>
                    <a:pt x="40" y="14759"/>
                  </a:lnTo>
                  <a:lnTo>
                    <a:pt x="80" y="15337"/>
                  </a:lnTo>
                  <a:lnTo>
                    <a:pt x="180" y="16494"/>
                  </a:lnTo>
                  <a:lnTo>
                    <a:pt x="319" y="17671"/>
                  </a:lnTo>
                  <a:lnTo>
                    <a:pt x="618" y="20004"/>
                  </a:lnTo>
                  <a:lnTo>
                    <a:pt x="758" y="21181"/>
                  </a:lnTo>
                  <a:lnTo>
                    <a:pt x="838" y="22357"/>
                  </a:lnTo>
                  <a:lnTo>
                    <a:pt x="878" y="22936"/>
                  </a:lnTo>
                  <a:lnTo>
                    <a:pt x="878" y="23534"/>
                  </a:lnTo>
                  <a:lnTo>
                    <a:pt x="878" y="24112"/>
                  </a:lnTo>
                  <a:lnTo>
                    <a:pt x="858" y="24691"/>
                  </a:lnTo>
                  <a:lnTo>
                    <a:pt x="818" y="25249"/>
                  </a:lnTo>
                  <a:lnTo>
                    <a:pt x="738" y="25828"/>
                  </a:lnTo>
                  <a:lnTo>
                    <a:pt x="658" y="26406"/>
                  </a:lnTo>
                  <a:lnTo>
                    <a:pt x="539" y="26964"/>
                  </a:lnTo>
                  <a:lnTo>
                    <a:pt x="798" y="27184"/>
                  </a:lnTo>
                  <a:lnTo>
                    <a:pt x="1097" y="27363"/>
                  </a:lnTo>
                  <a:lnTo>
                    <a:pt x="1396" y="27503"/>
                  </a:lnTo>
                  <a:lnTo>
                    <a:pt x="1715" y="27623"/>
                  </a:lnTo>
                  <a:lnTo>
                    <a:pt x="2054" y="27722"/>
                  </a:lnTo>
                  <a:lnTo>
                    <a:pt x="2393" y="27782"/>
                  </a:lnTo>
                  <a:lnTo>
                    <a:pt x="2732" y="27822"/>
                  </a:lnTo>
                  <a:lnTo>
                    <a:pt x="3071" y="27822"/>
                  </a:lnTo>
                  <a:lnTo>
                    <a:pt x="3430" y="27802"/>
                  </a:lnTo>
                  <a:lnTo>
                    <a:pt x="3769" y="27762"/>
                  </a:lnTo>
                  <a:lnTo>
                    <a:pt x="4108" y="27682"/>
                  </a:lnTo>
                  <a:lnTo>
                    <a:pt x="4447" y="27603"/>
                  </a:lnTo>
                  <a:lnTo>
                    <a:pt x="4787" y="27483"/>
                  </a:lnTo>
                  <a:lnTo>
                    <a:pt x="5106" y="27343"/>
                  </a:lnTo>
                  <a:lnTo>
                    <a:pt x="5425" y="27164"/>
                  </a:lnTo>
                  <a:lnTo>
                    <a:pt x="5724" y="26984"/>
                  </a:lnTo>
                  <a:lnTo>
                    <a:pt x="6003" y="26785"/>
                  </a:lnTo>
                  <a:lnTo>
                    <a:pt x="6262" y="26565"/>
                  </a:lnTo>
                  <a:lnTo>
                    <a:pt x="6522" y="26326"/>
                  </a:lnTo>
                  <a:lnTo>
                    <a:pt x="6761" y="26087"/>
                  </a:lnTo>
                  <a:lnTo>
                    <a:pt x="7000" y="25828"/>
                  </a:lnTo>
                  <a:lnTo>
                    <a:pt x="7200" y="25568"/>
                  </a:lnTo>
                  <a:lnTo>
                    <a:pt x="7419" y="25289"/>
                  </a:lnTo>
                  <a:lnTo>
                    <a:pt x="7599" y="24990"/>
                  </a:lnTo>
                  <a:lnTo>
                    <a:pt x="7798" y="24691"/>
                  </a:lnTo>
                  <a:lnTo>
                    <a:pt x="7958" y="24392"/>
                  </a:lnTo>
                  <a:lnTo>
                    <a:pt x="8277" y="23753"/>
                  </a:lnTo>
                  <a:lnTo>
                    <a:pt x="8556" y="23115"/>
                  </a:lnTo>
                  <a:lnTo>
                    <a:pt x="8775" y="22457"/>
                  </a:lnTo>
                  <a:lnTo>
                    <a:pt x="8456" y="24930"/>
                  </a:lnTo>
                  <a:lnTo>
                    <a:pt x="8815" y="24970"/>
                  </a:lnTo>
                  <a:lnTo>
                    <a:pt x="9154" y="24990"/>
                  </a:lnTo>
                  <a:lnTo>
                    <a:pt x="9852" y="24990"/>
                  </a:lnTo>
                  <a:lnTo>
                    <a:pt x="10191" y="24970"/>
                  </a:lnTo>
                  <a:lnTo>
                    <a:pt x="10530" y="24930"/>
                  </a:lnTo>
                  <a:lnTo>
                    <a:pt x="10869" y="24890"/>
                  </a:lnTo>
                  <a:lnTo>
                    <a:pt x="11208" y="24830"/>
                  </a:lnTo>
                  <a:lnTo>
                    <a:pt x="11887" y="24691"/>
                  </a:lnTo>
                  <a:lnTo>
                    <a:pt x="12545" y="24491"/>
                  </a:lnTo>
                  <a:lnTo>
                    <a:pt x="13203" y="24252"/>
                  </a:lnTo>
                  <a:lnTo>
                    <a:pt x="13841" y="23993"/>
                  </a:lnTo>
                  <a:lnTo>
                    <a:pt x="14459" y="23674"/>
                  </a:lnTo>
                  <a:lnTo>
                    <a:pt x="15078" y="23335"/>
                  </a:lnTo>
                  <a:lnTo>
                    <a:pt x="15656" y="22956"/>
                  </a:lnTo>
                  <a:lnTo>
                    <a:pt x="16234" y="22537"/>
                  </a:lnTo>
                  <a:lnTo>
                    <a:pt x="16793" y="22098"/>
                  </a:lnTo>
                  <a:lnTo>
                    <a:pt x="17331" y="21639"/>
                  </a:lnTo>
                  <a:lnTo>
                    <a:pt x="17830" y="21161"/>
                  </a:lnTo>
                  <a:lnTo>
                    <a:pt x="18328" y="20662"/>
                  </a:lnTo>
                  <a:lnTo>
                    <a:pt x="18787" y="20124"/>
                  </a:lnTo>
                  <a:lnTo>
                    <a:pt x="19226" y="19585"/>
                  </a:lnTo>
                  <a:lnTo>
                    <a:pt x="19645" y="19047"/>
                  </a:lnTo>
                  <a:lnTo>
                    <a:pt x="20044" y="18468"/>
                  </a:lnTo>
                  <a:lnTo>
                    <a:pt x="20422" y="17890"/>
                  </a:lnTo>
                  <a:lnTo>
                    <a:pt x="20801" y="17312"/>
                  </a:lnTo>
                  <a:lnTo>
                    <a:pt x="21160" y="16713"/>
                  </a:lnTo>
                  <a:lnTo>
                    <a:pt x="21499" y="16115"/>
                  </a:lnTo>
                  <a:lnTo>
                    <a:pt x="21838" y="15497"/>
                  </a:lnTo>
                  <a:lnTo>
                    <a:pt x="22158" y="14878"/>
                  </a:lnTo>
                  <a:lnTo>
                    <a:pt x="22776" y="13622"/>
                  </a:lnTo>
                  <a:lnTo>
                    <a:pt x="23374" y="12346"/>
                  </a:lnTo>
                  <a:lnTo>
                    <a:pt x="23953" y="11069"/>
                  </a:lnTo>
                  <a:lnTo>
                    <a:pt x="23893" y="11707"/>
                  </a:lnTo>
                  <a:lnTo>
                    <a:pt x="23833" y="12326"/>
                  </a:lnTo>
                  <a:lnTo>
                    <a:pt x="23733" y="12964"/>
                  </a:lnTo>
                  <a:lnTo>
                    <a:pt x="23594" y="13582"/>
                  </a:lnTo>
                  <a:lnTo>
                    <a:pt x="23454" y="14180"/>
                  </a:lnTo>
                  <a:lnTo>
                    <a:pt x="23294" y="14799"/>
                  </a:lnTo>
                  <a:lnTo>
                    <a:pt x="23095" y="15397"/>
                  </a:lnTo>
                  <a:lnTo>
                    <a:pt x="22876" y="15995"/>
                  </a:lnTo>
                  <a:lnTo>
                    <a:pt x="22636" y="16574"/>
                  </a:lnTo>
                  <a:lnTo>
                    <a:pt x="22377" y="17152"/>
                  </a:lnTo>
                  <a:lnTo>
                    <a:pt x="22098" y="17710"/>
                  </a:lnTo>
                  <a:lnTo>
                    <a:pt x="21779" y="18269"/>
                  </a:lnTo>
                  <a:lnTo>
                    <a:pt x="21460" y="18807"/>
                  </a:lnTo>
                  <a:lnTo>
                    <a:pt x="21120" y="19346"/>
                  </a:lnTo>
                  <a:lnTo>
                    <a:pt x="20742" y="19844"/>
                  </a:lnTo>
                  <a:lnTo>
                    <a:pt x="20363" y="20343"/>
                  </a:lnTo>
                  <a:lnTo>
                    <a:pt x="20602" y="20403"/>
                  </a:lnTo>
                  <a:lnTo>
                    <a:pt x="20861" y="20423"/>
                  </a:lnTo>
                  <a:lnTo>
                    <a:pt x="21120" y="20443"/>
                  </a:lnTo>
                  <a:lnTo>
                    <a:pt x="21360" y="20443"/>
                  </a:lnTo>
                  <a:lnTo>
                    <a:pt x="21619" y="20423"/>
                  </a:lnTo>
                  <a:lnTo>
                    <a:pt x="21878" y="20383"/>
                  </a:lnTo>
                  <a:lnTo>
                    <a:pt x="22118" y="20323"/>
                  </a:lnTo>
                  <a:lnTo>
                    <a:pt x="22377" y="20263"/>
                  </a:lnTo>
                  <a:lnTo>
                    <a:pt x="22616" y="20164"/>
                  </a:lnTo>
                  <a:lnTo>
                    <a:pt x="22856" y="20084"/>
                  </a:lnTo>
                  <a:lnTo>
                    <a:pt x="23095" y="19964"/>
                  </a:lnTo>
                  <a:lnTo>
                    <a:pt x="23314" y="19844"/>
                  </a:lnTo>
                  <a:lnTo>
                    <a:pt x="23534" y="19705"/>
                  </a:lnTo>
                  <a:lnTo>
                    <a:pt x="23753" y="19565"/>
                  </a:lnTo>
                  <a:lnTo>
                    <a:pt x="23953" y="19406"/>
                  </a:lnTo>
                  <a:lnTo>
                    <a:pt x="24152" y="19246"/>
                  </a:lnTo>
                  <a:lnTo>
                    <a:pt x="24531" y="18907"/>
                  </a:lnTo>
                  <a:lnTo>
                    <a:pt x="24870" y="18528"/>
                  </a:lnTo>
                  <a:lnTo>
                    <a:pt x="25189" y="18129"/>
                  </a:lnTo>
                  <a:lnTo>
                    <a:pt x="25488" y="17690"/>
                  </a:lnTo>
                  <a:lnTo>
                    <a:pt x="25767" y="17272"/>
                  </a:lnTo>
                  <a:lnTo>
                    <a:pt x="26007" y="16813"/>
                  </a:lnTo>
                  <a:lnTo>
                    <a:pt x="26246" y="16354"/>
                  </a:lnTo>
                  <a:lnTo>
                    <a:pt x="26485" y="15896"/>
                  </a:lnTo>
                  <a:lnTo>
                    <a:pt x="26844" y="15058"/>
                  </a:lnTo>
                  <a:lnTo>
                    <a:pt x="27203" y="14200"/>
                  </a:lnTo>
                  <a:lnTo>
                    <a:pt x="27522" y="13343"/>
                  </a:lnTo>
                  <a:lnTo>
                    <a:pt x="27802" y="12465"/>
                  </a:lnTo>
                  <a:lnTo>
                    <a:pt x="28061" y="11588"/>
                  </a:lnTo>
                  <a:lnTo>
                    <a:pt x="28280" y="10690"/>
                  </a:lnTo>
                  <a:lnTo>
                    <a:pt x="28480" y="9793"/>
                  </a:lnTo>
                  <a:lnTo>
                    <a:pt x="28639" y="8895"/>
                  </a:lnTo>
                  <a:lnTo>
                    <a:pt x="28779" y="7978"/>
                  </a:lnTo>
                  <a:lnTo>
                    <a:pt x="28879" y="7060"/>
                  </a:lnTo>
                  <a:lnTo>
                    <a:pt x="28958" y="6143"/>
                  </a:lnTo>
                  <a:lnTo>
                    <a:pt x="28998" y="5226"/>
                  </a:lnTo>
                  <a:lnTo>
                    <a:pt x="28998" y="4308"/>
                  </a:lnTo>
                  <a:lnTo>
                    <a:pt x="28978" y="3391"/>
                  </a:lnTo>
                  <a:lnTo>
                    <a:pt x="28918" y="2473"/>
                  </a:lnTo>
                  <a:lnTo>
                    <a:pt x="28839" y="1556"/>
                  </a:lnTo>
                  <a:lnTo>
                    <a:pt x="28759" y="1077"/>
                  </a:lnTo>
                  <a:lnTo>
                    <a:pt x="27662" y="798"/>
                  </a:lnTo>
                  <a:lnTo>
                    <a:pt x="26545" y="579"/>
                  </a:lnTo>
                  <a:lnTo>
                    <a:pt x="25448" y="399"/>
                  </a:lnTo>
                  <a:lnTo>
                    <a:pt x="24331" y="240"/>
                  </a:lnTo>
                  <a:lnTo>
                    <a:pt x="23195" y="120"/>
                  </a:lnTo>
                  <a:lnTo>
                    <a:pt x="22078" y="40"/>
                  </a:lnTo>
                  <a:lnTo>
                    <a:pt x="20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7664457" y="1704971"/>
              <a:ext cx="594842" cy="570699"/>
            </a:xfrm>
            <a:custGeom>
              <a:avLst/>
              <a:gdLst/>
              <a:ahLst/>
              <a:cxnLst/>
              <a:rect l="l" t="t" r="r" b="b"/>
              <a:pathLst>
                <a:path w="28999" h="27822" fill="none" extrusionOk="0">
                  <a:moveTo>
                    <a:pt x="28839" y="1556"/>
                  </a:moveTo>
                  <a:lnTo>
                    <a:pt x="28839" y="1556"/>
                  </a:lnTo>
                  <a:lnTo>
                    <a:pt x="28918" y="2473"/>
                  </a:lnTo>
                  <a:lnTo>
                    <a:pt x="28978" y="3391"/>
                  </a:lnTo>
                  <a:lnTo>
                    <a:pt x="28998" y="4308"/>
                  </a:lnTo>
                  <a:lnTo>
                    <a:pt x="28998" y="5226"/>
                  </a:lnTo>
                  <a:lnTo>
                    <a:pt x="28958" y="6143"/>
                  </a:lnTo>
                  <a:lnTo>
                    <a:pt x="28879" y="7060"/>
                  </a:lnTo>
                  <a:lnTo>
                    <a:pt x="28779" y="7978"/>
                  </a:lnTo>
                  <a:lnTo>
                    <a:pt x="28639" y="8895"/>
                  </a:lnTo>
                  <a:lnTo>
                    <a:pt x="28480" y="9793"/>
                  </a:lnTo>
                  <a:lnTo>
                    <a:pt x="28280" y="10690"/>
                  </a:lnTo>
                  <a:lnTo>
                    <a:pt x="28061" y="11588"/>
                  </a:lnTo>
                  <a:lnTo>
                    <a:pt x="27802" y="12465"/>
                  </a:lnTo>
                  <a:lnTo>
                    <a:pt x="27522" y="13343"/>
                  </a:lnTo>
                  <a:lnTo>
                    <a:pt x="27203" y="14200"/>
                  </a:lnTo>
                  <a:lnTo>
                    <a:pt x="26844" y="15058"/>
                  </a:lnTo>
                  <a:lnTo>
                    <a:pt x="26485" y="15896"/>
                  </a:lnTo>
                  <a:lnTo>
                    <a:pt x="26485" y="15896"/>
                  </a:lnTo>
                  <a:lnTo>
                    <a:pt x="26246" y="16354"/>
                  </a:lnTo>
                  <a:lnTo>
                    <a:pt x="26007" y="16813"/>
                  </a:lnTo>
                  <a:lnTo>
                    <a:pt x="25767" y="17272"/>
                  </a:lnTo>
                  <a:lnTo>
                    <a:pt x="25488" y="17690"/>
                  </a:lnTo>
                  <a:lnTo>
                    <a:pt x="25189" y="18129"/>
                  </a:lnTo>
                  <a:lnTo>
                    <a:pt x="24870" y="18528"/>
                  </a:lnTo>
                  <a:lnTo>
                    <a:pt x="24531" y="18907"/>
                  </a:lnTo>
                  <a:lnTo>
                    <a:pt x="24152" y="19246"/>
                  </a:lnTo>
                  <a:lnTo>
                    <a:pt x="24152" y="19246"/>
                  </a:lnTo>
                  <a:lnTo>
                    <a:pt x="23953" y="19406"/>
                  </a:lnTo>
                  <a:lnTo>
                    <a:pt x="23753" y="19565"/>
                  </a:lnTo>
                  <a:lnTo>
                    <a:pt x="23534" y="19705"/>
                  </a:lnTo>
                  <a:lnTo>
                    <a:pt x="23314" y="19844"/>
                  </a:lnTo>
                  <a:lnTo>
                    <a:pt x="23095" y="19964"/>
                  </a:lnTo>
                  <a:lnTo>
                    <a:pt x="22856" y="20084"/>
                  </a:lnTo>
                  <a:lnTo>
                    <a:pt x="22616" y="20164"/>
                  </a:lnTo>
                  <a:lnTo>
                    <a:pt x="22377" y="20263"/>
                  </a:lnTo>
                  <a:lnTo>
                    <a:pt x="22118" y="20323"/>
                  </a:lnTo>
                  <a:lnTo>
                    <a:pt x="21878" y="20383"/>
                  </a:lnTo>
                  <a:lnTo>
                    <a:pt x="21619" y="20423"/>
                  </a:lnTo>
                  <a:lnTo>
                    <a:pt x="21360" y="20443"/>
                  </a:lnTo>
                  <a:lnTo>
                    <a:pt x="21120" y="20443"/>
                  </a:lnTo>
                  <a:lnTo>
                    <a:pt x="20861" y="20423"/>
                  </a:lnTo>
                  <a:lnTo>
                    <a:pt x="20602" y="20403"/>
                  </a:lnTo>
                  <a:lnTo>
                    <a:pt x="20363" y="20343"/>
                  </a:lnTo>
                  <a:lnTo>
                    <a:pt x="20363" y="20343"/>
                  </a:lnTo>
                  <a:lnTo>
                    <a:pt x="20742" y="19844"/>
                  </a:lnTo>
                  <a:lnTo>
                    <a:pt x="21120" y="19346"/>
                  </a:lnTo>
                  <a:lnTo>
                    <a:pt x="21460" y="18807"/>
                  </a:lnTo>
                  <a:lnTo>
                    <a:pt x="21779" y="18269"/>
                  </a:lnTo>
                  <a:lnTo>
                    <a:pt x="22098" y="17710"/>
                  </a:lnTo>
                  <a:lnTo>
                    <a:pt x="22377" y="17152"/>
                  </a:lnTo>
                  <a:lnTo>
                    <a:pt x="22636" y="16574"/>
                  </a:lnTo>
                  <a:lnTo>
                    <a:pt x="22876" y="15995"/>
                  </a:lnTo>
                  <a:lnTo>
                    <a:pt x="23095" y="15397"/>
                  </a:lnTo>
                  <a:lnTo>
                    <a:pt x="23294" y="14799"/>
                  </a:lnTo>
                  <a:lnTo>
                    <a:pt x="23454" y="14180"/>
                  </a:lnTo>
                  <a:lnTo>
                    <a:pt x="23594" y="13582"/>
                  </a:lnTo>
                  <a:lnTo>
                    <a:pt x="23733" y="12964"/>
                  </a:lnTo>
                  <a:lnTo>
                    <a:pt x="23833" y="12326"/>
                  </a:lnTo>
                  <a:lnTo>
                    <a:pt x="23893" y="11707"/>
                  </a:lnTo>
                  <a:lnTo>
                    <a:pt x="23953" y="11069"/>
                  </a:lnTo>
                  <a:lnTo>
                    <a:pt x="23953" y="11069"/>
                  </a:lnTo>
                  <a:lnTo>
                    <a:pt x="23374" y="12346"/>
                  </a:lnTo>
                  <a:lnTo>
                    <a:pt x="22776" y="13622"/>
                  </a:lnTo>
                  <a:lnTo>
                    <a:pt x="22158" y="14878"/>
                  </a:lnTo>
                  <a:lnTo>
                    <a:pt x="21838" y="15497"/>
                  </a:lnTo>
                  <a:lnTo>
                    <a:pt x="21499" y="16115"/>
                  </a:lnTo>
                  <a:lnTo>
                    <a:pt x="21160" y="16713"/>
                  </a:lnTo>
                  <a:lnTo>
                    <a:pt x="20801" y="17312"/>
                  </a:lnTo>
                  <a:lnTo>
                    <a:pt x="20422" y="17890"/>
                  </a:lnTo>
                  <a:lnTo>
                    <a:pt x="20044" y="18468"/>
                  </a:lnTo>
                  <a:lnTo>
                    <a:pt x="19645" y="19047"/>
                  </a:lnTo>
                  <a:lnTo>
                    <a:pt x="19226" y="19585"/>
                  </a:lnTo>
                  <a:lnTo>
                    <a:pt x="18787" y="20124"/>
                  </a:lnTo>
                  <a:lnTo>
                    <a:pt x="18328" y="20662"/>
                  </a:lnTo>
                  <a:lnTo>
                    <a:pt x="18328" y="20662"/>
                  </a:lnTo>
                  <a:lnTo>
                    <a:pt x="17830" y="21161"/>
                  </a:lnTo>
                  <a:lnTo>
                    <a:pt x="17331" y="21639"/>
                  </a:lnTo>
                  <a:lnTo>
                    <a:pt x="16793" y="22098"/>
                  </a:lnTo>
                  <a:lnTo>
                    <a:pt x="16234" y="22537"/>
                  </a:lnTo>
                  <a:lnTo>
                    <a:pt x="15656" y="22956"/>
                  </a:lnTo>
                  <a:lnTo>
                    <a:pt x="15078" y="23335"/>
                  </a:lnTo>
                  <a:lnTo>
                    <a:pt x="14459" y="23674"/>
                  </a:lnTo>
                  <a:lnTo>
                    <a:pt x="13841" y="23993"/>
                  </a:lnTo>
                  <a:lnTo>
                    <a:pt x="13203" y="24252"/>
                  </a:lnTo>
                  <a:lnTo>
                    <a:pt x="12545" y="24491"/>
                  </a:lnTo>
                  <a:lnTo>
                    <a:pt x="11887" y="24691"/>
                  </a:lnTo>
                  <a:lnTo>
                    <a:pt x="11208" y="24830"/>
                  </a:lnTo>
                  <a:lnTo>
                    <a:pt x="10869" y="24890"/>
                  </a:lnTo>
                  <a:lnTo>
                    <a:pt x="10530" y="24930"/>
                  </a:lnTo>
                  <a:lnTo>
                    <a:pt x="10191" y="24970"/>
                  </a:lnTo>
                  <a:lnTo>
                    <a:pt x="9852" y="24990"/>
                  </a:lnTo>
                  <a:lnTo>
                    <a:pt x="9493" y="24990"/>
                  </a:lnTo>
                  <a:lnTo>
                    <a:pt x="9154" y="24990"/>
                  </a:lnTo>
                  <a:lnTo>
                    <a:pt x="8815" y="24970"/>
                  </a:lnTo>
                  <a:lnTo>
                    <a:pt x="8456" y="24930"/>
                  </a:lnTo>
                  <a:lnTo>
                    <a:pt x="8775" y="22457"/>
                  </a:lnTo>
                  <a:lnTo>
                    <a:pt x="8775" y="22457"/>
                  </a:lnTo>
                  <a:lnTo>
                    <a:pt x="8556" y="23115"/>
                  </a:lnTo>
                  <a:lnTo>
                    <a:pt x="8277" y="23753"/>
                  </a:lnTo>
                  <a:lnTo>
                    <a:pt x="7958" y="24392"/>
                  </a:lnTo>
                  <a:lnTo>
                    <a:pt x="7798" y="24691"/>
                  </a:lnTo>
                  <a:lnTo>
                    <a:pt x="7599" y="24990"/>
                  </a:lnTo>
                  <a:lnTo>
                    <a:pt x="7419" y="25289"/>
                  </a:lnTo>
                  <a:lnTo>
                    <a:pt x="7200" y="25568"/>
                  </a:lnTo>
                  <a:lnTo>
                    <a:pt x="7000" y="25828"/>
                  </a:lnTo>
                  <a:lnTo>
                    <a:pt x="6761" y="26087"/>
                  </a:lnTo>
                  <a:lnTo>
                    <a:pt x="6522" y="26326"/>
                  </a:lnTo>
                  <a:lnTo>
                    <a:pt x="6262" y="26565"/>
                  </a:lnTo>
                  <a:lnTo>
                    <a:pt x="6003" y="26785"/>
                  </a:lnTo>
                  <a:lnTo>
                    <a:pt x="5724" y="26984"/>
                  </a:lnTo>
                  <a:lnTo>
                    <a:pt x="5724" y="26984"/>
                  </a:lnTo>
                  <a:lnTo>
                    <a:pt x="5425" y="27164"/>
                  </a:lnTo>
                  <a:lnTo>
                    <a:pt x="5106" y="27343"/>
                  </a:lnTo>
                  <a:lnTo>
                    <a:pt x="4787" y="27483"/>
                  </a:lnTo>
                  <a:lnTo>
                    <a:pt x="4447" y="27603"/>
                  </a:lnTo>
                  <a:lnTo>
                    <a:pt x="4108" y="27682"/>
                  </a:lnTo>
                  <a:lnTo>
                    <a:pt x="3769" y="27762"/>
                  </a:lnTo>
                  <a:lnTo>
                    <a:pt x="3430" y="27802"/>
                  </a:lnTo>
                  <a:lnTo>
                    <a:pt x="3071" y="27822"/>
                  </a:lnTo>
                  <a:lnTo>
                    <a:pt x="2732" y="27822"/>
                  </a:lnTo>
                  <a:lnTo>
                    <a:pt x="2393" y="27782"/>
                  </a:lnTo>
                  <a:lnTo>
                    <a:pt x="2054" y="27722"/>
                  </a:lnTo>
                  <a:lnTo>
                    <a:pt x="1715" y="27623"/>
                  </a:lnTo>
                  <a:lnTo>
                    <a:pt x="1396" y="27503"/>
                  </a:lnTo>
                  <a:lnTo>
                    <a:pt x="1097" y="27363"/>
                  </a:lnTo>
                  <a:lnTo>
                    <a:pt x="798" y="27184"/>
                  </a:lnTo>
                  <a:lnTo>
                    <a:pt x="539" y="26964"/>
                  </a:lnTo>
                  <a:lnTo>
                    <a:pt x="539" y="26964"/>
                  </a:lnTo>
                  <a:lnTo>
                    <a:pt x="658" y="26406"/>
                  </a:lnTo>
                  <a:lnTo>
                    <a:pt x="738" y="25828"/>
                  </a:lnTo>
                  <a:lnTo>
                    <a:pt x="818" y="25249"/>
                  </a:lnTo>
                  <a:lnTo>
                    <a:pt x="858" y="24691"/>
                  </a:lnTo>
                  <a:lnTo>
                    <a:pt x="878" y="24112"/>
                  </a:lnTo>
                  <a:lnTo>
                    <a:pt x="878" y="23534"/>
                  </a:lnTo>
                  <a:lnTo>
                    <a:pt x="878" y="22936"/>
                  </a:lnTo>
                  <a:lnTo>
                    <a:pt x="838" y="22357"/>
                  </a:lnTo>
                  <a:lnTo>
                    <a:pt x="758" y="21181"/>
                  </a:lnTo>
                  <a:lnTo>
                    <a:pt x="618" y="20004"/>
                  </a:lnTo>
                  <a:lnTo>
                    <a:pt x="319" y="17671"/>
                  </a:lnTo>
                  <a:lnTo>
                    <a:pt x="180" y="16494"/>
                  </a:lnTo>
                  <a:lnTo>
                    <a:pt x="80" y="15337"/>
                  </a:lnTo>
                  <a:lnTo>
                    <a:pt x="40" y="14759"/>
                  </a:lnTo>
                  <a:lnTo>
                    <a:pt x="20" y="14180"/>
                  </a:lnTo>
                  <a:lnTo>
                    <a:pt x="0" y="13602"/>
                  </a:lnTo>
                  <a:lnTo>
                    <a:pt x="0" y="13044"/>
                  </a:lnTo>
                  <a:lnTo>
                    <a:pt x="40" y="12465"/>
                  </a:lnTo>
                  <a:lnTo>
                    <a:pt x="80" y="11907"/>
                  </a:lnTo>
                  <a:lnTo>
                    <a:pt x="140" y="11348"/>
                  </a:lnTo>
                  <a:lnTo>
                    <a:pt x="239" y="10790"/>
                  </a:lnTo>
                  <a:lnTo>
                    <a:pt x="359" y="10251"/>
                  </a:lnTo>
                  <a:lnTo>
                    <a:pt x="519" y="9713"/>
                  </a:lnTo>
                  <a:lnTo>
                    <a:pt x="698" y="9174"/>
                  </a:lnTo>
                  <a:lnTo>
                    <a:pt x="917" y="8636"/>
                  </a:lnTo>
                  <a:lnTo>
                    <a:pt x="917" y="8636"/>
                  </a:lnTo>
                  <a:lnTo>
                    <a:pt x="1077" y="8277"/>
                  </a:lnTo>
                  <a:lnTo>
                    <a:pt x="1256" y="7918"/>
                  </a:lnTo>
                  <a:lnTo>
                    <a:pt x="1456" y="7579"/>
                  </a:lnTo>
                  <a:lnTo>
                    <a:pt x="1675" y="7240"/>
                  </a:lnTo>
                  <a:lnTo>
                    <a:pt x="1895" y="6921"/>
                  </a:lnTo>
                  <a:lnTo>
                    <a:pt x="2114" y="6602"/>
                  </a:lnTo>
                  <a:lnTo>
                    <a:pt x="2373" y="6303"/>
                  </a:lnTo>
                  <a:lnTo>
                    <a:pt x="2633" y="6003"/>
                  </a:lnTo>
                  <a:lnTo>
                    <a:pt x="2892" y="5704"/>
                  </a:lnTo>
                  <a:lnTo>
                    <a:pt x="3171" y="5425"/>
                  </a:lnTo>
                  <a:lnTo>
                    <a:pt x="3450" y="5166"/>
                  </a:lnTo>
                  <a:lnTo>
                    <a:pt x="3749" y="4906"/>
                  </a:lnTo>
                  <a:lnTo>
                    <a:pt x="4368" y="4408"/>
                  </a:lnTo>
                  <a:lnTo>
                    <a:pt x="5026" y="3929"/>
                  </a:lnTo>
                  <a:lnTo>
                    <a:pt x="5704" y="3490"/>
                  </a:lnTo>
                  <a:lnTo>
                    <a:pt x="6402" y="3092"/>
                  </a:lnTo>
                  <a:lnTo>
                    <a:pt x="7120" y="2733"/>
                  </a:lnTo>
                  <a:lnTo>
                    <a:pt x="7858" y="2374"/>
                  </a:lnTo>
                  <a:lnTo>
                    <a:pt x="8616" y="2074"/>
                  </a:lnTo>
                  <a:lnTo>
                    <a:pt x="9374" y="1775"/>
                  </a:lnTo>
                  <a:lnTo>
                    <a:pt x="10151" y="1516"/>
                  </a:lnTo>
                  <a:lnTo>
                    <a:pt x="10929" y="1297"/>
                  </a:lnTo>
                  <a:lnTo>
                    <a:pt x="10929" y="1297"/>
                  </a:lnTo>
                  <a:lnTo>
                    <a:pt x="12006" y="997"/>
                  </a:lnTo>
                  <a:lnTo>
                    <a:pt x="13103" y="738"/>
                  </a:lnTo>
                  <a:lnTo>
                    <a:pt x="14220" y="519"/>
                  </a:lnTo>
                  <a:lnTo>
                    <a:pt x="15337" y="339"/>
                  </a:lnTo>
                  <a:lnTo>
                    <a:pt x="16454" y="200"/>
                  </a:lnTo>
                  <a:lnTo>
                    <a:pt x="17570" y="100"/>
                  </a:lnTo>
                  <a:lnTo>
                    <a:pt x="18687" y="20"/>
                  </a:lnTo>
                  <a:lnTo>
                    <a:pt x="19824" y="0"/>
                  </a:lnTo>
                  <a:lnTo>
                    <a:pt x="20941" y="0"/>
                  </a:lnTo>
                  <a:lnTo>
                    <a:pt x="22078" y="40"/>
                  </a:lnTo>
                  <a:lnTo>
                    <a:pt x="23195" y="120"/>
                  </a:lnTo>
                  <a:lnTo>
                    <a:pt x="24331" y="240"/>
                  </a:lnTo>
                  <a:lnTo>
                    <a:pt x="25448" y="399"/>
                  </a:lnTo>
                  <a:lnTo>
                    <a:pt x="26545" y="579"/>
                  </a:lnTo>
                  <a:lnTo>
                    <a:pt x="27662" y="798"/>
                  </a:lnTo>
                  <a:lnTo>
                    <a:pt x="28759" y="107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8245720" y="1738506"/>
              <a:ext cx="841" cy="5744"/>
            </a:xfrm>
            <a:custGeom>
              <a:avLst/>
              <a:gdLst/>
              <a:ahLst/>
              <a:cxnLst/>
              <a:rect l="l" t="t" r="r" b="b"/>
              <a:pathLst>
                <a:path w="41" h="280" extrusionOk="0">
                  <a:moveTo>
                    <a:pt x="0" y="1"/>
                  </a:moveTo>
                  <a:lnTo>
                    <a:pt x="0" y="280"/>
                  </a:lnTo>
                  <a:lnTo>
                    <a:pt x="40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8215857" y="1713155"/>
              <a:ext cx="348979" cy="527746"/>
            </a:xfrm>
            <a:custGeom>
              <a:avLst/>
              <a:gdLst/>
              <a:ahLst/>
              <a:cxnLst/>
              <a:rect l="l" t="t" r="r" b="b"/>
              <a:pathLst>
                <a:path w="17013" h="25728" extrusionOk="0">
                  <a:moveTo>
                    <a:pt x="5465" y="0"/>
                  </a:moveTo>
                  <a:lnTo>
                    <a:pt x="5245" y="20"/>
                  </a:lnTo>
                  <a:lnTo>
                    <a:pt x="5046" y="60"/>
                  </a:lnTo>
                  <a:lnTo>
                    <a:pt x="4647" y="140"/>
                  </a:lnTo>
                  <a:lnTo>
                    <a:pt x="4248" y="279"/>
                  </a:lnTo>
                  <a:lnTo>
                    <a:pt x="3869" y="439"/>
                  </a:lnTo>
                  <a:lnTo>
                    <a:pt x="3470" y="618"/>
                  </a:lnTo>
                  <a:lnTo>
                    <a:pt x="3072" y="798"/>
                  </a:lnTo>
                  <a:lnTo>
                    <a:pt x="2234" y="1217"/>
                  </a:lnTo>
                  <a:lnTo>
                    <a:pt x="1496" y="1516"/>
                  </a:lnTo>
                  <a:lnTo>
                    <a:pt x="1695" y="2653"/>
                  </a:lnTo>
                  <a:lnTo>
                    <a:pt x="1855" y="3829"/>
                  </a:lnTo>
                  <a:lnTo>
                    <a:pt x="1975" y="4986"/>
                  </a:lnTo>
                  <a:lnTo>
                    <a:pt x="2074" y="6143"/>
                  </a:lnTo>
                  <a:lnTo>
                    <a:pt x="2114" y="7320"/>
                  </a:lnTo>
                  <a:lnTo>
                    <a:pt x="2114" y="8496"/>
                  </a:lnTo>
                  <a:lnTo>
                    <a:pt x="2074" y="9673"/>
                  </a:lnTo>
                  <a:lnTo>
                    <a:pt x="2015" y="10830"/>
                  </a:lnTo>
                  <a:lnTo>
                    <a:pt x="1895" y="12006"/>
                  </a:lnTo>
                  <a:lnTo>
                    <a:pt x="1735" y="13163"/>
                  </a:lnTo>
                  <a:lnTo>
                    <a:pt x="1556" y="14320"/>
                  </a:lnTo>
                  <a:lnTo>
                    <a:pt x="1317" y="15457"/>
                  </a:lnTo>
                  <a:lnTo>
                    <a:pt x="1057" y="16593"/>
                  </a:lnTo>
                  <a:lnTo>
                    <a:pt x="738" y="17730"/>
                  </a:lnTo>
                  <a:lnTo>
                    <a:pt x="399" y="18847"/>
                  </a:lnTo>
                  <a:lnTo>
                    <a:pt x="0" y="19964"/>
                  </a:lnTo>
                  <a:lnTo>
                    <a:pt x="339" y="19884"/>
                  </a:lnTo>
                  <a:lnTo>
                    <a:pt x="658" y="19864"/>
                  </a:lnTo>
                  <a:lnTo>
                    <a:pt x="977" y="19864"/>
                  </a:lnTo>
                  <a:lnTo>
                    <a:pt x="1317" y="19904"/>
                  </a:lnTo>
                  <a:lnTo>
                    <a:pt x="1636" y="19944"/>
                  </a:lnTo>
                  <a:lnTo>
                    <a:pt x="1975" y="20004"/>
                  </a:lnTo>
                  <a:lnTo>
                    <a:pt x="2633" y="20143"/>
                  </a:lnTo>
                  <a:lnTo>
                    <a:pt x="2972" y="20183"/>
                  </a:lnTo>
                  <a:lnTo>
                    <a:pt x="3311" y="20223"/>
                  </a:lnTo>
                  <a:lnTo>
                    <a:pt x="3650" y="20223"/>
                  </a:lnTo>
                  <a:lnTo>
                    <a:pt x="3969" y="20203"/>
                  </a:lnTo>
                  <a:lnTo>
                    <a:pt x="4288" y="20143"/>
                  </a:lnTo>
                  <a:lnTo>
                    <a:pt x="4448" y="20104"/>
                  </a:lnTo>
                  <a:lnTo>
                    <a:pt x="4607" y="20044"/>
                  </a:lnTo>
                  <a:lnTo>
                    <a:pt x="4747" y="19964"/>
                  </a:lnTo>
                  <a:lnTo>
                    <a:pt x="4886" y="19884"/>
                  </a:lnTo>
                  <a:lnTo>
                    <a:pt x="5026" y="19804"/>
                  </a:lnTo>
                  <a:lnTo>
                    <a:pt x="5146" y="19685"/>
                  </a:lnTo>
                  <a:lnTo>
                    <a:pt x="5285" y="19525"/>
                  </a:lnTo>
                  <a:lnTo>
                    <a:pt x="5425" y="19346"/>
                  </a:lnTo>
                  <a:lnTo>
                    <a:pt x="5525" y="19166"/>
                  </a:lnTo>
                  <a:lnTo>
                    <a:pt x="5624" y="18967"/>
                  </a:lnTo>
                  <a:lnTo>
                    <a:pt x="5704" y="18747"/>
                  </a:lnTo>
                  <a:lnTo>
                    <a:pt x="5764" y="18528"/>
                  </a:lnTo>
                  <a:lnTo>
                    <a:pt x="5884" y="18109"/>
                  </a:lnTo>
                  <a:lnTo>
                    <a:pt x="6043" y="17351"/>
                  </a:lnTo>
                  <a:lnTo>
                    <a:pt x="6203" y="16593"/>
                  </a:lnTo>
                  <a:lnTo>
                    <a:pt x="6342" y="15836"/>
                  </a:lnTo>
                  <a:lnTo>
                    <a:pt x="6482" y="15078"/>
                  </a:lnTo>
                  <a:lnTo>
                    <a:pt x="6582" y="14300"/>
                  </a:lnTo>
                  <a:lnTo>
                    <a:pt x="6681" y="13542"/>
                  </a:lnTo>
                  <a:lnTo>
                    <a:pt x="6741" y="12764"/>
                  </a:lnTo>
                  <a:lnTo>
                    <a:pt x="6801" y="12006"/>
                  </a:lnTo>
                  <a:lnTo>
                    <a:pt x="6841" y="11229"/>
                  </a:lnTo>
                  <a:lnTo>
                    <a:pt x="6881" y="10451"/>
                  </a:lnTo>
                  <a:lnTo>
                    <a:pt x="6881" y="9693"/>
                  </a:lnTo>
                  <a:lnTo>
                    <a:pt x="6881" y="8915"/>
                  </a:lnTo>
                  <a:lnTo>
                    <a:pt x="6861" y="8137"/>
                  </a:lnTo>
                  <a:lnTo>
                    <a:pt x="6801" y="7379"/>
                  </a:lnTo>
                  <a:lnTo>
                    <a:pt x="6761" y="6602"/>
                  </a:lnTo>
                  <a:lnTo>
                    <a:pt x="6681" y="5844"/>
                  </a:lnTo>
                  <a:lnTo>
                    <a:pt x="7419" y="7519"/>
                  </a:lnTo>
                  <a:lnTo>
                    <a:pt x="7778" y="8377"/>
                  </a:lnTo>
                  <a:lnTo>
                    <a:pt x="8117" y="9234"/>
                  </a:lnTo>
                  <a:lnTo>
                    <a:pt x="8436" y="10092"/>
                  </a:lnTo>
                  <a:lnTo>
                    <a:pt x="8736" y="10949"/>
                  </a:lnTo>
                  <a:lnTo>
                    <a:pt x="8995" y="11847"/>
                  </a:lnTo>
                  <a:lnTo>
                    <a:pt x="9234" y="12724"/>
                  </a:lnTo>
                  <a:lnTo>
                    <a:pt x="9334" y="13183"/>
                  </a:lnTo>
                  <a:lnTo>
                    <a:pt x="9414" y="13642"/>
                  </a:lnTo>
                  <a:lnTo>
                    <a:pt x="9474" y="14100"/>
                  </a:lnTo>
                  <a:lnTo>
                    <a:pt x="9533" y="14539"/>
                  </a:lnTo>
                  <a:lnTo>
                    <a:pt x="9593" y="15018"/>
                  </a:lnTo>
                  <a:lnTo>
                    <a:pt x="9613" y="15477"/>
                  </a:lnTo>
                  <a:lnTo>
                    <a:pt x="9633" y="15935"/>
                  </a:lnTo>
                  <a:lnTo>
                    <a:pt x="9653" y="16394"/>
                  </a:lnTo>
                  <a:lnTo>
                    <a:pt x="9633" y="16853"/>
                  </a:lnTo>
                  <a:lnTo>
                    <a:pt x="9593" y="17311"/>
                  </a:lnTo>
                  <a:lnTo>
                    <a:pt x="9553" y="17770"/>
                  </a:lnTo>
                  <a:lnTo>
                    <a:pt x="9493" y="18209"/>
                  </a:lnTo>
                  <a:lnTo>
                    <a:pt x="9414" y="18668"/>
                  </a:lnTo>
                  <a:lnTo>
                    <a:pt x="9314" y="19106"/>
                  </a:lnTo>
                  <a:lnTo>
                    <a:pt x="9174" y="19565"/>
                  </a:lnTo>
                  <a:lnTo>
                    <a:pt x="9035" y="20004"/>
                  </a:lnTo>
                  <a:lnTo>
                    <a:pt x="9115" y="20084"/>
                  </a:lnTo>
                  <a:lnTo>
                    <a:pt x="9194" y="20143"/>
                  </a:lnTo>
                  <a:lnTo>
                    <a:pt x="9274" y="20203"/>
                  </a:lnTo>
                  <a:lnTo>
                    <a:pt x="9354" y="20243"/>
                  </a:lnTo>
                  <a:lnTo>
                    <a:pt x="9553" y="20303"/>
                  </a:lnTo>
                  <a:lnTo>
                    <a:pt x="9753" y="20323"/>
                  </a:lnTo>
                  <a:lnTo>
                    <a:pt x="9972" y="20303"/>
                  </a:lnTo>
                  <a:lnTo>
                    <a:pt x="10172" y="20243"/>
                  </a:lnTo>
                  <a:lnTo>
                    <a:pt x="10371" y="20163"/>
                  </a:lnTo>
                  <a:lnTo>
                    <a:pt x="10550" y="20044"/>
                  </a:lnTo>
                  <a:lnTo>
                    <a:pt x="10690" y="19884"/>
                  </a:lnTo>
                  <a:lnTo>
                    <a:pt x="10810" y="19725"/>
                  </a:lnTo>
                  <a:lnTo>
                    <a:pt x="10929" y="19545"/>
                  </a:lnTo>
                  <a:lnTo>
                    <a:pt x="11009" y="19366"/>
                  </a:lnTo>
                  <a:lnTo>
                    <a:pt x="11089" y="19166"/>
                  </a:lnTo>
                  <a:lnTo>
                    <a:pt x="11149" y="18947"/>
                  </a:lnTo>
                  <a:lnTo>
                    <a:pt x="11249" y="18548"/>
                  </a:lnTo>
                  <a:lnTo>
                    <a:pt x="11308" y="18169"/>
                  </a:lnTo>
                  <a:lnTo>
                    <a:pt x="11368" y="17790"/>
                  </a:lnTo>
                  <a:lnTo>
                    <a:pt x="11388" y="17391"/>
                  </a:lnTo>
                  <a:lnTo>
                    <a:pt x="11428" y="17012"/>
                  </a:lnTo>
                  <a:lnTo>
                    <a:pt x="11428" y="16254"/>
                  </a:lnTo>
                  <a:lnTo>
                    <a:pt x="11408" y="15477"/>
                  </a:lnTo>
                  <a:lnTo>
                    <a:pt x="11348" y="14719"/>
                  </a:lnTo>
                  <a:lnTo>
                    <a:pt x="11249" y="13941"/>
                  </a:lnTo>
                  <a:lnTo>
                    <a:pt x="11049" y="12405"/>
                  </a:lnTo>
                  <a:lnTo>
                    <a:pt x="11249" y="12824"/>
                  </a:lnTo>
                  <a:lnTo>
                    <a:pt x="11448" y="13243"/>
                  </a:lnTo>
                  <a:lnTo>
                    <a:pt x="11608" y="13662"/>
                  </a:lnTo>
                  <a:lnTo>
                    <a:pt x="11767" y="14100"/>
                  </a:lnTo>
                  <a:lnTo>
                    <a:pt x="11907" y="14539"/>
                  </a:lnTo>
                  <a:lnTo>
                    <a:pt x="12046" y="14978"/>
                  </a:lnTo>
                  <a:lnTo>
                    <a:pt x="12286" y="15856"/>
                  </a:lnTo>
                  <a:lnTo>
                    <a:pt x="12485" y="16773"/>
                  </a:lnTo>
                  <a:lnTo>
                    <a:pt x="12684" y="17670"/>
                  </a:lnTo>
                  <a:lnTo>
                    <a:pt x="12884" y="18568"/>
                  </a:lnTo>
                  <a:lnTo>
                    <a:pt x="13103" y="19465"/>
                  </a:lnTo>
                  <a:lnTo>
                    <a:pt x="13343" y="20363"/>
                  </a:lnTo>
                  <a:lnTo>
                    <a:pt x="13482" y="20822"/>
                  </a:lnTo>
                  <a:lnTo>
                    <a:pt x="13622" y="21260"/>
                  </a:lnTo>
                  <a:lnTo>
                    <a:pt x="13781" y="21699"/>
                  </a:lnTo>
                  <a:lnTo>
                    <a:pt x="13961" y="22118"/>
                  </a:lnTo>
                  <a:lnTo>
                    <a:pt x="14140" y="22557"/>
                  </a:lnTo>
                  <a:lnTo>
                    <a:pt x="14360" y="22956"/>
                  </a:lnTo>
                  <a:lnTo>
                    <a:pt x="14579" y="23374"/>
                  </a:lnTo>
                  <a:lnTo>
                    <a:pt x="14818" y="23753"/>
                  </a:lnTo>
                  <a:lnTo>
                    <a:pt x="15078" y="24132"/>
                  </a:lnTo>
                  <a:lnTo>
                    <a:pt x="15357" y="24491"/>
                  </a:lnTo>
                  <a:lnTo>
                    <a:pt x="15656" y="24830"/>
                  </a:lnTo>
                  <a:lnTo>
                    <a:pt x="15975" y="25149"/>
                  </a:lnTo>
                  <a:lnTo>
                    <a:pt x="16314" y="25449"/>
                  </a:lnTo>
                  <a:lnTo>
                    <a:pt x="16673" y="25728"/>
                  </a:lnTo>
                  <a:lnTo>
                    <a:pt x="16833" y="24451"/>
                  </a:lnTo>
                  <a:lnTo>
                    <a:pt x="16932" y="23255"/>
                  </a:lnTo>
                  <a:lnTo>
                    <a:pt x="16992" y="22118"/>
                  </a:lnTo>
                  <a:lnTo>
                    <a:pt x="17012" y="21021"/>
                  </a:lnTo>
                  <a:lnTo>
                    <a:pt x="16992" y="19924"/>
                  </a:lnTo>
                  <a:lnTo>
                    <a:pt x="16932" y="18807"/>
                  </a:lnTo>
                  <a:lnTo>
                    <a:pt x="16813" y="17670"/>
                  </a:lnTo>
                  <a:lnTo>
                    <a:pt x="16673" y="16454"/>
                  </a:lnTo>
                  <a:lnTo>
                    <a:pt x="16613" y="15975"/>
                  </a:lnTo>
                  <a:lnTo>
                    <a:pt x="16514" y="15497"/>
                  </a:lnTo>
                  <a:lnTo>
                    <a:pt x="16414" y="15018"/>
                  </a:lnTo>
                  <a:lnTo>
                    <a:pt x="16294" y="14559"/>
                  </a:lnTo>
                  <a:lnTo>
                    <a:pt x="16175" y="14081"/>
                  </a:lnTo>
                  <a:lnTo>
                    <a:pt x="16035" y="13602"/>
                  </a:lnTo>
                  <a:lnTo>
                    <a:pt x="15716" y="12664"/>
                  </a:lnTo>
                  <a:lnTo>
                    <a:pt x="15357" y="11727"/>
                  </a:lnTo>
                  <a:lnTo>
                    <a:pt x="14978" y="10810"/>
                  </a:lnTo>
                  <a:lnTo>
                    <a:pt x="14200" y="9015"/>
                  </a:lnTo>
                  <a:lnTo>
                    <a:pt x="13741" y="8038"/>
                  </a:lnTo>
                  <a:lnTo>
                    <a:pt x="13243" y="7060"/>
                  </a:lnTo>
                  <a:lnTo>
                    <a:pt x="12704" y="6123"/>
                  </a:lnTo>
                  <a:lnTo>
                    <a:pt x="12425" y="5664"/>
                  </a:lnTo>
                  <a:lnTo>
                    <a:pt x="12146" y="5205"/>
                  </a:lnTo>
                  <a:lnTo>
                    <a:pt x="11827" y="4767"/>
                  </a:lnTo>
                  <a:lnTo>
                    <a:pt x="11528" y="4328"/>
                  </a:lnTo>
                  <a:lnTo>
                    <a:pt x="11209" y="3909"/>
                  </a:lnTo>
                  <a:lnTo>
                    <a:pt x="10890" y="3510"/>
                  </a:lnTo>
                  <a:lnTo>
                    <a:pt x="10550" y="3111"/>
                  </a:lnTo>
                  <a:lnTo>
                    <a:pt x="10231" y="2752"/>
                  </a:lnTo>
                  <a:lnTo>
                    <a:pt x="9872" y="2393"/>
                  </a:lnTo>
                  <a:lnTo>
                    <a:pt x="9533" y="2054"/>
                  </a:lnTo>
                  <a:lnTo>
                    <a:pt x="9214" y="1755"/>
                  </a:lnTo>
                  <a:lnTo>
                    <a:pt x="8915" y="1496"/>
                  </a:lnTo>
                  <a:lnTo>
                    <a:pt x="8616" y="1257"/>
                  </a:lnTo>
                  <a:lnTo>
                    <a:pt x="8317" y="1037"/>
                  </a:lnTo>
                  <a:lnTo>
                    <a:pt x="8038" y="838"/>
                  </a:lnTo>
                  <a:lnTo>
                    <a:pt x="7778" y="678"/>
                  </a:lnTo>
                  <a:lnTo>
                    <a:pt x="7519" y="539"/>
                  </a:lnTo>
                  <a:lnTo>
                    <a:pt x="7260" y="399"/>
                  </a:lnTo>
                  <a:lnTo>
                    <a:pt x="7020" y="299"/>
                  </a:lnTo>
                  <a:lnTo>
                    <a:pt x="6781" y="200"/>
                  </a:lnTo>
                  <a:lnTo>
                    <a:pt x="6542" y="120"/>
                  </a:lnTo>
                  <a:lnTo>
                    <a:pt x="6322" y="80"/>
                  </a:lnTo>
                  <a:lnTo>
                    <a:pt x="6103" y="40"/>
                  </a:lnTo>
                  <a:lnTo>
                    <a:pt x="5884" y="20"/>
                  </a:lnTo>
                  <a:lnTo>
                    <a:pt x="5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8545541" y="2402816"/>
              <a:ext cx="294580" cy="1010077"/>
            </a:xfrm>
            <a:custGeom>
              <a:avLst/>
              <a:gdLst/>
              <a:ahLst/>
              <a:cxnLst/>
              <a:rect l="l" t="t" r="r" b="b"/>
              <a:pathLst>
                <a:path w="14361" h="49242" extrusionOk="0">
                  <a:moveTo>
                    <a:pt x="200" y="0"/>
                  </a:moveTo>
                  <a:lnTo>
                    <a:pt x="180" y="140"/>
                  </a:lnTo>
                  <a:lnTo>
                    <a:pt x="141" y="539"/>
                  </a:lnTo>
                  <a:lnTo>
                    <a:pt x="101" y="1177"/>
                  </a:lnTo>
                  <a:lnTo>
                    <a:pt x="61" y="1596"/>
                  </a:lnTo>
                  <a:lnTo>
                    <a:pt x="41" y="2075"/>
                  </a:lnTo>
                  <a:lnTo>
                    <a:pt x="1" y="3172"/>
                  </a:lnTo>
                  <a:lnTo>
                    <a:pt x="21" y="4488"/>
                  </a:lnTo>
                  <a:lnTo>
                    <a:pt x="21" y="5226"/>
                  </a:lnTo>
                  <a:lnTo>
                    <a:pt x="61" y="6004"/>
                  </a:lnTo>
                  <a:lnTo>
                    <a:pt x="121" y="6841"/>
                  </a:lnTo>
                  <a:lnTo>
                    <a:pt x="180" y="7699"/>
                  </a:lnTo>
                  <a:lnTo>
                    <a:pt x="260" y="8616"/>
                  </a:lnTo>
                  <a:lnTo>
                    <a:pt x="380" y="9574"/>
                  </a:lnTo>
                  <a:lnTo>
                    <a:pt x="519" y="10551"/>
                  </a:lnTo>
                  <a:lnTo>
                    <a:pt x="699" y="11568"/>
                  </a:lnTo>
                  <a:lnTo>
                    <a:pt x="898" y="12625"/>
                  </a:lnTo>
                  <a:lnTo>
                    <a:pt x="1138" y="13702"/>
                  </a:lnTo>
                  <a:lnTo>
                    <a:pt x="1397" y="14819"/>
                  </a:lnTo>
                  <a:lnTo>
                    <a:pt x="1716" y="15936"/>
                  </a:lnTo>
                  <a:lnTo>
                    <a:pt x="2055" y="17092"/>
                  </a:lnTo>
                  <a:lnTo>
                    <a:pt x="2454" y="18249"/>
                  </a:lnTo>
                  <a:lnTo>
                    <a:pt x="2873" y="19426"/>
                  </a:lnTo>
                  <a:lnTo>
                    <a:pt x="3351" y="20602"/>
                  </a:lnTo>
                  <a:lnTo>
                    <a:pt x="3870" y="21799"/>
                  </a:lnTo>
                  <a:lnTo>
                    <a:pt x="4428" y="22996"/>
                  </a:lnTo>
                  <a:lnTo>
                    <a:pt x="5047" y="24192"/>
                  </a:lnTo>
                  <a:lnTo>
                    <a:pt x="5705" y="25369"/>
                  </a:lnTo>
                  <a:lnTo>
                    <a:pt x="6403" y="26546"/>
                  </a:lnTo>
                  <a:lnTo>
                    <a:pt x="7101" y="27663"/>
                  </a:lnTo>
                  <a:lnTo>
                    <a:pt x="7819" y="28779"/>
                  </a:lnTo>
                  <a:lnTo>
                    <a:pt x="8537" y="29856"/>
                  </a:lnTo>
                  <a:lnTo>
                    <a:pt x="9235" y="30913"/>
                  </a:lnTo>
                  <a:lnTo>
                    <a:pt x="9933" y="31970"/>
                  </a:lnTo>
                  <a:lnTo>
                    <a:pt x="10571" y="33008"/>
                  </a:lnTo>
                  <a:lnTo>
                    <a:pt x="11169" y="34025"/>
                  </a:lnTo>
                  <a:lnTo>
                    <a:pt x="11748" y="35042"/>
                  </a:lnTo>
                  <a:lnTo>
                    <a:pt x="12266" y="36059"/>
                  </a:lnTo>
                  <a:lnTo>
                    <a:pt x="12486" y="36558"/>
                  </a:lnTo>
                  <a:lnTo>
                    <a:pt x="12705" y="37056"/>
                  </a:lnTo>
                  <a:lnTo>
                    <a:pt x="12924" y="37535"/>
                  </a:lnTo>
                  <a:lnTo>
                    <a:pt x="13104" y="38033"/>
                  </a:lnTo>
                  <a:lnTo>
                    <a:pt x="13283" y="38512"/>
                  </a:lnTo>
                  <a:lnTo>
                    <a:pt x="13443" y="39011"/>
                  </a:lnTo>
                  <a:lnTo>
                    <a:pt x="13583" y="39489"/>
                  </a:lnTo>
                  <a:lnTo>
                    <a:pt x="13722" y="39948"/>
                  </a:lnTo>
                  <a:lnTo>
                    <a:pt x="13822" y="40427"/>
                  </a:lnTo>
                  <a:lnTo>
                    <a:pt x="13922" y="40885"/>
                  </a:lnTo>
                  <a:lnTo>
                    <a:pt x="14081" y="41783"/>
                  </a:lnTo>
                  <a:lnTo>
                    <a:pt x="14141" y="42222"/>
                  </a:lnTo>
                  <a:lnTo>
                    <a:pt x="14181" y="42640"/>
                  </a:lnTo>
                  <a:lnTo>
                    <a:pt x="14221" y="43458"/>
                  </a:lnTo>
                  <a:lnTo>
                    <a:pt x="14221" y="44236"/>
                  </a:lnTo>
                  <a:lnTo>
                    <a:pt x="14181" y="44974"/>
                  </a:lnTo>
                  <a:lnTo>
                    <a:pt x="14121" y="45652"/>
                  </a:lnTo>
                  <a:lnTo>
                    <a:pt x="14021" y="46270"/>
                  </a:lnTo>
                  <a:lnTo>
                    <a:pt x="13882" y="46829"/>
                  </a:lnTo>
                  <a:lnTo>
                    <a:pt x="13742" y="47327"/>
                  </a:lnTo>
                  <a:lnTo>
                    <a:pt x="13603" y="47786"/>
                  </a:lnTo>
                  <a:lnTo>
                    <a:pt x="13443" y="48165"/>
                  </a:lnTo>
                  <a:lnTo>
                    <a:pt x="13323" y="48504"/>
                  </a:lnTo>
                  <a:lnTo>
                    <a:pt x="13204" y="48763"/>
                  </a:lnTo>
                  <a:lnTo>
                    <a:pt x="13024" y="49122"/>
                  </a:lnTo>
                  <a:lnTo>
                    <a:pt x="12964" y="49242"/>
                  </a:lnTo>
                  <a:lnTo>
                    <a:pt x="13044" y="49122"/>
                  </a:lnTo>
                  <a:lnTo>
                    <a:pt x="13244" y="48783"/>
                  </a:lnTo>
                  <a:lnTo>
                    <a:pt x="13363" y="48524"/>
                  </a:lnTo>
                  <a:lnTo>
                    <a:pt x="13523" y="48185"/>
                  </a:lnTo>
                  <a:lnTo>
                    <a:pt x="13682" y="47806"/>
                  </a:lnTo>
                  <a:lnTo>
                    <a:pt x="13822" y="47367"/>
                  </a:lnTo>
                  <a:lnTo>
                    <a:pt x="13981" y="46849"/>
                  </a:lnTo>
                  <a:lnTo>
                    <a:pt x="14121" y="46290"/>
                  </a:lnTo>
                  <a:lnTo>
                    <a:pt x="14221" y="45652"/>
                  </a:lnTo>
                  <a:lnTo>
                    <a:pt x="14321" y="44974"/>
                  </a:lnTo>
                  <a:lnTo>
                    <a:pt x="14360" y="44236"/>
                  </a:lnTo>
                  <a:lnTo>
                    <a:pt x="14360" y="43458"/>
                  </a:lnTo>
                  <a:lnTo>
                    <a:pt x="14360" y="43059"/>
                  </a:lnTo>
                  <a:lnTo>
                    <a:pt x="14321" y="42620"/>
                  </a:lnTo>
                  <a:lnTo>
                    <a:pt x="14281" y="42202"/>
                  </a:lnTo>
                  <a:lnTo>
                    <a:pt x="14241" y="41763"/>
                  </a:lnTo>
                  <a:lnTo>
                    <a:pt x="14161" y="41304"/>
                  </a:lnTo>
                  <a:lnTo>
                    <a:pt x="14081" y="40845"/>
                  </a:lnTo>
                  <a:lnTo>
                    <a:pt x="13981" y="40387"/>
                  </a:lnTo>
                  <a:lnTo>
                    <a:pt x="13882" y="39908"/>
                  </a:lnTo>
                  <a:lnTo>
                    <a:pt x="13762" y="39429"/>
                  </a:lnTo>
                  <a:lnTo>
                    <a:pt x="13622" y="38951"/>
                  </a:lnTo>
                  <a:lnTo>
                    <a:pt x="13463" y="38472"/>
                  </a:lnTo>
                  <a:lnTo>
                    <a:pt x="13283" y="37974"/>
                  </a:lnTo>
                  <a:lnTo>
                    <a:pt x="13104" y="37475"/>
                  </a:lnTo>
                  <a:lnTo>
                    <a:pt x="12885" y="36976"/>
                  </a:lnTo>
                  <a:lnTo>
                    <a:pt x="12665" y="36478"/>
                  </a:lnTo>
                  <a:lnTo>
                    <a:pt x="12446" y="35959"/>
                  </a:lnTo>
                  <a:lnTo>
                    <a:pt x="11927" y="34942"/>
                  </a:lnTo>
                  <a:lnTo>
                    <a:pt x="11369" y="33925"/>
                  </a:lnTo>
                  <a:lnTo>
                    <a:pt x="10751" y="32888"/>
                  </a:lnTo>
                  <a:lnTo>
                    <a:pt x="10112" y="31851"/>
                  </a:lnTo>
                  <a:lnTo>
                    <a:pt x="9434" y="30794"/>
                  </a:lnTo>
                  <a:lnTo>
                    <a:pt x="8716" y="29737"/>
                  </a:lnTo>
                  <a:lnTo>
                    <a:pt x="8018" y="28660"/>
                  </a:lnTo>
                  <a:lnTo>
                    <a:pt x="7300" y="27543"/>
                  </a:lnTo>
                  <a:lnTo>
                    <a:pt x="6582" y="26426"/>
                  </a:lnTo>
                  <a:lnTo>
                    <a:pt x="5884" y="25269"/>
                  </a:lnTo>
                  <a:lnTo>
                    <a:pt x="5246" y="24073"/>
                  </a:lnTo>
                  <a:lnTo>
                    <a:pt x="4628" y="22896"/>
                  </a:lnTo>
                  <a:lnTo>
                    <a:pt x="4069" y="21699"/>
                  </a:lnTo>
                  <a:lnTo>
                    <a:pt x="3551" y="20523"/>
                  </a:lnTo>
                  <a:lnTo>
                    <a:pt x="3072" y="19346"/>
                  </a:lnTo>
                  <a:lnTo>
                    <a:pt x="2653" y="18169"/>
                  </a:lnTo>
                  <a:lnTo>
                    <a:pt x="2255" y="17013"/>
                  </a:lnTo>
                  <a:lnTo>
                    <a:pt x="1916" y="15876"/>
                  </a:lnTo>
                  <a:lnTo>
                    <a:pt x="1596" y="14759"/>
                  </a:lnTo>
                  <a:lnTo>
                    <a:pt x="1337" y="13662"/>
                  </a:lnTo>
                  <a:lnTo>
                    <a:pt x="1098" y="12585"/>
                  </a:lnTo>
                  <a:lnTo>
                    <a:pt x="878" y="11548"/>
                  </a:lnTo>
                  <a:lnTo>
                    <a:pt x="699" y="10531"/>
                  </a:lnTo>
                  <a:lnTo>
                    <a:pt x="559" y="9554"/>
                  </a:lnTo>
                  <a:lnTo>
                    <a:pt x="440" y="8596"/>
                  </a:lnTo>
                  <a:lnTo>
                    <a:pt x="340" y="7699"/>
                  </a:lnTo>
                  <a:lnTo>
                    <a:pt x="260" y="6821"/>
                  </a:lnTo>
                  <a:lnTo>
                    <a:pt x="200" y="6004"/>
                  </a:lnTo>
                  <a:lnTo>
                    <a:pt x="160" y="5226"/>
                  </a:lnTo>
                  <a:lnTo>
                    <a:pt x="141" y="4488"/>
                  </a:lnTo>
                  <a:lnTo>
                    <a:pt x="121" y="3172"/>
                  </a:lnTo>
                  <a:lnTo>
                    <a:pt x="141" y="2075"/>
                  </a:lnTo>
                  <a:lnTo>
                    <a:pt x="141" y="1596"/>
                  </a:lnTo>
                  <a:lnTo>
                    <a:pt x="160" y="1177"/>
                  </a:lnTo>
                  <a:lnTo>
                    <a:pt x="180" y="539"/>
                  </a:lnTo>
                  <a:lnTo>
                    <a:pt x="200" y="14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8135272" y="2483812"/>
              <a:ext cx="115793" cy="127239"/>
            </a:xfrm>
            <a:custGeom>
              <a:avLst/>
              <a:gdLst/>
              <a:ahLst/>
              <a:cxnLst/>
              <a:rect l="l" t="t" r="r" b="b"/>
              <a:pathLst>
                <a:path w="5645" h="6203" extrusionOk="0">
                  <a:moveTo>
                    <a:pt x="1795" y="0"/>
                  </a:moveTo>
                  <a:lnTo>
                    <a:pt x="1656" y="40"/>
                  </a:lnTo>
                  <a:lnTo>
                    <a:pt x="1516" y="80"/>
                  </a:lnTo>
                  <a:lnTo>
                    <a:pt x="1376" y="160"/>
                  </a:lnTo>
                  <a:lnTo>
                    <a:pt x="1257" y="240"/>
                  </a:lnTo>
                  <a:lnTo>
                    <a:pt x="1137" y="339"/>
                  </a:lnTo>
                  <a:lnTo>
                    <a:pt x="1037" y="459"/>
                  </a:lnTo>
                  <a:lnTo>
                    <a:pt x="858" y="718"/>
                  </a:lnTo>
                  <a:lnTo>
                    <a:pt x="678" y="1017"/>
                  </a:lnTo>
                  <a:lnTo>
                    <a:pt x="539" y="1337"/>
                  </a:lnTo>
                  <a:lnTo>
                    <a:pt x="240" y="1935"/>
                  </a:lnTo>
                  <a:lnTo>
                    <a:pt x="180" y="2094"/>
                  </a:lnTo>
                  <a:lnTo>
                    <a:pt x="120" y="2234"/>
                  </a:lnTo>
                  <a:lnTo>
                    <a:pt x="40" y="2573"/>
                  </a:lnTo>
                  <a:lnTo>
                    <a:pt x="0" y="2892"/>
                  </a:lnTo>
                  <a:lnTo>
                    <a:pt x="20" y="3251"/>
                  </a:lnTo>
                  <a:lnTo>
                    <a:pt x="60" y="3590"/>
                  </a:lnTo>
                  <a:lnTo>
                    <a:pt x="120" y="3750"/>
                  </a:lnTo>
                  <a:lnTo>
                    <a:pt x="160" y="3929"/>
                  </a:lnTo>
                  <a:lnTo>
                    <a:pt x="240" y="4089"/>
                  </a:lnTo>
                  <a:lnTo>
                    <a:pt x="319" y="4228"/>
                  </a:lnTo>
                  <a:lnTo>
                    <a:pt x="399" y="4388"/>
                  </a:lnTo>
                  <a:lnTo>
                    <a:pt x="519" y="4528"/>
                  </a:lnTo>
                  <a:lnTo>
                    <a:pt x="778" y="4847"/>
                  </a:lnTo>
                  <a:lnTo>
                    <a:pt x="1077" y="5166"/>
                  </a:lnTo>
                  <a:lnTo>
                    <a:pt x="1396" y="5485"/>
                  </a:lnTo>
                  <a:lnTo>
                    <a:pt x="1735" y="5764"/>
                  </a:lnTo>
                  <a:lnTo>
                    <a:pt x="1895" y="5884"/>
                  </a:lnTo>
                  <a:lnTo>
                    <a:pt x="2074" y="5984"/>
                  </a:lnTo>
                  <a:lnTo>
                    <a:pt x="2254" y="6083"/>
                  </a:lnTo>
                  <a:lnTo>
                    <a:pt x="2433" y="6143"/>
                  </a:lnTo>
                  <a:lnTo>
                    <a:pt x="2613" y="6183"/>
                  </a:lnTo>
                  <a:lnTo>
                    <a:pt x="2772" y="6203"/>
                  </a:lnTo>
                  <a:lnTo>
                    <a:pt x="2952" y="6203"/>
                  </a:lnTo>
                  <a:lnTo>
                    <a:pt x="3112" y="6163"/>
                  </a:lnTo>
                  <a:lnTo>
                    <a:pt x="3670" y="5984"/>
                  </a:lnTo>
                  <a:lnTo>
                    <a:pt x="3909" y="5904"/>
                  </a:lnTo>
                  <a:lnTo>
                    <a:pt x="4109" y="5804"/>
                  </a:lnTo>
                  <a:lnTo>
                    <a:pt x="4308" y="5644"/>
                  </a:lnTo>
                  <a:lnTo>
                    <a:pt x="4528" y="5425"/>
                  </a:lnTo>
                  <a:lnTo>
                    <a:pt x="4747" y="5106"/>
                  </a:lnTo>
                  <a:lnTo>
                    <a:pt x="5026" y="4667"/>
                  </a:lnTo>
                  <a:lnTo>
                    <a:pt x="5146" y="4388"/>
                  </a:lnTo>
                  <a:lnTo>
                    <a:pt x="5325" y="3929"/>
                  </a:lnTo>
                  <a:lnTo>
                    <a:pt x="5605" y="3151"/>
                  </a:lnTo>
                  <a:lnTo>
                    <a:pt x="5624" y="3032"/>
                  </a:lnTo>
                  <a:lnTo>
                    <a:pt x="5644" y="2892"/>
                  </a:lnTo>
                  <a:lnTo>
                    <a:pt x="5624" y="2713"/>
                  </a:lnTo>
                  <a:lnTo>
                    <a:pt x="5605" y="2533"/>
                  </a:lnTo>
                  <a:lnTo>
                    <a:pt x="5565" y="2334"/>
                  </a:lnTo>
                  <a:lnTo>
                    <a:pt x="5505" y="2154"/>
                  </a:lnTo>
                  <a:lnTo>
                    <a:pt x="5425" y="1995"/>
                  </a:lnTo>
                  <a:lnTo>
                    <a:pt x="5325" y="1855"/>
                  </a:lnTo>
                  <a:lnTo>
                    <a:pt x="4966" y="1476"/>
                  </a:lnTo>
                  <a:lnTo>
                    <a:pt x="4567" y="1117"/>
                  </a:lnTo>
                  <a:lnTo>
                    <a:pt x="4368" y="938"/>
                  </a:lnTo>
                  <a:lnTo>
                    <a:pt x="4149" y="778"/>
                  </a:lnTo>
                  <a:lnTo>
                    <a:pt x="3909" y="639"/>
                  </a:lnTo>
                  <a:lnTo>
                    <a:pt x="3690" y="499"/>
                  </a:lnTo>
                  <a:lnTo>
                    <a:pt x="3451" y="359"/>
                  </a:lnTo>
                  <a:lnTo>
                    <a:pt x="3211" y="260"/>
                  </a:lnTo>
                  <a:lnTo>
                    <a:pt x="2972" y="160"/>
                  </a:lnTo>
                  <a:lnTo>
                    <a:pt x="2733" y="100"/>
                  </a:lnTo>
                  <a:lnTo>
                    <a:pt x="2493" y="40"/>
                  </a:lnTo>
                  <a:lnTo>
                    <a:pt x="2254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129960" y="2477679"/>
              <a:ext cx="119875" cy="136244"/>
            </a:xfrm>
            <a:custGeom>
              <a:avLst/>
              <a:gdLst/>
              <a:ahLst/>
              <a:cxnLst/>
              <a:rect l="l" t="t" r="r" b="b"/>
              <a:pathLst>
                <a:path w="5844" h="6642" extrusionOk="0">
                  <a:moveTo>
                    <a:pt x="2054" y="0"/>
                  </a:moveTo>
                  <a:lnTo>
                    <a:pt x="1855" y="20"/>
                  </a:lnTo>
                  <a:lnTo>
                    <a:pt x="1655" y="80"/>
                  </a:lnTo>
                  <a:lnTo>
                    <a:pt x="1476" y="180"/>
                  </a:lnTo>
                  <a:lnTo>
                    <a:pt x="1316" y="279"/>
                  </a:lnTo>
                  <a:lnTo>
                    <a:pt x="1157" y="399"/>
                  </a:lnTo>
                  <a:lnTo>
                    <a:pt x="1037" y="519"/>
                  </a:lnTo>
                  <a:lnTo>
                    <a:pt x="798" y="798"/>
                  </a:lnTo>
                  <a:lnTo>
                    <a:pt x="578" y="1097"/>
                  </a:lnTo>
                  <a:lnTo>
                    <a:pt x="399" y="1436"/>
                  </a:lnTo>
                  <a:lnTo>
                    <a:pt x="239" y="1775"/>
                  </a:lnTo>
                  <a:lnTo>
                    <a:pt x="120" y="2134"/>
                  </a:lnTo>
                  <a:lnTo>
                    <a:pt x="40" y="2513"/>
                  </a:lnTo>
                  <a:lnTo>
                    <a:pt x="0" y="2892"/>
                  </a:lnTo>
                  <a:lnTo>
                    <a:pt x="0" y="3271"/>
                  </a:lnTo>
                  <a:lnTo>
                    <a:pt x="40" y="3630"/>
                  </a:lnTo>
                  <a:lnTo>
                    <a:pt x="100" y="3989"/>
                  </a:lnTo>
                  <a:lnTo>
                    <a:pt x="199" y="4328"/>
                  </a:lnTo>
                  <a:lnTo>
                    <a:pt x="339" y="4647"/>
                  </a:lnTo>
                  <a:lnTo>
                    <a:pt x="499" y="4946"/>
                  </a:lnTo>
                  <a:lnTo>
                    <a:pt x="678" y="5225"/>
                  </a:lnTo>
                  <a:lnTo>
                    <a:pt x="898" y="5465"/>
                  </a:lnTo>
                  <a:lnTo>
                    <a:pt x="1117" y="5684"/>
                  </a:lnTo>
                  <a:lnTo>
                    <a:pt x="1336" y="5884"/>
                  </a:lnTo>
                  <a:lnTo>
                    <a:pt x="1576" y="6063"/>
                  </a:lnTo>
                  <a:lnTo>
                    <a:pt x="1815" y="6203"/>
                  </a:lnTo>
                  <a:lnTo>
                    <a:pt x="2054" y="6322"/>
                  </a:lnTo>
                  <a:lnTo>
                    <a:pt x="2274" y="6422"/>
                  </a:lnTo>
                  <a:lnTo>
                    <a:pt x="2513" y="6482"/>
                  </a:lnTo>
                  <a:lnTo>
                    <a:pt x="2732" y="6542"/>
                  </a:lnTo>
                  <a:lnTo>
                    <a:pt x="2932" y="6582"/>
                  </a:lnTo>
                  <a:lnTo>
                    <a:pt x="3131" y="6622"/>
                  </a:lnTo>
                  <a:lnTo>
                    <a:pt x="3490" y="6642"/>
                  </a:lnTo>
                  <a:lnTo>
                    <a:pt x="3789" y="6622"/>
                  </a:lnTo>
                  <a:lnTo>
                    <a:pt x="4029" y="6562"/>
                  </a:lnTo>
                  <a:lnTo>
                    <a:pt x="4208" y="6522"/>
                  </a:lnTo>
                  <a:lnTo>
                    <a:pt x="4308" y="6462"/>
                  </a:lnTo>
                  <a:lnTo>
                    <a:pt x="4328" y="6422"/>
                  </a:lnTo>
                  <a:lnTo>
                    <a:pt x="4308" y="6402"/>
                  </a:lnTo>
                  <a:lnTo>
                    <a:pt x="4288" y="6402"/>
                  </a:lnTo>
                  <a:lnTo>
                    <a:pt x="4188" y="6382"/>
                  </a:lnTo>
                  <a:lnTo>
                    <a:pt x="3789" y="6342"/>
                  </a:lnTo>
                  <a:lnTo>
                    <a:pt x="3510" y="6302"/>
                  </a:lnTo>
                  <a:lnTo>
                    <a:pt x="3211" y="6243"/>
                  </a:lnTo>
                  <a:lnTo>
                    <a:pt x="2852" y="6143"/>
                  </a:lnTo>
                  <a:lnTo>
                    <a:pt x="2473" y="5963"/>
                  </a:lnTo>
                  <a:lnTo>
                    <a:pt x="2274" y="5864"/>
                  </a:lnTo>
                  <a:lnTo>
                    <a:pt x="2074" y="5744"/>
                  </a:lnTo>
                  <a:lnTo>
                    <a:pt x="1875" y="5604"/>
                  </a:lnTo>
                  <a:lnTo>
                    <a:pt x="1695" y="5445"/>
                  </a:lnTo>
                  <a:lnTo>
                    <a:pt x="1516" y="5285"/>
                  </a:lnTo>
                  <a:lnTo>
                    <a:pt x="1336" y="5086"/>
                  </a:lnTo>
                  <a:lnTo>
                    <a:pt x="1177" y="4867"/>
                  </a:lnTo>
                  <a:lnTo>
                    <a:pt x="1037" y="4647"/>
                  </a:lnTo>
                  <a:lnTo>
                    <a:pt x="917" y="4388"/>
                  </a:lnTo>
                  <a:lnTo>
                    <a:pt x="818" y="4129"/>
                  </a:lnTo>
                  <a:lnTo>
                    <a:pt x="738" y="3849"/>
                  </a:lnTo>
                  <a:lnTo>
                    <a:pt x="698" y="3550"/>
                  </a:lnTo>
                  <a:lnTo>
                    <a:pt x="678" y="3251"/>
                  </a:lnTo>
                  <a:lnTo>
                    <a:pt x="678" y="2932"/>
                  </a:lnTo>
                  <a:lnTo>
                    <a:pt x="718" y="2633"/>
                  </a:lnTo>
                  <a:lnTo>
                    <a:pt x="778" y="2314"/>
                  </a:lnTo>
                  <a:lnTo>
                    <a:pt x="878" y="2015"/>
                  </a:lnTo>
                  <a:lnTo>
                    <a:pt x="997" y="1715"/>
                  </a:lnTo>
                  <a:lnTo>
                    <a:pt x="1137" y="1456"/>
                  </a:lnTo>
                  <a:lnTo>
                    <a:pt x="1316" y="1217"/>
                  </a:lnTo>
                  <a:lnTo>
                    <a:pt x="1496" y="977"/>
                  </a:lnTo>
                  <a:lnTo>
                    <a:pt x="1695" y="798"/>
                  </a:lnTo>
                  <a:lnTo>
                    <a:pt x="1795" y="718"/>
                  </a:lnTo>
                  <a:lnTo>
                    <a:pt x="1895" y="658"/>
                  </a:lnTo>
                  <a:lnTo>
                    <a:pt x="1994" y="638"/>
                  </a:lnTo>
                  <a:lnTo>
                    <a:pt x="2094" y="618"/>
                  </a:lnTo>
                  <a:lnTo>
                    <a:pt x="2194" y="618"/>
                  </a:lnTo>
                  <a:lnTo>
                    <a:pt x="2294" y="638"/>
                  </a:lnTo>
                  <a:lnTo>
                    <a:pt x="2553" y="718"/>
                  </a:lnTo>
                  <a:lnTo>
                    <a:pt x="3071" y="918"/>
                  </a:lnTo>
                  <a:lnTo>
                    <a:pt x="3989" y="1277"/>
                  </a:lnTo>
                  <a:lnTo>
                    <a:pt x="5325" y="1855"/>
                  </a:lnTo>
                  <a:lnTo>
                    <a:pt x="5684" y="2015"/>
                  </a:lnTo>
                  <a:lnTo>
                    <a:pt x="5804" y="2034"/>
                  </a:lnTo>
                  <a:lnTo>
                    <a:pt x="5824" y="2034"/>
                  </a:lnTo>
                  <a:lnTo>
                    <a:pt x="5844" y="2015"/>
                  </a:lnTo>
                  <a:lnTo>
                    <a:pt x="5844" y="1995"/>
                  </a:lnTo>
                  <a:lnTo>
                    <a:pt x="5824" y="1975"/>
                  </a:lnTo>
                  <a:lnTo>
                    <a:pt x="5764" y="1895"/>
                  </a:lnTo>
                  <a:lnTo>
                    <a:pt x="5624" y="1775"/>
                  </a:lnTo>
                  <a:lnTo>
                    <a:pt x="5445" y="1636"/>
                  </a:lnTo>
                  <a:lnTo>
                    <a:pt x="5205" y="1476"/>
                  </a:lnTo>
                  <a:lnTo>
                    <a:pt x="4926" y="1277"/>
                  </a:lnTo>
                  <a:lnTo>
                    <a:pt x="4587" y="1077"/>
                  </a:lnTo>
                  <a:lnTo>
                    <a:pt x="4188" y="858"/>
                  </a:lnTo>
                  <a:lnTo>
                    <a:pt x="3769" y="618"/>
                  </a:lnTo>
                  <a:lnTo>
                    <a:pt x="3291" y="399"/>
                  </a:lnTo>
                  <a:lnTo>
                    <a:pt x="2752" y="160"/>
                  </a:lnTo>
                  <a:lnTo>
                    <a:pt x="2613" y="100"/>
                  </a:lnTo>
                  <a:lnTo>
                    <a:pt x="2453" y="40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7648910" y="3001679"/>
              <a:ext cx="1222401" cy="2142059"/>
            </a:xfrm>
            <a:custGeom>
              <a:avLst/>
              <a:gdLst/>
              <a:ahLst/>
              <a:cxnLst/>
              <a:rect l="l" t="t" r="r" b="b"/>
              <a:pathLst>
                <a:path w="59593" h="104427" extrusionOk="0">
                  <a:moveTo>
                    <a:pt x="6243" y="0"/>
                  </a:moveTo>
                  <a:lnTo>
                    <a:pt x="5963" y="559"/>
                  </a:lnTo>
                  <a:lnTo>
                    <a:pt x="5644" y="1237"/>
                  </a:lnTo>
                  <a:lnTo>
                    <a:pt x="5245" y="2174"/>
                  </a:lnTo>
                  <a:lnTo>
                    <a:pt x="4747" y="3311"/>
                  </a:lnTo>
                  <a:lnTo>
                    <a:pt x="4228" y="4667"/>
                  </a:lnTo>
                  <a:lnTo>
                    <a:pt x="3650" y="6183"/>
                  </a:lnTo>
                  <a:lnTo>
                    <a:pt x="3052" y="7878"/>
                  </a:lnTo>
                  <a:lnTo>
                    <a:pt x="2752" y="8796"/>
                  </a:lnTo>
                  <a:lnTo>
                    <a:pt x="2473" y="9733"/>
                  </a:lnTo>
                  <a:lnTo>
                    <a:pt x="2174" y="10710"/>
                  </a:lnTo>
                  <a:lnTo>
                    <a:pt x="1895" y="11707"/>
                  </a:lnTo>
                  <a:lnTo>
                    <a:pt x="1636" y="12724"/>
                  </a:lnTo>
                  <a:lnTo>
                    <a:pt x="1376" y="13781"/>
                  </a:lnTo>
                  <a:lnTo>
                    <a:pt x="1137" y="14858"/>
                  </a:lnTo>
                  <a:lnTo>
                    <a:pt x="918" y="15955"/>
                  </a:lnTo>
                  <a:lnTo>
                    <a:pt x="698" y="17072"/>
                  </a:lnTo>
                  <a:lnTo>
                    <a:pt x="519" y="18209"/>
                  </a:lnTo>
                  <a:lnTo>
                    <a:pt x="359" y="19346"/>
                  </a:lnTo>
                  <a:lnTo>
                    <a:pt x="220" y="20503"/>
                  </a:lnTo>
                  <a:lnTo>
                    <a:pt x="120" y="21659"/>
                  </a:lnTo>
                  <a:lnTo>
                    <a:pt x="60" y="22836"/>
                  </a:lnTo>
                  <a:lnTo>
                    <a:pt x="20" y="24013"/>
                  </a:lnTo>
                  <a:lnTo>
                    <a:pt x="0" y="25189"/>
                  </a:lnTo>
                  <a:lnTo>
                    <a:pt x="40" y="26366"/>
                  </a:lnTo>
                  <a:lnTo>
                    <a:pt x="120" y="27603"/>
                  </a:lnTo>
                  <a:lnTo>
                    <a:pt x="240" y="28919"/>
                  </a:lnTo>
                  <a:lnTo>
                    <a:pt x="399" y="30275"/>
                  </a:lnTo>
                  <a:lnTo>
                    <a:pt x="579" y="31711"/>
                  </a:lnTo>
                  <a:lnTo>
                    <a:pt x="798" y="33167"/>
                  </a:lnTo>
                  <a:lnTo>
                    <a:pt x="1057" y="34683"/>
                  </a:lnTo>
                  <a:lnTo>
                    <a:pt x="1316" y="36238"/>
                  </a:lnTo>
                  <a:lnTo>
                    <a:pt x="1616" y="37834"/>
                  </a:lnTo>
                  <a:lnTo>
                    <a:pt x="1935" y="39449"/>
                  </a:lnTo>
                  <a:lnTo>
                    <a:pt x="2274" y="41105"/>
                  </a:lnTo>
                  <a:lnTo>
                    <a:pt x="2633" y="42760"/>
                  </a:lnTo>
                  <a:lnTo>
                    <a:pt x="3391" y="46130"/>
                  </a:lnTo>
                  <a:lnTo>
                    <a:pt x="4188" y="49521"/>
                  </a:lnTo>
                  <a:lnTo>
                    <a:pt x="5006" y="52891"/>
                  </a:lnTo>
                  <a:lnTo>
                    <a:pt x="5824" y="56202"/>
                  </a:lnTo>
                  <a:lnTo>
                    <a:pt x="7379" y="62504"/>
                  </a:lnTo>
                  <a:lnTo>
                    <a:pt x="8077" y="65396"/>
                  </a:lnTo>
                  <a:lnTo>
                    <a:pt x="8696" y="68089"/>
                  </a:lnTo>
                  <a:lnTo>
                    <a:pt x="9214" y="70522"/>
                  </a:lnTo>
                  <a:lnTo>
                    <a:pt x="9434" y="71619"/>
                  </a:lnTo>
                  <a:lnTo>
                    <a:pt x="9633" y="72656"/>
                  </a:lnTo>
                  <a:lnTo>
                    <a:pt x="1476" y="103987"/>
                  </a:lnTo>
                  <a:lnTo>
                    <a:pt x="55284" y="104426"/>
                  </a:lnTo>
                  <a:lnTo>
                    <a:pt x="55344" y="103948"/>
                  </a:lnTo>
                  <a:lnTo>
                    <a:pt x="55424" y="103469"/>
                  </a:lnTo>
                  <a:lnTo>
                    <a:pt x="55524" y="102392"/>
                  </a:lnTo>
                  <a:lnTo>
                    <a:pt x="55603" y="101195"/>
                  </a:lnTo>
                  <a:lnTo>
                    <a:pt x="55643" y="99919"/>
                  </a:lnTo>
                  <a:lnTo>
                    <a:pt x="55663" y="98563"/>
                  </a:lnTo>
                  <a:lnTo>
                    <a:pt x="55643" y="97107"/>
                  </a:lnTo>
                  <a:lnTo>
                    <a:pt x="55603" y="95591"/>
                  </a:lnTo>
                  <a:lnTo>
                    <a:pt x="55544" y="93996"/>
                  </a:lnTo>
                  <a:lnTo>
                    <a:pt x="55464" y="92380"/>
                  </a:lnTo>
                  <a:lnTo>
                    <a:pt x="55364" y="90685"/>
                  </a:lnTo>
                  <a:lnTo>
                    <a:pt x="55244" y="88990"/>
                  </a:lnTo>
                  <a:lnTo>
                    <a:pt x="55105" y="87255"/>
                  </a:lnTo>
                  <a:lnTo>
                    <a:pt x="54806" y="83744"/>
                  </a:lnTo>
                  <a:lnTo>
                    <a:pt x="54487" y="80254"/>
                  </a:lnTo>
                  <a:lnTo>
                    <a:pt x="54128" y="76864"/>
                  </a:lnTo>
                  <a:lnTo>
                    <a:pt x="53769" y="73633"/>
                  </a:lnTo>
                  <a:lnTo>
                    <a:pt x="53130" y="67949"/>
                  </a:lnTo>
                  <a:lnTo>
                    <a:pt x="52871" y="65655"/>
                  </a:lnTo>
                  <a:lnTo>
                    <a:pt x="52672" y="63841"/>
                  </a:lnTo>
                  <a:lnTo>
                    <a:pt x="52552" y="62544"/>
                  </a:lnTo>
                  <a:lnTo>
                    <a:pt x="52532" y="62125"/>
                  </a:lnTo>
                  <a:lnTo>
                    <a:pt x="52532" y="61866"/>
                  </a:lnTo>
                  <a:lnTo>
                    <a:pt x="52572" y="61647"/>
                  </a:lnTo>
                  <a:lnTo>
                    <a:pt x="52632" y="61387"/>
                  </a:lnTo>
                  <a:lnTo>
                    <a:pt x="52731" y="61068"/>
                  </a:lnTo>
                  <a:lnTo>
                    <a:pt x="52871" y="60709"/>
                  </a:lnTo>
                  <a:lnTo>
                    <a:pt x="53210" y="59832"/>
                  </a:lnTo>
                  <a:lnTo>
                    <a:pt x="53649" y="58815"/>
                  </a:lnTo>
                  <a:lnTo>
                    <a:pt x="54147" y="57658"/>
                  </a:lnTo>
                  <a:lnTo>
                    <a:pt x="54726" y="56421"/>
                  </a:lnTo>
                  <a:lnTo>
                    <a:pt x="55942" y="53749"/>
                  </a:lnTo>
                  <a:lnTo>
                    <a:pt x="57159" y="51017"/>
                  </a:lnTo>
                  <a:lnTo>
                    <a:pt x="57717" y="49720"/>
                  </a:lnTo>
                  <a:lnTo>
                    <a:pt x="58236" y="48504"/>
                  </a:lnTo>
                  <a:lnTo>
                    <a:pt x="58675" y="47387"/>
                  </a:lnTo>
                  <a:lnTo>
                    <a:pt x="59014" y="46410"/>
                  </a:lnTo>
                  <a:lnTo>
                    <a:pt x="59153" y="45991"/>
                  </a:lnTo>
                  <a:lnTo>
                    <a:pt x="59253" y="45592"/>
                  </a:lnTo>
                  <a:lnTo>
                    <a:pt x="59313" y="45273"/>
                  </a:lnTo>
                  <a:lnTo>
                    <a:pt x="59353" y="44974"/>
                  </a:lnTo>
                  <a:lnTo>
                    <a:pt x="59433" y="43957"/>
                  </a:lnTo>
                  <a:lnTo>
                    <a:pt x="59532" y="42899"/>
                  </a:lnTo>
                  <a:lnTo>
                    <a:pt x="59572" y="42341"/>
                  </a:lnTo>
                  <a:lnTo>
                    <a:pt x="59592" y="41783"/>
                  </a:lnTo>
                  <a:lnTo>
                    <a:pt x="59572" y="41204"/>
                  </a:lnTo>
                  <a:lnTo>
                    <a:pt x="59552" y="40606"/>
                  </a:lnTo>
                  <a:lnTo>
                    <a:pt x="59472" y="39968"/>
                  </a:lnTo>
                  <a:lnTo>
                    <a:pt x="59373" y="39310"/>
                  </a:lnTo>
                  <a:lnTo>
                    <a:pt x="59213" y="38632"/>
                  </a:lnTo>
                  <a:lnTo>
                    <a:pt x="59014" y="37894"/>
                  </a:lnTo>
                  <a:lnTo>
                    <a:pt x="58735" y="37136"/>
                  </a:lnTo>
                  <a:lnTo>
                    <a:pt x="58575" y="36737"/>
                  </a:lnTo>
                  <a:lnTo>
                    <a:pt x="58396" y="36338"/>
                  </a:lnTo>
                  <a:lnTo>
                    <a:pt x="58216" y="35919"/>
                  </a:lnTo>
                  <a:lnTo>
                    <a:pt x="57997" y="35480"/>
                  </a:lnTo>
                  <a:lnTo>
                    <a:pt x="57757" y="35042"/>
                  </a:lnTo>
                  <a:lnTo>
                    <a:pt x="57518" y="34583"/>
                  </a:lnTo>
                  <a:lnTo>
                    <a:pt x="57259" y="34204"/>
                  </a:lnTo>
                  <a:lnTo>
                    <a:pt x="56900" y="33705"/>
                  </a:lnTo>
                  <a:lnTo>
                    <a:pt x="56421" y="33087"/>
                  </a:lnTo>
                  <a:lnTo>
                    <a:pt x="55823" y="32349"/>
                  </a:lnTo>
                  <a:lnTo>
                    <a:pt x="54347" y="30574"/>
                  </a:lnTo>
                  <a:lnTo>
                    <a:pt x="52552" y="28500"/>
                  </a:lnTo>
                  <a:lnTo>
                    <a:pt x="50498" y="26147"/>
                  </a:lnTo>
                  <a:lnTo>
                    <a:pt x="48244" y="23614"/>
                  </a:lnTo>
                  <a:lnTo>
                    <a:pt x="45891" y="20961"/>
                  </a:lnTo>
                  <a:lnTo>
                    <a:pt x="43478" y="18289"/>
                  </a:lnTo>
                  <a:lnTo>
                    <a:pt x="38791" y="13143"/>
                  </a:lnTo>
                  <a:lnTo>
                    <a:pt x="34762" y="8716"/>
                  </a:lnTo>
                  <a:lnTo>
                    <a:pt x="30873" y="4488"/>
                  </a:lnTo>
                  <a:lnTo>
                    <a:pt x="62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7648910" y="3001679"/>
              <a:ext cx="1222401" cy="2142059"/>
            </a:xfrm>
            <a:custGeom>
              <a:avLst/>
              <a:gdLst/>
              <a:ahLst/>
              <a:cxnLst/>
              <a:rect l="l" t="t" r="r" b="b"/>
              <a:pathLst>
                <a:path w="59593" h="104427" fill="none" extrusionOk="0">
                  <a:moveTo>
                    <a:pt x="0" y="25189"/>
                  </a:moveTo>
                  <a:lnTo>
                    <a:pt x="0" y="25189"/>
                  </a:lnTo>
                  <a:lnTo>
                    <a:pt x="20" y="24013"/>
                  </a:lnTo>
                  <a:lnTo>
                    <a:pt x="60" y="22836"/>
                  </a:lnTo>
                  <a:lnTo>
                    <a:pt x="120" y="21659"/>
                  </a:lnTo>
                  <a:lnTo>
                    <a:pt x="220" y="20503"/>
                  </a:lnTo>
                  <a:lnTo>
                    <a:pt x="359" y="19346"/>
                  </a:lnTo>
                  <a:lnTo>
                    <a:pt x="519" y="18209"/>
                  </a:lnTo>
                  <a:lnTo>
                    <a:pt x="698" y="17072"/>
                  </a:lnTo>
                  <a:lnTo>
                    <a:pt x="918" y="15955"/>
                  </a:lnTo>
                  <a:lnTo>
                    <a:pt x="1137" y="14858"/>
                  </a:lnTo>
                  <a:lnTo>
                    <a:pt x="1376" y="13781"/>
                  </a:lnTo>
                  <a:lnTo>
                    <a:pt x="1636" y="12724"/>
                  </a:lnTo>
                  <a:lnTo>
                    <a:pt x="1895" y="11707"/>
                  </a:lnTo>
                  <a:lnTo>
                    <a:pt x="2174" y="10710"/>
                  </a:lnTo>
                  <a:lnTo>
                    <a:pt x="2473" y="9733"/>
                  </a:lnTo>
                  <a:lnTo>
                    <a:pt x="2752" y="8796"/>
                  </a:lnTo>
                  <a:lnTo>
                    <a:pt x="3052" y="7878"/>
                  </a:lnTo>
                  <a:lnTo>
                    <a:pt x="3650" y="6183"/>
                  </a:lnTo>
                  <a:lnTo>
                    <a:pt x="4228" y="4667"/>
                  </a:lnTo>
                  <a:lnTo>
                    <a:pt x="4747" y="3311"/>
                  </a:lnTo>
                  <a:lnTo>
                    <a:pt x="5245" y="2174"/>
                  </a:lnTo>
                  <a:lnTo>
                    <a:pt x="5644" y="1237"/>
                  </a:lnTo>
                  <a:lnTo>
                    <a:pt x="5963" y="559"/>
                  </a:lnTo>
                  <a:lnTo>
                    <a:pt x="6243" y="0"/>
                  </a:lnTo>
                  <a:lnTo>
                    <a:pt x="30873" y="4488"/>
                  </a:lnTo>
                  <a:lnTo>
                    <a:pt x="30873" y="4488"/>
                  </a:lnTo>
                  <a:lnTo>
                    <a:pt x="34762" y="8716"/>
                  </a:lnTo>
                  <a:lnTo>
                    <a:pt x="38791" y="13143"/>
                  </a:lnTo>
                  <a:lnTo>
                    <a:pt x="43478" y="18289"/>
                  </a:lnTo>
                  <a:lnTo>
                    <a:pt x="45891" y="20961"/>
                  </a:lnTo>
                  <a:lnTo>
                    <a:pt x="48244" y="23614"/>
                  </a:lnTo>
                  <a:lnTo>
                    <a:pt x="50498" y="26147"/>
                  </a:lnTo>
                  <a:lnTo>
                    <a:pt x="52552" y="28500"/>
                  </a:lnTo>
                  <a:lnTo>
                    <a:pt x="54347" y="30574"/>
                  </a:lnTo>
                  <a:lnTo>
                    <a:pt x="55823" y="32349"/>
                  </a:lnTo>
                  <a:lnTo>
                    <a:pt x="56421" y="33087"/>
                  </a:lnTo>
                  <a:lnTo>
                    <a:pt x="56900" y="33705"/>
                  </a:lnTo>
                  <a:lnTo>
                    <a:pt x="57259" y="34204"/>
                  </a:lnTo>
                  <a:lnTo>
                    <a:pt x="57518" y="34583"/>
                  </a:lnTo>
                  <a:lnTo>
                    <a:pt x="57518" y="34583"/>
                  </a:lnTo>
                  <a:lnTo>
                    <a:pt x="57757" y="35042"/>
                  </a:lnTo>
                  <a:lnTo>
                    <a:pt x="57997" y="35480"/>
                  </a:lnTo>
                  <a:lnTo>
                    <a:pt x="58216" y="35919"/>
                  </a:lnTo>
                  <a:lnTo>
                    <a:pt x="58396" y="36338"/>
                  </a:lnTo>
                  <a:lnTo>
                    <a:pt x="58575" y="36737"/>
                  </a:lnTo>
                  <a:lnTo>
                    <a:pt x="58735" y="37136"/>
                  </a:lnTo>
                  <a:lnTo>
                    <a:pt x="59014" y="37894"/>
                  </a:lnTo>
                  <a:lnTo>
                    <a:pt x="59213" y="38632"/>
                  </a:lnTo>
                  <a:lnTo>
                    <a:pt x="59373" y="39310"/>
                  </a:lnTo>
                  <a:lnTo>
                    <a:pt x="59472" y="39968"/>
                  </a:lnTo>
                  <a:lnTo>
                    <a:pt x="59552" y="40606"/>
                  </a:lnTo>
                  <a:lnTo>
                    <a:pt x="59572" y="41204"/>
                  </a:lnTo>
                  <a:lnTo>
                    <a:pt x="59592" y="41783"/>
                  </a:lnTo>
                  <a:lnTo>
                    <a:pt x="59572" y="42341"/>
                  </a:lnTo>
                  <a:lnTo>
                    <a:pt x="59532" y="42899"/>
                  </a:lnTo>
                  <a:lnTo>
                    <a:pt x="59433" y="43957"/>
                  </a:lnTo>
                  <a:lnTo>
                    <a:pt x="59353" y="44974"/>
                  </a:lnTo>
                  <a:lnTo>
                    <a:pt x="59353" y="44974"/>
                  </a:lnTo>
                  <a:lnTo>
                    <a:pt x="59313" y="45273"/>
                  </a:lnTo>
                  <a:lnTo>
                    <a:pt x="59253" y="45592"/>
                  </a:lnTo>
                  <a:lnTo>
                    <a:pt x="59153" y="45991"/>
                  </a:lnTo>
                  <a:lnTo>
                    <a:pt x="59014" y="46410"/>
                  </a:lnTo>
                  <a:lnTo>
                    <a:pt x="58675" y="47387"/>
                  </a:lnTo>
                  <a:lnTo>
                    <a:pt x="58236" y="48504"/>
                  </a:lnTo>
                  <a:lnTo>
                    <a:pt x="57717" y="49720"/>
                  </a:lnTo>
                  <a:lnTo>
                    <a:pt x="57159" y="51017"/>
                  </a:lnTo>
                  <a:lnTo>
                    <a:pt x="55942" y="53749"/>
                  </a:lnTo>
                  <a:lnTo>
                    <a:pt x="54726" y="56421"/>
                  </a:lnTo>
                  <a:lnTo>
                    <a:pt x="54147" y="57658"/>
                  </a:lnTo>
                  <a:lnTo>
                    <a:pt x="53649" y="58815"/>
                  </a:lnTo>
                  <a:lnTo>
                    <a:pt x="53210" y="59832"/>
                  </a:lnTo>
                  <a:lnTo>
                    <a:pt x="52871" y="60709"/>
                  </a:lnTo>
                  <a:lnTo>
                    <a:pt x="52731" y="61068"/>
                  </a:lnTo>
                  <a:lnTo>
                    <a:pt x="52632" y="61387"/>
                  </a:lnTo>
                  <a:lnTo>
                    <a:pt x="52572" y="61647"/>
                  </a:lnTo>
                  <a:lnTo>
                    <a:pt x="52532" y="61866"/>
                  </a:lnTo>
                  <a:lnTo>
                    <a:pt x="52532" y="61866"/>
                  </a:lnTo>
                  <a:lnTo>
                    <a:pt x="52532" y="62125"/>
                  </a:lnTo>
                  <a:lnTo>
                    <a:pt x="52552" y="62544"/>
                  </a:lnTo>
                  <a:lnTo>
                    <a:pt x="52672" y="63841"/>
                  </a:lnTo>
                  <a:lnTo>
                    <a:pt x="52871" y="65655"/>
                  </a:lnTo>
                  <a:lnTo>
                    <a:pt x="53130" y="67949"/>
                  </a:lnTo>
                  <a:lnTo>
                    <a:pt x="53769" y="73633"/>
                  </a:lnTo>
                  <a:lnTo>
                    <a:pt x="54128" y="76864"/>
                  </a:lnTo>
                  <a:lnTo>
                    <a:pt x="54487" y="80254"/>
                  </a:lnTo>
                  <a:lnTo>
                    <a:pt x="54806" y="83744"/>
                  </a:lnTo>
                  <a:lnTo>
                    <a:pt x="55105" y="87255"/>
                  </a:lnTo>
                  <a:lnTo>
                    <a:pt x="55244" y="88990"/>
                  </a:lnTo>
                  <a:lnTo>
                    <a:pt x="55364" y="90685"/>
                  </a:lnTo>
                  <a:lnTo>
                    <a:pt x="55464" y="92380"/>
                  </a:lnTo>
                  <a:lnTo>
                    <a:pt x="55544" y="93996"/>
                  </a:lnTo>
                  <a:lnTo>
                    <a:pt x="55603" y="95591"/>
                  </a:lnTo>
                  <a:lnTo>
                    <a:pt x="55643" y="97107"/>
                  </a:lnTo>
                  <a:lnTo>
                    <a:pt x="55663" y="98563"/>
                  </a:lnTo>
                  <a:lnTo>
                    <a:pt x="55643" y="99919"/>
                  </a:lnTo>
                  <a:lnTo>
                    <a:pt x="55603" y="101195"/>
                  </a:lnTo>
                  <a:lnTo>
                    <a:pt x="55524" y="102392"/>
                  </a:lnTo>
                  <a:lnTo>
                    <a:pt x="55424" y="103469"/>
                  </a:lnTo>
                  <a:lnTo>
                    <a:pt x="55344" y="103948"/>
                  </a:lnTo>
                  <a:lnTo>
                    <a:pt x="55284" y="104426"/>
                  </a:lnTo>
                  <a:lnTo>
                    <a:pt x="1476" y="103987"/>
                  </a:lnTo>
                  <a:lnTo>
                    <a:pt x="9633" y="72656"/>
                  </a:lnTo>
                  <a:lnTo>
                    <a:pt x="9633" y="72656"/>
                  </a:lnTo>
                  <a:lnTo>
                    <a:pt x="9434" y="71619"/>
                  </a:lnTo>
                  <a:lnTo>
                    <a:pt x="9214" y="70522"/>
                  </a:lnTo>
                  <a:lnTo>
                    <a:pt x="8696" y="68089"/>
                  </a:lnTo>
                  <a:lnTo>
                    <a:pt x="8077" y="65396"/>
                  </a:lnTo>
                  <a:lnTo>
                    <a:pt x="7379" y="62504"/>
                  </a:lnTo>
                  <a:lnTo>
                    <a:pt x="5824" y="56202"/>
                  </a:lnTo>
                  <a:lnTo>
                    <a:pt x="5006" y="52891"/>
                  </a:lnTo>
                  <a:lnTo>
                    <a:pt x="4188" y="49521"/>
                  </a:lnTo>
                  <a:lnTo>
                    <a:pt x="3391" y="46130"/>
                  </a:lnTo>
                  <a:lnTo>
                    <a:pt x="2633" y="42760"/>
                  </a:lnTo>
                  <a:lnTo>
                    <a:pt x="2274" y="41105"/>
                  </a:lnTo>
                  <a:lnTo>
                    <a:pt x="1935" y="39449"/>
                  </a:lnTo>
                  <a:lnTo>
                    <a:pt x="1616" y="37834"/>
                  </a:lnTo>
                  <a:lnTo>
                    <a:pt x="1316" y="36238"/>
                  </a:lnTo>
                  <a:lnTo>
                    <a:pt x="1057" y="34683"/>
                  </a:lnTo>
                  <a:lnTo>
                    <a:pt x="798" y="33167"/>
                  </a:lnTo>
                  <a:lnTo>
                    <a:pt x="579" y="31711"/>
                  </a:lnTo>
                  <a:lnTo>
                    <a:pt x="399" y="30275"/>
                  </a:lnTo>
                  <a:lnTo>
                    <a:pt x="240" y="28919"/>
                  </a:lnTo>
                  <a:lnTo>
                    <a:pt x="120" y="27603"/>
                  </a:lnTo>
                  <a:lnTo>
                    <a:pt x="40" y="26366"/>
                  </a:lnTo>
                  <a:lnTo>
                    <a:pt x="0" y="251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8075546" y="4331510"/>
              <a:ext cx="707353" cy="577673"/>
            </a:xfrm>
            <a:custGeom>
              <a:avLst/>
              <a:gdLst/>
              <a:ahLst/>
              <a:cxnLst/>
              <a:rect l="l" t="t" r="r" b="b"/>
              <a:pathLst>
                <a:path w="34484" h="28162" extrusionOk="0">
                  <a:moveTo>
                    <a:pt x="8477" y="1"/>
                  </a:moveTo>
                  <a:lnTo>
                    <a:pt x="8357" y="160"/>
                  </a:lnTo>
                  <a:lnTo>
                    <a:pt x="8217" y="320"/>
                  </a:lnTo>
                  <a:lnTo>
                    <a:pt x="8078" y="459"/>
                  </a:lnTo>
                  <a:lnTo>
                    <a:pt x="7898" y="579"/>
                  </a:lnTo>
                  <a:lnTo>
                    <a:pt x="7719" y="679"/>
                  </a:lnTo>
                  <a:lnTo>
                    <a:pt x="7519" y="779"/>
                  </a:lnTo>
                  <a:lnTo>
                    <a:pt x="7320" y="878"/>
                  </a:lnTo>
                  <a:lnTo>
                    <a:pt x="7101" y="958"/>
                  </a:lnTo>
                  <a:lnTo>
                    <a:pt x="6622" y="1098"/>
                  </a:lnTo>
                  <a:lnTo>
                    <a:pt x="6123" y="1217"/>
                  </a:lnTo>
                  <a:lnTo>
                    <a:pt x="5086" y="1457"/>
                  </a:lnTo>
                  <a:lnTo>
                    <a:pt x="4548" y="1576"/>
                  </a:lnTo>
                  <a:lnTo>
                    <a:pt x="4049" y="1696"/>
                  </a:lnTo>
                  <a:lnTo>
                    <a:pt x="3551" y="1856"/>
                  </a:lnTo>
                  <a:lnTo>
                    <a:pt x="3331" y="1955"/>
                  </a:lnTo>
                  <a:lnTo>
                    <a:pt x="3092" y="2055"/>
                  </a:lnTo>
                  <a:lnTo>
                    <a:pt x="2892" y="2175"/>
                  </a:lnTo>
                  <a:lnTo>
                    <a:pt x="2693" y="2294"/>
                  </a:lnTo>
                  <a:lnTo>
                    <a:pt x="2513" y="2434"/>
                  </a:lnTo>
                  <a:lnTo>
                    <a:pt x="2334" y="2573"/>
                  </a:lnTo>
                  <a:lnTo>
                    <a:pt x="2194" y="2733"/>
                  </a:lnTo>
                  <a:lnTo>
                    <a:pt x="2055" y="2932"/>
                  </a:lnTo>
                  <a:lnTo>
                    <a:pt x="1935" y="3132"/>
                  </a:lnTo>
                  <a:lnTo>
                    <a:pt x="1835" y="3331"/>
                  </a:lnTo>
                  <a:lnTo>
                    <a:pt x="1476" y="4368"/>
                  </a:lnTo>
                  <a:lnTo>
                    <a:pt x="1117" y="5386"/>
                  </a:lnTo>
                  <a:lnTo>
                    <a:pt x="798" y="6443"/>
                  </a:lnTo>
                  <a:lnTo>
                    <a:pt x="659" y="6961"/>
                  </a:lnTo>
                  <a:lnTo>
                    <a:pt x="519" y="7480"/>
                  </a:lnTo>
                  <a:lnTo>
                    <a:pt x="379" y="8018"/>
                  </a:lnTo>
                  <a:lnTo>
                    <a:pt x="280" y="8537"/>
                  </a:lnTo>
                  <a:lnTo>
                    <a:pt x="180" y="9075"/>
                  </a:lnTo>
                  <a:lnTo>
                    <a:pt x="100" y="9614"/>
                  </a:lnTo>
                  <a:lnTo>
                    <a:pt x="60" y="10152"/>
                  </a:lnTo>
                  <a:lnTo>
                    <a:pt x="20" y="10671"/>
                  </a:lnTo>
                  <a:lnTo>
                    <a:pt x="1" y="11229"/>
                  </a:lnTo>
                  <a:lnTo>
                    <a:pt x="1" y="11768"/>
                  </a:lnTo>
                  <a:lnTo>
                    <a:pt x="40" y="12166"/>
                  </a:lnTo>
                  <a:lnTo>
                    <a:pt x="80" y="12565"/>
                  </a:lnTo>
                  <a:lnTo>
                    <a:pt x="120" y="12984"/>
                  </a:lnTo>
                  <a:lnTo>
                    <a:pt x="180" y="13383"/>
                  </a:lnTo>
                  <a:lnTo>
                    <a:pt x="260" y="13782"/>
                  </a:lnTo>
                  <a:lnTo>
                    <a:pt x="360" y="14181"/>
                  </a:lnTo>
                  <a:lnTo>
                    <a:pt x="479" y="14560"/>
                  </a:lnTo>
                  <a:lnTo>
                    <a:pt x="599" y="14959"/>
                  </a:lnTo>
                  <a:lnTo>
                    <a:pt x="718" y="15338"/>
                  </a:lnTo>
                  <a:lnTo>
                    <a:pt x="878" y="15716"/>
                  </a:lnTo>
                  <a:lnTo>
                    <a:pt x="1038" y="16095"/>
                  </a:lnTo>
                  <a:lnTo>
                    <a:pt x="1197" y="16474"/>
                  </a:lnTo>
                  <a:lnTo>
                    <a:pt x="1377" y="16833"/>
                  </a:lnTo>
                  <a:lnTo>
                    <a:pt x="1576" y="17192"/>
                  </a:lnTo>
                  <a:lnTo>
                    <a:pt x="1776" y="17551"/>
                  </a:lnTo>
                  <a:lnTo>
                    <a:pt x="1995" y="17890"/>
                  </a:lnTo>
                  <a:lnTo>
                    <a:pt x="2234" y="18229"/>
                  </a:lnTo>
                  <a:lnTo>
                    <a:pt x="2454" y="18568"/>
                  </a:lnTo>
                  <a:lnTo>
                    <a:pt x="2713" y="18888"/>
                  </a:lnTo>
                  <a:lnTo>
                    <a:pt x="2972" y="19207"/>
                  </a:lnTo>
                  <a:lnTo>
                    <a:pt x="3231" y="19526"/>
                  </a:lnTo>
                  <a:lnTo>
                    <a:pt x="3511" y="19825"/>
                  </a:lnTo>
                  <a:lnTo>
                    <a:pt x="3790" y="20124"/>
                  </a:lnTo>
                  <a:lnTo>
                    <a:pt x="4089" y="20403"/>
                  </a:lnTo>
                  <a:lnTo>
                    <a:pt x="4388" y="20682"/>
                  </a:lnTo>
                  <a:lnTo>
                    <a:pt x="4707" y="20942"/>
                  </a:lnTo>
                  <a:lnTo>
                    <a:pt x="5026" y="21201"/>
                  </a:lnTo>
                  <a:lnTo>
                    <a:pt x="5345" y="21440"/>
                  </a:lnTo>
                  <a:lnTo>
                    <a:pt x="5684" y="21680"/>
                  </a:lnTo>
                  <a:lnTo>
                    <a:pt x="6024" y="21919"/>
                  </a:lnTo>
                  <a:lnTo>
                    <a:pt x="6383" y="22118"/>
                  </a:lnTo>
                  <a:lnTo>
                    <a:pt x="6722" y="22318"/>
                  </a:lnTo>
                  <a:lnTo>
                    <a:pt x="7140" y="22537"/>
                  </a:lnTo>
                  <a:lnTo>
                    <a:pt x="7539" y="22737"/>
                  </a:lnTo>
                  <a:lnTo>
                    <a:pt x="7958" y="22916"/>
                  </a:lnTo>
                  <a:lnTo>
                    <a:pt x="8377" y="23096"/>
                  </a:lnTo>
                  <a:lnTo>
                    <a:pt x="8796" y="23255"/>
                  </a:lnTo>
                  <a:lnTo>
                    <a:pt x="9234" y="23395"/>
                  </a:lnTo>
                  <a:lnTo>
                    <a:pt x="9673" y="23515"/>
                  </a:lnTo>
                  <a:lnTo>
                    <a:pt x="10112" y="23634"/>
                  </a:lnTo>
                  <a:lnTo>
                    <a:pt x="10551" y="23734"/>
                  </a:lnTo>
                  <a:lnTo>
                    <a:pt x="10990" y="23814"/>
                  </a:lnTo>
                  <a:lnTo>
                    <a:pt x="11428" y="23893"/>
                  </a:lnTo>
                  <a:lnTo>
                    <a:pt x="11887" y="23953"/>
                  </a:lnTo>
                  <a:lnTo>
                    <a:pt x="12346" y="23993"/>
                  </a:lnTo>
                  <a:lnTo>
                    <a:pt x="12784" y="24033"/>
                  </a:lnTo>
                  <a:lnTo>
                    <a:pt x="13243" y="24053"/>
                  </a:lnTo>
                  <a:lnTo>
                    <a:pt x="14440" y="24053"/>
                  </a:lnTo>
                  <a:lnTo>
                    <a:pt x="15158" y="23993"/>
                  </a:lnTo>
                  <a:lnTo>
                    <a:pt x="15876" y="23913"/>
                  </a:lnTo>
                  <a:lnTo>
                    <a:pt x="16594" y="23794"/>
                  </a:lnTo>
                  <a:lnTo>
                    <a:pt x="17312" y="23634"/>
                  </a:lnTo>
                  <a:lnTo>
                    <a:pt x="18010" y="23455"/>
                  </a:lnTo>
                  <a:lnTo>
                    <a:pt x="18708" y="23235"/>
                  </a:lnTo>
                  <a:lnTo>
                    <a:pt x="19406" y="22996"/>
                  </a:lnTo>
                  <a:lnTo>
                    <a:pt x="19984" y="23574"/>
                  </a:lnTo>
                  <a:lnTo>
                    <a:pt x="20582" y="24133"/>
                  </a:lnTo>
                  <a:lnTo>
                    <a:pt x="21221" y="24651"/>
                  </a:lnTo>
                  <a:lnTo>
                    <a:pt x="21879" y="25150"/>
                  </a:lnTo>
                  <a:lnTo>
                    <a:pt x="22557" y="25609"/>
                  </a:lnTo>
                  <a:lnTo>
                    <a:pt x="23255" y="26027"/>
                  </a:lnTo>
                  <a:lnTo>
                    <a:pt x="23973" y="26406"/>
                  </a:lnTo>
                  <a:lnTo>
                    <a:pt x="24691" y="26765"/>
                  </a:lnTo>
                  <a:lnTo>
                    <a:pt x="25449" y="27084"/>
                  </a:lnTo>
                  <a:lnTo>
                    <a:pt x="26207" y="27364"/>
                  </a:lnTo>
                  <a:lnTo>
                    <a:pt x="26984" y="27603"/>
                  </a:lnTo>
                  <a:lnTo>
                    <a:pt x="27762" y="27802"/>
                  </a:lnTo>
                  <a:lnTo>
                    <a:pt x="28540" y="27962"/>
                  </a:lnTo>
                  <a:lnTo>
                    <a:pt x="29338" y="28062"/>
                  </a:lnTo>
                  <a:lnTo>
                    <a:pt x="30155" y="28141"/>
                  </a:lnTo>
                  <a:lnTo>
                    <a:pt x="30953" y="28161"/>
                  </a:lnTo>
                  <a:lnTo>
                    <a:pt x="31392" y="28161"/>
                  </a:lnTo>
                  <a:lnTo>
                    <a:pt x="31831" y="28141"/>
                  </a:lnTo>
                  <a:lnTo>
                    <a:pt x="32270" y="28102"/>
                  </a:lnTo>
                  <a:lnTo>
                    <a:pt x="32728" y="28042"/>
                  </a:lnTo>
                  <a:lnTo>
                    <a:pt x="33167" y="27982"/>
                  </a:lnTo>
                  <a:lnTo>
                    <a:pt x="33606" y="27902"/>
                  </a:lnTo>
                  <a:lnTo>
                    <a:pt x="34045" y="27802"/>
                  </a:lnTo>
                  <a:lnTo>
                    <a:pt x="34483" y="27683"/>
                  </a:lnTo>
                  <a:lnTo>
                    <a:pt x="34423" y="26466"/>
                  </a:lnTo>
                  <a:lnTo>
                    <a:pt x="33646" y="26426"/>
                  </a:lnTo>
                  <a:lnTo>
                    <a:pt x="32888" y="26327"/>
                  </a:lnTo>
                  <a:lnTo>
                    <a:pt x="32110" y="26187"/>
                  </a:lnTo>
                  <a:lnTo>
                    <a:pt x="31332" y="25988"/>
                  </a:lnTo>
                  <a:lnTo>
                    <a:pt x="30534" y="25768"/>
                  </a:lnTo>
                  <a:lnTo>
                    <a:pt x="29737" y="25489"/>
                  </a:lnTo>
                  <a:lnTo>
                    <a:pt x="28959" y="25170"/>
                  </a:lnTo>
                  <a:lnTo>
                    <a:pt x="28161" y="24811"/>
                  </a:lnTo>
                  <a:lnTo>
                    <a:pt x="27383" y="24412"/>
                  </a:lnTo>
                  <a:lnTo>
                    <a:pt x="26586" y="23993"/>
                  </a:lnTo>
                  <a:lnTo>
                    <a:pt x="25828" y="23515"/>
                  </a:lnTo>
                  <a:lnTo>
                    <a:pt x="25050" y="23016"/>
                  </a:lnTo>
                  <a:lnTo>
                    <a:pt x="24312" y="22497"/>
                  </a:lnTo>
                  <a:lnTo>
                    <a:pt x="23554" y="21919"/>
                  </a:lnTo>
                  <a:lnTo>
                    <a:pt x="22836" y="21321"/>
                  </a:lnTo>
                  <a:lnTo>
                    <a:pt x="22118" y="20702"/>
                  </a:lnTo>
                  <a:lnTo>
                    <a:pt x="21739" y="20304"/>
                  </a:lnTo>
                  <a:lnTo>
                    <a:pt x="21201" y="19725"/>
                  </a:lnTo>
                  <a:lnTo>
                    <a:pt x="20523" y="18947"/>
                  </a:lnTo>
                  <a:lnTo>
                    <a:pt x="19745" y="17970"/>
                  </a:lnTo>
                  <a:lnTo>
                    <a:pt x="18867" y="16833"/>
                  </a:lnTo>
                  <a:lnTo>
                    <a:pt x="17930" y="15517"/>
                  </a:lnTo>
                  <a:lnTo>
                    <a:pt x="16913" y="14041"/>
                  </a:lnTo>
                  <a:lnTo>
                    <a:pt x="16394" y="13243"/>
                  </a:lnTo>
                  <a:lnTo>
                    <a:pt x="15856" y="12406"/>
                  </a:lnTo>
                  <a:lnTo>
                    <a:pt x="15018" y="11090"/>
                  </a:lnTo>
                  <a:lnTo>
                    <a:pt x="14161" y="9673"/>
                  </a:lnTo>
                  <a:lnTo>
                    <a:pt x="12346" y="6662"/>
                  </a:lnTo>
                  <a:lnTo>
                    <a:pt x="10451" y="3411"/>
                  </a:lnTo>
                  <a:lnTo>
                    <a:pt x="84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8075546" y="4331510"/>
              <a:ext cx="707353" cy="577673"/>
            </a:xfrm>
            <a:custGeom>
              <a:avLst/>
              <a:gdLst/>
              <a:ahLst/>
              <a:cxnLst/>
              <a:rect l="l" t="t" r="r" b="b"/>
              <a:pathLst>
                <a:path w="34484" h="28162" fill="none" extrusionOk="0">
                  <a:moveTo>
                    <a:pt x="8477" y="1"/>
                  </a:moveTo>
                  <a:lnTo>
                    <a:pt x="8477" y="1"/>
                  </a:lnTo>
                  <a:lnTo>
                    <a:pt x="8357" y="160"/>
                  </a:lnTo>
                  <a:lnTo>
                    <a:pt x="8217" y="320"/>
                  </a:lnTo>
                  <a:lnTo>
                    <a:pt x="8078" y="459"/>
                  </a:lnTo>
                  <a:lnTo>
                    <a:pt x="7898" y="579"/>
                  </a:lnTo>
                  <a:lnTo>
                    <a:pt x="7719" y="679"/>
                  </a:lnTo>
                  <a:lnTo>
                    <a:pt x="7519" y="779"/>
                  </a:lnTo>
                  <a:lnTo>
                    <a:pt x="7320" y="878"/>
                  </a:lnTo>
                  <a:lnTo>
                    <a:pt x="7101" y="958"/>
                  </a:lnTo>
                  <a:lnTo>
                    <a:pt x="6622" y="1098"/>
                  </a:lnTo>
                  <a:lnTo>
                    <a:pt x="6123" y="1217"/>
                  </a:lnTo>
                  <a:lnTo>
                    <a:pt x="5086" y="1457"/>
                  </a:lnTo>
                  <a:lnTo>
                    <a:pt x="4548" y="1576"/>
                  </a:lnTo>
                  <a:lnTo>
                    <a:pt x="4049" y="1696"/>
                  </a:lnTo>
                  <a:lnTo>
                    <a:pt x="3551" y="1856"/>
                  </a:lnTo>
                  <a:lnTo>
                    <a:pt x="3331" y="1955"/>
                  </a:lnTo>
                  <a:lnTo>
                    <a:pt x="3092" y="2055"/>
                  </a:lnTo>
                  <a:lnTo>
                    <a:pt x="2892" y="2175"/>
                  </a:lnTo>
                  <a:lnTo>
                    <a:pt x="2693" y="2294"/>
                  </a:lnTo>
                  <a:lnTo>
                    <a:pt x="2513" y="2434"/>
                  </a:lnTo>
                  <a:lnTo>
                    <a:pt x="2334" y="2573"/>
                  </a:lnTo>
                  <a:lnTo>
                    <a:pt x="2194" y="2733"/>
                  </a:lnTo>
                  <a:lnTo>
                    <a:pt x="2055" y="2932"/>
                  </a:lnTo>
                  <a:lnTo>
                    <a:pt x="1935" y="3132"/>
                  </a:lnTo>
                  <a:lnTo>
                    <a:pt x="1835" y="3331"/>
                  </a:lnTo>
                  <a:lnTo>
                    <a:pt x="1835" y="3331"/>
                  </a:lnTo>
                  <a:lnTo>
                    <a:pt x="1476" y="4368"/>
                  </a:lnTo>
                  <a:lnTo>
                    <a:pt x="1117" y="5386"/>
                  </a:lnTo>
                  <a:lnTo>
                    <a:pt x="798" y="6443"/>
                  </a:lnTo>
                  <a:lnTo>
                    <a:pt x="659" y="6961"/>
                  </a:lnTo>
                  <a:lnTo>
                    <a:pt x="519" y="7480"/>
                  </a:lnTo>
                  <a:lnTo>
                    <a:pt x="379" y="8018"/>
                  </a:lnTo>
                  <a:lnTo>
                    <a:pt x="280" y="8537"/>
                  </a:lnTo>
                  <a:lnTo>
                    <a:pt x="180" y="9075"/>
                  </a:lnTo>
                  <a:lnTo>
                    <a:pt x="100" y="9614"/>
                  </a:lnTo>
                  <a:lnTo>
                    <a:pt x="60" y="10152"/>
                  </a:lnTo>
                  <a:lnTo>
                    <a:pt x="20" y="10671"/>
                  </a:lnTo>
                  <a:lnTo>
                    <a:pt x="1" y="11229"/>
                  </a:lnTo>
                  <a:lnTo>
                    <a:pt x="1" y="11768"/>
                  </a:lnTo>
                  <a:lnTo>
                    <a:pt x="1" y="11768"/>
                  </a:lnTo>
                  <a:lnTo>
                    <a:pt x="40" y="12166"/>
                  </a:lnTo>
                  <a:lnTo>
                    <a:pt x="80" y="12565"/>
                  </a:lnTo>
                  <a:lnTo>
                    <a:pt x="120" y="12984"/>
                  </a:lnTo>
                  <a:lnTo>
                    <a:pt x="180" y="13383"/>
                  </a:lnTo>
                  <a:lnTo>
                    <a:pt x="260" y="13782"/>
                  </a:lnTo>
                  <a:lnTo>
                    <a:pt x="360" y="14181"/>
                  </a:lnTo>
                  <a:lnTo>
                    <a:pt x="479" y="14560"/>
                  </a:lnTo>
                  <a:lnTo>
                    <a:pt x="599" y="14959"/>
                  </a:lnTo>
                  <a:lnTo>
                    <a:pt x="718" y="15338"/>
                  </a:lnTo>
                  <a:lnTo>
                    <a:pt x="878" y="15716"/>
                  </a:lnTo>
                  <a:lnTo>
                    <a:pt x="1038" y="16095"/>
                  </a:lnTo>
                  <a:lnTo>
                    <a:pt x="1197" y="16474"/>
                  </a:lnTo>
                  <a:lnTo>
                    <a:pt x="1377" y="16833"/>
                  </a:lnTo>
                  <a:lnTo>
                    <a:pt x="1576" y="17192"/>
                  </a:lnTo>
                  <a:lnTo>
                    <a:pt x="1776" y="17551"/>
                  </a:lnTo>
                  <a:lnTo>
                    <a:pt x="1995" y="17890"/>
                  </a:lnTo>
                  <a:lnTo>
                    <a:pt x="2234" y="18229"/>
                  </a:lnTo>
                  <a:lnTo>
                    <a:pt x="2454" y="18568"/>
                  </a:lnTo>
                  <a:lnTo>
                    <a:pt x="2713" y="18888"/>
                  </a:lnTo>
                  <a:lnTo>
                    <a:pt x="2972" y="19207"/>
                  </a:lnTo>
                  <a:lnTo>
                    <a:pt x="3231" y="19526"/>
                  </a:lnTo>
                  <a:lnTo>
                    <a:pt x="3511" y="19825"/>
                  </a:lnTo>
                  <a:lnTo>
                    <a:pt x="3790" y="20124"/>
                  </a:lnTo>
                  <a:lnTo>
                    <a:pt x="4089" y="20403"/>
                  </a:lnTo>
                  <a:lnTo>
                    <a:pt x="4388" y="20682"/>
                  </a:lnTo>
                  <a:lnTo>
                    <a:pt x="4707" y="20942"/>
                  </a:lnTo>
                  <a:lnTo>
                    <a:pt x="5026" y="21201"/>
                  </a:lnTo>
                  <a:lnTo>
                    <a:pt x="5345" y="21440"/>
                  </a:lnTo>
                  <a:lnTo>
                    <a:pt x="5684" y="21680"/>
                  </a:lnTo>
                  <a:lnTo>
                    <a:pt x="6024" y="21919"/>
                  </a:lnTo>
                  <a:lnTo>
                    <a:pt x="6383" y="22118"/>
                  </a:lnTo>
                  <a:lnTo>
                    <a:pt x="6722" y="22318"/>
                  </a:lnTo>
                  <a:lnTo>
                    <a:pt x="6722" y="22318"/>
                  </a:lnTo>
                  <a:lnTo>
                    <a:pt x="7140" y="22537"/>
                  </a:lnTo>
                  <a:lnTo>
                    <a:pt x="7539" y="22737"/>
                  </a:lnTo>
                  <a:lnTo>
                    <a:pt x="7958" y="22916"/>
                  </a:lnTo>
                  <a:lnTo>
                    <a:pt x="8377" y="23096"/>
                  </a:lnTo>
                  <a:lnTo>
                    <a:pt x="8796" y="23255"/>
                  </a:lnTo>
                  <a:lnTo>
                    <a:pt x="9234" y="23395"/>
                  </a:lnTo>
                  <a:lnTo>
                    <a:pt x="9673" y="23515"/>
                  </a:lnTo>
                  <a:lnTo>
                    <a:pt x="10112" y="23634"/>
                  </a:lnTo>
                  <a:lnTo>
                    <a:pt x="10551" y="23734"/>
                  </a:lnTo>
                  <a:lnTo>
                    <a:pt x="10990" y="23814"/>
                  </a:lnTo>
                  <a:lnTo>
                    <a:pt x="11428" y="23893"/>
                  </a:lnTo>
                  <a:lnTo>
                    <a:pt x="11887" y="23953"/>
                  </a:lnTo>
                  <a:lnTo>
                    <a:pt x="12346" y="23993"/>
                  </a:lnTo>
                  <a:lnTo>
                    <a:pt x="12784" y="24033"/>
                  </a:lnTo>
                  <a:lnTo>
                    <a:pt x="13243" y="24053"/>
                  </a:lnTo>
                  <a:lnTo>
                    <a:pt x="13702" y="24053"/>
                  </a:lnTo>
                  <a:lnTo>
                    <a:pt x="13702" y="24053"/>
                  </a:lnTo>
                  <a:lnTo>
                    <a:pt x="14440" y="24053"/>
                  </a:lnTo>
                  <a:lnTo>
                    <a:pt x="15158" y="23993"/>
                  </a:lnTo>
                  <a:lnTo>
                    <a:pt x="15876" y="23913"/>
                  </a:lnTo>
                  <a:lnTo>
                    <a:pt x="16594" y="23794"/>
                  </a:lnTo>
                  <a:lnTo>
                    <a:pt x="17312" y="23634"/>
                  </a:lnTo>
                  <a:lnTo>
                    <a:pt x="18010" y="23455"/>
                  </a:lnTo>
                  <a:lnTo>
                    <a:pt x="18708" y="23235"/>
                  </a:lnTo>
                  <a:lnTo>
                    <a:pt x="19406" y="22996"/>
                  </a:lnTo>
                  <a:lnTo>
                    <a:pt x="19406" y="22996"/>
                  </a:lnTo>
                  <a:lnTo>
                    <a:pt x="19984" y="23574"/>
                  </a:lnTo>
                  <a:lnTo>
                    <a:pt x="20582" y="24133"/>
                  </a:lnTo>
                  <a:lnTo>
                    <a:pt x="21221" y="24651"/>
                  </a:lnTo>
                  <a:lnTo>
                    <a:pt x="21879" y="25150"/>
                  </a:lnTo>
                  <a:lnTo>
                    <a:pt x="22557" y="25609"/>
                  </a:lnTo>
                  <a:lnTo>
                    <a:pt x="23255" y="26027"/>
                  </a:lnTo>
                  <a:lnTo>
                    <a:pt x="23973" y="26406"/>
                  </a:lnTo>
                  <a:lnTo>
                    <a:pt x="24691" y="26765"/>
                  </a:lnTo>
                  <a:lnTo>
                    <a:pt x="25449" y="27084"/>
                  </a:lnTo>
                  <a:lnTo>
                    <a:pt x="26207" y="27364"/>
                  </a:lnTo>
                  <a:lnTo>
                    <a:pt x="26984" y="27603"/>
                  </a:lnTo>
                  <a:lnTo>
                    <a:pt x="27762" y="27802"/>
                  </a:lnTo>
                  <a:lnTo>
                    <a:pt x="28540" y="27962"/>
                  </a:lnTo>
                  <a:lnTo>
                    <a:pt x="29338" y="28062"/>
                  </a:lnTo>
                  <a:lnTo>
                    <a:pt x="30155" y="28141"/>
                  </a:lnTo>
                  <a:lnTo>
                    <a:pt x="30953" y="28161"/>
                  </a:lnTo>
                  <a:lnTo>
                    <a:pt x="30953" y="28161"/>
                  </a:lnTo>
                  <a:lnTo>
                    <a:pt x="31392" y="28161"/>
                  </a:lnTo>
                  <a:lnTo>
                    <a:pt x="31831" y="28141"/>
                  </a:lnTo>
                  <a:lnTo>
                    <a:pt x="32270" y="28102"/>
                  </a:lnTo>
                  <a:lnTo>
                    <a:pt x="32728" y="28042"/>
                  </a:lnTo>
                  <a:lnTo>
                    <a:pt x="33167" y="27982"/>
                  </a:lnTo>
                  <a:lnTo>
                    <a:pt x="33606" y="27902"/>
                  </a:lnTo>
                  <a:lnTo>
                    <a:pt x="34045" y="27802"/>
                  </a:lnTo>
                  <a:lnTo>
                    <a:pt x="34483" y="27683"/>
                  </a:lnTo>
                  <a:lnTo>
                    <a:pt x="34423" y="26466"/>
                  </a:lnTo>
                  <a:lnTo>
                    <a:pt x="34423" y="26466"/>
                  </a:lnTo>
                  <a:lnTo>
                    <a:pt x="33646" y="26426"/>
                  </a:lnTo>
                  <a:lnTo>
                    <a:pt x="32888" y="26327"/>
                  </a:lnTo>
                  <a:lnTo>
                    <a:pt x="32110" y="26187"/>
                  </a:lnTo>
                  <a:lnTo>
                    <a:pt x="31332" y="25988"/>
                  </a:lnTo>
                  <a:lnTo>
                    <a:pt x="30534" y="25768"/>
                  </a:lnTo>
                  <a:lnTo>
                    <a:pt x="29737" y="25489"/>
                  </a:lnTo>
                  <a:lnTo>
                    <a:pt x="28959" y="25170"/>
                  </a:lnTo>
                  <a:lnTo>
                    <a:pt x="28161" y="24811"/>
                  </a:lnTo>
                  <a:lnTo>
                    <a:pt x="27383" y="24412"/>
                  </a:lnTo>
                  <a:lnTo>
                    <a:pt x="26586" y="23993"/>
                  </a:lnTo>
                  <a:lnTo>
                    <a:pt x="25828" y="23515"/>
                  </a:lnTo>
                  <a:lnTo>
                    <a:pt x="25050" y="23016"/>
                  </a:lnTo>
                  <a:lnTo>
                    <a:pt x="24312" y="22497"/>
                  </a:lnTo>
                  <a:lnTo>
                    <a:pt x="23554" y="21919"/>
                  </a:lnTo>
                  <a:lnTo>
                    <a:pt x="22836" y="21321"/>
                  </a:lnTo>
                  <a:lnTo>
                    <a:pt x="22118" y="20702"/>
                  </a:lnTo>
                  <a:lnTo>
                    <a:pt x="22118" y="20702"/>
                  </a:lnTo>
                  <a:lnTo>
                    <a:pt x="21739" y="20304"/>
                  </a:lnTo>
                  <a:lnTo>
                    <a:pt x="21201" y="19725"/>
                  </a:lnTo>
                  <a:lnTo>
                    <a:pt x="20523" y="18947"/>
                  </a:lnTo>
                  <a:lnTo>
                    <a:pt x="19745" y="17970"/>
                  </a:lnTo>
                  <a:lnTo>
                    <a:pt x="18867" y="16833"/>
                  </a:lnTo>
                  <a:lnTo>
                    <a:pt x="17930" y="15517"/>
                  </a:lnTo>
                  <a:lnTo>
                    <a:pt x="16913" y="14041"/>
                  </a:lnTo>
                  <a:lnTo>
                    <a:pt x="16394" y="13243"/>
                  </a:lnTo>
                  <a:lnTo>
                    <a:pt x="15856" y="12406"/>
                  </a:lnTo>
                  <a:lnTo>
                    <a:pt x="15856" y="12406"/>
                  </a:lnTo>
                  <a:lnTo>
                    <a:pt x="15018" y="11090"/>
                  </a:lnTo>
                  <a:lnTo>
                    <a:pt x="14161" y="9673"/>
                  </a:lnTo>
                  <a:lnTo>
                    <a:pt x="12346" y="6662"/>
                  </a:lnTo>
                  <a:lnTo>
                    <a:pt x="10451" y="3411"/>
                  </a:lnTo>
                  <a:lnTo>
                    <a:pt x="8477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7754026" y="3078982"/>
              <a:ext cx="1277231" cy="1795972"/>
            </a:xfrm>
            <a:custGeom>
              <a:avLst/>
              <a:gdLst/>
              <a:ahLst/>
              <a:cxnLst/>
              <a:rect l="l" t="t" r="r" b="b"/>
              <a:pathLst>
                <a:path w="62266" h="87555" extrusionOk="0">
                  <a:moveTo>
                    <a:pt x="13283" y="1"/>
                  </a:moveTo>
                  <a:lnTo>
                    <a:pt x="12825" y="21"/>
                  </a:lnTo>
                  <a:lnTo>
                    <a:pt x="12386" y="60"/>
                  </a:lnTo>
                  <a:lnTo>
                    <a:pt x="11927" y="120"/>
                  </a:lnTo>
                  <a:lnTo>
                    <a:pt x="11488" y="180"/>
                  </a:lnTo>
                  <a:lnTo>
                    <a:pt x="11050" y="280"/>
                  </a:lnTo>
                  <a:lnTo>
                    <a:pt x="10631" y="380"/>
                  </a:lnTo>
                  <a:lnTo>
                    <a:pt x="10192" y="499"/>
                  </a:lnTo>
                  <a:lnTo>
                    <a:pt x="9773" y="639"/>
                  </a:lnTo>
                  <a:lnTo>
                    <a:pt x="9354" y="798"/>
                  </a:lnTo>
                  <a:lnTo>
                    <a:pt x="8955" y="978"/>
                  </a:lnTo>
                  <a:lnTo>
                    <a:pt x="8557" y="1157"/>
                  </a:lnTo>
                  <a:lnTo>
                    <a:pt x="8158" y="1357"/>
                  </a:lnTo>
                  <a:lnTo>
                    <a:pt x="7759" y="1576"/>
                  </a:lnTo>
                  <a:lnTo>
                    <a:pt x="7380" y="1816"/>
                  </a:lnTo>
                  <a:lnTo>
                    <a:pt x="7001" y="2055"/>
                  </a:lnTo>
                  <a:lnTo>
                    <a:pt x="6622" y="2334"/>
                  </a:lnTo>
                  <a:lnTo>
                    <a:pt x="6263" y="2613"/>
                  </a:lnTo>
                  <a:lnTo>
                    <a:pt x="5904" y="2893"/>
                  </a:lnTo>
                  <a:lnTo>
                    <a:pt x="5565" y="3212"/>
                  </a:lnTo>
                  <a:lnTo>
                    <a:pt x="5226" y="3531"/>
                  </a:lnTo>
                  <a:lnTo>
                    <a:pt x="4887" y="3870"/>
                  </a:lnTo>
                  <a:lnTo>
                    <a:pt x="4568" y="4229"/>
                  </a:lnTo>
                  <a:lnTo>
                    <a:pt x="4249" y="4588"/>
                  </a:lnTo>
                  <a:lnTo>
                    <a:pt x="3950" y="4967"/>
                  </a:lnTo>
                  <a:lnTo>
                    <a:pt x="3650" y="5366"/>
                  </a:lnTo>
                  <a:lnTo>
                    <a:pt x="3371" y="5764"/>
                  </a:lnTo>
                  <a:lnTo>
                    <a:pt x="3092" y="6183"/>
                  </a:lnTo>
                  <a:lnTo>
                    <a:pt x="2833" y="6602"/>
                  </a:lnTo>
                  <a:lnTo>
                    <a:pt x="2573" y="7061"/>
                  </a:lnTo>
                  <a:lnTo>
                    <a:pt x="2314" y="7519"/>
                  </a:lnTo>
                  <a:lnTo>
                    <a:pt x="2095" y="7978"/>
                  </a:lnTo>
                  <a:lnTo>
                    <a:pt x="1855" y="8457"/>
                  </a:lnTo>
                  <a:lnTo>
                    <a:pt x="1656" y="8955"/>
                  </a:lnTo>
                  <a:lnTo>
                    <a:pt x="1437" y="9454"/>
                  </a:lnTo>
                  <a:lnTo>
                    <a:pt x="1257" y="9973"/>
                  </a:lnTo>
                  <a:lnTo>
                    <a:pt x="1078" y="10491"/>
                  </a:lnTo>
                  <a:lnTo>
                    <a:pt x="918" y="11030"/>
                  </a:lnTo>
                  <a:lnTo>
                    <a:pt x="759" y="11568"/>
                  </a:lnTo>
                  <a:lnTo>
                    <a:pt x="619" y="12127"/>
                  </a:lnTo>
                  <a:lnTo>
                    <a:pt x="479" y="12705"/>
                  </a:lnTo>
                  <a:lnTo>
                    <a:pt x="360" y="13283"/>
                  </a:lnTo>
                  <a:lnTo>
                    <a:pt x="260" y="13862"/>
                  </a:lnTo>
                  <a:lnTo>
                    <a:pt x="180" y="14480"/>
                  </a:lnTo>
                  <a:lnTo>
                    <a:pt x="100" y="15078"/>
                  </a:lnTo>
                  <a:lnTo>
                    <a:pt x="41" y="15677"/>
                  </a:lnTo>
                  <a:lnTo>
                    <a:pt x="1" y="16255"/>
                  </a:lnTo>
                  <a:lnTo>
                    <a:pt x="1" y="16454"/>
                  </a:lnTo>
                  <a:lnTo>
                    <a:pt x="21" y="16694"/>
                  </a:lnTo>
                  <a:lnTo>
                    <a:pt x="80" y="17192"/>
                  </a:lnTo>
                  <a:lnTo>
                    <a:pt x="180" y="17751"/>
                  </a:lnTo>
                  <a:lnTo>
                    <a:pt x="340" y="18349"/>
                  </a:lnTo>
                  <a:lnTo>
                    <a:pt x="539" y="19007"/>
                  </a:lnTo>
                  <a:lnTo>
                    <a:pt x="779" y="19705"/>
                  </a:lnTo>
                  <a:lnTo>
                    <a:pt x="1058" y="20443"/>
                  </a:lnTo>
                  <a:lnTo>
                    <a:pt x="1397" y="21241"/>
                  </a:lnTo>
                  <a:lnTo>
                    <a:pt x="1756" y="22078"/>
                  </a:lnTo>
                  <a:lnTo>
                    <a:pt x="2155" y="22956"/>
                  </a:lnTo>
                  <a:lnTo>
                    <a:pt x="2593" y="23854"/>
                  </a:lnTo>
                  <a:lnTo>
                    <a:pt x="3052" y="24811"/>
                  </a:lnTo>
                  <a:lnTo>
                    <a:pt x="4089" y="26825"/>
                  </a:lnTo>
                  <a:lnTo>
                    <a:pt x="5246" y="28959"/>
                  </a:lnTo>
                  <a:lnTo>
                    <a:pt x="6502" y="31213"/>
                  </a:lnTo>
                  <a:lnTo>
                    <a:pt x="7839" y="33566"/>
                  </a:lnTo>
                  <a:lnTo>
                    <a:pt x="9255" y="35999"/>
                  </a:lnTo>
                  <a:lnTo>
                    <a:pt x="10750" y="38532"/>
                  </a:lnTo>
                  <a:lnTo>
                    <a:pt x="13882" y="43738"/>
                  </a:lnTo>
                  <a:lnTo>
                    <a:pt x="17112" y="49082"/>
                  </a:lnTo>
                  <a:lnTo>
                    <a:pt x="19107" y="52433"/>
                  </a:lnTo>
                  <a:lnTo>
                    <a:pt x="21061" y="55764"/>
                  </a:lnTo>
                  <a:lnTo>
                    <a:pt x="24831" y="62245"/>
                  </a:lnTo>
                  <a:lnTo>
                    <a:pt x="26626" y="65337"/>
                  </a:lnTo>
                  <a:lnTo>
                    <a:pt x="28341" y="68249"/>
                  </a:lnTo>
                  <a:lnTo>
                    <a:pt x="29976" y="70981"/>
                  </a:lnTo>
                  <a:lnTo>
                    <a:pt x="30754" y="72257"/>
                  </a:lnTo>
                  <a:lnTo>
                    <a:pt x="31532" y="73474"/>
                  </a:lnTo>
                  <a:lnTo>
                    <a:pt x="32070" y="74311"/>
                  </a:lnTo>
                  <a:lnTo>
                    <a:pt x="32589" y="75109"/>
                  </a:lnTo>
                  <a:lnTo>
                    <a:pt x="33606" y="76585"/>
                  </a:lnTo>
                  <a:lnTo>
                    <a:pt x="34543" y="77901"/>
                  </a:lnTo>
                  <a:lnTo>
                    <a:pt x="35421" y="79038"/>
                  </a:lnTo>
                  <a:lnTo>
                    <a:pt x="36199" y="80015"/>
                  </a:lnTo>
                  <a:lnTo>
                    <a:pt x="36877" y="80793"/>
                  </a:lnTo>
                  <a:lnTo>
                    <a:pt x="37415" y="81372"/>
                  </a:lnTo>
                  <a:lnTo>
                    <a:pt x="37794" y="81770"/>
                  </a:lnTo>
                  <a:lnTo>
                    <a:pt x="38333" y="82249"/>
                  </a:lnTo>
                  <a:lnTo>
                    <a:pt x="38891" y="82708"/>
                  </a:lnTo>
                  <a:lnTo>
                    <a:pt x="39449" y="83147"/>
                  </a:lnTo>
                  <a:lnTo>
                    <a:pt x="40008" y="83585"/>
                  </a:lnTo>
                  <a:lnTo>
                    <a:pt x="40586" y="83984"/>
                  </a:lnTo>
                  <a:lnTo>
                    <a:pt x="41165" y="84383"/>
                  </a:lnTo>
                  <a:lnTo>
                    <a:pt x="41743" y="84742"/>
                  </a:lnTo>
                  <a:lnTo>
                    <a:pt x="42321" y="85081"/>
                  </a:lnTo>
                  <a:lnTo>
                    <a:pt x="42920" y="85420"/>
                  </a:lnTo>
                  <a:lnTo>
                    <a:pt x="43518" y="85719"/>
                  </a:lnTo>
                  <a:lnTo>
                    <a:pt x="44116" y="86018"/>
                  </a:lnTo>
                  <a:lnTo>
                    <a:pt x="44715" y="86278"/>
                  </a:lnTo>
                  <a:lnTo>
                    <a:pt x="45313" y="86517"/>
                  </a:lnTo>
                  <a:lnTo>
                    <a:pt x="45911" y="86736"/>
                  </a:lnTo>
                  <a:lnTo>
                    <a:pt x="46510" y="86916"/>
                  </a:lnTo>
                  <a:lnTo>
                    <a:pt x="47108" y="87095"/>
                  </a:lnTo>
                  <a:lnTo>
                    <a:pt x="47706" y="87235"/>
                  </a:lnTo>
                  <a:lnTo>
                    <a:pt x="48305" y="87355"/>
                  </a:lnTo>
                  <a:lnTo>
                    <a:pt x="48883" y="87434"/>
                  </a:lnTo>
                  <a:lnTo>
                    <a:pt x="49461" y="87514"/>
                  </a:lnTo>
                  <a:lnTo>
                    <a:pt x="50040" y="87534"/>
                  </a:lnTo>
                  <a:lnTo>
                    <a:pt x="50618" y="87554"/>
                  </a:lnTo>
                  <a:lnTo>
                    <a:pt x="51176" y="87534"/>
                  </a:lnTo>
                  <a:lnTo>
                    <a:pt x="51735" y="87474"/>
                  </a:lnTo>
                  <a:lnTo>
                    <a:pt x="52273" y="87395"/>
                  </a:lnTo>
                  <a:lnTo>
                    <a:pt x="52812" y="87295"/>
                  </a:lnTo>
                  <a:lnTo>
                    <a:pt x="53330" y="87155"/>
                  </a:lnTo>
                  <a:lnTo>
                    <a:pt x="53849" y="86976"/>
                  </a:lnTo>
                  <a:lnTo>
                    <a:pt x="54347" y="86776"/>
                  </a:lnTo>
                  <a:lnTo>
                    <a:pt x="54826" y="86537"/>
                  </a:lnTo>
                  <a:lnTo>
                    <a:pt x="55305" y="86278"/>
                  </a:lnTo>
                  <a:lnTo>
                    <a:pt x="55744" y="85979"/>
                  </a:lnTo>
                  <a:lnTo>
                    <a:pt x="55983" y="85799"/>
                  </a:lnTo>
                  <a:lnTo>
                    <a:pt x="56182" y="85620"/>
                  </a:lnTo>
                  <a:lnTo>
                    <a:pt x="56402" y="85420"/>
                  </a:lnTo>
                  <a:lnTo>
                    <a:pt x="56621" y="85221"/>
                  </a:lnTo>
                  <a:lnTo>
                    <a:pt x="56821" y="84981"/>
                  </a:lnTo>
                  <a:lnTo>
                    <a:pt x="57020" y="84742"/>
                  </a:lnTo>
                  <a:lnTo>
                    <a:pt x="57399" y="84224"/>
                  </a:lnTo>
                  <a:lnTo>
                    <a:pt x="57778" y="83665"/>
                  </a:lnTo>
                  <a:lnTo>
                    <a:pt x="58137" y="83067"/>
                  </a:lnTo>
                  <a:lnTo>
                    <a:pt x="58456" y="82409"/>
                  </a:lnTo>
                  <a:lnTo>
                    <a:pt x="58795" y="81731"/>
                  </a:lnTo>
                  <a:lnTo>
                    <a:pt x="59094" y="81013"/>
                  </a:lnTo>
                  <a:lnTo>
                    <a:pt x="59373" y="80275"/>
                  </a:lnTo>
                  <a:lnTo>
                    <a:pt x="59653" y="79517"/>
                  </a:lnTo>
                  <a:lnTo>
                    <a:pt x="59912" y="78719"/>
                  </a:lnTo>
                  <a:lnTo>
                    <a:pt x="60151" y="77921"/>
                  </a:lnTo>
                  <a:lnTo>
                    <a:pt x="60390" y="77104"/>
                  </a:lnTo>
                  <a:lnTo>
                    <a:pt x="60610" y="76286"/>
                  </a:lnTo>
                  <a:lnTo>
                    <a:pt x="60809" y="75468"/>
                  </a:lnTo>
                  <a:lnTo>
                    <a:pt x="60989" y="74631"/>
                  </a:lnTo>
                  <a:lnTo>
                    <a:pt x="61168" y="73813"/>
                  </a:lnTo>
                  <a:lnTo>
                    <a:pt x="61467" y="72197"/>
                  </a:lnTo>
                  <a:lnTo>
                    <a:pt x="61727" y="70622"/>
                  </a:lnTo>
                  <a:lnTo>
                    <a:pt x="61926" y="69166"/>
                  </a:lnTo>
                  <a:lnTo>
                    <a:pt x="62086" y="67810"/>
                  </a:lnTo>
                  <a:lnTo>
                    <a:pt x="62185" y="66633"/>
                  </a:lnTo>
                  <a:lnTo>
                    <a:pt x="62245" y="65616"/>
                  </a:lnTo>
                  <a:lnTo>
                    <a:pt x="62265" y="64818"/>
                  </a:lnTo>
                  <a:lnTo>
                    <a:pt x="62245" y="64499"/>
                  </a:lnTo>
                  <a:lnTo>
                    <a:pt x="62185" y="64160"/>
                  </a:lnTo>
                  <a:lnTo>
                    <a:pt x="62086" y="63841"/>
                  </a:lnTo>
                  <a:lnTo>
                    <a:pt x="61946" y="63522"/>
                  </a:lnTo>
                  <a:lnTo>
                    <a:pt x="61767" y="63203"/>
                  </a:lnTo>
                  <a:lnTo>
                    <a:pt x="61567" y="62884"/>
                  </a:lnTo>
                  <a:lnTo>
                    <a:pt x="61328" y="62584"/>
                  </a:lnTo>
                  <a:lnTo>
                    <a:pt x="61088" y="62285"/>
                  </a:lnTo>
                  <a:lnTo>
                    <a:pt x="60789" y="62006"/>
                  </a:lnTo>
                  <a:lnTo>
                    <a:pt x="60490" y="61727"/>
                  </a:lnTo>
                  <a:lnTo>
                    <a:pt x="60191" y="61448"/>
                  </a:lnTo>
                  <a:lnTo>
                    <a:pt x="59852" y="61188"/>
                  </a:lnTo>
                  <a:lnTo>
                    <a:pt x="59513" y="60929"/>
                  </a:lnTo>
                  <a:lnTo>
                    <a:pt x="59154" y="60670"/>
                  </a:lnTo>
                  <a:lnTo>
                    <a:pt x="58456" y="60211"/>
                  </a:lnTo>
                  <a:lnTo>
                    <a:pt x="57738" y="59772"/>
                  </a:lnTo>
                  <a:lnTo>
                    <a:pt x="57040" y="59393"/>
                  </a:lnTo>
                  <a:lnTo>
                    <a:pt x="56402" y="59074"/>
                  </a:lnTo>
                  <a:lnTo>
                    <a:pt x="55823" y="58795"/>
                  </a:lnTo>
                  <a:lnTo>
                    <a:pt x="54946" y="58396"/>
                  </a:lnTo>
                  <a:lnTo>
                    <a:pt x="54627" y="58277"/>
                  </a:lnTo>
                  <a:lnTo>
                    <a:pt x="53829" y="56681"/>
                  </a:lnTo>
                  <a:lnTo>
                    <a:pt x="51655" y="52413"/>
                  </a:lnTo>
                  <a:lnTo>
                    <a:pt x="48464" y="46211"/>
                  </a:lnTo>
                  <a:lnTo>
                    <a:pt x="46589" y="42621"/>
                  </a:lnTo>
                  <a:lnTo>
                    <a:pt x="44595" y="38811"/>
                  </a:lnTo>
                  <a:lnTo>
                    <a:pt x="42521" y="34922"/>
                  </a:lnTo>
                  <a:lnTo>
                    <a:pt x="40427" y="30993"/>
                  </a:lnTo>
                  <a:lnTo>
                    <a:pt x="38333" y="27144"/>
                  </a:lnTo>
                  <a:lnTo>
                    <a:pt x="36298" y="23475"/>
                  </a:lnTo>
                  <a:lnTo>
                    <a:pt x="35321" y="21720"/>
                  </a:lnTo>
                  <a:lnTo>
                    <a:pt x="34364" y="20064"/>
                  </a:lnTo>
                  <a:lnTo>
                    <a:pt x="33446" y="18469"/>
                  </a:lnTo>
                  <a:lnTo>
                    <a:pt x="32569" y="16993"/>
                  </a:lnTo>
                  <a:lnTo>
                    <a:pt x="31731" y="15637"/>
                  </a:lnTo>
                  <a:lnTo>
                    <a:pt x="30953" y="14400"/>
                  </a:lnTo>
                  <a:lnTo>
                    <a:pt x="30235" y="13283"/>
                  </a:lnTo>
                  <a:lnTo>
                    <a:pt x="29577" y="12326"/>
                  </a:lnTo>
                  <a:lnTo>
                    <a:pt x="28201" y="10332"/>
                  </a:lnTo>
                  <a:lnTo>
                    <a:pt x="27344" y="9135"/>
                  </a:lnTo>
                  <a:lnTo>
                    <a:pt x="26446" y="7878"/>
                  </a:lnTo>
                  <a:lnTo>
                    <a:pt x="25509" y="6622"/>
                  </a:lnTo>
                  <a:lnTo>
                    <a:pt x="25030" y="6024"/>
                  </a:lnTo>
                  <a:lnTo>
                    <a:pt x="24551" y="5465"/>
                  </a:lnTo>
                  <a:lnTo>
                    <a:pt x="24093" y="4947"/>
                  </a:lnTo>
                  <a:lnTo>
                    <a:pt x="23634" y="4448"/>
                  </a:lnTo>
                  <a:lnTo>
                    <a:pt x="23195" y="4029"/>
                  </a:lnTo>
                  <a:lnTo>
                    <a:pt x="22777" y="3650"/>
                  </a:lnTo>
                  <a:lnTo>
                    <a:pt x="22298" y="3291"/>
                  </a:lnTo>
                  <a:lnTo>
                    <a:pt x="21819" y="2932"/>
                  </a:lnTo>
                  <a:lnTo>
                    <a:pt x="21341" y="2593"/>
                  </a:lnTo>
                  <a:lnTo>
                    <a:pt x="20842" y="2274"/>
                  </a:lnTo>
                  <a:lnTo>
                    <a:pt x="20363" y="1995"/>
                  </a:lnTo>
                  <a:lnTo>
                    <a:pt x="19885" y="1716"/>
                  </a:lnTo>
                  <a:lnTo>
                    <a:pt x="19406" y="1477"/>
                  </a:lnTo>
                  <a:lnTo>
                    <a:pt x="18927" y="1237"/>
                  </a:lnTo>
                  <a:lnTo>
                    <a:pt x="18449" y="1018"/>
                  </a:lnTo>
                  <a:lnTo>
                    <a:pt x="17970" y="838"/>
                  </a:lnTo>
                  <a:lnTo>
                    <a:pt x="17491" y="659"/>
                  </a:lnTo>
                  <a:lnTo>
                    <a:pt x="17013" y="519"/>
                  </a:lnTo>
                  <a:lnTo>
                    <a:pt x="16534" y="380"/>
                  </a:lnTo>
                  <a:lnTo>
                    <a:pt x="16055" y="280"/>
                  </a:lnTo>
                  <a:lnTo>
                    <a:pt x="15597" y="180"/>
                  </a:lnTo>
                  <a:lnTo>
                    <a:pt x="15118" y="120"/>
                  </a:lnTo>
                  <a:lnTo>
                    <a:pt x="14659" y="60"/>
                  </a:lnTo>
                  <a:lnTo>
                    <a:pt x="14201" y="21"/>
                  </a:lnTo>
                  <a:lnTo>
                    <a:pt x="137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7754026" y="3078982"/>
              <a:ext cx="1277231" cy="1795972"/>
            </a:xfrm>
            <a:custGeom>
              <a:avLst/>
              <a:gdLst/>
              <a:ahLst/>
              <a:cxnLst/>
              <a:rect l="l" t="t" r="r" b="b"/>
              <a:pathLst>
                <a:path w="62266" h="87555" fill="none" extrusionOk="0">
                  <a:moveTo>
                    <a:pt x="100" y="15078"/>
                  </a:moveTo>
                  <a:lnTo>
                    <a:pt x="100" y="15078"/>
                  </a:lnTo>
                  <a:lnTo>
                    <a:pt x="180" y="14480"/>
                  </a:lnTo>
                  <a:lnTo>
                    <a:pt x="260" y="13862"/>
                  </a:lnTo>
                  <a:lnTo>
                    <a:pt x="360" y="13283"/>
                  </a:lnTo>
                  <a:lnTo>
                    <a:pt x="479" y="12705"/>
                  </a:lnTo>
                  <a:lnTo>
                    <a:pt x="619" y="12127"/>
                  </a:lnTo>
                  <a:lnTo>
                    <a:pt x="759" y="11568"/>
                  </a:lnTo>
                  <a:lnTo>
                    <a:pt x="918" y="11030"/>
                  </a:lnTo>
                  <a:lnTo>
                    <a:pt x="1078" y="10491"/>
                  </a:lnTo>
                  <a:lnTo>
                    <a:pt x="1257" y="9973"/>
                  </a:lnTo>
                  <a:lnTo>
                    <a:pt x="1437" y="9454"/>
                  </a:lnTo>
                  <a:lnTo>
                    <a:pt x="1656" y="8955"/>
                  </a:lnTo>
                  <a:lnTo>
                    <a:pt x="1855" y="8457"/>
                  </a:lnTo>
                  <a:lnTo>
                    <a:pt x="2095" y="7978"/>
                  </a:lnTo>
                  <a:lnTo>
                    <a:pt x="2314" y="7519"/>
                  </a:lnTo>
                  <a:lnTo>
                    <a:pt x="2573" y="7061"/>
                  </a:lnTo>
                  <a:lnTo>
                    <a:pt x="2833" y="6602"/>
                  </a:lnTo>
                  <a:lnTo>
                    <a:pt x="3092" y="6183"/>
                  </a:lnTo>
                  <a:lnTo>
                    <a:pt x="3371" y="5764"/>
                  </a:lnTo>
                  <a:lnTo>
                    <a:pt x="3650" y="5366"/>
                  </a:lnTo>
                  <a:lnTo>
                    <a:pt x="3950" y="4967"/>
                  </a:lnTo>
                  <a:lnTo>
                    <a:pt x="4249" y="4588"/>
                  </a:lnTo>
                  <a:lnTo>
                    <a:pt x="4568" y="4229"/>
                  </a:lnTo>
                  <a:lnTo>
                    <a:pt x="4887" y="3870"/>
                  </a:lnTo>
                  <a:lnTo>
                    <a:pt x="5226" y="3531"/>
                  </a:lnTo>
                  <a:lnTo>
                    <a:pt x="5565" y="3212"/>
                  </a:lnTo>
                  <a:lnTo>
                    <a:pt x="5904" y="2893"/>
                  </a:lnTo>
                  <a:lnTo>
                    <a:pt x="6263" y="2613"/>
                  </a:lnTo>
                  <a:lnTo>
                    <a:pt x="6622" y="2334"/>
                  </a:lnTo>
                  <a:lnTo>
                    <a:pt x="7001" y="2055"/>
                  </a:lnTo>
                  <a:lnTo>
                    <a:pt x="7380" y="1816"/>
                  </a:lnTo>
                  <a:lnTo>
                    <a:pt x="7759" y="1576"/>
                  </a:lnTo>
                  <a:lnTo>
                    <a:pt x="8158" y="1357"/>
                  </a:lnTo>
                  <a:lnTo>
                    <a:pt x="8557" y="1157"/>
                  </a:lnTo>
                  <a:lnTo>
                    <a:pt x="8955" y="978"/>
                  </a:lnTo>
                  <a:lnTo>
                    <a:pt x="9354" y="798"/>
                  </a:lnTo>
                  <a:lnTo>
                    <a:pt x="9773" y="639"/>
                  </a:lnTo>
                  <a:lnTo>
                    <a:pt x="10192" y="499"/>
                  </a:lnTo>
                  <a:lnTo>
                    <a:pt x="10631" y="380"/>
                  </a:lnTo>
                  <a:lnTo>
                    <a:pt x="11050" y="280"/>
                  </a:lnTo>
                  <a:lnTo>
                    <a:pt x="11488" y="180"/>
                  </a:lnTo>
                  <a:lnTo>
                    <a:pt x="11927" y="120"/>
                  </a:lnTo>
                  <a:lnTo>
                    <a:pt x="12386" y="60"/>
                  </a:lnTo>
                  <a:lnTo>
                    <a:pt x="12825" y="21"/>
                  </a:lnTo>
                  <a:lnTo>
                    <a:pt x="13283" y="1"/>
                  </a:lnTo>
                  <a:lnTo>
                    <a:pt x="13742" y="1"/>
                  </a:lnTo>
                  <a:lnTo>
                    <a:pt x="14201" y="21"/>
                  </a:lnTo>
                  <a:lnTo>
                    <a:pt x="14659" y="60"/>
                  </a:lnTo>
                  <a:lnTo>
                    <a:pt x="15118" y="120"/>
                  </a:lnTo>
                  <a:lnTo>
                    <a:pt x="15597" y="180"/>
                  </a:lnTo>
                  <a:lnTo>
                    <a:pt x="16055" y="280"/>
                  </a:lnTo>
                  <a:lnTo>
                    <a:pt x="16534" y="380"/>
                  </a:lnTo>
                  <a:lnTo>
                    <a:pt x="17013" y="519"/>
                  </a:lnTo>
                  <a:lnTo>
                    <a:pt x="17491" y="659"/>
                  </a:lnTo>
                  <a:lnTo>
                    <a:pt x="17970" y="838"/>
                  </a:lnTo>
                  <a:lnTo>
                    <a:pt x="18449" y="1018"/>
                  </a:lnTo>
                  <a:lnTo>
                    <a:pt x="18927" y="1237"/>
                  </a:lnTo>
                  <a:lnTo>
                    <a:pt x="19406" y="1477"/>
                  </a:lnTo>
                  <a:lnTo>
                    <a:pt x="19885" y="1716"/>
                  </a:lnTo>
                  <a:lnTo>
                    <a:pt x="20363" y="1995"/>
                  </a:lnTo>
                  <a:lnTo>
                    <a:pt x="20842" y="2274"/>
                  </a:lnTo>
                  <a:lnTo>
                    <a:pt x="21341" y="2593"/>
                  </a:lnTo>
                  <a:lnTo>
                    <a:pt x="21819" y="2932"/>
                  </a:lnTo>
                  <a:lnTo>
                    <a:pt x="22298" y="3291"/>
                  </a:lnTo>
                  <a:lnTo>
                    <a:pt x="22777" y="3650"/>
                  </a:lnTo>
                  <a:lnTo>
                    <a:pt x="22777" y="3650"/>
                  </a:lnTo>
                  <a:lnTo>
                    <a:pt x="23195" y="4029"/>
                  </a:lnTo>
                  <a:lnTo>
                    <a:pt x="23634" y="4448"/>
                  </a:lnTo>
                  <a:lnTo>
                    <a:pt x="24093" y="4947"/>
                  </a:lnTo>
                  <a:lnTo>
                    <a:pt x="24551" y="5465"/>
                  </a:lnTo>
                  <a:lnTo>
                    <a:pt x="25030" y="6024"/>
                  </a:lnTo>
                  <a:lnTo>
                    <a:pt x="25509" y="6622"/>
                  </a:lnTo>
                  <a:lnTo>
                    <a:pt x="26446" y="7878"/>
                  </a:lnTo>
                  <a:lnTo>
                    <a:pt x="27344" y="9135"/>
                  </a:lnTo>
                  <a:lnTo>
                    <a:pt x="28201" y="10332"/>
                  </a:lnTo>
                  <a:lnTo>
                    <a:pt x="29577" y="12326"/>
                  </a:lnTo>
                  <a:lnTo>
                    <a:pt x="29577" y="12326"/>
                  </a:lnTo>
                  <a:lnTo>
                    <a:pt x="30235" y="13283"/>
                  </a:lnTo>
                  <a:lnTo>
                    <a:pt x="30953" y="14400"/>
                  </a:lnTo>
                  <a:lnTo>
                    <a:pt x="31731" y="15637"/>
                  </a:lnTo>
                  <a:lnTo>
                    <a:pt x="32569" y="16993"/>
                  </a:lnTo>
                  <a:lnTo>
                    <a:pt x="33446" y="18469"/>
                  </a:lnTo>
                  <a:lnTo>
                    <a:pt x="34364" y="20064"/>
                  </a:lnTo>
                  <a:lnTo>
                    <a:pt x="35321" y="21720"/>
                  </a:lnTo>
                  <a:lnTo>
                    <a:pt x="36298" y="23475"/>
                  </a:lnTo>
                  <a:lnTo>
                    <a:pt x="38333" y="27144"/>
                  </a:lnTo>
                  <a:lnTo>
                    <a:pt x="40427" y="30993"/>
                  </a:lnTo>
                  <a:lnTo>
                    <a:pt x="42521" y="34922"/>
                  </a:lnTo>
                  <a:lnTo>
                    <a:pt x="44595" y="38811"/>
                  </a:lnTo>
                  <a:lnTo>
                    <a:pt x="46589" y="42621"/>
                  </a:lnTo>
                  <a:lnTo>
                    <a:pt x="48464" y="46211"/>
                  </a:lnTo>
                  <a:lnTo>
                    <a:pt x="51655" y="52413"/>
                  </a:lnTo>
                  <a:lnTo>
                    <a:pt x="53829" y="56681"/>
                  </a:lnTo>
                  <a:lnTo>
                    <a:pt x="54627" y="58277"/>
                  </a:lnTo>
                  <a:lnTo>
                    <a:pt x="54627" y="58277"/>
                  </a:lnTo>
                  <a:lnTo>
                    <a:pt x="54946" y="58396"/>
                  </a:lnTo>
                  <a:lnTo>
                    <a:pt x="55823" y="58795"/>
                  </a:lnTo>
                  <a:lnTo>
                    <a:pt x="56402" y="59074"/>
                  </a:lnTo>
                  <a:lnTo>
                    <a:pt x="57040" y="59393"/>
                  </a:lnTo>
                  <a:lnTo>
                    <a:pt x="57738" y="59772"/>
                  </a:lnTo>
                  <a:lnTo>
                    <a:pt x="58456" y="60211"/>
                  </a:lnTo>
                  <a:lnTo>
                    <a:pt x="59154" y="60670"/>
                  </a:lnTo>
                  <a:lnTo>
                    <a:pt x="59513" y="60929"/>
                  </a:lnTo>
                  <a:lnTo>
                    <a:pt x="59852" y="61188"/>
                  </a:lnTo>
                  <a:lnTo>
                    <a:pt x="60191" y="61448"/>
                  </a:lnTo>
                  <a:lnTo>
                    <a:pt x="60490" y="61727"/>
                  </a:lnTo>
                  <a:lnTo>
                    <a:pt x="60789" y="62006"/>
                  </a:lnTo>
                  <a:lnTo>
                    <a:pt x="61088" y="62285"/>
                  </a:lnTo>
                  <a:lnTo>
                    <a:pt x="61328" y="62584"/>
                  </a:lnTo>
                  <a:lnTo>
                    <a:pt x="61567" y="62884"/>
                  </a:lnTo>
                  <a:lnTo>
                    <a:pt x="61767" y="63203"/>
                  </a:lnTo>
                  <a:lnTo>
                    <a:pt x="61946" y="63522"/>
                  </a:lnTo>
                  <a:lnTo>
                    <a:pt x="62086" y="63841"/>
                  </a:lnTo>
                  <a:lnTo>
                    <a:pt x="62185" y="64160"/>
                  </a:lnTo>
                  <a:lnTo>
                    <a:pt x="62245" y="64499"/>
                  </a:lnTo>
                  <a:lnTo>
                    <a:pt x="62265" y="64818"/>
                  </a:lnTo>
                  <a:lnTo>
                    <a:pt x="62265" y="64818"/>
                  </a:lnTo>
                  <a:lnTo>
                    <a:pt x="62245" y="65616"/>
                  </a:lnTo>
                  <a:lnTo>
                    <a:pt x="62185" y="66633"/>
                  </a:lnTo>
                  <a:lnTo>
                    <a:pt x="62086" y="67810"/>
                  </a:lnTo>
                  <a:lnTo>
                    <a:pt x="61926" y="69166"/>
                  </a:lnTo>
                  <a:lnTo>
                    <a:pt x="61727" y="70622"/>
                  </a:lnTo>
                  <a:lnTo>
                    <a:pt x="61467" y="72197"/>
                  </a:lnTo>
                  <a:lnTo>
                    <a:pt x="61168" y="73813"/>
                  </a:lnTo>
                  <a:lnTo>
                    <a:pt x="60989" y="74631"/>
                  </a:lnTo>
                  <a:lnTo>
                    <a:pt x="60809" y="75468"/>
                  </a:lnTo>
                  <a:lnTo>
                    <a:pt x="60610" y="76286"/>
                  </a:lnTo>
                  <a:lnTo>
                    <a:pt x="60390" y="77104"/>
                  </a:lnTo>
                  <a:lnTo>
                    <a:pt x="60151" y="77921"/>
                  </a:lnTo>
                  <a:lnTo>
                    <a:pt x="59912" y="78719"/>
                  </a:lnTo>
                  <a:lnTo>
                    <a:pt x="59653" y="79517"/>
                  </a:lnTo>
                  <a:lnTo>
                    <a:pt x="59373" y="80275"/>
                  </a:lnTo>
                  <a:lnTo>
                    <a:pt x="59094" y="81013"/>
                  </a:lnTo>
                  <a:lnTo>
                    <a:pt x="58795" y="81731"/>
                  </a:lnTo>
                  <a:lnTo>
                    <a:pt x="58456" y="82409"/>
                  </a:lnTo>
                  <a:lnTo>
                    <a:pt x="58137" y="83067"/>
                  </a:lnTo>
                  <a:lnTo>
                    <a:pt x="57778" y="83665"/>
                  </a:lnTo>
                  <a:lnTo>
                    <a:pt x="57399" y="84224"/>
                  </a:lnTo>
                  <a:lnTo>
                    <a:pt x="57020" y="84742"/>
                  </a:lnTo>
                  <a:lnTo>
                    <a:pt x="56821" y="84981"/>
                  </a:lnTo>
                  <a:lnTo>
                    <a:pt x="56621" y="85221"/>
                  </a:lnTo>
                  <a:lnTo>
                    <a:pt x="56402" y="85420"/>
                  </a:lnTo>
                  <a:lnTo>
                    <a:pt x="56182" y="85620"/>
                  </a:lnTo>
                  <a:lnTo>
                    <a:pt x="55983" y="85799"/>
                  </a:lnTo>
                  <a:lnTo>
                    <a:pt x="55744" y="85979"/>
                  </a:lnTo>
                  <a:lnTo>
                    <a:pt x="55744" y="85979"/>
                  </a:lnTo>
                  <a:lnTo>
                    <a:pt x="55305" y="86278"/>
                  </a:lnTo>
                  <a:lnTo>
                    <a:pt x="54826" y="86537"/>
                  </a:lnTo>
                  <a:lnTo>
                    <a:pt x="54347" y="86776"/>
                  </a:lnTo>
                  <a:lnTo>
                    <a:pt x="53849" y="86976"/>
                  </a:lnTo>
                  <a:lnTo>
                    <a:pt x="53330" y="87155"/>
                  </a:lnTo>
                  <a:lnTo>
                    <a:pt x="52812" y="87295"/>
                  </a:lnTo>
                  <a:lnTo>
                    <a:pt x="52273" y="87395"/>
                  </a:lnTo>
                  <a:lnTo>
                    <a:pt x="51735" y="87474"/>
                  </a:lnTo>
                  <a:lnTo>
                    <a:pt x="51176" y="87534"/>
                  </a:lnTo>
                  <a:lnTo>
                    <a:pt x="50618" y="87554"/>
                  </a:lnTo>
                  <a:lnTo>
                    <a:pt x="50040" y="87534"/>
                  </a:lnTo>
                  <a:lnTo>
                    <a:pt x="49461" y="87514"/>
                  </a:lnTo>
                  <a:lnTo>
                    <a:pt x="48883" y="87434"/>
                  </a:lnTo>
                  <a:lnTo>
                    <a:pt x="48305" y="87355"/>
                  </a:lnTo>
                  <a:lnTo>
                    <a:pt x="47706" y="87235"/>
                  </a:lnTo>
                  <a:lnTo>
                    <a:pt x="47108" y="87095"/>
                  </a:lnTo>
                  <a:lnTo>
                    <a:pt x="46510" y="86916"/>
                  </a:lnTo>
                  <a:lnTo>
                    <a:pt x="45911" y="86736"/>
                  </a:lnTo>
                  <a:lnTo>
                    <a:pt x="45313" y="86517"/>
                  </a:lnTo>
                  <a:lnTo>
                    <a:pt x="44715" y="86278"/>
                  </a:lnTo>
                  <a:lnTo>
                    <a:pt x="44116" y="86018"/>
                  </a:lnTo>
                  <a:lnTo>
                    <a:pt x="43518" y="85719"/>
                  </a:lnTo>
                  <a:lnTo>
                    <a:pt x="42920" y="85420"/>
                  </a:lnTo>
                  <a:lnTo>
                    <a:pt x="42321" y="85081"/>
                  </a:lnTo>
                  <a:lnTo>
                    <a:pt x="41743" y="84742"/>
                  </a:lnTo>
                  <a:lnTo>
                    <a:pt x="41165" y="84383"/>
                  </a:lnTo>
                  <a:lnTo>
                    <a:pt x="40586" y="83984"/>
                  </a:lnTo>
                  <a:lnTo>
                    <a:pt x="40008" y="83585"/>
                  </a:lnTo>
                  <a:lnTo>
                    <a:pt x="39449" y="83147"/>
                  </a:lnTo>
                  <a:lnTo>
                    <a:pt x="38891" y="82708"/>
                  </a:lnTo>
                  <a:lnTo>
                    <a:pt x="38333" y="82249"/>
                  </a:lnTo>
                  <a:lnTo>
                    <a:pt x="37794" y="81770"/>
                  </a:lnTo>
                  <a:lnTo>
                    <a:pt x="37794" y="81770"/>
                  </a:lnTo>
                  <a:lnTo>
                    <a:pt x="37415" y="81372"/>
                  </a:lnTo>
                  <a:lnTo>
                    <a:pt x="36877" y="80793"/>
                  </a:lnTo>
                  <a:lnTo>
                    <a:pt x="36199" y="80015"/>
                  </a:lnTo>
                  <a:lnTo>
                    <a:pt x="35421" y="79038"/>
                  </a:lnTo>
                  <a:lnTo>
                    <a:pt x="34543" y="77901"/>
                  </a:lnTo>
                  <a:lnTo>
                    <a:pt x="33606" y="76585"/>
                  </a:lnTo>
                  <a:lnTo>
                    <a:pt x="32589" y="75109"/>
                  </a:lnTo>
                  <a:lnTo>
                    <a:pt x="32070" y="74311"/>
                  </a:lnTo>
                  <a:lnTo>
                    <a:pt x="31532" y="73474"/>
                  </a:lnTo>
                  <a:lnTo>
                    <a:pt x="31532" y="73474"/>
                  </a:lnTo>
                  <a:lnTo>
                    <a:pt x="30754" y="72257"/>
                  </a:lnTo>
                  <a:lnTo>
                    <a:pt x="29976" y="70981"/>
                  </a:lnTo>
                  <a:lnTo>
                    <a:pt x="28341" y="68249"/>
                  </a:lnTo>
                  <a:lnTo>
                    <a:pt x="26626" y="65337"/>
                  </a:lnTo>
                  <a:lnTo>
                    <a:pt x="24831" y="62245"/>
                  </a:lnTo>
                  <a:lnTo>
                    <a:pt x="21061" y="55764"/>
                  </a:lnTo>
                  <a:lnTo>
                    <a:pt x="19107" y="52433"/>
                  </a:lnTo>
                  <a:lnTo>
                    <a:pt x="17112" y="49082"/>
                  </a:lnTo>
                  <a:lnTo>
                    <a:pt x="17112" y="49082"/>
                  </a:lnTo>
                  <a:lnTo>
                    <a:pt x="13882" y="43738"/>
                  </a:lnTo>
                  <a:lnTo>
                    <a:pt x="10750" y="38532"/>
                  </a:lnTo>
                  <a:lnTo>
                    <a:pt x="9255" y="35999"/>
                  </a:lnTo>
                  <a:lnTo>
                    <a:pt x="7839" y="33566"/>
                  </a:lnTo>
                  <a:lnTo>
                    <a:pt x="6502" y="31213"/>
                  </a:lnTo>
                  <a:lnTo>
                    <a:pt x="5246" y="28959"/>
                  </a:lnTo>
                  <a:lnTo>
                    <a:pt x="4089" y="26825"/>
                  </a:lnTo>
                  <a:lnTo>
                    <a:pt x="3052" y="24811"/>
                  </a:lnTo>
                  <a:lnTo>
                    <a:pt x="2593" y="23854"/>
                  </a:lnTo>
                  <a:lnTo>
                    <a:pt x="2155" y="22956"/>
                  </a:lnTo>
                  <a:lnTo>
                    <a:pt x="1756" y="22078"/>
                  </a:lnTo>
                  <a:lnTo>
                    <a:pt x="1397" y="21241"/>
                  </a:lnTo>
                  <a:lnTo>
                    <a:pt x="1058" y="20443"/>
                  </a:lnTo>
                  <a:lnTo>
                    <a:pt x="779" y="19705"/>
                  </a:lnTo>
                  <a:lnTo>
                    <a:pt x="539" y="19007"/>
                  </a:lnTo>
                  <a:lnTo>
                    <a:pt x="340" y="18349"/>
                  </a:lnTo>
                  <a:lnTo>
                    <a:pt x="180" y="17751"/>
                  </a:lnTo>
                  <a:lnTo>
                    <a:pt x="80" y="17192"/>
                  </a:lnTo>
                  <a:lnTo>
                    <a:pt x="21" y="16694"/>
                  </a:lnTo>
                  <a:lnTo>
                    <a:pt x="1" y="16454"/>
                  </a:lnTo>
                  <a:lnTo>
                    <a:pt x="1" y="16255"/>
                  </a:lnTo>
                  <a:lnTo>
                    <a:pt x="1" y="16255"/>
                  </a:lnTo>
                  <a:lnTo>
                    <a:pt x="41" y="15677"/>
                  </a:lnTo>
                  <a:lnTo>
                    <a:pt x="100" y="150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8730031" y="3845558"/>
              <a:ext cx="312159" cy="497490"/>
            </a:xfrm>
            <a:custGeom>
              <a:avLst/>
              <a:gdLst/>
              <a:ahLst/>
              <a:cxnLst/>
              <a:rect l="l" t="t" r="r" b="b"/>
              <a:pathLst>
                <a:path w="15218" h="24253" extrusionOk="0">
                  <a:moveTo>
                    <a:pt x="6662" y="0"/>
                  </a:moveTo>
                  <a:lnTo>
                    <a:pt x="1" y="9414"/>
                  </a:lnTo>
                  <a:lnTo>
                    <a:pt x="5724" y="20782"/>
                  </a:lnTo>
                  <a:lnTo>
                    <a:pt x="6542" y="21021"/>
                  </a:lnTo>
                  <a:lnTo>
                    <a:pt x="7380" y="21320"/>
                  </a:lnTo>
                  <a:lnTo>
                    <a:pt x="8237" y="21659"/>
                  </a:lnTo>
                  <a:lnTo>
                    <a:pt x="9115" y="22058"/>
                  </a:lnTo>
                  <a:lnTo>
                    <a:pt x="10012" y="22497"/>
                  </a:lnTo>
                  <a:lnTo>
                    <a:pt x="10930" y="23016"/>
                  </a:lnTo>
                  <a:lnTo>
                    <a:pt x="11887" y="23594"/>
                  </a:lnTo>
                  <a:lnTo>
                    <a:pt x="12864" y="24252"/>
                  </a:lnTo>
                  <a:lnTo>
                    <a:pt x="12964" y="24212"/>
                  </a:lnTo>
                  <a:lnTo>
                    <a:pt x="13084" y="24132"/>
                  </a:lnTo>
                  <a:lnTo>
                    <a:pt x="13223" y="24013"/>
                  </a:lnTo>
                  <a:lnTo>
                    <a:pt x="13403" y="23853"/>
                  </a:lnTo>
                  <a:lnTo>
                    <a:pt x="13602" y="23594"/>
                  </a:lnTo>
                  <a:lnTo>
                    <a:pt x="13822" y="23275"/>
                  </a:lnTo>
                  <a:lnTo>
                    <a:pt x="14041" y="22856"/>
                  </a:lnTo>
                  <a:lnTo>
                    <a:pt x="14260" y="22357"/>
                  </a:lnTo>
                  <a:lnTo>
                    <a:pt x="14360" y="22058"/>
                  </a:lnTo>
                  <a:lnTo>
                    <a:pt x="14480" y="21719"/>
                  </a:lnTo>
                  <a:lnTo>
                    <a:pt x="14579" y="21360"/>
                  </a:lnTo>
                  <a:lnTo>
                    <a:pt x="14679" y="20981"/>
                  </a:lnTo>
                  <a:lnTo>
                    <a:pt x="14759" y="20543"/>
                  </a:lnTo>
                  <a:lnTo>
                    <a:pt x="14859" y="20084"/>
                  </a:lnTo>
                  <a:lnTo>
                    <a:pt x="14938" y="19605"/>
                  </a:lnTo>
                  <a:lnTo>
                    <a:pt x="14998" y="19067"/>
                  </a:lnTo>
                  <a:lnTo>
                    <a:pt x="15058" y="18488"/>
                  </a:lnTo>
                  <a:lnTo>
                    <a:pt x="15118" y="17870"/>
                  </a:lnTo>
                  <a:lnTo>
                    <a:pt x="15158" y="17232"/>
                  </a:lnTo>
                  <a:lnTo>
                    <a:pt x="15198" y="16534"/>
                  </a:lnTo>
                  <a:lnTo>
                    <a:pt x="15218" y="15796"/>
                  </a:lnTo>
                  <a:lnTo>
                    <a:pt x="15218" y="14998"/>
                  </a:lnTo>
                  <a:lnTo>
                    <a:pt x="15198" y="14619"/>
                  </a:lnTo>
                  <a:lnTo>
                    <a:pt x="15178" y="14220"/>
                  </a:lnTo>
                  <a:lnTo>
                    <a:pt x="15118" y="13463"/>
                  </a:lnTo>
                  <a:lnTo>
                    <a:pt x="14998" y="12705"/>
                  </a:lnTo>
                  <a:lnTo>
                    <a:pt x="14839" y="11967"/>
                  </a:lnTo>
                  <a:lnTo>
                    <a:pt x="14639" y="11229"/>
                  </a:lnTo>
                  <a:lnTo>
                    <a:pt x="14420" y="10531"/>
                  </a:lnTo>
                  <a:lnTo>
                    <a:pt x="14161" y="9833"/>
                  </a:lnTo>
                  <a:lnTo>
                    <a:pt x="13861" y="9155"/>
                  </a:lnTo>
                  <a:lnTo>
                    <a:pt x="13562" y="8477"/>
                  </a:lnTo>
                  <a:lnTo>
                    <a:pt x="13223" y="7838"/>
                  </a:lnTo>
                  <a:lnTo>
                    <a:pt x="12864" y="7200"/>
                  </a:lnTo>
                  <a:lnTo>
                    <a:pt x="12505" y="6602"/>
                  </a:lnTo>
                  <a:lnTo>
                    <a:pt x="12126" y="6004"/>
                  </a:lnTo>
                  <a:lnTo>
                    <a:pt x="11727" y="5445"/>
                  </a:lnTo>
                  <a:lnTo>
                    <a:pt x="11329" y="4907"/>
                  </a:lnTo>
                  <a:lnTo>
                    <a:pt x="10930" y="4388"/>
                  </a:lnTo>
                  <a:lnTo>
                    <a:pt x="10531" y="3889"/>
                  </a:lnTo>
                  <a:lnTo>
                    <a:pt x="10132" y="3411"/>
                  </a:lnTo>
                  <a:lnTo>
                    <a:pt x="9354" y="2553"/>
                  </a:lnTo>
                  <a:lnTo>
                    <a:pt x="8636" y="1815"/>
                  </a:lnTo>
                  <a:lnTo>
                    <a:pt x="7998" y="1177"/>
                  </a:lnTo>
                  <a:lnTo>
                    <a:pt x="7440" y="679"/>
                  </a:lnTo>
                  <a:lnTo>
                    <a:pt x="7021" y="320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8730031" y="3845558"/>
              <a:ext cx="312159" cy="497490"/>
            </a:xfrm>
            <a:custGeom>
              <a:avLst/>
              <a:gdLst/>
              <a:ahLst/>
              <a:cxnLst/>
              <a:rect l="l" t="t" r="r" b="b"/>
              <a:pathLst>
                <a:path w="15218" h="24253" fill="none" extrusionOk="0">
                  <a:moveTo>
                    <a:pt x="6662" y="0"/>
                  </a:moveTo>
                  <a:lnTo>
                    <a:pt x="6662" y="0"/>
                  </a:lnTo>
                  <a:lnTo>
                    <a:pt x="7021" y="320"/>
                  </a:lnTo>
                  <a:lnTo>
                    <a:pt x="7440" y="679"/>
                  </a:lnTo>
                  <a:lnTo>
                    <a:pt x="7998" y="1177"/>
                  </a:lnTo>
                  <a:lnTo>
                    <a:pt x="8636" y="1815"/>
                  </a:lnTo>
                  <a:lnTo>
                    <a:pt x="9354" y="2553"/>
                  </a:lnTo>
                  <a:lnTo>
                    <a:pt x="10132" y="3411"/>
                  </a:lnTo>
                  <a:lnTo>
                    <a:pt x="10531" y="3889"/>
                  </a:lnTo>
                  <a:lnTo>
                    <a:pt x="10930" y="4388"/>
                  </a:lnTo>
                  <a:lnTo>
                    <a:pt x="11329" y="4907"/>
                  </a:lnTo>
                  <a:lnTo>
                    <a:pt x="11727" y="5445"/>
                  </a:lnTo>
                  <a:lnTo>
                    <a:pt x="12126" y="6004"/>
                  </a:lnTo>
                  <a:lnTo>
                    <a:pt x="12505" y="6602"/>
                  </a:lnTo>
                  <a:lnTo>
                    <a:pt x="12864" y="7200"/>
                  </a:lnTo>
                  <a:lnTo>
                    <a:pt x="13223" y="7838"/>
                  </a:lnTo>
                  <a:lnTo>
                    <a:pt x="13562" y="8477"/>
                  </a:lnTo>
                  <a:lnTo>
                    <a:pt x="13861" y="9155"/>
                  </a:lnTo>
                  <a:lnTo>
                    <a:pt x="14161" y="9833"/>
                  </a:lnTo>
                  <a:lnTo>
                    <a:pt x="14420" y="10531"/>
                  </a:lnTo>
                  <a:lnTo>
                    <a:pt x="14639" y="11229"/>
                  </a:lnTo>
                  <a:lnTo>
                    <a:pt x="14839" y="11967"/>
                  </a:lnTo>
                  <a:lnTo>
                    <a:pt x="14998" y="12705"/>
                  </a:lnTo>
                  <a:lnTo>
                    <a:pt x="15118" y="13463"/>
                  </a:lnTo>
                  <a:lnTo>
                    <a:pt x="15178" y="14220"/>
                  </a:lnTo>
                  <a:lnTo>
                    <a:pt x="15198" y="14619"/>
                  </a:lnTo>
                  <a:lnTo>
                    <a:pt x="15218" y="14998"/>
                  </a:lnTo>
                  <a:lnTo>
                    <a:pt x="15218" y="14998"/>
                  </a:lnTo>
                  <a:lnTo>
                    <a:pt x="15218" y="15796"/>
                  </a:lnTo>
                  <a:lnTo>
                    <a:pt x="15198" y="16534"/>
                  </a:lnTo>
                  <a:lnTo>
                    <a:pt x="15158" y="17232"/>
                  </a:lnTo>
                  <a:lnTo>
                    <a:pt x="15118" y="17870"/>
                  </a:lnTo>
                  <a:lnTo>
                    <a:pt x="15058" y="18488"/>
                  </a:lnTo>
                  <a:lnTo>
                    <a:pt x="14998" y="19067"/>
                  </a:lnTo>
                  <a:lnTo>
                    <a:pt x="14938" y="19605"/>
                  </a:lnTo>
                  <a:lnTo>
                    <a:pt x="14859" y="20084"/>
                  </a:lnTo>
                  <a:lnTo>
                    <a:pt x="14759" y="20543"/>
                  </a:lnTo>
                  <a:lnTo>
                    <a:pt x="14679" y="20981"/>
                  </a:lnTo>
                  <a:lnTo>
                    <a:pt x="14579" y="21360"/>
                  </a:lnTo>
                  <a:lnTo>
                    <a:pt x="14480" y="21719"/>
                  </a:lnTo>
                  <a:lnTo>
                    <a:pt x="14360" y="22058"/>
                  </a:lnTo>
                  <a:lnTo>
                    <a:pt x="14260" y="22357"/>
                  </a:lnTo>
                  <a:lnTo>
                    <a:pt x="14041" y="22856"/>
                  </a:lnTo>
                  <a:lnTo>
                    <a:pt x="13822" y="23275"/>
                  </a:lnTo>
                  <a:lnTo>
                    <a:pt x="13602" y="23594"/>
                  </a:lnTo>
                  <a:lnTo>
                    <a:pt x="13403" y="23853"/>
                  </a:lnTo>
                  <a:lnTo>
                    <a:pt x="13223" y="24013"/>
                  </a:lnTo>
                  <a:lnTo>
                    <a:pt x="13084" y="24132"/>
                  </a:lnTo>
                  <a:lnTo>
                    <a:pt x="12964" y="24212"/>
                  </a:lnTo>
                  <a:lnTo>
                    <a:pt x="12864" y="24252"/>
                  </a:lnTo>
                  <a:lnTo>
                    <a:pt x="12864" y="24252"/>
                  </a:lnTo>
                  <a:lnTo>
                    <a:pt x="11887" y="23594"/>
                  </a:lnTo>
                  <a:lnTo>
                    <a:pt x="10930" y="23016"/>
                  </a:lnTo>
                  <a:lnTo>
                    <a:pt x="10012" y="22497"/>
                  </a:lnTo>
                  <a:lnTo>
                    <a:pt x="9115" y="22058"/>
                  </a:lnTo>
                  <a:lnTo>
                    <a:pt x="8237" y="21659"/>
                  </a:lnTo>
                  <a:lnTo>
                    <a:pt x="7380" y="21320"/>
                  </a:lnTo>
                  <a:lnTo>
                    <a:pt x="6542" y="21021"/>
                  </a:lnTo>
                  <a:lnTo>
                    <a:pt x="5724" y="20782"/>
                  </a:lnTo>
                  <a:lnTo>
                    <a:pt x="1" y="9414"/>
                  </a:lnTo>
                  <a:lnTo>
                    <a:pt x="66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8029316" y="4331920"/>
              <a:ext cx="418947" cy="456977"/>
            </a:xfrm>
            <a:custGeom>
              <a:avLst/>
              <a:gdLst/>
              <a:ahLst/>
              <a:cxnLst/>
              <a:rect l="l" t="t" r="r" b="b"/>
              <a:pathLst>
                <a:path w="20424" h="22278" extrusionOk="0">
                  <a:moveTo>
                    <a:pt x="10651" y="1"/>
                  </a:moveTo>
                  <a:lnTo>
                    <a:pt x="10531" y="41"/>
                  </a:lnTo>
                  <a:lnTo>
                    <a:pt x="10312" y="60"/>
                  </a:lnTo>
                  <a:lnTo>
                    <a:pt x="9674" y="100"/>
                  </a:lnTo>
                  <a:lnTo>
                    <a:pt x="7859" y="160"/>
                  </a:lnTo>
                  <a:lnTo>
                    <a:pt x="5346" y="200"/>
                  </a:lnTo>
                  <a:lnTo>
                    <a:pt x="5226" y="360"/>
                  </a:lnTo>
                  <a:lnTo>
                    <a:pt x="4887" y="798"/>
                  </a:lnTo>
                  <a:lnTo>
                    <a:pt x="4349" y="1397"/>
                  </a:lnTo>
                  <a:lnTo>
                    <a:pt x="4010" y="1756"/>
                  </a:lnTo>
                  <a:lnTo>
                    <a:pt x="3651" y="2115"/>
                  </a:lnTo>
                  <a:lnTo>
                    <a:pt x="3252" y="2494"/>
                  </a:lnTo>
                  <a:lnTo>
                    <a:pt x="2833" y="2873"/>
                  </a:lnTo>
                  <a:lnTo>
                    <a:pt x="2394" y="3232"/>
                  </a:lnTo>
                  <a:lnTo>
                    <a:pt x="1935" y="3571"/>
                  </a:lnTo>
                  <a:lnTo>
                    <a:pt x="1457" y="3870"/>
                  </a:lnTo>
                  <a:lnTo>
                    <a:pt x="978" y="4129"/>
                  </a:lnTo>
                  <a:lnTo>
                    <a:pt x="739" y="4229"/>
                  </a:lnTo>
                  <a:lnTo>
                    <a:pt x="499" y="4328"/>
                  </a:lnTo>
                  <a:lnTo>
                    <a:pt x="240" y="4408"/>
                  </a:lnTo>
                  <a:lnTo>
                    <a:pt x="1" y="4468"/>
                  </a:lnTo>
                  <a:lnTo>
                    <a:pt x="21" y="4588"/>
                  </a:lnTo>
                  <a:lnTo>
                    <a:pt x="81" y="4887"/>
                  </a:lnTo>
                  <a:lnTo>
                    <a:pt x="140" y="5086"/>
                  </a:lnTo>
                  <a:lnTo>
                    <a:pt x="220" y="5326"/>
                  </a:lnTo>
                  <a:lnTo>
                    <a:pt x="320" y="5565"/>
                  </a:lnTo>
                  <a:lnTo>
                    <a:pt x="460" y="5804"/>
                  </a:lnTo>
                  <a:lnTo>
                    <a:pt x="619" y="6044"/>
                  </a:lnTo>
                  <a:lnTo>
                    <a:pt x="819" y="6283"/>
                  </a:lnTo>
                  <a:lnTo>
                    <a:pt x="1058" y="6502"/>
                  </a:lnTo>
                  <a:lnTo>
                    <a:pt x="1178" y="6602"/>
                  </a:lnTo>
                  <a:lnTo>
                    <a:pt x="1337" y="6682"/>
                  </a:lnTo>
                  <a:lnTo>
                    <a:pt x="1497" y="6782"/>
                  </a:lnTo>
                  <a:lnTo>
                    <a:pt x="1656" y="6841"/>
                  </a:lnTo>
                  <a:lnTo>
                    <a:pt x="1836" y="6901"/>
                  </a:lnTo>
                  <a:lnTo>
                    <a:pt x="2035" y="6961"/>
                  </a:lnTo>
                  <a:lnTo>
                    <a:pt x="2235" y="7001"/>
                  </a:lnTo>
                  <a:lnTo>
                    <a:pt x="2454" y="7021"/>
                  </a:lnTo>
                  <a:lnTo>
                    <a:pt x="2933" y="7021"/>
                  </a:lnTo>
                  <a:lnTo>
                    <a:pt x="2853" y="7180"/>
                  </a:lnTo>
                  <a:lnTo>
                    <a:pt x="2773" y="7380"/>
                  </a:lnTo>
                  <a:lnTo>
                    <a:pt x="2673" y="7659"/>
                  </a:lnTo>
                  <a:lnTo>
                    <a:pt x="2574" y="7978"/>
                  </a:lnTo>
                  <a:lnTo>
                    <a:pt x="2494" y="8337"/>
                  </a:lnTo>
                  <a:lnTo>
                    <a:pt x="2434" y="8736"/>
                  </a:lnTo>
                  <a:lnTo>
                    <a:pt x="2394" y="9175"/>
                  </a:lnTo>
                  <a:lnTo>
                    <a:pt x="2394" y="9394"/>
                  </a:lnTo>
                  <a:lnTo>
                    <a:pt x="2394" y="9614"/>
                  </a:lnTo>
                  <a:lnTo>
                    <a:pt x="2414" y="9833"/>
                  </a:lnTo>
                  <a:lnTo>
                    <a:pt x="2454" y="10072"/>
                  </a:lnTo>
                  <a:lnTo>
                    <a:pt x="2514" y="10292"/>
                  </a:lnTo>
                  <a:lnTo>
                    <a:pt x="2574" y="10511"/>
                  </a:lnTo>
                  <a:lnTo>
                    <a:pt x="2673" y="10730"/>
                  </a:lnTo>
                  <a:lnTo>
                    <a:pt x="2773" y="10950"/>
                  </a:lnTo>
                  <a:lnTo>
                    <a:pt x="2893" y="11149"/>
                  </a:lnTo>
                  <a:lnTo>
                    <a:pt x="3052" y="11349"/>
                  </a:lnTo>
                  <a:lnTo>
                    <a:pt x="3232" y="11548"/>
                  </a:lnTo>
                  <a:lnTo>
                    <a:pt x="3431" y="11728"/>
                  </a:lnTo>
                  <a:lnTo>
                    <a:pt x="3651" y="11907"/>
                  </a:lnTo>
                  <a:lnTo>
                    <a:pt x="3910" y="12067"/>
                  </a:lnTo>
                  <a:lnTo>
                    <a:pt x="4189" y="12226"/>
                  </a:lnTo>
                  <a:lnTo>
                    <a:pt x="4508" y="12366"/>
                  </a:lnTo>
                  <a:lnTo>
                    <a:pt x="4488" y="12725"/>
                  </a:lnTo>
                  <a:lnTo>
                    <a:pt x="4488" y="13064"/>
                  </a:lnTo>
                  <a:lnTo>
                    <a:pt x="4488" y="13383"/>
                  </a:lnTo>
                  <a:lnTo>
                    <a:pt x="4528" y="13662"/>
                  </a:lnTo>
                  <a:lnTo>
                    <a:pt x="4568" y="13941"/>
                  </a:lnTo>
                  <a:lnTo>
                    <a:pt x="4628" y="14201"/>
                  </a:lnTo>
                  <a:lnTo>
                    <a:pt x="4688" y="14440"/>
                  </a:lnTo>
                  <a:lnTo>
                    <a:pt x="4767" y="14659"/>
                  </a:lnTo>
                  <a:lnTo>
                    <a:pt x="4867" y="14859"/>
                  </a:lnTo>
                  <a:lnTo>
                    <a:pt x="4967" y="15058"/>
                  </a:lnTo>
                  <a:lnTo>
                    <a:pt x="5067" y="15218"/>
                  </a:lnTo>
                  <a:lnTo>
                    <a:pt x="5186" y="15377"/>
                  </a:lnTo>
                  <a:lnTo>
                    <a:pt x="5286" y="15517"/>
                  </a:lnTo>
                  <a:lnTo>
                    <a:pt x="5426" y="15657"/>
                  </a:lnTo>
                  <a:lnTo>
                    <a:pt x="5665" y="15876"/>
                  </a:lnTo>
                  <a:lnTo>
                    <a:pt x="5924" y="16036"/>
                  </a:lnTo>
                  <a:lnTo>
                    <a:pt x="6183" y="16175"/>
                  </a:lnTo>
                  <a:lnTo>
                    <a:pt x="6423" y="16275"/>
                  </a:lnTo>
                  <a:lnTo>
                    <a:pt x="6622" y="16335"/>
                  </a:lnTo>
                  <a:lnTo>
                    <a:pt x="6802" y="16375"/>
                  </a:lnTo>
                  <a:lnTo>
                    <a:pt x="6941" y="16395"/>
                  </a:lnTo>
                  <a:lnTo>
                    <a:pt x="7081" y="16414"/>
                  </a:lnTo>
                  <a:lnTo>
                    <a:pt x="7081" y="16554"/>
                  </a:lnTo>
                  <a:lnTo>
                    <a:pt x="7101" y="16953"/>
                  </a:lnTo>
                  <a:lnTo>
                    <a:pt x="7121" y="17212"/>
                  </a:lnTo>
                  <a:lnTo>
                    <a:pt x="7181" y="17511"/>
                  </a:lnTo>
                  <a:lnTo>
                    <a:pt x="7280" y="17811"/>
                  </a:lnTo>
                  <a:lnTo>
                    <a:pt x="7400" y="18150"/>
                  </a:lnTo>
                  <a:lnTo>
                    <a:pt x="7540" y="18469"/>
                  </a:lnTo>
                  <a:lnTo>
                    <a:pt x="7639" y="18628"/>
                  </a:lnTo>
                  <a:lnTo>
                    <a:pt x="7759" y="18788"/>
                  </a:lnTo>
                  <a:lnTo>
                    <a:pt x="7879" y="18947"/>
                  </a:lnTo>
                  <a:lnTo>
                    <a:pt x="7998" y="19087"/>
                  </a:lnTo>
                  <a:lnTo>
                    <a:pt x="8138" y="19227"/>
                  </a:lnTo>
                  <a:lnTo>
                    <a:pt x="8317" y="19366"/>
                  </a:lnTo>
                  <a:lnTo>
                    <a:pt x="8477" y="19486"/>
                  </a:lnTo>
                  <a:lnTo>
                    <a:pt x="8676" y="19605"/>
                  </a:lnTo>
                  <a:lnTo>
                    <a:pt x="8876" y="19705"/>
                  </a:lnTo>
                  <a:lnTo>
                    <a:pt x="9115" y="19805"/>
                  </a:lnTo>
                  <a:lnTo>
                    <a:pt x="9355" y="19885"/>
                  </a:lnTo>
                  <a:lnTo>
                    <a:pt x="9614" y="19945"/>
                  </a:lnTo>
                  <a:lnTo>
                    <a:pt x="9893" y="19984"/>
                  </a:lnTo>
                  <a:lnTo>
                    <a:pt x="10192" y="20004"/>
                  </a:lnTo>
                  <a:lnTo>
                    <a:pt x="10252" y="20124"/>
                  </a:lnTo>
                  <a:lnTo>
                    <a:pt x="10451" y="20403"/>
                  </a:lnTo>
                  <a:lnTo>
                    <a:pt x="10731" y="20822"/>
                  </a:lnTo>
                  <a:lnTo>
                    <a:pt x="10930" y="21041"/>
                  </a:lnTo>
                  <a:lnTo>
                    <a:pt x="11129" y="21261"/>
                  </a:lnTo>
                  <a:lnTo>
                    <a:pt x="11369" y="21480"/>
                  </a:lnTo>
                  <a:lnTo>
                    <a:pt x="11628" y="21700"/>
                  </a:lnTo>
                  <a:lnTo>
                    <a:pt x="11887" y="21879"/>
                  </a:lnTo>
                  <a:lnTo>
                    <a:pt x="12187" y="22039"/>
                  </a:lnTo>
                  <a:lnTo>
                    <a:pt x="12486" y="22178"/>
                  </a:lnTo>
                  <a:lnTo>
                    <a:pt x="12645" y="22218"/>
                  </a:lnTo>
                  <a:lnTo>
                    <a:pt x="12825" y="22238"/>
                  </a:lnTo>
                  <a:lnTo>
                    <a:pt x="12984" y="22258"/>
                  </a:lnTo>
                  <a:lnTo>
                    <a:pt x="13164" y="22278"/>
                  </a:lnTo>
                  <a:lnTo>
                    <a:pt x="13323" y="22258"/>
                  </a:lnTo>
                  <a:lnTo>
                    <a:pt x="13503" y="22238"/>
                  </a:lnTo>
                  <a:lnTo>
                    <a:pt x="13862" y="22158"/>
                  </a:lnTo>
                  <a:lnTo>
                    <a:pt x="14181" y="22079"/>
                  </a:lnTo>
                  <a:lnTo>
                    <a:pt x="14460" y="21979"/>
                  </a:lnTo>
                  <a:lnTo>
                    <a:pt x="14739" y="21879"/>
                  </a:lnTo>
                  <a:lnTo>
                    <a:pt x="15198" y="21680"/>
                  </a:lnTo>
                  <a:lnTo>
                    <a:pt x="15577" y="21480"/>
                  </a:lnTo>
                  <a:lnTo>
                    <a:pt x="15856" y="21301"/>
                  </a:lnTo>
                  <a:lnTo>
                    <a:pt x="16056" y="21161"/>
                  </a:lnTo>
                  <a:lnTo>
                    <a:pt x="16195" y="21021"/>
                  </a:lnTo>
                  <a:lnTo>
                    <a:pt x="20423" y="15896"/>
                  </a:lnTo>
                  <a:lnTo>
                    <a:pt x="10651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8088632" y="4383873"/>
              <a:ext cx="156715" cy="91650"/>
            </a:xfrm>
            <a:custGeom>
              <a:avLst/>
              <a:gdLst/>
              <a:ahLst/>
              <a:cxnLst/>
              <a:rect l="l" t="t" r="r" b="b"/>
              <a:pathLst>
                <a:path w="7640" h="4468" extrusionOk="0">
                  <a:moveTo>
                    <a:pt x="7539" y="1"/>
                  </a:moveTo>
                  <a:lnTo>
                    <a:pt x="7280" y="40"/>
                  </a:lnTo>
                  <a:lnTo>
                    <a:pt x="7101" y="80"/>
                  </a:lnTo>
                  <a:lnTo>
                    <a:pt x="6881" y="140"/>
                  </a:lnTo>
                  <a:lnTo>
                    <a:pt x="6642" y="240"/>
                  </a:lnTo>
                  <a:lnTo>
                    <a:pt x="6383" y="379"/>
                  </a:lnTo>
                  <a:lnTo>
                    <a:pt x="6104" y="539"/>
                  </a:lnTo>
                  <a:lnTo>
                    <a:pt x="5824" y="738"/>
                  </a:lnTo>
                  <a:lnTo>
                    <a:pt x="5206" y="1197"/>
                  </a:lnTo>
                  <a:lnTo>
                    <a:pt x="4548" y="1696"/>
                  </a:lnTo>
                  <a:lnTo>
                    <a:pt x="4189" y="1935"/>
                  </a:lnTo>
                  <a:lnTo>
                    <a:pt x="3810" y="2194"/>
                  </a:lnTo>
                  <a:lnTo>
                    <a:pt x="3052" y="2653"/>
                  </a:lnTo>
                  <a:lnTo>
                    <a:pt x="2314" y="3052"/>
                  </a:lnTo>
                  <a:lnTo>
                    <a:pt x="1656" y="3431"/>
                  </a:lnTo>
                  <a:lnTo>
                    <a:pt x="1078" y="3750"/>
                  </a:lnTo>
                  <a:lnTo>
                    <a:pt x="619" y="4029"/>
                  </a:lnTo>
                  <a:lnTo>
                    <a:pt x="280" y="4249"/>
                  </a:lnTo>
                  <a:lnTo>
                    <a:pt x="61" y="4408"/>
                  </a:lnTo>
                  <a:lnTo>
                    <a:pt x="1" y="4468"/>
                  </a:lnTo>
                  <a:lnTo>
                    <a:pt x="80" y="4448"/>
                  </a:lnTo>
                  <a:lnTo>
                    <a:pt x="320" y="4328"/>
                  </a:lnTo>
                  <a:lnTo>
                    <a:pt x="1157" y="3890"/>
                  </a:lnTo>
                  <a:lnTo>
                    <a:pt x="2414" y="3231"/>
                  </a:lnTo>
                  <a:lnTo>
                    <a:pt x="3152" y="2833"/>
                  </a:lnTo>
                  <a:lnTo>
                    <a:pt x="3930" y="2374"/>
                  </a:lnTo>
                  <a:lnTo>
                    <a:pt x="4309" y="2135"/>
                  </a:lnTo>
                  <a:lnTo>
                    <a:pt x="4688" y="1875"/>
                  </a:lnTo>
                  <a:lnTo>
                    <a:pt x="5346" y="1357"/>
                  </a:lnTo>
                  <a:lnTo>
                    <a:pt x="5944" y="898"/>
                  </a:lnTo>
                  <a:lnTo>
                    <a:pt x="6203" y="699"/>
                  </a:lnTo>
                  <a:lnTo>
                    <a:pt x="6463" y="519"/>
                  </a:lnTo>
                  <a:lnTo>
                    <a:pt x="6702" y="379"/>
                  </a:lnTo>
                  <a:lnTo>
                    <a:pt x="6941" y="260"/>
                  </a:lnTo>
                  <a:lnTo>
                    <a:pt x="7300" y="120"/>
                  </a:lnTo>
                  <a:lnTo>
                    <a:pt x="7559" y="40"/>
                  </a:lnTo>
                  <a:lnTo>
                    <a:pt x="7619" y="20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8169627" y="4608851"/>
              <a:ext cx="148531" cy="60984"/>
            </a:xfrm>
            <a:custGeom>
              <a:avLst/>
              <a:gdLst/>
              <a:ahLst/>
              <a:cxnLst/>
              <a:rect l="l" t="t" r="r" b="b"/>
              <a:pathLst>
                <a:path w="7241" h="2973" extrusionOk="0">
                  <a:moveTo>
                    <a:pt x="7220" y="1"/>
                  </a:moveTo>
                  <a:lnTo>
                    <a:pt x="7160" y="41"/>
                  </a:lnTo>
                  <a:lnTo>
                    <a:pt x="6961" y="180"/>
                  </a:lnTo>
                  <a:lnTo>
                    <a:pt x="6283" y="659"/>
                  </a:lnTo>
                  <a:lnTo>
                    <a:pt x="5784" y="978"/>
                  </a:lnTo>
                  <a:lnTo>
                    <a:pt x="5206" y="1317"/>
                  </a:lnTo>
                  <a:lnTo>
                    <a:pt x="4548" y="1676"/>
                  </a:lnTo>
                  <a:lnTo>
                    <a:pt x="4209" y="1835"/>
                  </a:lnTo>
                  <a:lnTo>
                    <a:pt x="3830" y="1995"/>
                  </a:lnTo>
                  <a:lnTo>
                    <a:pt x="3451" y="2135"/>
                  </a:lnTo>
                  <a:lnTo>
                    <a:pt x="3092" y="2274"/>
                  </a:lnTo>
                  <a:lnTo>
                    <a:pt x="2374" y="2474"/>
                  </a:lnTo>
                  <a:lnTo>
                    <a:pt x="1736" y="2653"/>
                  </a:lnTo>
                  <a:lnTo>
                    <a:pt x="1157" y="2753"/>
                  </a:lnTo>
                  <a:lnTo>
                    <a:pt x="320" y="2893"/>
                  </a:lnTo>
                  <a:lnTo>
                    <a:pt x="80" y="2932"/>
                  </a:lnTo>
                  <a:lnTo>
                    <a:pt x="21" y="2932"/>
                  </a:lnTo>
                  <a:lnTo>
                    <a:pt x="1" y="2952"/>
                  </a:lnTo>
                  <a:lnTo>
                    <a:pt x="80" y="2972"/>
                  </a:lnTo>
                  <a:lnTo>
                    <a:pt x="320" y="2972"/>
                  </a:lnTo>
                  <a:lnTo>
                    <a:pt x="679" y="2952"/>
                  </a:lnTo>
                  <a:lnTo>
                    <a:pt x="1177" y="2912"/>
                  </a:lnTo>
                  <a:lnTo>
                    <a:pt x="1756" y="2833"/>
                  </a:lnTo>
                  <a:lnTo>
                    <a:pt x="2434" y="2693"/>
                  </a:lnTo>
                  <a:lnTo>
                    <a:pt x="2793" y="2593"/>
                  </a:lnTo>
                  <a:lnTo>
                    <a:pt x="3152" y="2474"/>
                  </a:lnTo>
                  <a:lnTo>
                    <a:pt x="3531" y="2354"/>
                  </a:lnTo>
                  <a:lnTo>
                    <a:pt x="3910" y="2194"/>
                  </a:lnTo>
                  <a:lnTo>
                    <a:pt x="4288" y="2035"/>
                  </a:lnTo>
                  <a:lnTo>
                    <a:pt x="4647" y="1855"/>
                  </a:lnTo>
                  <a:lnTo>
                    <a:pt x="4987" y="1696"/>
                  </a:lnTo>
                  <a:lnTo>
                    <a:pt x="5306" y="1496"/>
                  </a:lnTo>
                  <a:lnTo>
                    <a:pt x="5884" y="1137"/>
                  </a:lnTo>
                  <a:lnTo>
                    <a:pt x="6383" y="798"/>
                  </a:lnTo>
                  <a:lnTo>
                    <a:pt x="6762" y="479"/>
                  </a:lnTo>
                  <a:lnTo>
                    <a:pt x="7021" y="240"/>
                  </a:lnTo>
                  <a:lnTo>
                    <a:pt x="7180" y="80"/>
                  </a:lnTo>
                  <a:lnTo>
                    <a:pt x="724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8233845" y="4694749"/>
              <a:ext cx="93291" cy="50338"/>
            </a:xfrm>
            <a:custGeom>
              <a:avLst/>
              <a:gdLst/>
              <a:ahLst/>
              <a:cxnLst/>
              <a:rect l="l" t="t" r="r" b="b"/>
              <a:pathLst>
                <a:path w="4548" h="2454" extrusionOk="0">
                  <a:moveTo>
                    <a:pt x="4548" y="1"/>
                  </a:moveTo>
                  <a:lnTo>
                    <a:pt x="4528" y="21"/>
                  </a:lnTo>
                  <a:lnTo>
                    <a:pt x="4508" y="41"/>
                  </a:lnTo>
                  <a:lnTo>
                    <a:pt x="4408" y="160"/>
                  </a:lnTo>
                  <a:lnTo>
                    <a:pt x="4229" y="340"/>
                  </a:lnTo>
                  <a:lnTo>
                    <a:pt x="4009" y="579"/>
                  </a:lnTo>
                  <a:lnTo>
                    <a:pt x="3730" y="858"/>
                  </a:lnTo>
                  <a:lnTo>
                    <a:pt x="3391" y="1138"/>
                  </a:lnTo>
                  <a:lnTo>
                    <a:pt x="2992" y="1417"/>
                  </a:lnTo>
                  <a:lnTo>
                    <a:pt x="2773" y="1556"/>
                  </a:lnTo>
                  <a:lnTo>
                    <a:pt x="2534" y="1696"/>
                  </a:lnTo>
                  <a:lnTo>
                    <a:pt x="2274" y="1816"/>
                  </a:lnTo>
                  <a:lnTo>
                    <a:pt x="2035" y="1915"/>
                  </a:lnTo>
                  <a:lnTo>
                    <a:pt x="1576" y="2075"/>
                  </a:lnTo>
                  <a:lnTo>
                    <a:pt x="1157" y="2195"/>
                  </a:lnTo>
                  <a:lnTo>
                    <a:pt x="779" y="2274"/>
                  </a:lnTo>
                  <a:lnTo>
                    <a:pt x="440" y="2314"/>
                  </a:lnTo>
                  <a:lnTo>
                    <a:pt x="200" y="2354"/>
                  </a:lnTo>
                  <a:lnTo>
                    <a:pt x="41" y="2374"/>
                  </a:lnTo>
                  <a:lnTo>
                    <a:pt x="1" y="2374"/>
                  </a:lnTo>
                  <a:lnTo>
                    <a:pt x="1" y="2394"/>
                  </a:lnTo>
                  <a:lnTo>
                    <a:pt x="41" y="2414"/>
                  </a:lnTo>
                  <a:lnTo>
                    <a:pt x="200" y="2434"/>
                  </a:lnTo>
                  <a:lnTo>
                    <a:pt x="459" y="2454"/>
                  </a:lnTo>
                  <a:lnTo>
                    <a:pt x="779" y="2434"/>
                  </a:lnTo>
                  <a:lnTo>
                    <a:pt x="1197" y="2374"/>
                  </a:lnTo>
                  <a:lnTo>
                    <a:pt x="1636" y="2274"/>
                  </a:lnTo>
                  <a:lnTo>
                    <a:pt x="1875" y="2195"/>
                  </a:lnTo>
                  <a:lnTo>
                    <a:pt x="2135" y="2115"/>
                  </a:lnTo>
                  <a:lnTo>
                    <a:pt x="2374" y="2015"/>
                  </a:lnTo>
                  <a:lnTo>
                    <a:pt x="2633" y="1896"/>
                  </a:lnTo>
                  <a:lnTo>
                    <a:pt x="2873" y="1756"/>
                  </a:lnTo>
                  <a:lnTo>
                    <a:pt x="3112" y="1596"/>
                  </a:lnTo>
                  <a:lnTo>
                    <a:pt x="3311" y="1457"/>
                  </a:lnTo>
                  <a:lnTo>
                    <a:pt x="3511" y="1297"/>
                  </a:lnTo>
                  <a:lnTo>
                    <a:pt x="3870" y="978"/>
                  </a:lnTo>
                  <a:lnTo>
                    <a:pt x="4129" y="679"/>
                  </a:lnTo>
                  <a:lnTo>
                    <a:pt x="4329" y="420"/>
                  </a:lnTo>
                  <a:lnTo>
                    <a:pt x="4468" y="200"/>
                  </a:lnTo>
                  <a:lnTo>
                    <a:pt x="4548" y="61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8122186" y="4523774"/>
              <a:ext cx="110050" cy="62604"/>
            </a:xfrm>
            <a:custGeom>
              <a:avLst/>
              <a:gdLst/>
              <a:ahLst/>
              <a:cxnLst/>
              <a:rect l="l" t="t" r="r" b="b"/>
              <a:pathLst>
                <a:path w="5365" h="3052" extrusionOk="0">
                  <a:moveTo>
                    <a:pt x="5345" y="0"/>
                  </a:moveTo>
                  <a:lnTo>
                    <a:pt x="5305" y="20"/>
                  </a:lnTo>
                  <a:lnTo>
                    <a:pt x="5146" y="120"/>
                  </a:lnTo>
                  <a:lnTo>
                    <a:pt x="4607" y="499"/>
                  </a:lnTo>
                  <a:lnTo>
                    <a:pt x="3809" y="1057"/>
                  </a:lnTo>
                  <a:lnTo>
                    <a:pt x="3311" y="1376"/>
                  </a:lnTo>
                  <a:lnTo>
                    <a:pt x="2772" y="1676"/>
                  </a:lnTo>
                  <a:lnTo>
                    <a:pt x="2234" y="1975"/>
                  </a:lnTo>
                  <a:lnTo>
                    <a:pt x="1715" y="2254"/>
                  </a:lnTo>
                  <a:lnTo>
                    <a:pt x="818" y="2653"/>
                  </a:lnTo>
                  <a:lnTo>
                    <a:pt x="219" y="2912"/>
                  </a:lnTo>
                  <a:lnTo>
                    <a:pt x="40" y="2992"/>
                  </a:lnTo>
                  <a:lnTo>
                    <a:pt x="0" y="3032"/>
                  </a:lnTo>
                  <a:lnTo>
                    <a:pt x="60" y="3052"/>
                  </a:lnTo>
                  <a:lnTo>
                    <a:pt x="239" y="3012"/>
                  </a:lnTo>
                  <a:lnTo>
                    <a:pt x="519" y="2932"/>
                  </a:lnTo>
                  <a:lnTo>
                    <a:pt x="878" y="2812"/>
                  </a:lnTo>
                  <a:lnTo>
                    <a:pt x="1316" y="2633"/>
                  </a:lnTo>
                  <a:lnTo>
                    <a:pt x="1795" y="2433"/>
                  </a:lnTo>
                  <a:lnTo>
                    <a:pt x="2334" y="2174"/>
                  </a:lnTo>
                  <a:lnTo>
                    <a:pt x="2892" y="1875"/>
                  </a:lnTo>
                  <a:lnTo>
                    <a:pt x="3430" y="1556"/>
                  </a:lnTo>
                  <a:lnTo>
                    <a:pt x="3909" y="1237"/>
                  </a:lnTo>
                  <a:lnTo>
                    <a:pt x="4348" y="918"/>
                  </a:lnTo>
                  <a:lnTo>
                    <a:pt x="4707" y="639"/>
                  </a:lnTo>
                  <a:lnTo>
                    <a:pt x="5006" y="379"/>
                  </a:lnTo>
                  <a:lnTo>
                    <a:pt x="5205" y="180"/>
                  </a:lnTo>
                  <a:lnTo>
                    <a:pt x="5325" y="60"/>
                  </a:lnTo>
                  <a:lnTo>
                    <a:pt x="536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7820295" y="3590716"/>
              <a:ext cx="991267" cy="1285006"/>
            </a:xfrm>
            <a:custGeom>
              <a:avLst/>
              <a:gdLst/>
              <a:ahLst/>
              <a:cxnLst/>
              <a:rect l="l" t="t" r="r" b="b"/>
              <a:pathLst>
                <a:path w="48325" h="62645" extrusionOk="0">
                  <a:moveTo>
                    <a:pt x="1" y="0"/>
                  </a:moveTo>
                  <a:lnTo>
                    <a:pt x="100" y="180"/>
                  </a:lnTo>
                  <a:lnTo>
                    <a:pt x="399" y="738"/>
                  </a:lnTo>
                  <a:lnTo>
                    <a:pt x="1576" y="2812"/>
                  </a:lnTo>
                  <a:lnTo>
                    <a:pt x="5964" y="10411"/>
                  </a:lnTo>
                  <a:lnTo>
                    <a:pt x="20483" y="35481"/>
                  </a:lnTo>
                  <a:lnTo>
                    <a:pt x="24651" y="42620"/>
                  </a:lnTo>
                  <a:lnTo>
                    <a:pt x="25648" y="44336"/>
                  </a:lnTo>
                  <a:lnTo>
                    <a:pt x="26626" y="46011"/>
                  </a:lnTo>
                  <a:lnTo>
                    <a:pt x="27623" y="47646"/>
                  </a:lnTo>
                  <a:lnTo>
                    <a:pt x="28600" y="49222"/>
                  </a:lnTo>
                  <a:lnTo>
                    <a:pt x="29597" y="50738"/>
                  </a:lnTo>
                  <a:lnTo>
                    <a:pt x="30096" y="51475"/>
                  </a:lnTo>
                  <a:lnTo>
                    <a:pt x="30614" y="52193"/>
                  </a:lnTo>
                  <a:lnTo>
                    <a:pt x="31113" y="52891"/>
                  </a:lnTo>
                  <a:lnTo>
                    <a:pt x="31631" y="53570"/>
                  </a:lnTo>
                  <a:lnTo>
                    <a:pt x="32150" y="54228"/>
                  </a:lnTo>
                  <a:lnTo>
                    <a:pt x="32668" y="54866"/>
                  </a:lnTo>
                  <a:lnTo>
                    <a:pt x="33207" y="55484"/>
                  </a:lnTo>
                  <a:lnTo>
                    <a:pt x="33745" y="56083"/>
                  </a:lnTo>
                  <a:lnTo>
                    <a:pt x="34284" y="56641"/>
                  </a:lnTo>
                  <a:lnTo>
                    <a:pt x="34822" y="57199"/>
                  </a:lnTo>
                  <a:lnTo>
                    <a:pt x="35381" y="57698"/>
                  </a:lnTo>
                  <a:lnTo>
                    <a:pt x="35939" y="58177"/>
                  </a:lnTo>
                  <a:lnTo>
                    <a:pt x="36518" y="58635"/>
                  </a:lnTo>
                  <a:lnTo>
                    <a:pt x="37076" y="59034"/>
                  </a:lnTo>
                  <a:lnTo>
                    <a:pt x="37654" y="59433"/>
                  </a:lnTo>
                  <a:lnTo>
                    <a:pt x="38213" y="59792"/>
                  </a:lnTo>
                  <a:lnTo>
                    <a:pt x="38771" y="60131"/>
                  </a:lnTo>
                  <a:lnTo>
                    <a:pt x="39330" y="60450"/>
                  </a:lnTo>
                  <a:lnTo>
                    <a:pt x="39888" y="60729"/>
                  </a:lnTo>
                  <a:lnTo>
                    <a:pt x="40427" y="60989"/>
                  </a:lnTo>
                  <a:lnTo>
                    <a:pt x="40945" y="61228"/>
                  </a:lnTo>
                  <a:lnTo>
                    <a:pt x="41484" y="61447"/>
                  </a:lnTo>
                  <a:lnTo>
                    <a:pt x="41982" y="61647"/>
                  </a:lnTo>
                  <a:lnTo>
                    <a:pt x="42481" y="61826"/>
                  </a:lnTo>
                  <a:lnTo>
                    <a:pt x="42959" y="61966"/>
                  </a:lnTo>
                  <a:lnTo>
                    <a:pt x="43418" y="62106"/>
                  </a:lnTo>
                  <a:lnTo>
                    <a:pt x="43877" y="62225"/>
                  </a:lnTo>
                  <a:lnTo>
                    <a:pt x="44316" y="62325"/>
                  </a:lnTo>
                  <a:lnTo>
                    <a:pt x="44715" y="62405"/>
                  </a:lnTo>
                  <a:lnTo>
                    <a:pt x="45113" y="62484"/>
                  </a:lnTo>
                  <a:lnTo>
                    <a:pt x="45492" y="62544"/>
                  </a:lnTo>
                  <a:lnTo>
                    <a:pt x="45851" y="62564"/>
                  </a:lnTo>
                  <a:lnTo>
                    <a:pt x="46490" y="62624"/>
                  </a:lnTo>
                  <a:lnTo>
                    <a:pt x="47048" y="62644"/>
                  </a:lnTo>
                  <a:lnTo>
                    <a:pt x="47507" y="62624"/>
                  </a:lnTo>
                  <a:lnTo>
                    <a:pt x="48125" y="62584"/>
                  </a:lnTo>
                  <a:lnTo>
                    <a:pt x="48324" y="62544"/>
                  </a:lnTo>
                  <a:lnTo>
                    <a:pt x="48125" y="62564"/>
                  </a:lnTo>
                  <a:lnTo>
                    <a:pt x="47487" y="62584"/>
                  </a:lnTo>
                  <a:lnTo>
                    <a:pt x="46490" y="62564"/>
                  </a:lnTo>
                  <a:lnTo>
                    <a:pt x="45851" y="62504"/>
                  </a:lnTo>
                  <a:lnTo>
                    <a:pt x="45492" y="62445"/>
                  </a:lnTo>
                  <a:lnTo>
                    <a:pt x="45133" y="62385"/>
                  </a:lnTo>
                  <a:lnTo>
                    <a:pt x="44336" y="62225"/>
                  </a:lnTo>
                  <a:lnTo>
                    <a:pt x="43897" y="62126"/>
                  </a:lnTo>
                  <a:lnTo>
                    <a:pt x="43458" y="62006"/>
                  </a:lnTo>
                  <a:lnTo>
                    <a:pt x="42999" y="61866"/>
                  </a:lnTo>
                  <a:lnTo>
                    <a:pt x="42521" y="61707"/>
                  </a:lnTo>
                  <a:lnTo>
                    <a:pt x="42022" y="61527"/>
                  </a:lnTo>
                  <a:lnTo>
                    <a:pt x="41524" y="61328"/>
                  </a:lnTo>
                  <a:lnTo>
                    <a:pt x="41005" y="61108"/>
                  </a:lnTo>
                  <a:lnTo>
                    <a:pt x="40486" y="60869"/>
                  </a:lnTo>
                  <a:lnTo>
                    <a:pt x="39948" y="60610"/>
                  </a:lnTo>
                  <a:lnTo>
                    <a:pt x="39409" y="60311"/>
                  </a:lnTo>
                  <a:lnTo>
                    <a:pt x="38851" y="60011"/>
                  </a:lnTo>
                  <a:lnTo>
                    <a:pt x="38293" y="59672"/>
                  </a:lnTo>
                  <a:lnTo>
                    <a:pt x="37734" y="59313"/>
                  </a:lnTo>
                  <a:lnTo>
                    <a:pt x="37176" y="58915"/>
                  </a:lnTo>
                  <a:lnTo>
                    <a:pt x="36597" y="58496"/>
                  </a:lnTo>
                  <a:lnTo>
                    <a:pt x="36039" y="58057"/>
                  </a:lnTo>
                  <a:lnTo>
                    <a:pt x="35501" y="57578"/>
                  </a:lnTo>
                  <a:lnTo>
                    <a:pt x="34942" y="57060"/>
                  </a:lnTo>
                  <a:lnTo>
                    <a:pt x="34404" y="56521"/>
                  </a:lnTo>
                  <a:lnTo>
                    <a:pt x="33865" y="55963"/>
                  </a:lnTo>
                  <a:lnTo>
                    <a:pt x="33347" y="55365"/>
                  </a:lnTo>
                  <a:lnTo>
                    <a:pt x="32828" y="54746"/>
                  </a:lnTo>
                  <a:lnTo>
                    <a:pt x="32290" y="54108"/>
                  </a:lnTo>
                  <a:lnTo>
                    <a:pt x="31791" y="53450"/>
                  </a:lnTo>
                  <a:lnTo>
                    <a:pt x="31272" y="52772"/>
                  </a:lnTo>
                  <a:lnTo>
                    <a:pt x="30774" y="52074"/>
                  </a:lnTo>
                  <a:lnTo>
                    <a:pt x="30255" y="51356"/>
                  </a:lnTo>
                  <a:lnTo>
                    <a:pt x="29757" y="50618"/>
                  </a:lnTo>
                  <a:lnTo>
                    <a:pt x="28779" y="49102"/>
                  </a:lnTo>
                  <a:lnTo>
                    <a:pt x="27802" y="47527"/>
                  </a:lnTo>
                  <a:lnTo>
                    <a:pt x="26825" y="45891"/>
                  </a:lnTo>
                  <a:lnTo>
                    <a:pt x="25828" y="44216"/>
                  </a:lnTo>
                  <a:lnTo>
                    <a:pt x="24831" y="42501"/>
                  </a:lnTo>
                  <a:lnTo>
                    <a:pt x="20682" y="35361"/>
                  </a:lnTo>
                  <a:lnTo>
                    <a:pt x="6103" y="10331"/>
                  </a:lnTo>
                  <a:lnTo>
                    <a:pt x="1656" y="2773"/>
                  </a:lnTo>
                  <a:lnTo>
                    <a:pt x="439" y="718"/>
                  </a:lnTo>
                  <a:lnTo>
                    <a:pt x="120" y="1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8859698" y="4277937"/>
              <a:ext cx="142808" cy="74460"/>
            </a:xfrm>
            <a:custGeom>
              <a:avLst/>
              <a:gdLst/>
              <a:ahLst/>
              <a:cxnLst/>
              <a:rect l="l" t="t" r="r" b="b"/>
              <a:pathLst>
                <a:path w="6962" h="3630" extrusionOk="0">
                  <a:moveTo>
                    <a:pt x="80" y="0"/>
                  </a:moveTo>
                  <a:lnTo>
                    <a:pt x="1" y="20"/>
                  </a:lnTo>
                  <a:lnTo>
                    <a:pt x="21" y="40"/>
                  </a:lnTo>
                  <a:lnTo>
                    <a:pt x="80" y="60"/>
                  </a:lnTo>
                  <a:lnTo>
                    <a:pt x="300" y="120"/>
                  </a:lnTo>
                  <a:lnTo>
                    <a:pt x="1138" y="319"/>
                  </a:lnTo>
                  <a:lnTo>
                    <a:pt x="1696" y="479"/>
                  </a:lnTo>
                  <a:lnTo>
                    <a:pt x="2334" y="678"/>
                  </a:lnTo>
                  <a:lnTo>
                    <a:pt x="3032" y="937"/>
                  </a:lnTo>
                  <a:lnTo>
                    <a:pt x="3391" y="1097"/>
                  </a:lnTo>
                  <a:lnTo>
                    <a:pt x="3770" y="1276"/>
                  </a:lnTo>
                  <a:lnTo>
                    <a:pt x="4129" y="1456"/>
                  </a:lnTo>
                  <a:lnTo>
                    <a:pt x="4468" y="1655"/>
                  </a:lnTo>
                  <a:lnTo>
                    <a:pt x="4787" y="1855"/>
                  </a:lnTo>
                  <a:lnTo>
                    <a:pt x="5086" y="2054"/>
                  </a:lnTo>
                  <a:lnTo>
                    <a:pt x="5625" y="2453"/>
                  </a:lnTo>
                  <a:lnTo>
                    <a:pt x="6084" y="2832"/>
                  </a:lnTo>
                  <a:lnTo>
                    <a:pt x="6443" y="3171"/>
                  </a:lnTo>
                  <a:lnTo>
                    <a:pt x="6702" y="3430"/>
                  </a:lnTo>
                  <a:lnTo>
                    <a:pt x="6881" y="3590"/>
                  </a:lnTo>
                  <a:lnTo>
                    <a:pt x="6921" y="3630"/>
                  </a:lnTo>
                  <a:lnTo>
                    <a:pt x="6961" y="3630"/>
                  </a:lnTo>
                  <a:lnTo>
                    <a:pt x="6921" y="3550"/>
                  </a:lnTo>
                  <a:lnTo>
                    <a:pt x="6782" y="3371"/>
                  </a:lnTo>
                  <a:lnTo>
                    <a:pt x="6542" y="3071"/>
                  </a:lnTo>
                  <a:lnTo>
                    <a:pt x="6203" y="2712"/>
                  </a:lnTo>
                  <a:lnTo>
                    <a:pt x="5745" y="2314"/>
                  </a:lnTo>
                  <a:lnTo>
                    <a:pt x="5505" y="2114"/>
                  </a:lnTo>
                  <a:lnTo>
                    <a:pt x="5206" y="1895"/>
                  </a:lnTo>
                  <a:lnTo>
                    <a:pt x="4907" y="1675"/>
                  </a:lnTo>
                  <a:lnTo>
                    <a:pt x="4588" y="1476"/>
                  </a:lnTo>
                  <a:lnTo>
                    <a:pt x="4229" y="1257"/>
                  </a:lnTo>
                  <a:lnTo>
                    <a:pt x="3870" y="1077"/>
                  </a:lnTo>
                  <a:lnTo>
                    <a:pt x="3491" y="898"/>
                  </a:lnTo>
                  <a:lnTo>
                    <a:pt x="3132" y="738"/>
                  </a:lnTo>
                  <a:lnTo>
                    <a:pt x="2753" y="598"/>
                  </a:lnTo>
                  <a:lnTo>
                    <a:pt x="2414" y="479"/>
                  </a:lnTo>
                  <a:lnTo>
                    <a:pt x="1756" y="299"/>
                  </a:lnTo>
                  <a:lnTo>
                    <a:pt x="1177" y="160"/>
                  </a:lnTo>
                  <a:lnTo>
                    <a:pt x="679" y="80"/>
                  </a:lnTo>
                  <a:lnTo>
                    <a:pt x="320" y="2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8353707" y="3422593"/>
              <a:ext cx="525305" cy="858305"/>
            </a:xfrm>
            <a:custGeom>
              <a:avLst/>
              <a:gdLst/>
              <a:ahLst/>
              <a:cxnLst/>
              <a:rect l="l" t="t" r="r" b="b"/>
              <a:pathLst>
                <a:path w="25609" h="41843" extrusionOk="0">
                  <a:moveTo>
                    <a:pt x="0" y="0"/>
                  </a:moveTo>
                  <a:lnTo>
                    <a:pt x="60" y="120"/>
                  </a:lnTo>
                  <a:lnTo>
                    <a:pt x="240" y="439"/>
                  </a:lnTo>
                  <a:lnTo>
                    <a:pt x="938" y="1696"/>
                  </a:lnTo>
                  <a:lnTo>
                    <a:pt x="2054" y="3650"/>
                  </a:lnTo>
                  <a:lnTo>
                    <a:pt x="3530" y="6263"/>
                  </a:lnTo>
                  <a:lnTo>
                    <a:pt x="5365" y="9394"/>
                  </a:lnTo>
                  <a:lnTo>
                    <a:pt x="7479" y="12984"/>
                  </a:lnTo>
                  <a:lnTo>
                    <a:pt x="9853" y="16933"/>
                  </a:lnTo>
                  <a:lnTo>
                    <a:pt x="12405" y="21161"/>
                  </a:lnTo>
                  <a:lnTo>
                    <a:pt x="15018" y="25369"/>
                  </a:lnTo>
                  <a:lnTo>
                    <a:pt x="17451" y="29278"/>
                  </a:lnTo>
                  <a:lnTo>
                    <a:pt x="19685" y="32808"/>
                  </a:lnTo>
                  <a:lnTo>
                    <a:pt x="21639" y="35860"/>
                  </a:lnTo>
                  <a:lnTo>
                    <a:pt x="23275" y="38372"/>
                  </a:lnTo>
                  <a:lnTo>
                    <a:pt x="24511" y="40267"/>
                  </a:lnTo>
                  <a:lnTo>
                    <a:pt x="25309" y="41444"/>
                  </a:lnTo>
                  <a:lnTo>
                    <a:pt x="25528" y="41743"/>
                  </a:lnTo>
                  <a:lnTo>
                    <a:pt x="25608" y="41843"/>
                  </a:lnTo>
                  <a:lnTo>
                    <a:pt x="25548" y="41743"/>
                  </a:lnTo>
                  <a:lnTo>
                    <a:pt x="25349" y="41424"/>
                  </a:lnTo>
                  <a:lnTo>
                    <a:pt x="24591" y="40207"/>
                  </a:lnTo>
                  <a:lnTo>
                    <a:pt x="21779" y="35760"/>
                  </a:lnTo>
                  <a:lnTo>
                    <a:pt x="19844" y="32708"/>
                  </a:lnTo>
                  <a:lnTo>
                    <a:pt x="17631" y="29158"/>
                  </a:lnTo>
                  <a:lnTo>
                    <a:pt x="15197" y="25249"/>
                  </a:lnTo>
                  <a:lnTo>
                    <a:pt x="12605" y="21041"/>
                  </a:lnTo>
                  <a:lnTo>
                    <a:pt x="10032" y="16813"/>
                  </a:lnTo>
                  <a:lnTo>
                    <a:pt x="7659" y="12884"/>
                  </a:lnTo>
                  <a:lnTo>
                    <a:pt x="5525" y="9294"/>
                  </a:lnTo>
                  <a:lnTo>
                    <a:pt x="3670" y="6163"/>
                  </a:lnTo>
                  <a:lnTo>
                    <a:pt x="997" y="1636"/>
                  </a:lnTo>
                  <a:lnTo>
                    <a:pt x="279" y="419"/>
                  </a:lnTo>
                  <a:lnTo>
                    <a:pt x="8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8353707" y="3422593"/>
              <a:ext cx="525305" cy="858305"/>
            </a:xfrm>
            <a:custGeom>
              <a:avLst/>
              <a:gdLst/>
              <a:ahLst/>
              <a:cxnLst/>
              <a:rect l="l" t="t" r="r" b="b"/>
              <a:pathLst>
                <a:path w="25609" h="4184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80" y="100"/>
                  </a:lnTo>
                  <a:lnTo>
                    <a:pt x="80" y="100"/>
                  </a:lnTo>
                  <a:lnTo>
                    <a:pt x="279" y="419"/>
                  </a:lnTo>
                  <a:lnTo>
                    <a:pt x="279" y="419"/>
                  </a:lnTo>
                  <a:lnTo>
                    <a:pt x="997" y="1636"/>
                  </a:lnTo>
                  <a:lnTo>
                    <a:pt x="997" y="1636"/>
                  </a:lnTo>
                  <a:lnTo>
                    <a:pt x="3670" y="6163"/>
                  </a:lnTo>
                  <a:lnTo>
                    <a:pt x="3670" y="6163"/>
                  </a:lnTo>
                  <a:lnTo>
                    <a:pt x="5525" y="9294"/>
                  </a:lnTo>
                  <a:lnTo>
                    <a:pt x="7659" y="12884"/>
                  </a:lnTo>
                  <a:lnTo>
                    <a:pt x="10032" y="16813"/>
                  </a:lnTo>
                  <a:lnTo>
                    <a:pt x="12605" y="21041"/>
                  </a:lnTo>
                  <a:lnTo>
                    <a:pt x="12605" y="21041"/>
                  </a:lnTo>
                  <a:lnTo>
                    <a:pt x="15197" y="25249"/>
                  </a:lnTo>
                  <a:lnTo>
                    <a:pt x="17631" y="29158"/>
                  </a:lnTo>
                  <a:lnTo>
                    <a:pt x="19844" y="32708"/>
                  </a:lnTo>
                  <a:lnTo>
                    <a:pt x="21779" y="35760"/>
                  </a:lnTo>
                  <a:lnTo>
                    <a:pt x="21779" y="35760"/>
                  </a:lnTo>
                  <a:lnTo>
                    <a:pt x="24591" y="40207"/>
                  </a:lnTo>
                  <a:lnTo>
                    <a:pt x="24591" y="40207"/>
                  </a:lnTo>
                  <a:lnTo>
                    <a:pt x="25349" y="41424"/>
                  </a:lnTo>
                  <a:lnTo>
                    <a:pt x="25349" y="41424"/>
                  </a:lnTo>
                  <a:lnTo>
                    <a:pt x="25548" y="41743"/>
                  </a:lnTo>
                  <a:lnTo>
                    <a:pt x="25548" y="41743"/>
                  </a:lnTo>
                  <a:lnTo>
                    <a:pt x="25608" y="41843"/>
                  </a:lnTo>
                  <a:lnTo>
                    <a:pt x="25608" y="41843"/>
                  </a:lnTo>
                  <a:lnTo>
                    <a:pt x="25528" y="41743"/>
                  </a:lnTo>
                  <a:lnTo>
                    <a:pt x="25528" y="41743"/>
                  </a:lnTo>
                  <a:lnTo>
                    <a:pt x="25309" y="41444"/>
                  </a:lnTo>
                  <a:lnTo>
                    <a:pt x="25309" y="41444"/>
                  </a:lnTo>
                  <a:lnTo>
                    <a:pt x="24511" y="40267"/>
                  </a:lnTo>
                  <a:lnTo>
                    <a:pt x="24511" y="40267"/>
                  </a:lnTo>
                  <a:lnTo>
                    <a:pt x="23275" y="38372"/>
                  </a:lnTo>
                  <a:lnTo>
                    <a:pt x="21639" y="35860"/>
                  </a:lnTo>
                  <a:lnTo>
                    <a:pt x="21639" y="35860"/>
                  </a:lnTo>
                  <a:lnTo>
                    <a:pt x="19685" y="32808"/>
                  </a:lnTo>
                  <a:lnTo>
                    <a:pt x="17451" y="29278"/>
                  </a:lnTo>
                  <a:lnTo>
                    <a:pt x="15018" y="25369"/>
                  </a:lnTo>
                  <a:lnTo>
                    <a:pt x="12405" y="21161"/>
                  </a:lnTo>
                  <a:lnTo>
                    <a:pt x="12405" y="21161"/>
                  </a:lnTo>
                  <a:lnTo>
                    <a:pt x="9853" y="16933"/>
                  </a:lnTo>
                  <a:lnTo>
                    <a:pt x="7479" y="12984"/>
                  </a:lnTo>
                  <a:lnTo>
                    <a:pt x="5365" y="9394"/>
                  </a:lnTo>
                  <a:lnTo>
                    <a:pt x="3530" y="6263"/>
                  </a:lnTo>
                  <a:lnTo>
                    <a:pt x="3530" y="6263"/>
                  </a:lnTo>
                  <a:lnTo>
                    <a:pt x="2054" y="3650"/>
                  </a:lnTo>
                  <a:lnTo>
                    <a:pt x="938" y="1696"/>
                  </a:lnTo>
                  <a:lnTo>
                    <a:pt x="938" y="1696"/>
                  </a:lnTo>
                  <a:lnTo>
                    <a:pt x="240" y="439"/>
                  </a:lnTo>
                  <a:lnTo>
                    <a:pt x="240" y="439"/>
                  </a:lnTo>
                  <a:lnTo>
                    <a:pt x="60" y="120"/>
                  </a:lnTo>
                  <a:lnTo>
                    <a:pt x="60" y="12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7800256" y="3144841"/>
              <a:ext cx="376384" cy="200899"/>
            </a:xfrm>
            <a:custGeom>
              <a:avLst/>
              <a:gdLst/>
              <a:ahLst/>
              <a:cxnLst/>
              <a:rect l="l" t="t" r="r" b="b"/>
              <a:pathLst>
                <a:path w="18349" h="9794" extrusionOk="0">
                  <a:moveTo>
                    <a:pt x="12026" y="1"/>
                  </a:moveTo>
                  <a:lnTo>
                    <a:pt x="11508" y="41"/>
                  </a:lnTo>
                  <a:lnTo>
                    <a:pt x="10989" y="80"/>
                  </a:lnTo>
                  <a:lnTo>
                    <a:pt x="10451" y="160"/>
                  </a:lnTo>
                  <a:lnTo>
                    <a:pt x="9912" y="260"/>
                  </a:lnTo>
                  <a:lnTo>
                    <a:pt x="9354" y="380"/>
                  </a:lnTo>
                  <a:lnTo>
                    <a:pt x="8796" y="519"/>
                  </a:lnTo>
                  <a:lnTo>
                    <a:pt x="8257" y="699"/>
                  </a:lnTo>
                  <a:lnTo>
                    <a:pt x="7699" y="918"/>
                  </a:lnTo>
                  <a:lnTo>
                    <a:pt x="7140" y="1137"/>
                  </a:lnTo>
                  <a:lnTo>
                    <a:pt x="6602" y="1397"/>
                  </a:lnTo>
                  <a:lnTo>
                    <a:pt x="6083" y="1696"/>
                  </a:lnTo>
                  <a:lnTo>
                    <a:pt x="5585" y="1995"/>
                  </a:lnTo>
                  <a:lnTo>
                    <a:pt x="5126" y="2314"/>
                  </a:lnTo>
                  <a:lnTo>
                    <a:pt x="4667" y="2653"/>
                  </a:lnTo>
                  <a:lnTo>
                    <a:pt x="4228" y="2992"/>
                  </a:lnTo>
                  <a:lnTo>
                    <a:pt x="3830" y="3351"/>
                  </a:lnTo>
                  <a:lnTo>
                    <a:pt x="3451" y="3710"/>
                  </a:lnTo>
                  <a:lnTo>
                    <a:pt x="3092" y="4089"/>
                  </a:lnTo>
                  <a:lnTo>
                    <a:pt x="2753" y="4448"/>
                  </a:lnTo>
                  <a:lnTo>
                    <a:pt x="2434" y="4827"/>
                  </a:lnTo>
                  <a:lnTo>
                    <a:pt x="2154" y="5206"/>
                  </a:lnTo>
                  <a:lnTo>
                    <a:pt x="1895" y="5565"/>
                  </a:lnTo>
                  <a:lnTo>
                    <a:pt x="1636" y="5924"/>
                  </a:lnTo>
                  <a:lnTo>
                    <a:pt x="1416" y="6283"/>
                  </a:lnTo>
                  <a:lnTo>
                    <a:pt x="1217" y="6642"/>
                  </a:lnTo>
                  <a:lnTo>
                    <a:pt x="878" y="7300"/>
                  </a:lnTo>
                  <a:lnTo>
                    <a:pt x="599" y="7918"/>
                  </a:lnTo>
                  <a:lnTo>
                    <a:pt x="379" y="8457"/>
                  </a:lnTo>
                  <a:lnTo>
                    <a:pt x="240" y="8916"/>
                  </a:lnTo>
                  <a:lnTo>
                    <a:pt x="120" y="9275"/>
                  </a:lnTo>
                  <a:lnTo>
                    <a:pt x="60" y="9554"/>
                  </a:lnTo>
                  <a:lnTo>
                    <a:pt x="0" y="9793"/>
                  </a:lnTo>
                  <a:lnTo>
                    <a:pt x="40" y="9733"/>
                  </a:lnTo>
                  <a:lnTo>
                    <a:pt x="100" y="9574"/>
                  </a:lnTo>
                  <a:lnTo>
                    <a:pt x="319" y="8935"/>
                  </a:lnTo>
                  <a:lnTo>
                    <a:pt x="479" y="8497"/>
                  </a:lnTo>
                  <a:lnTo>
                    <a:pt x="718" y="7958"/>
                  </a:lnTo>
                  <a:lnTo>
                    <a:pt x="998" y="7360"/>
                  </a:lnTo>
                  <a:lnTo>
                    <a:pt x="1357" y="6722"/>
                  </a:lnTo>
                  <a:lnTo>
                    <a:pt x="1556" y="6383"/>
                  </a:lnTo>
                  <a:lnTo>
                    <a:pt x="1795" y="6024"/>
                  </a:lnTo>
                  <a:lnTo>
                    <a:pt x="2035" y="5665"/>
                  </a:lnTo>
                  <a:lnTo>
                    <a:pt x="2294" y="5306"/>
                  </a:lnTo>
                  <a:lnTo>
                    <a:pt x="2593" y="4947"/>
                  </a:lnTo>
                  <a:lnTo>
                    <a:pt x="2912" y="4588"/>
                  </a:lnTo>
                  <a:lnTo>
                    <a:pt x="3231" y="4229"/>
                  </a:lnTo>
                  <a:lnTo>
                    <a:pt x="3590" y="3870"/>
                  </a:lnTo>
                  <a:lnTo>
                    <a:pt x="3969" y="3511"/>
                  </a:lnTo>
                  <a:lnTo>
                    <a:pt x="4368" y="3152"/>
                  </a:lnTo>
                  <a:lnTo>
                    <a:pt x="4807" y="2813"/>
                  </a:lnTo>
                  <a:lnTo>
                    <a:pt x="5246" y="2494"/>
                  </a:lnTo>
                  <a:lnTo>
                    <a:pt x="5704" y="2174"/>
                  </a:lnTo>
                  <a:lnTo>
                    <a:pt x="6203" y="1895"/>
                  </a:lnTo>
                  <a:lnTo>
                    <a:pt x="6701" y="1616"/>
                  </a:lnTo>
                  <a:lnTo>
                    <a:pt x="7240" y="1357"/>
                  </a:lnTo>
                  <a:lnTo>
                    <a:pt x="7778" y="1117"/>
                  </a:lnTo>
                  <a:lnTo>
                    <a:pt x="8317" y="918"/>
                  </a:lnTo>
                  <a:lnTo>
                    <a:pt x="8875" y="739"/>
                  </a:lnTo>
                  <a:lnTo>
                    <a:pt x="9414" y="599"/>
                  </a:lnTo>
                  <a:lnTo>
                    <a:pt x="9952" y="479"/>
                  </a:lnTo>
                  <a:lnTo>
                    <a:pt x="10491" y="380"/>
                  </a:lnTo>
                  <a:lnTo>
                    <a:pt x="11009" y="300"/>
                  </a:lnTo>
                  <a:lnTo>
                    <a:pt x="11528" y="240"/>
                  </a:lnTo>
                  <a:lnTo>
                    <a:pt x="12026" y="200"/>
                  </a:lnTo>
                  <a:lnTo>
                    <a:pt x="13004" y="200"/>
                  </a:lnTo>
                  <a:lnTo>
                    <a:pt x="13462" y="220"/>
                  </a:lnTo>
                  <a:lnTo>
                    <a:pt x="13921" y="260"/>
                  </a:lnTo>
                  <a:lnTo>
                    <a:pt x="14340" y="300"/>
                  </a:lnTo>
                  <a:lnTo>
                    <a:pt x="14759" y="360"/>
                  </a:lnTo>
                  <a:lnTo>
                    <a:pt x="15138" y="419"/>
                  </a:lnTo>
                  <a:lnTo>
                    <a:pt x="15876" y="579"/>
                  </a:lnTo>
                  <a:lnTo>
                    <a:pt x="16514" y="758"/>
                  </a:lnTo>
                  <a:lnTo>
                    <a:pt x="17052" y="918"/>
                  </a:lnTo>
                  <a:lnTo>
                    <a:pt x="17511" y="1098"/>
                  </a:lnTo>
                  <a:lnTo>
                    <a:pt x="18129" y="1337"/>
                  </a:lnTo>
                  <a:lnTo>
                    <a:pt x="18289" y="1397"/>
                  </a:lnTo>
                  <a:lnTo>
                    <a:pt x="18349" y="1417"/>
                  </a:lnTo>
                  <a:lnTo>
                    <a:pt x="18149" y="1297"/>
                  </a:lnTo>
                  <a:lnTo>
                    <a:pt x="17890" y="1177"/>
                  </a:lnTo>
                  <a:lnTo>
                    <a:pt x="17551" y="1018"/>
                  </a:lnTo>
                  <a:lnTo>
                    <a:pt x="17092" y="818"/>
                  </a:lnTo>
                  <a:lnTo>
                    <a:pt x="16554" y="639"/>
                  </a:lnTo>
                  <a:lnTo>
                    <a:pt x="15896" y="439"/>
                  </a:lnTo>
                  <a:lnTo>
                    <a:pt x="15178" y="260"/>
                  </a:lnTo>
                  <a:lnTo>
                    <a:pt x="14779" y="200"/>
                  </a:lnTo>
                  <a:lnTo>
                    <a:pt x="14360" y="120"/>
                  </a:lnTo>
                  <a:lnTo>
                    <a:pt x="13921" y="80"/>
                  </a:lnTo>
                  <a:lnTo>
                    <a:pt x="13482" y="41"/>
                  </a:lnTo>
                  <a:lnTo>
                    <a:pt x="1300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8773390" y="3706887"/>
              <a:ext cx="101475" cy="415665"/>
            </a:xfrm>
            <a:custGeom>
              <a:avLst/>
              <a:gdLst/>
              <a:ahLst/>
              <a:cxnLst/>
              <a:rect l="l" t="t" r="r" b="b"/>
              <a:pathLst>
                <a:path w="4947" h="20264" extrusionOk="0">
                  <a:moveTo>
                    <a:pt x="2553" y="0"/>
                  </a:moveTo>
                  <a:lnTo>
                    <a:pt x="2673" y="200"/>
                  </a:lnTo>
                  <a:lnTo>
                    <a:pt x="2992" y="738"/>
                  </a:lnTo>
                  <a:lnTo>
                    <a:pt x="3212" y="1157"/>
                  </a:lnTo>
                  <a:lnTo>
                    <a:pt x="3451" y="1636"/>
                  </a:lnTo>
                  <a:lnTo>
                    <a:pt x="3710" y="2214"/>
                  </a:lnTo>
                  <a:lnTo>
                    <a:pt x="3830" y="2533"/>
                  </a:lnTo>
                  <a:lnTo>
                    <a:pt x="3949" y="2872"/>
                  </a:lnTo>
                  <a:lnTo>
                    <a:pt x="4069" y="3231"/>
                  </a:lnTo>
                  <a:lnTo>
                    <a:pt x="4189" y="3590"/>
                  </a:lnTo>
                  <a:lnTo>
                    <a:pt x="4288" y="3989"/>
                  </a:lnTo>
                  <a:lnTo>
                    <a:pt x="4388" y="4408"/>
                  </a:lnTo>
                  <a:lnTo>
                    <a:pt x="4468" y="4847"/>
                  </a:lnTo>
                  <a:lnTo>
                    <a:pt x="4548" y="5286"/>
                  </a:lnTo>
                  <a:lnTo>
                    <a:pt x="4608" y="5764"/>
                  </a:lnTo>
                  <a:lnTo>
                    <a:pt x="4667" y="6243"/>
                  </a:lnTo>
                  <a:lnTo>
                    <a:pt x="4687" y="6722"/>
                  </a:lnTo>
                  <a:lnTo>
                    <a:pt x="4727" y="7220"/>
                  </a:lnTo>
                  <a:lnTo>
                    <a:pt x="4727" y="7739"/>
                  </a:lnTo>
                  <a:lnTo>
                    <a:pt x="4727" y="8257"/>
                  </a:lnTo>
                  <a:lnTo>
                    <a:pt x="4687" y="8796"/>
                  </a:lnTo>
                  <a:lnTo>
                    <a:pt x="4647" y="9334"/>
                  </a:lnTo>
                  <a:lnTo>
                    <a:pt x="4588" y="9893"/>
                  </a:lnTo>
                  <a:lnTo>
                    <a:pt x="4508" y="10451"/>
                  </a:lnTo>
                  <a:lnTo>
                    <a:pt x="4408" y="10990"/>
                  </a:lnTo>
                  <a:lnTo>
                    <a:pt x="4288" y="11528"/>
                  </a:lnTo>
                  <a:lnTo>
                    <a:pt x="4149" y="12047"/>
                  </a:lnTo>
                  <a:lnTo>
                    <a:pt x="3989" y="12565"/>
                  </a:lnTo>
                  <a:lnTo>
                    <a:pt x="3830" y="13064"/>
                  </a:lnTo>
                  <a:lnTo>
                    <a:pt x="3650" y="13542"/>
                  </a:lnTo>
                  <a:lnTo>
                    <a:pt x="3471" y="14021"/>
                  </a:lnTo>
                  <a:lnTo>
                    <a:pt x="3271" y="14460"/>
                  </a:lnTo>
                  <a:lnTo>
                    <a:pt x="2872" y="15337"/>
                  </a:lnTo>
                  <a:lnTo>
                    <a:pt x="2474" y="16135"/>
                  </a:lnTo>
                  <a:lnTo>
                    <a:pt x="2075" y="16873"/>
                  </a:lnTo>
                  <a:lnTo>
                    <a:pt x="1696" y="17551"/>
                  </a:lnTo>
                  <a:lnTo>
                    <a:pt x="1337" y="18149"/>
                  </a:lnTo>
                  <a:lnTo>
                    <a:pt x="1018" y="18688"/>
                  </a:lnTo>
                  <a:lnTo>
                    <a:pt x="459" y="19545"/>
                  </a:lnTo>
                  <a:lnTo>
                    <a:pt x="120" y="20084"/>
                  </a:lnTo>
                  <a:lnTo>
                    <a:pt x="40" y="20224"/>
                  </a:lnTo>
                  <a:lnTo>
                    <a:pt x="1" y="20263"/>
                  </a:lnTo>
                  <a:lnTo>
                    <a:pt x="160" y="20104"/>
                  </a:lnTo>
                  <a:lnTo>
                    <a:pt x="539" y="19585"/>
                  </a:lnTo>
                  <a:lnTo>
                    <a:pt x="1117" y="18768"/>
                  </a:lnTo>
                  <a:lnTo>
                    <a:pt x="1456" y="18229"/>
                  </a:lnTo>
                  <a:lnTo>
                    <a:pt x="1835" y="17631"/>
                  </a:lnTo>
                  <a:lnTo>
                    <a:pt x="2234" y="16953"/>
                  </a:lnTo>
                  <a:lnTo>
                    <a:pt x="2633" y="16215"/>
                  </a:lnTo>
                  <a:lnTo>
                    <a:pt x="3052" y="15417"/>
                  </a:lnTo>
                  <a:lnTo>
                    <a:pt x="3451" y="14559"/>
                  </a:lnTo>
                  <a:lnTo>
                    <a:pt x="3670" y="14101"/>
                  </a:lnTo>
                  <a:lnTo>
                    <a:pt x="3850" y="13622"/>
                  </a:lnTo>
                  <a:lnTo>
                    <a:pt x="4029" y="13143"/>
                  </a:lnTo>
                  <a:lnTo>
                    <a:pt x="4209" y="12625"/>
                  </a:lnTo>
                  <a:lnTo>
                    <a:pt x="4368" y="12106"/>
                  </a:lnTo>
                  <a:lnTo>
                    <a:pt x="4508" y="11588"/>
                  </a:lnTo>
                  <a:lnTo>
                    <a:pt x="4628" y="11029"/>
                  </a:lnTo>
                  <a:lnTo>
                    <a:pt x="4727" y="10471"/>
                  </a:lnTo>
                  <a:lnTo>
                    <a:pt x="4807" y="9913"/>
                  </a:lnTo>
                  <a:lnTo>
                    <a:pt x="4867" y="9354"/>
                  </a:lnTo>
                  <a:lnTo>
                    <a:pt x="4927" y="8816"/>
                  </a:lnTo>
                  <a:lnTo>
                    <a:pt x="4947" y="8277"/>
                  </a:lnTo>
                  <a:lnTo>
                    <a:pt x="4947" y="7739"/>
                  </a:lnTo>
                  <a:lnTo>
                    <a:pt x="4927" y="7220"/>
                  </a:lnTo>
                  <a:lnTo>
                    <a:pt x="4907" y="6702"/>
                  </a:lnTo>
                  <a:lnTo>
                    <a:pt x="4867" y="6223"/>
                  </a:lnTo>
                  <a:lnTo>
                    <a:pt x="4807" y="5724"/>
                  </a:lnTo>
                  <a:lnTo>
                    <a:pt x="4747" y="5266"/>
                  </a:lnTo>
                  <a:lnTo>
                    <a:pt x="4667" y="4807"/>
                  </a:lnTo>
                  <a:lnTo>
                    <a:pt x="4568" y="4368"/>
                  </a:lnTo>
                  <a:lnTo>
                    <a:pt x="4468" y="3949"/>
                  </a:lnTo>
                  <a:lnTo>
                    <a:pt x="4348" y="3550"/>
                  </a:lnTo>
                  <a:lnTo>
                    <a:pt x="4229" y="3172"/>
                  </a:lnTo>
                  <a:lnTo>
                    <a:pt x="4109" y="2813"/>
                  </a:lnTo>
                  <a:lnTo>
                    <a:pt x="3969" y="2474"/>
                  </a:lnTo>
                  <a:lnTo>
                    <a:pt x="3850" y="2154"/>
                  </a:lnTo>
                  <a:lnTo>
                    <a:pt x="3571" y="1576"/>
                  </a:lnTo>
                  <a:lnTo>
                    <a:pt x="3311" y="1097"/>
                  </a:lnTo>
                  <a:lnTo>
                    <a:pt x="3072" y="699"/>
                  </a:lnTo>
                  <a:lnTo>
                    <a:pt x="2693" y="180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8773390" y="3706887"/>
              <a:ext cx="101475" cy="415665"/>
            </a:xfrm>
            <a:custGeom>
              <a:avLst/>
              <a:gdLst/>
              <a:ahLst/>
              <a:cxnLst/>
              <a:rect l="l" t="t" r="r" b="b"/>
              <a:pathLst>
                <a:path w="4947" h="20264" fill="none" extrusionOk="0">
                  <a:moveTo>
                    <a:pt x="1" y="20263"/>
                  </a:moveTo>
                  <a:lnTo>
                    <a:pt x="1" y="20263"/>
                  </a:lnTo>
                  <a:lnTo>
                    <a:pt x="40" y="20224"/>
                  </a:lnTo>
                  <a:lnTo>
                    <a:pt x="120" y="20084"/>
                  </a:lnTo>
                  <a:lnTo>
                    <a:pt x="459" y="19545"/>
                  </a:lnTo>
                  <a:lnTo>
                    <a:pt x="459" y="19545"/>
                  </a:lnTo>
                  <a:lnTo>
                    <a:pt x="1018" y="18688"/>
                  </a:lnTo>
                  <a:lnTo>
                    <a:pt x="1337" y="18149"/>
                  </a:lnTo>
                  <a:lnTo>
                    <a:pt x="1696" y="17551"/>
                  </a:lnTo>
                  <a:lnTo>
                    <a:pt x="1696" y="17551"/>
                  </a:lnTo>
                  <a:lnTo>
                    <a:pt x="2075" y="16873"/>
                  </a:lnTo>
                  <a:lnTo>
                    <a:pt x="2474" y="16135"/>
                  </a:lnTo>
                  <a:lnTo>
                    <a:pt x="2872" y="15337"/>
                  </a:lnTo>
                  <a:lnTo>
                    <a:pt x="3271" y="14460"/>
                  </a:lnTo>
                  <a:lnTo>
                    <a:pt x="3271" y="14460"/>
                  </a:lnTo>
                  <a:lnTo>
                    <a:pt x="3471" y="14021"/>
                  </a:lnTo>
                  <a:lnTo>
                    <a:pt x="3650" y="13542"/>
                  </a:lnTo>
                  <a:lnTo>
                    <a:pt x="3830" y="13064"/>
                  </a:lnTo>
                  <a:lnTo>
                    <a:pt x="3989" y="12565"/>
                  </a:lnTo>
                  <a:lnTo>
                    <a:pt x="4149" y="12047"/>
                  </a:lnTo>
                  <a:lnTo>
                    <a:pt x="4288" y="11528"/>
                  </a:lnTo>
                  <a:lnTo>
                    <a:pt x="4408" y="10990"/>
                  </a:lnTo>
                  <a:lnTo>
                    <a:pt x="4508" y="10451"/>
                  </a:lnTo>
                  <a:lnTo>
                    <a:pt x="4508" y="10451"/>
                  </a:lnTo>
                  <a:lnTo>
                    <a:pt x="4588" y="9893"/>
                  </a:lnTo>
                  <a:lnTo>
                    <a:pt x="4647" y="9334"/>
                  </a:lnTo>
                  <a:lnTo>
                    <a:pt x="4687" y="8796"/>
                  </a:lnTo>
                  <a:lnTo>
                    <a:pt x="4727" y="8257"/>
                  </a:lnTo>
                  <a:lnTo>
                    <a:pt x="4727" y="7739"/>
                  </a:lnTo>
                  <a:lnTo>
                    <a:pt x="4727" y="7220"/>
                  </a:lnTo>
                  <a:lnTo>
                    <a:pt x="4687" y="6722"/>
                  </a:lnTo>
                  <a:lnTo>
                    <a:pt x="4667" y="6243"/>
                  </a:lnTo>
                  <a:lnTo>
                    <a:pt x="4608" y="5764"/>
                  </a:lnTo>
                  <a:lnTo>
                    <a:pt x="4548" y="5286"/>
                  </a:lnTo>
                  <a:lnTo>
                    <a:pt x="4468" y="4847"/>
                  </a:lnTo>
                  <a:lnTo>
                    <a:pt x="4388" y="4408"/>
                  </a:lnTo>
                  <a:lnTo>
                    <a:pt x="4288" y="3989"/>
                  </a:lnTo>
                  <a:lnTo>
                    <a:pt x="4189" y="3590"/>
                  </a:lnTo>
                  <a:lnTo>
                    <a:pt x="4069" y="3231"/>
                  </a:lnTo>
                  <a:lnTo>
                    <a:pt x="3949" y="2872"/>
                  </a:lnTo>
                  <a:lnTo>
                    <a:pt x="3949" y="2872"/>
                  </a:lnTo>
                  <a:lnTo>
                    <a:pt x="3830" y="2533"/>
                  </a:lnTo>
                  <a:lnTo>
                    <a:pt x="3710" y="2214"/>
                  </a:lnTo>
                  <a:lnTo>
                    <a:pt x="3451" y="1636"/>
                  </a:lnTo>
                  <a:lnTo>
                    <a:pt x="3212" y="1157"/>
                  </a:lnTo>
                  <a:lnTo>
                    <a:pt x="2992" y="738"/>
                  </a:lnTo>
                  <a:lnTo>
                    <a:pt x="2992" y="738"/>
                  </a:lnTo>
                  <a:lnTo>
                    <a:pt x="2673" y="200"/>
                  </a:lnTo>
                  <a:lnTo>
                    <a:pt x="2673" y="200"/>
                  </a:lnTo>
                  <a:lnTo>
                    <a:pt x="2553" y="0"/>
                  </a:lnTo>
                  <a:lnTo>
                    <a:pt x="2553" y="0"/>
                  </a:lnTo>
                  <a:lnTo>
                    <a:pt x="2693" y="180"/>
                  </a:lnTo>
                  <a:lnTo>
                    <a:pt x="2693" y="180"/>
                  </a:lnTo>
                  <a:lnTo>
                    <a:pt x="3072" y="699"/>
                  </a:lnTo>
                  <a:lnTo>
                    <a:pt x="3072" y="699"/>
                  </a:lnTo>
                  <a:lnTo>
                    <a:pt x="3311" y="1097"/>
                  </a:lnTo>
                  <a:lnTo>
                    <a:pt x="3571" y="1576"/>
                  </a:lnTo>
                  <a:lnTo>
                    <a:pt x="3850" y="2154"/>
                  </a:lnTo>
                  <a:lnTo>
                    <a:pt x="3969" y="2474"/>
                  </a:lnTo>
                  <a:lnTo>
                    <a:pt x="4109" y="2813"/>
                  </a:lnTo>
                  <a:lnTo>
                    <a:pt x="4109" y="2813"/>
                  </a:lnTo>
                  <a:lnTo>
                    <a:pt x="4229" y="3172"/>
                  </a:lnTo>
                  <a:lnTo>
                    <a:pt x="4348" y="3550"/>
                  </a:lnTo>
                  <a:lnTo>
                    <a:pt x="4468" y="3949"/>
                  </a:lnTo>
                  <a:lnTo>
                    <a:pt x="4568" y="4368"/>
                  </a:lnTo>
                  <a:lnTo>
                    <a:pt x="4667" y="4807"/>
                  </a:lnTo>
                  <a:lnTo>
                    <a:pt x="4747" y="5266"/>
                  </a:lnTo>
                  <a:lnTo>
                    <a:pt x="4807" y="5724"/>
                  </a:lnTo>
                  <a:lnTo>
                    <a:pt x="4867" y="6223"/>
                  </a:lnTo>
                  <a:lnTo>
                    <a:pt x="4907" y="6702"/>
                  </a:lnTo>
                  <a:lnTo>
                    <a:pt x="4927" y="7220"/>
                  </a:lnTo>
                  <a:lnTo>
                    <a:pt x="4947" y="7739"/>
                  </a:lnTo>
                  <a:lnTo>
                    <a:pt x="4947" y="8277"/>
                  </a:lnTo>
                  <a:lnTo>
                    <a:pt x="4927" y="8816"/>
                  </a:lnTo>
                  <a:lnTo>
                    <a:pt x="4867" y="9354"/>
                  </a:lnTo>
                  <a:lnTo>
                    <a:pt x="4807" y="9913"/>
                  </a:lnTo>
                  <a:lnTo>
                    <a:pt x="4727" y="10471"/>
                  </a:lnTo>
                  <a:lnTo>
                    <a:pt x="4727" y="10471"/>
                  </a:lnTo>
                  <a:lnTo>
                    <a:pt x="4628" y="11029"/>
                  </a:lnTo>
                  <a:lnTo>
                    <a:pt x="4508" y="11588"/>
                  </a:lnTo>
                  <a:lnTo>
                    <a:pt x="4368" y="12106"/>
                  </a:lnTo>
                  <a:lnTo>
                    <a:pt x="4209" y="12625"/>
                  </a:lnTo>
                  <a:lnTo>
                    <a:pt x="4029" y="13143"/>
                  </a:lnTo>
                  <a:lnTo>
                    <a:pt x="3850" y="13622"/>
                  </a:lnTo>
                  <a:lnTo>
                    <a:pt x="3670" y="14101"/>
                  </a:lnTo>
                  <a:lnTo>
                    <a:pt x="3451" y="14559"/>
                  </a:lnTo>
                  <a:lnTo>
                    <a:pt x="3451" y="14559"/>
                  </a:lnTo>
                  <a:lnTo>
                    <a:pt x="3052" y="15417"/>
                  </a:lnTo>
                  <a:lnTo>
                    <a:pt x="2633" y="16215"/>
                  </a:lnTo>
                  <a:lnTo>
                    <a:pt x="2234" y="16953"/>
                  </a:lnTo>
                  <a:lnTo>
                    <a:pt x="1835" y="17631"/>
                  </a:lnTo>
                  <a:lnTo>
                    <a:pt x="1835" y="17631"/>
                  </a:lnTo>
                  <a:lnTo>
                    <a:pt x="1456" y="18229"/>
                  </a:lnTo>
                  <a:lnTo>
                    <a:pt x="1117" y="18768"/>
                  </a:lnTo>
                  <a:lnTo>
                    <a:pt x="539" y="19585"/>
                  </a:lnTo>
                  <a:lnTo>
                    <a:pt x="539" y="19585"/>
                  </a:lnTo>
                  <a:lnTo>
                    <a:pt x="160" y="20104"/>
                  </a:lnTo>
                  <a:lnTo>
                    <a:pt x="160" y="20104"/>
                  </a:lnTo>
                  <a:lnTo>
                    <a:pt x="1" y="202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8775851" y="3852921"/>
              <a:ext cx="113742" cy="305205"/>
            </a:xfrm>
            <a:custGeom>
              <a:avLst/>
              <a:gdLst/>
              <a:ahLst/>
              <a:cxnLst/>
              <a:rect l="l" t="t" r="r" b="b"/>
              <a:pathLst>
                <a:path w="5545" h="14879" extrusionOk="0">
                  <a:moveTo>
                    <a:pt x="4547" y="2114"/>
                  </a:moveTo>
                  <a:lnTo>
                    <a:pt x="4428" y="2773"/>
                  </a:lnTo>
                  <a:lnTo>
                    <a:pt x="4308" y="3431"/>
                  </a:lnTo>
                  <a:lnTo>
                    <a:pt x="4168" y="4089"/>
                  </a:lnTo>
                  <a:lnTo>
                    <a:pt x="4009" y="4727"/>
                  </a:lnTo>
                  <a:lnTo>
                    <a:pt x="3829" y="5365"/>
                  </a:lnTo>
                  <a:lnTo>
                    <a:pt x="3630" y="6004"/>
                  </a:lnTo>
                  <a:lnTo>
                    <a:pt x="3411" y="6642"/>
                  </a:lnTo>
                  <a:lnTo>
                    <a:pt x="3191" y="7260"/>
                  </a:lnTo>
                  <a:lnTo>
                    <a:pt x="3391" y="6801"/>
                  </a:lnTo>
                  <a:lnTo>
                    <a:pt x="3570" y="6343"/>
                  </a:lnTo>
                  <a:lnTo>
                    <a:pt x="3730" y="5884"/>
                  </a:lnTo>
                  <a:lnTo>
                    <a:pt x="3889" y="5385"/>
                  </a:lnTo>
                  <a:lnTo>
                    <a:pt x="4029" y="4887"/>
                  </a:lnTo>
                  <a:lnTo>
                    <a:pt x="4168" y="4388"/>
                  </a:lnTo>
                  <a:lnTo>
                    <a:pt x="4288" y="3850"/>
                  </a:lnTo>
                  <a:lnTo>
                    <a:pt x="4388" y="3331"/>
                  </a:lnTo>
                  <a:lnTo>
                    <a:pt x="4468" y="2713"/>
                  </a:lnTo>
                  <a:lnTo>
                    <a:pt x="4547" y="2114"/>
                  </a:lnTo>
                  <a:close/>
                  <a:moveTo>
                    <a:pt x="180" y="12665"/>
                  </a:moveTo>
                  <a:lnTo>
                    <a:pt x="0" y="12904"/>
                  </a:lnTo>
                  <a:lnTo>
                    <a:pt x="20" y="12924"/>
                  </a:lnTo>
                  <a:lnTo>
                    <a:pt x="180" y="12665"/>
                  </a:lnTo>
                  <a:close/>
                  <a:moveTo>
                    <a:pt x="4807" y="0"/>
                  </a:moveTo>
                  <a:lnTo>
                    <a:pt x="4827" y="798"/>
                  </a:lnTo>
                  <a:lnTo>
                    <a:pt x="4807" y="1636"/>
                  </a:lnTo>
                  <a:lnTo>
                    <a:pt x="4727" y="2493"/>
                  </a:lnTo>
                  <a:lnTo>
                    <a:pt x="4667" y="2932"/>
                  </a:lnTo>
                  <a:lnTo>
                    <a:pt x="4607" y="3351"/>
                  </a:lnTo>
                  <a:lnTo>
                    <a:pt x="4508" y="3909"/>
                  </a:lnTo>
                  <a:lnTo>
                    <a:pt x="4388" y="4468"/>
                  </a:lnTo>
                  <a:lnTo>
                    <a:pt x="4248" y="4986"/>
                  </a:lnTo>
                  <a:lnTo>
                    <a:pt x="4089" y="5505"/>
                  </a:lnTo>
                  <a:lnTo>
                    <a:pt x="3909" y="6023"/>
                  </a:lnTo>
                  <a:lnTo>
                    <a:pt x="3730" y="6502"/>
                  </a:lnTo>
                  <a:lnTo>
                    <a:pt x="3550" y="6981"/>
                  </a:lnTo>
                  <a:lnTo>
                    <a:pt x="3331" y="7439"/>
                  </a:lnTo>
                  <a:lnTo>
                    <a:pt x="2932" y="8297"/>
                  </a:lnTo>
                  <a:lnTo>
                    <a:pt x="2513" y="9095"/>
                  </a:lnTo>
                  <a:lnTo>
                    <a:pt x="2114" y="9833"/>
                  </a:lnTo>
                  <a:lnTo>
                    <a:pt x="1715" y="10511"/>
                  </a:lnTo>
                  <a:lnTo>
                    <a:pt x="1336" y="11109"/>
                  </a:lnTo>
                  <a:lnTo>
                    <a:pt x="997" y="11648"/>
                  </a:lnTo>
                  <a:lnTo>
                    <a:pt x="419" y="12465"/>
                  </a:lnTo>
                  <a:lnTo>
                    <a:pt x="40" y="12964"/>
                  </a:lnTo>
                  <a:lnTo>
                    <a:pt x="1197" y="14779"/>
                  </a:lnTo>
                  <a:lnTo>
                    <a:pt x="1257" y="14879"/>
                  </a:lnTo>
                  <a:lnTo>
                    <a:pt x="1596" y="14520"/>
                  </a:lnTo>
                  <a:lnTo>
                    <a:pt x="1935" y="14161"/>
                  </a:lnTo>
                  <a:lnTo>
                    <a:pt x="2234" y="13782"/>
                  </a:lnTo>
                  <a:lnTo>
                    <a:pt x="2553" y="13383"/>
                  </a:lnTo>
                  <a:lnTo>
                    <a:pt x="2832" y="12984"/>
                  </a:lnTo>
                  <a:lnTo>
                    <a:pt x="3111" y="12585"/>
                  </a:lnTo>
                  <a:lnTo>
                    <a:pt x="3371" y="12166"/>
                  </a:lnTo>
                  <a:lnTo>
                    <a:pt x="3610" y="11727"/>
                  </a:lnTo>
                  <a:lnTo>
                    <a:pt x="3849" y="11309"/>
                  </a:lnTo>
                  <a:lnTo>
                    <a:pt x="4069" y="10850"/>
                  </a:lnTo>
                  <a:lnTo>
                    <a:pt x="4268" y="10411"/>
                  </a:lnTo>
                  <a:lnTo>
                    <a:pt x="4468" y="9952"/>
                  </a:lnTo>
                  <a:lnTo>
                    <a:pt x="4627" y="9494"/>
                  </a:lnTo>
                  <a:lnTo>
                    <a:pt x="4787" y="9015"/>
                  </a:lnTo>
                  <a:lnTo>
                    <a:pt x="4946" y="8556"/>
                  </a:lnTo>
                  <a:lnTo>
                    <a:pt x="5066" y="8078"/>
                  </a:lnTo>
                  <a:lnTo>
                    <a:pt x="5186" y="7599"/>
                  </a:lnTo>
                  <a:lnTo>
                    <a:pt x="5285" y="7100"/>
                  </a:lnTo>
                  <a:lnTo>
                    <a:pt x="5365" y="6622"/>
                  </a:lnTo>
                  <a:lnTo>
                    <a:pt x="5425" y="6143"/>
                  </a:lnTo>
                  <a:lnTo>
                    <a:pt x="5485" y="5645"/>
                  </a:lnTo>
                  <a:lnTo>
                    <a:pt x="5525" y="5146"/>
                  </a:lnTo>
                  <a:lnTo>
                    <a:pt x="5545" y="4667"/>
                  </a:lnTo>
                  <a:lnTo>
                    <a:pt x="5545" y="4169"/>
                  </a:lnTo>
                  <a:lnTo>
                    <a:pt x="5545" y="3670"/>
                  </a:lnTo>
                  <a:lnTo>
                    <a:pt x="5505" y="3171"/>
                  </a:lnTo>
                  <a:lnTo>
                    <a:pt x="5465" y="2693"/>
                  </a:lnTo>
                  <a:lnTo>
                    <a:pt x="5405" y="2194"/>
                  </a:lnTo>
                  <a:lnTo>
                    <a:pt x="5325" y="1716"/>
                  </a:lnTo>
                  <a:lnTo>
                    <a:pt x="5226" y="1237"/>
                  </a:lnTo>
                  <a:lnTo>
                    <a:pt x="5106" y="738"/>
                  </a:lnTo>
                  <a:lnTo>
                    <a:pt x="4986" y="280"/>
                  </a:lnTo>
                  <a:lnTo>
                    <a:pt x="48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8775851" y="4112664"/>
              <a:ext cx="3692" cy="5354"/>
            </a:xfrm>
            <a:custGeom>
              <a:avLst/>
              <a:gdLst/>
              <a:ahLst/>
              <a:cxnLst/>
              <a:rect l="l" t="t" r="r" b="b"/>
              <a:pathLst>
                <a:path w="180" h="261" fill="none" extrusionOk="0">
                  <a:moveTo>
                    <a:pt x="180" y="1"/>
                  </a:moveTo>
                  <a:lnTo>
                    <a:pt x="180" y="1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20" y="260"/>
                  </a:lnTo>
                  <a:lnTo>
                    <a:pt x="20" y="26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8841300" y="3896280"/>
              <a:ext cx="27835" cy="105557"/>
            </a:xfrm>
            <a:custGeom>
              <a:avLst/>
              <a:gdLst/>
              <a:ahLst/>
              <a:cxnLst/>
              <a:rect l="l" t="t" r="r" b="b"/>
              <a:pathLst>
                <a:path w="1357" h="5146" fill="none" extrusionOk="0">
                  <a:moveTo>
                    <a:pt x="1356" y="0"/>
                  </a:moveTo>
                  <a:lnTo>
                    <a:pt x="1356" y="0"/>
                  </a:lnTo>
                  <a:lnTo>
                    <a:pt x="1237" y="659"/>
                  </a:lnTo>
                  <a:lnTo>
                    <a:pt x="1117" y="1317"/>
                  </a:lnTo>
                  <a:lnTo>
                    <a:pt x="977" y="1975"/>
                  </a:lnTo>
                  <a:lnTo>
                    <a:pt x="818" y="2613"/>
                  </a:lnTo>
                  <a:lnTo>
                    <a:pt x="638" y="3251"/>
                  </a:lnTo>
                  <a:lnTo>
                    <a:pt x="439" y="3890"/>
                  </a:lnTo>
                  <a:lnTo>
                    <a:pt x="220" y="4528"/>
                  </a:lnTo>
                  <a:lnTo>
                    <a:pt x="0" y="5146"/>
                  </a:lnTo>
                  <a:lnTo>
                    <a:pt x="0" y="5146"/>
                  </a:lnTo>
                  <a:lnTo>
                    <a:pt x="200" y="4687"/>
                  </a:lnTo>
                  <a:lnTo>
                    <a:pt x="379" y="4229"/>
                  </a:lnTo>
                  <a:lnTo>
                    <a:pt x="539" y="3770"/>
                  </a:lnTo>
                  <a:lnTo>
                    <a:pt x="698" y="3271"/>
                  </a:lnTo>
                  <a:lnTo>
                    <a:pt x="838" y="2773"/>
                  </a:lnTo>
                  <a:lnTo>
                    <a:pt x="977" y="2274"/>
                  </a:lnTo>
                  <a:lnTo>
                    <a:pt x="1097" y="1736"/>
                  </a:lnTo>
                  <a:lnTo>
                    <a:pt x="1197" y="1217"/>
                  </a:lnTo>
                  <a:lnTo>
                    <a:pt x="1197" y="1217"/>
                  </a:lnTo>
                  <a:lnTo>
                    <a:pt x="1277" y="599"/>
                  </a:lnTo>
                  <a:lnTo>
                    <a:pt x="135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8776672" y="3852921"/>
              <a:ext cx="112921" cy="305205"/>
            </a:xfrm>
            <a:custGeom>
              <a:avLst/>
              <a:gdLst/>
              <a:ahLst/>
              <a:cxnLst/>
              <a:rect l="l" t="t" r="r" b="b"/>
              <a:pathLst>
                <a:path w="5505" h="14879" fill="none" extrusionOk="0">
                  <a:moveTo>
                    <a:pt x="4767" y="0"/>
                  </a:moveTo>
                  <a:lnTo>
                    <a:pt x="4767" y="0"/>
                  </a:lnTo>
                  <a:lnTo>
                    <a:pt x="4787" y="798"/>
                  </a:lnTo>
                  <a:lnTo>
                    <a:pt x="4767" y="1636"/>
                  </a:lnTo>
                  <a:lnTo>
                    <a:pt x="4687" y="2493"/>
                  </a:lnTo>
                  <a:lnTo>
                    <a:pt x="4627" y="2932"/>
                  </a:lnTo>
                  <a:lnTo>
                    <a:pt x="4567" y="3351"/>
                  </a:lnTo>
                  <a:lnTo>
                    <a:pt x="4567" y="3351"/>
                  </a:lnTo>
                  <a:lnTo>
                    <a:pt x="4468" y="3909"/>
                  </a:lnTo>
                  <a:lnTo>
                    <a:pt x="4348" y="4468"/>
                  </a:lnTo>
                  <a:lnTo>
                    <a:pt x="4208" y="4986"/>
                  </a:lnTo>
                  <a:lnTo>
                    <a:pt x="4049" y="5505"/>
                  </a:lnTo>
                  <a:lnTo>
                    <a:pt x="3869" y="6023"/>
                  </a:lnTo>
                  <a:lnTo>
                    <a:pt x="3690" y="6502"/>
                  </a:lnTo>
                  <a:lnTo>
                    <a:pt x="3510" y="6981"/>
                  </a:lnTo>
                  <a:lnTo>
                    <a:pt x="3291" y="7439"/>
                  </a:lnTo>
                  <a:lnTo>
                    <a:pt x="3291" y="7439"/>
                  </a:lnTo>
                  <a:lnTo>
                    <a:pt x="2892" y="8297"/>
                  </a:lnTo>
                  <a:lnTo>
                    <a:pt x="2473" y="9095"/>
                  </a:lnTo>
                  <a:lnTo>
                    <a:pt x="2074" y="9833"/>
                  </a:lnTo>
                  <a:lnTo>
                    <a:pt x="1675" y="10511"/>
                  </a:lnTo>
                  <a:lnTo>
                    <a:pt x="1675" y="10511"/>
                  </a:lnTo>
                  <a:lnTo>
                    <a:pt x="1296" y="11109"/>
                  </a:lnTo>
                  <a:lnTo>
                    <a:pt x="957" y="11648"/>
                  </a:lnTo>
                  <a:lnTo>
                    <a:pt x="379" y="12465"/>
                  </a:lnTo>
                  <a:lnTo>
                    <a:pt x="379" y="12465"/>
                  </a:lnTo>
                  <a:lnTo>
                    <a:pt x="0" y="12964"/>
                  </a:lnTo>
                  <a:lnTo>
                    <a:pt x="0" y="12964"/>
                  </a:lnTo>
                  <a:lnTo>
                    <a:pt x="1157" y="14779"/>
                  </a:lnTo>
                  <a:lnTo>
                    <a:pt x="1157" y="14779"/>
                  </a:lnTo>
                  <a:lnTo>
                    <a:pt x="1217" y="14879"/>
                  </a:lnTo>
                  <a:lnTo>
                    <a:pt x="1217" y="14879"/>
                  </a:lnTo>
                  <a:lnTo>
                    <a:pt x="1556" y="14520"/>
                  </a:lnTo>
                  <a:lnTo>
                    <a:pt x="1895" y="14161"/>
                  </a:lnTo>
                  <a:lnTo>
                    <a:pt x="2194" y="13782"/>
                  </a:lnTo>
                  <a:lnTo>
                    <a:pt x="2513" y="13383"/>
                  </a:lnTo>
                  <a:lnTo>
                    <a:pt x="2792" y="12984"/>
                  </a:lnTo>
                  <a:lnTo>
                    <a:pt x="3071" y="12585"/>
                  </a:lnTo>
                  <a:lnTo>
                    <a:pt x="3331" y="12166"/>
                  </a:lnTo>
                  <a:lnTo>
                    <a:pt x="3570" y="11727"/>
                  </a:lnTo>
                  <a:lnTo>
                    <a:pt x="3809" y="11309"/>
                  </a:lnTo>
                  <a:lnTo>
                    <a:pt x="4029" y="10850"/>
                  </a:lnTo>
                  <a:lnTo>
                    <a:pt x="4228" y="10411"/>
                  </a:lnTo>
                  <a:lnTo>
                    <a:pt x="4428" y="9952"/>
                  </a:lnTo>
                  <a:lnTo>
                    <a:pt x="4587" y="9494"/>
                  </a:lnTo>
                  <a:lnTo>
                    <a:pt x="4747" y="9015"/>
                  </a:lnTo>
                  <a:lnTo>
                    <a:pt x="4906" y="8556"/>
                  </a:lnTo>
                  <a:lnTo>
                    <a:pt x="5026" y="8078"/>
                  </a:lnTo>
                  <a:lnTo>
                    <a:pt x="5146" y="7599"/>
                  </a:lnTo>
                  <a:lnTo>
                    <a:pt x="5245" y="7100"/>
                  </a:lnTo>
                  <a:lnTo>
                    <a:pt x="5325" y="6622"/>
                  </a:lnTo>
                  <a:lnTo>
                    <a:pt x="5385" y="6143"/>
                  </a:lnTo>
                  <a:lnTo>
                    <a:pt x="5445" y="5645"/>
                  </a:lnTo>
                  <a:lnTo>
                    <a:pt x="5485" y="5146"/>
                  </a:lnTo>
                  <a:lnTo>
                    <a:pt x="5505" y="4667"/>
                  </a:lnTo>
                  <a:lnTo>
                    <a:pt x="5505" y="4169"/>
                  </a:lnTo>
                  <a:lnTo>
                    <a:pt x="5505" y="3670"/>
                  </a:lnTo>
                  <a:lnTo>
                    <a:pt x="5465" y="3171"/>
                  </a:lnTo>
                  <a:lnTo>
                    <a:pt x="5425" y="2693"/>
                  </a:lnTo>
                  <a:lnTo>
                    <a:pt x="5365" y="2194"/>
                  </a:lnTo>
                  <a:lnTo>
                    <a:pt x="5285" y="1716"/>
                  </a:lnTo>
                  <a:lnTo>
                    <a:pt x="5186" y="1237"/>
                  </a:lnTo>
                  <a:lnTo>
                    <a:pt x="5066" y="738"/>
                  </a:lnTo>
                  <a:lnTo>
                    <a:pt x="4946" y="280"/>
                  </a:lnTo>
                  <a:lnTo>
                    <a:pt x="476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8775031" y="4117587"/>
              <a:ext cx="26605" cy="40512"/>
            </a:xfrm>
            <a:custGeom>
              <a:avLst/>
              <a:gdLst/>
              <a:ahLst/>
              <a:cxnLst/>
              <a:rect l="l" t="t" r="r" b="b"/>
              <a:pathLst>
                <a:path w="1297" h="1975" extrusionOk="0">
                  <a:moveTo>
                    <a:pt x="40" y="0"/>
                  </a:moveTo>
                  <a:lnTo>
                    <a:pt x="0" y="40"/>
                  </a:lnTo>
                  <a:lnTo>
                    <a:pt x="20" y="80"/>
                  </a:lnTo>
                  <a:lnTo>
                    <a:pt x="60" y="20"/>
                  </a:lnTo>
                  <a:lnTo>
                    <a:pt x="40" y="0"/>
                  </a:lnTo>
                  <a:close/>
                  <a:moveTo>
                    <a:pt x="80" y="60"/>
                  </a:moveTo>
                  <a:lnTo>
                    <a:pt x="80" y="80"/>
                  </a:lnTo>
                  <a:lnTo>
                    <a:pt x="60" y="120"/>
                  </a:lnTo>
                  <a:lnTo>
                    <a:pt x="1297" y="1975"/>
                  </a:lnTo>
                  <a:lnTo>
                    <a:pt x="1237" y="1875"/>
                  </a:lnTo>
                  <a:lnTo>
                    <a:pt x="80" y="6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8776262" y="4118797"/>
              <a:ext cx="25374" cy="39302"/>
            </a:xfrm>
            <a:custGeom>
              <a:avLst/>
              <a:gdLst/>
              <a:ahLst/>
              <a:cxnLst/>
              <a:rect l="l" t="t" r="r" b="b"/>
              <a:pathLst>
                <a:path w="1237" h="1916" fill="none" extrusionOk="0">
                  <a:moveTo>
                    <a:pt x="20" y="1"/>
                  </a:moveTo>
                  <a:lnTo>
                    <a:pt x="20" y="1"/>
                  </a:lnTo>
                  <a:lnTo>
                    <a:pt x="20" y="21"/>
                  </a:lnTo>
                  <a:lnTo>
                    <a:pt x="20" y="21"/>
                  </a:lnTo>
                  <a:lnTo>
                    <a:pt x="0" y="61"/>
                  </a:lnTo>
                  <a:lnTo>
                    <a:pt x="1237" y="1916"/>
                  </a:lnTo>
                  <a:lnTo>
                    <a:pt x="1237" y="1916"/>
                  </a:lnTo>
                  <a:lnTo>
                    <a:pt x="1237" y="1916"/>
                  </a:lnTo>
                  <a:lnTo>
                    <a:pt x="1237" y="1916"/>
                  </a:lnTo>
                  <a:lnTo>
                    <a:pt x="1177" y="1816"/>
                  </a:lnTo>
                  <a:lnTo>
                    <a:pt x="1177" y="1816"/>
                  </a:lnTo>
                  <a:lnTo>
                    <a:pt x="2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8775031" y="4117587"/>
              <a:ext cx="1251" cy="1641"/>
            </a:xfrm>
            <a:custGeom>
              <a:avLst/>
              <a:gdLst/>
              <a:ahLst/>
              <a:cxnLst/>
              <a:rect l="l" t="t" r="r" b="b"/>
              <a:pathLst>
                <a:path w="61" h="80" fill="none" extrusionOk="0">
                  <a:moveTo>
                    <a:pt x="40" y="0"/>
                  </a:moveTo>
                  <a:lnTo>
                    <a:pt x="40" y="0"/>
                  </a:lnTo>
                  <a:lnTo>
                    <a:pt x="0" y="4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60" y="20"/>
                  </a:lnTo>
                  <a:lnTo>
                    <a:pt x="60" y="20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8775441" y="3851690"/>
              <a:ext cx="99424" cy="268386"/>
            </a:xfrm>
            <a:custGeom>
              <a:avLst/>
              <a:gdLst/>
              <a:ahLst/>
              <a:cxnLst/>
              <a:rect l="l" t="t" r="r" b="b"/>
              <a:pathLst>
                <a:path w="4847" h="13084" extrusionOk="0">
                  <a:moveTo>
                    <a:pt x="4807" y="1"/>
                  </a:moveTo>
                  <a:lnTo>
                    <a:pt x="4707" y="1097"/>
                  </a:lnTo>
                  <a:lnTo>
                    <a:pt x="4567" y="2174"/>
                  </a:lnTo>
                  <a:lnTo>
                    <a:pt x="4488" y="2773"/>
                  </a:lnTo>
                  <a:lnTo>
                    <a:pt x="4408" y="3391"/>
                  </a:lnTo>
                  <a:lnTo>
                    <a:pt x="4308" y="3910"/>
                  </a:lnTo>
                  <a:lnTo>
                    <a:pt x="4188" y="4448"/>
                  </a:lnTo>
                  <a:lnTo>
                    <a:pt x="4049" y="4947"/>
                  </a:lnTo>
                  <a:lnTo>
                    <a:pt x="3909" y="5445"/>
                  </a:lnTo>
                  <a:lnTo>
                    <a:pt x="3750" y="5944"/>
                  </a:lnTo>
                  <a:lnTo>
                    <a:pt x="3590" y="6403"/>
                  </a:lnTo>
                  <a:lnTo>
                    <a:pt x="3411" y="6861"/>
                  </a:lnTo>
                  <a:lnTo>
                    <a:pt x="3211" y="7320"/>
                  </a:lnTo>
                  <a:lnTo>
                    <a:pt x="2912" y="8038"/>
                  </a:lnTo>
                  <a:lnTo>
                    <a:pt x="2613" y="8736"/>
                  </a:lnTo>
                  <a:lnTo>
                    <a:pt x="2274" y="9434"/>
                  </a:lnTo>
                  <a:lnTo>
                    <a:pt x="1915" y="10132"/>
                  </a:lnTo>
                  <a:lnTo>
                    <a:pt x="1516" y="10790"/>
                  </a:lnTo>
                  <a:lnTo>
                    <a:pt x="1097" y="11448"/>
                  </a:lnTo>
                  <a:lnTo>
                    <a:pt x="658" y="12107"/>
                  </a:lnTo>
                  <a:lnTo>
                    <a:pt x="200" y="12725"/>
                  </a:lnTo>
                  <a:lnTo>
                    <a:pt x="40" y="12984"/>
                  </a:lnTo>
                  <a:lnTo>
                    <a:pt x="0" y="13044"/>
                  </a:lnTo>
                  <a:lnTo>
                    <a:pt x="40" y="13084"/>
                  </a:lnTo>
                  <a:lnTo>
                    <a:pt x="60" y="13044"/>
                  </a:lnTo>
                  <a:lnTo>
                    <a:pt x="60" y="13024"/>
                  </a:lnTo>
                  <a:lnTo>
                    <a:pt x="439" y="12525"/>
                  </a:lnTo>
                  <a:lnTo>
                    <a:pt x="1017" y="11708"/>
                  </a:lnTo>
                  <a:lnTo>
                    <a:pt x="1356" y="11169"/>
                  </a:lnTo>
                  <a:lnTo>
                    <a:pt x="1735" y="10571"/>
                  </a:lnTo>
                  <a:lnTo>
                    <a:pt x="2134" y="9893"/>
                  </a:lnTo>
                  <a:lnTo>
                    <a:pt x="2533" y="9155"/>
                  </a:lnTo>
                  <a:lnTo>
                    <a:pt x="2952" y="8357"/>
                  </a:lnTo>
                  <a:lnTo>
                    <a:pt x="3351" y="7499"/>
                  </a:lnTo>
                  <a:lnTo>
                    <a:pt x="3570" y="7041"/>
                  </a:lnTo>
                  <a:lnTo>
                    <a:pt x="3750" y="6562"/>
                  </a:lnTo>
                  <a:lnTo>
                    <a:pt x="3929" y="6083"/>
                  </a:lnTo>
                  <a:lnTo>
                    <a:pt x="4109" y="5565"/>
                  </a:lnTo>
                  <a:lnTo>
                    <a:pt x="4268" y="5046"/>
                  </a:lnTo>
                  <a:lnTo>
                    <a:pt x="4408" y="4528"/>
                  </a:lnTo>
                  <a:lnTo>
                    <a:pt x="4528" y="3969"/>
                  </a:lnTo>
                  <a:lnTo>
                    <a:pt x="4627" y="3411"/>
                  </a:lnTo>
                  <a:lnTo>
                    <a:pt x="4687" y="2992"/>
                  </a:lnTo>
                  <a:lnTo>
                    <a:pt x="4747" y="2553"/>
                  </a:lnTo>
                  <a:lnTo>
                    <a:pt x="4827" y="1696"/>
                  </a:lnTo>
                  <a:lnTo>
                    <a:pt x="4847" y="858"/>
                  </a:lnTo>
                  <a:lnTo>
                    <a:pt x="4827" y="60"/>
                  </a:lnTo>
                  <a:lnTo>
                    <a:pt x="4807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8775441" y="3851690"/>
              <a:ext cx="99424" cy="268386"/>
            </a:xfrm>
            <a:custGeom>
              <a:avLst/>
              <a:gdLst/>
              <a:ahLst/>
              <a:cxnLst/>
              <a:rect l="l" t="t" r="r" b="b"/>
              <a:pathLst>
                <a:path w="4847" h="13084" fill="none" extrusionOk="0">
                  <a:moveTo>
                    <a:pt x="4807" y="1"/>
                  </a:moveTo>
                  <a:lnTo>
                    <a:pt x="4807" y="1"/>
                  </a:lnTo>
                  <a:lnTo>
                    <a:pt x="4707" y="1097"/>
                  </a:lnTo>
                  <a:lnTo>
                    <a:pt x="4567" y="2174"/>
                  </a:lnTo>
                  <a:lnTo>
                    <a:pt x="4567" y="2174"/>
                  </a:lnTo>
                  <a:lnTo>
                    <a:pt x="4488" y="2773"/>
                  </a:lnTo>
                  <a:lnTo>
                    <a:pt x="4408" y="3391"/>
                  </a:lnTo>
                  <a:lnTo>
                    <a:pt x="4408" y="3391"/>
                  </a:lnTo>
                  <a:lnTo>
                    <a:pt x="4308" y="3910"/>
                  </a:lnTo>
                  <a:lnTo>
                    <a:pt x="4188" y="4448"/>
                  </a:lnTo>
                  <a:lnTo>
                    <a:pt x="4049" y="4947"/>
                  </a:lnTo>
                  <a:lnTo>
                    <a:pt x="3909" y="5445"/>
                  </a:lnTo>
                  <a:lnTo>
                    <a:pt x="3750" y="5944"/>
                  </a:lnTo>
                  <a:lnTo>
                    <a:pt x="3590" y="6403"/>
                  </a:lnTo>
                  <a:lnTo>
                    <a:pt x="3411" y="6861"/>
                  </a:lnTo>
                  <a:lnTo>
                    <a:pt x="3211" y="7320"/>
                  </a:lnTo>
                  <a:lnTo>
                    <a:pt x="3211" y="7320"/>
                  </a:lnTo>
                  <a:lnTo>
                    <a:pt x="2912" y="8038"/>
                  </a:lnTo>
                  <a:lnTo>
                    <a:pt x="2613" y="8736"/>
                  </a:lnTo>
                  <a:lnTo>
                    <a:pt x="2274" y="9434"/>
                  </a:lnTo>
                  <a:lnTo>
                    <a:pt x="1915" y="10132"/>
                  </a:lnTo>
                  <a:lnTo>
                    <a:pt x="1516" y="10790"/>
                  </a:lnTo>
                  <a:lnTo>
                    <a:pt x="1097" y="11448"/>
                  </a:lnTo>
                  <a:lnTo>
                    <a:pt x="658" y="12107"/>
                  </a:lnTo>
                  <a:lnTo>
                    <a:pt x="200" y="12725"/>
                  </a:lnTo>
                  <a:lnTo>
                    <a:pt x="200" y="12725"/>
                  </a:lnTo>
                  <a:lnTo>
                    <a:pt x="40" y="12984"/>
                  </a:lnTo>
                  <a:lnTo>
                    <a:pt x="40" y="12984"/>
                  </a:lnTo>
                  <a:lnTo>
                    <a:pt x="0" y="13044"/>
                  </a:lnTo>
                  <a:lnTo>
                    <a:pt x="40" y="13084"/>
                  </a:lnTo>
                  <a:lnTo>
                    <a:pt x="40" y="13084"/>
                  </a:lnTo>
                  <a:lnTo>
                    <a:pt x="60" y="13044"/>
                  </a:lnTo>
                  <a:lnTo>
                    <a:pt x="60" y="13044"/>
                  </a:lnTo>
                  <a:lnTo>
                    <a:pt x="60" y="13024"/>
                  </a:lnTo>
                  <a:lnTo>
                    <a:pt x="60" y="13024"/>
                  </a:lnTo>
                  <a:lnTo>
                    <a:pt x="439" y="12525"/>
                  </a:lnTo>
                  <a:lnTo>
                    <a:pt x="439" y="12525"/>
                  </a:lnTo>
                  <a:lnTo>
                    <a:pt x="1017" y="11708"/>
                  </a:lnTo>
                  <a:lnTo>
                    <a:pt x="1356" y="11169"/>
                  </a:lnTo>
                  <a:lnTo>
                    <a:pt x="1735" y="10571"/>
                  </a:lnTo>
                  <a:lnTo>
                    <a:pt x="1735" y="10571"/>
                  </a:lnTo>
                  <a:lnTo>
                    <a:pt x="2134" y="9893"/>
                  </a:lnTo>
                  <a:lnTo>
                    <a:pt x="2533" y="9155"/>
                  </a:lnTo>
                  <a:lnTo>
                    <a:pt x="2952" y="8357"/>
                  </a:lnTo>
                  <a:lnTo>
                    <a:pt x="3351" y="7499"/>
                  </a:lnTo>
                  <a:lnTo>
                    <a:pt x="3351" y="7499"/>
                  </a:lnTo>
                  <a:lnTo>
                    <a:pt x="3570" y="7041"/>
                  </a:lnTo>
                  <a:lnTo>
                    <a:pt x="3750" y="6562"/>
                  </a:lnTo>
                  <a:lnTo>
                    <a:pt x="3929" y="6083"/>
                  </a:lnTo>
                  <a:lnTo>
                    <a:pt x="4109" y="5565"/>
                  </a:lnTo>
                  <a:lnTo>
                    <a:pt x="4268" y="5046"/>
                  </a:lnTo>
                  <a:lnTo>
                    <a:pt x="4408" y="4528"/>
                  </a:lnTo>
                  <a:lnTo>
                    <a:pt x="4528" y="3969"/>
                  </a:lnTo>
                  <a:lnTo>
                    <a:pt x="4627" y="3411"/>
                  </a:lnTo>
                  <a:lnTo>
                    <a:pt x="4627" y="3411"/>
                  </a:lnTo>
                  <a:lnTo>
                    <a:pt x="4687" y="2992"/>
                  </a:lnTo>
                  <a:lnTo>
                    <a:pt x="4747" y="2553"/>
                  </a:lnTo>
                  <a:lnTo>
                    <a:pt x="4827" y="1696"/>
                  </a:lnTo>
                  <a:lnTo>
                    <a:pt x="4847" y="858"/>
                  </a:lnTo>
                  <a:lnTo>
                    <a:pt x="4827" y="60"/>
                  </a:lnTo>
                  <a:lnTo>
                    <a:pt x="48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7875529" y="3420952"/>
              <a:ext cx="471705" cy="259811"/>
            </a:xfrm>
            <a:custGeom>
              <a:avLst/>
              <a:gdLst/>
              <a:ahLst/>
              <a:cxnLst/>
              <a:rect l="l" t="t" r="r" b="b"/>
              <a:pathLst>
                <a:path w="22996" h="12666" extrusionOk="0">
                  <a:moveTo>
                    <a:pt x="22995" y="1"/>
                  </a:moveTo>
                  <a:lnTo>
                    <a:pt x="22716" y="41"/>
                  </a:lnTo>
                  <a:lnTo>
                    <a:pt x="21978" y="260"/>
                  </a:lnTo>
                  <a:lnTo>
                    <a:pt x="21440" y="420"/>
                  </a:lnTo>
                  <a:lnTo>
                    <a:pt x="20821" y="619"/>
                  </a:lnTo>
                  <a:lnTo>
                    <a:pt x="19286" y="1138"/>
                  </a:lnTo>
                  <a:lnTo>
                    <a:pt x="18408" y="1477"/>
                  </a:lnTo>
                  <a:lnTo>
                    <a:pt x="17451" y="1836"/>
                  </a:lnTo>
                  <a:lnTo>
                    <a:pt x="16454" y="2254"/>
                  </a:lnTo>
                  <a:lnTo>
                    <a:pt x="15377" y="2713"/>
                  </a:lnTo>
                  <a:lnTo>
                    <a:pt x="14280" y="3212"/>
                  </a:lnTo>
                  <a:lnTo>
                    <a:pt x="13123" y="3770"/>
                  </a:lnTo>
                  <a:lnTo>
                    <a:pt x="11966" y="4368"/>
                  </a:lnTo>
                  <a:lnTo>
                    <a:pt x="10770" y="5007"/>
                  </a:lnTo>
                  <a:lnTo>
                    <a:pt x="9593" y="5665"/>
                  </a:lnTo>
                  <a:lnTo>
                    <a:pt x="8456" y="6343"/>
                  </a:lnTo>
                  <a:lnTo>
                    <a:pt x="7379" y="7021"/>
                  </a:lnTo>
                  <a:lnTo>
                    <a:pt x="6362" y="7679"/>
                  </a:lnTo>
                  <a:lnTo>
                    <a:pt x="5405" y="8337"/>
                  </a:lnTo>
                  <a:lnTo>
                    <a:pt x="4527" y="8975"/>
                  </a:lnTo>
                  <a:lnTo>
                    <a:pt x="3690" y="9574"/>
                  </a:lnTo>
                  <a:lnTo>
                    <a:pt x="2952" y="10152"/>
                  </a:lnTo>
                  <a:lnTo>
                    <a:pt x="1695" y="11169"/>
                  </a:lnTo>
                  <a:lnTo>
                    <a:pt x="1177" y="11588"/>
                  </a:lnTo>
                  <a:lnTo>
                    <a:pt x="758" y="11947"/>
                  </a:lnTo>
                  <a:lnTo>
                    <a:pt x="199" y="12466"/>
                  </a:lnTo>
                  <a:lnTo>
                    <a:pt x="0" y="12665"/>
                  </a:lnTo>
                  <a:lnTo>
                    <a:pt x="219" y="12506"/>
                  </a:lnTo>
                  <a:lnTo>
                    <a:pt x="818" y="12027"/>
                  </a:lnTo>
                  <a:lnTo>
                    <a:pt x="1775" y="11249"/>
                  </a:lnTo>
                  <a:lnTo>
                    <a:pt x="3051" y="10272"/>
                  </a:lnTo>
                  <a:lnTo>
                    <a:pt x="3809" y="9713"/>
                  </a:lnTo>
                  <a:lnTo>
                    <a:pt x="4627" y="9115"/>
                  </a:lnTo>
                  <a:lnTo>
                    <a:pt x="5524" y="8497"/>
                  </a:lnTo>
                  <a:lnTo>
                    <a:pt x="6482" y="7859"/>
                  </a:lnTo>
                  <a:lnTo>
                    <a:pt x="7499" y="7200"/>
                  </a:lnTo>
                  <a:lnTo>
                    <a:pt x="8576" y="6542"/>
                  </a:lnTo>
                  <a:lnTo>
                    <a:pt x="9693" y="5864"/>
                  </a:lnTo>
                  <a:lnTo>
                    <a:pt x="10869" y="5206"/>
                  </a:lnTo>
                  <a:lnTo>
                    <a:pt x="12066" y="4568"/>
                  </a:lnTo>
                  <a:lnTo>
                    <a:pt x="13223" y="3970"/>
                  </a:lnTo>
                  <a:lnTo>
                    <a:pt x="14360" y="3411"/>
                  </a:lnTo>
                  <a:lnTo>
                    <a:pt x="15476" y="2893"/>
                  </a:lnTo>
                  <a:lnTo>
                    <a:pt x="16533" y="2434"/>
                  </a:lnTo>
                  <a:lnTo>
                    <a:pt x="17531" y="2015"/>
                  </a:lnTo>
                  <a:lnTo>
                    <a:pt x="18468" y="1636"/>
                  </a:lnTo>
                  <a:lnTo>
                    <a:pt x="19345" y="1297"/>
                  </a:lnTo>
                  <a:lnTo>
                    <a:pt x="20861" y="739"/>
                  </a:lnTo>
                  <a:lnTo>
                    <a:pt x="22018" y="340"/>
                  </a:lnTo>
                  <a:lnTo>
                    <a:pt x="22736" y="100"/>
                  </a:lnTo>
                  <a:lnTo>
                    <a:pt x="229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8106229" y="3829190"/>
              <a:ext cx="447152" cy="242212"/>
            </a:xfrm>
            <a:custGeom>
              <a:avLst/>
              <a:gdLst/>
              <a:ahLst/>
              <a:cxnLst/>
              <a:rect l="l" t="t" r="r" b="b"/>
              <a:pathLst>
                <a:path w="21799" h="11808" extrusionOk="0">
                  <a:moveTo>
                    <a:pt x="21799" y="1"/>
                  </a:moveTo>
                  <a:lnTo>
                    <a:pt x="21560" y="80"/>
                  </a:lnTo>
                  <a:lnTo>
                    <a:pt x="20881" y="320"/>
                  </a:lnTo>
                  <a:lnTo>
                    <a:pt x="19804" y="739"/>
                  </a:lnTo>
                  <a:lnTo>
                    <a:pt x="18408" y="1337"/>
                  </a:lnTo>
                  <a:lnTo>
                    <a:pt x="16733" y="2075"/>
                  </a:lnTo>
                  <a:lnTo>
                    <a:pt x="15796" y="2494"/>
                  </a:lnTo>
                  <a:lnTo>
                    <a:pt x="14799" y="2952"/>
                  </a:lnTo>
                  <a:lnTo>
                    <a:pt x="13781" y="3451"/>
                  </a:lnTo>
                  <a:lnTo>
                    <a:pt x="12724" y="3989"/>
                  </a:lnTo>
                  <a:lnTo>
                    <a:pt x="11628" y="4548"/>
                  </a:lnTo>
                  <a:lnTo>
                    <a:pt x="10491" y="5146"/>
                  </a:lnTo>
                  <a:lnTo>
                    <a:pt x="9374" y="5764"/>
                  </a:lnTo>
                  <a:lnTo>
                    <a:pt x="8317" y="6383"/>
                  </a:lnTo>
                  <a:lnTo>
                    <a:pt x="7280" y="6981"/>
                  </a:lnTo>
                  <a:lnTo>
                    <a:pt x="6303" y="7559"/>
                  </a:lnTo>
                  <a:lnTo>
                    <a:pt x="5365" y="8138"/>
                  </a:lnTo>
                  <a:lnTo>
                    <a:pt x="4508" y="8696"/>
                  </a:lnTo>
                  <a:lnTo>
                    <a:pt x="2972" y="9693"/>
                  </a:lnTo>
                  <a:lnTo>
                    <a:pt x="1715" y="10551"/>
                  </a:lnTo>
                  <a:lnTo>
                    <a:pt x="778" y="11209"/>
                  </a:lnTo>
                  <a:lnTo>
                    <a:pt x="200" y="11648"/>
                  </a:lnTo>
                  <a:lnTo>
                    <a:pt x="0" y="11807"/>
                  </a:lnTo>
                  <a:lnTo>
                    <a:pt x="220" y="11688"/>
                  </a:lnTo>
                  <a:lnTo>
                    <a:pt x="838" y="11289"/>
                  </a:lnTo>
                  <a:lnTo>
                    <a:pt x="1795" y="10651"/>
                  </a:lnTo>
                  <a:lnTo>
                    <a:pt x="3052" y="9833"/>
                  </a:lnTo>
                  <a:lnTo>
                    <a:pt x="4607" y="8836"/>
                  </a:lnTo>
                  <a:lnTo>
                    <a:pt x="6402" y="7739"/>
                  </a:lnTo>
                  <a:lnTo>
                    <a:pt x="7379" y="7161"/>
                  </a:lnTo>
                  <a:lnTo>
                    <a:pt x="8417" y="6562"/>
                  </a:lnTo>
                  <a:lnTo>
                    <a:pt x="9494" y="5964"/>
                  </a:lnTo>
                  <a:lnTo>
                    <a:pt x="10610" y="5346"/>
                  </a:lnTo>
                  <a:lnTo>
                    <a:pt x="11727" y="4747"/>
                  </a:lnTo>
                  <a:lnTo>
                    <a:pt x="12824" y="4189"/>
                  </a:lnTo>
                  <a:lnTo>
                    <a:pt x="13881" y="3650"/>
                  </a:lnTo>
                  <a:lnTo>
                    <a:pt x="14898" y="3152"/>
                  </a:lnTo>
                  <a:lnTo>
                    <a:pt x="16793" y="2234"/>
                  </a:lnTo>
                  <a:lnTo>
                    <a:pt x="18468" y="1477"/>
                  </a:lnTo>
                  <a:lnTo>
                    <a:pt x="19864" y="858"/>
                  </a:lnTo>
                  <a:lnTo>
                    <a:pt x="20901" y="400"/>
                  </a:lnTo>
                  <a:lnTo>
                    <a:pt x="21579" y="120"/>
                  </a:lnTo>
                  <a:lnTo>
                    <a:pt x="217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8381930" y="4261570"/>
              <a:ext cx="472936" cy="231566"/>
            </a:xfrm>
            <a:custGeom>
              <a:avLst/>
              <a:gdLst/>
              <a:ahLst/>
              <a:cxnLst/>
              <a:rect l="l" t="t" r="r" b="b"/>
              <a:pathLst>
                <a:path w="23056" h="11289" extrusionOk="0">
                  <a:moveTo>
                    <a:pt x="23055" y="0"/>
                  </a:moveTo>
                  <a:lnTo>
                    <a:pt x="22796" y="60"/>
                  </a:lnTo>
                  <a:lnTo>
                    <a:pt x="22058" y="260"/>
                  </a:lnTo>
                  <a:lnTo>
                    <a:pt x="20921" y="599"/>
                  </a:lnTo>
                  <a:lnTo>
                    <a:pt x="19406" y="1057"/>
                  </a:lnTo>
                  <a:lnTo>
                    <a:pt x="17571" y="1636"/>
                  </a:lnTo>
                  <a:lnTo>
                    <a:pt x="16554" y="1975"/>
                  </a:lnTo>
                  <a:lnTo>
                    <a:pt x="15477" y="2354"/>
                  </a:lnTo>
                  <a:lnTo>
                    <a:pt x="14360" y="2753"/>
                  </a:lnTo>
                  <a:lnTo>
                    <a:pt x="13203" y="3191"/>
                  </a:lnTo>
                  <a:lnTo>
                    <a:pt x="12007" y="3670"/>
                  </a:lnTo>
                  <a:lnTo>
                    <a:pt x="10790" y="4189"/>
                  </a:lnTo>
                  <a:lnTo>
                    <a:pt x="9573" y="4747"/>
                  </a:lnTo>
                  <a:lnTo>
                    <a:pt x="8417" y="5325"/>
                  </a:lnTo>
                  <a:lnTo>
                    <a:pt x="7320" y="5904"/>
                  </a:lnTo>
                  <a:lnTo>
                    <a:pt x="6283" y="6482"/>
                  </a:lnTo>
                  <a:lnTo>
                    <a:pt x="5305" y="7060"/>
                  </a:lnTo>
                  <a:lnTo>
                    <a:pt x="4847" y="7360"/>
                  </a:lnTo>
                  <a:lnTo>
                    <a:pt x="4408" y="7659"/>
                  </a:lnTo>
                  <a:lnTo>
                    <a:pt x="3989" y="7938"/>
                  </a:lnTo>
                  <a:lnTo>
                    <a:pt x="3590" y="8217"/>
                  </a:lnTo>
                  <a:lnTo>
                    <a:pt x="2852" y="8776"/>
                  </a:lnTo>
                  <a:lnTo>
                    <a:pt x="2493" y="9035"/>
                  </a:lnTo>
                  <a:lnTo>
                    <a:pt x="2174" y="9294"/>
                  </a:lnTo>
                  <a:lnTo>
                    <a:pt x="1616" y="9773"/>
                  </a:lnTo>
                  <a:lnTo>
                    <a:pt x="1117" y="10192"/>
                  </a:lnTo>
                  <a:lnTo>
                    <a:pt x="718" y="10571"/>
                  </a:lnTo>
                  <a:lnTo>
                    <a:pt x="180" y="11089"/>
                  </a:lnTo>
                  <a:lnTo>
                    <a:pt x="0" y="11289"/>
                  </a:lnTo>
                  <a:lnTo>
                    <a:pt x="200" y="11129"/>
                  </a:lnTo>
                  <a:lnTo>
                    <a:pt x="778" y="10630"/>
                  </a:lnTo>
                  <a:lnTo>
                    <a:pt x="1177" y="10271"/>
                  </a:lnTo>
                  <a:lnTo>
                    <a:pt x="1696" y="9873"/>
                  </a:lnTo>
                  <a:lnTo>
                    <a:pt x="2274" y="9394"/>
                  </a:lnTo>
                  <a:lnTo>
                    <a:pt x="2593" y="9155"/>
                  </a:lnTo>
                  <a:lnTo>
                    <a:pt x="2932" y="8895"/>
                  </a:lnTo>
                  <a:lnTo>
                    <a:pt x="3690" y="8357"/>
                  </a:lnTo>
                  <a:lnTo>
                    <a:pt x="4089" y="8098"/>
                  </a:lnTo>
                  <a:lnTo>
                    <a:pt x="4508" y="7818"/>
                  </a:lnTo>
                  <a:lnTo>
                    <a:pt x="4946" y="7519"/>
                  </a:lnTo>
                  <a:lnTo>
                    <a:pt x="5405" y="7240"/>
                  </a:lnTo>
                  <a:lnTo>
                    <a:pt x="6382" y="6662"/>
                  </a:lnTo>
                  <a:lnTo>
                    <a:pt x="7419" y="6083"/>
                  </a:lnTo>
                  <a:lnTo>
                    <a:pt x="8516" y="5525"/>
                  </a:lnTo>
                  <a:lnTo>
                    <a:pt x="9673" y="4946"/>
                  </a:lnTo>
                  <a:lnTo>
                    <a:pt x="10870" y="4408"/>
                  </a:lnTo>
                  <a:lnTo>
                    <a:pt x="12086" y="3889"/>
                  </a:lnTo>
                  <a:lnTo>
                    <a:pt x="13283" y="3411"/>
                  </a:lnTo>
                  <a:lnTo>
                    <a:pt x="14440" y="2952"/>
                  </a:lnTo>
                  <a:lnTo>
                    <a:pt x="15557" y="2553"/>
                  </a:lnTo>
                  <a:lnTo>
                    <a:pt x="17631" y="1815"/>
                  </a:lnTo>
                  <a:lnTo>
                    <a:pt x="19446" y="1217"/>
                  </a:lnTo>
                  <a:lnTo>
                    <a:pt x="22078" y="339"/>
                  </a:lnTo>
                  <a:lnTo>
                    <a:pt x="22796" y="100"/>
                  </a:lnTo>
                  <a:lnTo>
                    <a:pt x="230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8488276" y="3551849"/>
              <a:ext cx="189433" cy="96163"/>
            </a:xfrm>
            <a:custGeom>
              <a:avLst/>
              <a:gdLst/>
              <a:ahLst/>
              <a:cxnLst/>
              <a:rect l="l" t="t" r="r" b="b"/>
              <a:pathLst>
                <a:path w="9235" h="4688" extrusionOk="0">
                  <a:moveTo>
                    <a:pt x="9115" y="1"/>
                  </a:moveTo>
                  <a:lnTo>
                    <a:pt x="8816" y="61"/>
                  </a:lnTo>
                  <a:lnTo>
                    <a:pt x="8357" y="200"/>
                  </a:lnTo>
                  <a:lnTo>
                    <a:pt x="7759" y="380"/>
                  </a:lnTo>
                  <a:lnTo>
                    <a:pt x="7021" y="619"/>
                  </a:lnTo>
                  <a:lnTo>
                    <a:pt x="6183" y="938"/>
                  </a:lnTo>
                  <a:lnTo>
                    <a:pt x="5286" y="1337"/>
                  </a:lnTo>
                  <a:lnTo>
                    <a:pt x="4329" y="1796"/>
                  </a:lnTo>
                  <a:lnTo>
                    <a:pt x="3411" y="2294"/>
                  </a:lnTo>
                  <a:lnTo>
                    <a:pt x="2554" y="2793"/>
                  </a:lnTo>
                  <a:lnTo>
                    <a:pt x="1816" y="3272"/>
                  </a:lnTo>
                  <a:lnTo>
                    <a:pt x="1177" y="3710"/>
                  </a:lnTo>
                  <a:lnTo>
                    <a:pt x="659" y="4089"/>
                  </a:lnTo>
                  <a:lnTo>
                    <a:pt x="300" y="4408"/>
                  </a:lnTo>
                  <a:lnTo>
                    <a:pt x="61" y="4608"/>
                  </a:lnTo>
                  <a:lnTo>
                    <a:pt x="1" y="4688"/>
                  </a:lnTo>
                  <a:lnTo>
                    <a:pt x="21" y="4668"/>
                  </a:lnTo>
                  <a:lnTo>
                    <a:pt x="81" y="4628"/>
                  </a:lnTo>
                  <a:lnTo>
                    <a:pt x="340" y="4468"/>
                  </a:lnTo>
                  <a:lnTo>
                    <a:pt x="1277" y="3850"/>
                  </a:lnTo>
                  <a:lnTo>
                    <a:pt x="1915" y="3431"/>
                  </a:lnTo>
                  <a:lnTo>
                    <a:pt x="2673" y="2972"/>
                  </a:lnTo>
                  <a:lnTo>
                    <a:pt x="3511" y="2474"/>
                  </a:lnTo>
                  <a:lnTo>
                    <a:pt x="4428" y="1995"/>
                  </a:lnTo>
                  <a:lnTo>
                    <a:pt x="5386" y="1536"/>
                  </a:lnTo>
                  <a:lnTo>
                    <a:pt x="6263" y="1138"/>
                  </a:lnTo>
                  <a:lnTo>
                    <a:pt x="7081" y="799"/>
                  </a:lnTo>
                  <a:lnTo>
                    <a:pt x="7799" y="519"/>
                  </a:lnTo>
                  <a:lnTo>
                    <a:pt x="8856" y="160"/>
                  </a:lnTo>
                  <a:lnTo>
                    <a:pt x="9135" y="41"/>
                  </a:lnTo>
                  <a:lnTo>
                    <a:pt x="9215" y="21"/>
                  </a:lnTo>
                  <a:lnTo>
                    <a:pt x="9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8712433" y="3903233"/>
              <a:ext cx="156715" cy="123567"/>
            </a:xfrm>
            <a:custGeom>
              <a:avLst/>
              <a:gdLst/>
              <a:ahLst/>
              <a:cxnLst/>
              <a:rect l="l" t="t" r="r" b="b"/>
              <a:pathLst>
                <a:path w="7640" h="6024" extrusionOk="0">
                  <a:moveTo>
                    <a:pt x="7639" y="1"/>
                  </a:moveTo>
                  <a:lnTo>
                    <a:pt x="7619" y="20"/>
                  </a:lnTo>
                  <a:lnTo>
                    <a:pt x="7560" y="80"/>
                  </a:lnTo>
                  <a:lnTo>
                    <a:pt x="7360" y="280"/>
                  </a:lnTo>
                  <a:lnTo>
                    <a:pt x="6662" y="1058"/>
                  </a:lnTo>
                  <a:lnTo>
                    <a:pt x="6164" y="1576"/>
                  </a:lnTo>
                  <a:lnTo>
                    <a:pt x="5565" y="2154"/>
                  </a:lnTo>
                  <a:lnTo>
                    <a:pt x="4887" y="2773"/>
                  </a:lnTo>
                  <a:lnTo>
                    <a:pt x="4129" y="3391"/>
                  </a:lnTo>
                  <a:lnTo>
                    <a:pt x="3332" y="3989"/>
                  </a:lnTo>
                  <a:lnTo>
                    <a:pt x="2574" y="4508"/>
                  </a:lnTo>
                  <a:lnTo>
                    <a:pt x="1876" y="4947"/>
                  </a:lnTo>
                  <a:lnTo>
                    <a:pt x="1257" y="5306"/>
                  </a:lnTo>
                  <a:lnTo>
                    <a:pt x="320" y="5824"/>
                  </a:lnTo>
                  <a:lnTo>
                    <a:pt x="81" y="5964"/>
                  </a:lnTo>
                  <a:lnTo>
                    <a:pt x="21" y="6004"/>
                  </a:lnTo>
                  <a:lnTo>
                    <a:pt x="1" y="6024"/>
                  </a:lnTo>
                  <a:lnTo>
                    <a:pt x="1" y="6024"/>
                  </a:lnTo>
                  <a:lnTo>
                    <a:pt x="101" y="6004"/>
                  </a:lnTo>
                  <a:lnTo>
                    <a:pt x="360" y="5904"/>
                  </a:lnTo>
                  <a:lnTo>
                    <a:pt x="779" y="5724"/>
                  </a:lnTo>
                  <a:lnTo>
                    <a:pt x="1317" y="5445"/>
                  </a:lnTo>
                  <a:lnTo>
                    <a:pt x="1975" y="5106"/>
                  </a:lnTo>
                  <a:lnTo>
                    <a:pt x="2693" y="4687"/>
                  </a:lnTo>
                  <a:lnTo>
                    <a:pt x="3072" y="4428"/>
                  </a:lnTo>
                  <a:lnTo>
                    <a:pt x="3471" y="4169"/>
                  </a:lnTo>
                  <a:lnTo>
                    <a:pt x="3870" y="3890"/>
                  </a:lnTo>
                  <a:lnTo>
                    <a:pt x="4269" y="3570"/>
                  </a:lnTo>
                  <a:lnTo>
                    <a:pt x="4648" y="3251"/>
                  </a:lnTo>
                  <a:lnTo>
                    <a:pt x="5027" y="2932"/>
                  </a:lnTo>
                  <a:lnTo>
                    <a:pt x="5386" y="2613"/>
                  </a:lnTo>
                  <a:lnTo>
                    <a:pt x="5705" y="2314"/>
                  </a:lnTo>
                  <a:lnTo>
                    <a:pt x="6303" y="1716"/>
                  </a:lnTo>
                  <a:lnTo>
                    <a:pt x="6782" y="1157"/>
                  </a:lnTo>
                  <a:lnTo>
                    <a:pt x="7161" y="699"/>
                  </a:lnTo>
                  <a:lnTo>
                    <a:pt x="7440" y="340"/>
                  </a:lnTo>
                  <a:lnTo>
                    <a:pt x="7600" y="100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8842941" y="4037001"/>
              <a:ext cx="199238" cy="125188"/>
            </a:xfrm>
            <a:custGeom>
              <a:avLst/>
              <a:gdLst/>
              <a:ahLst/>
              <a:cxnLst/>
              <a:rect l="l" t="t" r="r" b="b"/>
              <a:pathLst>
                <a:path w="9713" h="6103" extrusionOk="0">
                  <a:moveTo>
                    <a:pt x="120" y="0"/>
                  </a:moveTo>
                  <a:lnTo>
                    <a:pt x="0" y="20"/>
                  </a:lnTo>
                  <a:lnTo>
                    <a:pt x="20" y="40"/>
                  </a:lnTo>
                  <a:lnTo>
                    <a:pt x="120" y="40"/>
                  </a:lnTo>
                  <a:lnTo>
                    <a:pt x="459" y="100"/>
                  </a:lnTo>
                  <a:lnTo>
                    <a:pt x="997" y="180"/>
                  </a:lnTo>
                  <a:lnTo>
                    <a:pt x="1715" y="319"/>
                  </a:lnTo>
                  <a:lnTo>
                    <a:pt x="2134" y="399"/>
                  </a:lnTo>
                  <a:lnTo>
                    <a:pt x="2573" y="519"/>
                  </a:lnTo>
                  <a:lnTo>
                    <a:pt x="3051" y="678"/>
                  </a:lnTo>
                  <a:lnTo>
                    <a:pt x="3530" y="838"/>
                  </a:lnTo>
                  <a:lnTo>
                    <a:pt x="4049" y="1057"/>
                  </a:lnTo>
                  <a:lnTo>
                    <a:pt x="4547" y="1297"/>
                  </a:lnTo>
                  <a:lnTo>
                    <a:pt x="5086" y="1556"/>
                  </a:lnTo>
                  <a:lnTo>
                    <a:pt x="5604" y="1855"/>
                  </a:lnTo>
                  <a:lnTo>
                    <a:pt x="6123" y="2194"/>
                  </a:lnTo>
                  <a:lnTo>
                    <a:pt x="6581" y="2553"/>
                  </a:lnTo>
                  <a:lnTo>
                    <a:pt x="7040" y="2912"/>
                  </a:lnTo>
                  <a:lnTo>
                    <a:pt x="7439" y="3271"/>
                  </a:lnTo>
                  <a:lnTo>
                    <a:pt x="7818" y="3630"/>
                  </a:lnTo>
                  <a:lnTo>
                    <a:pt x="8137" y="3989"/>
                  </a:lnTo>
                  <a:lnTo>
                    <a:pt x="8436" y="4328"/>
                  </a:lnTo>
                  <a:lnTo>
                    <a:pt x="8715" y="4667"/>
                  </a:lnTo>
                  <a:lnTo>
                    <a:pt x="9134" y="5245"/>
                  </a:lnTo>
                  <a:lnTo>
                    <a:pt x="9433" y="5704"/>
                  </a:lnTo>
                  <a:lnTo>
                    <a:pt x="9633" y="6003"/>
                  </a:lnTo>
                  <a:lnTo>
                    <a:pt x="9673" y="6083"/>
                  </a:lnTo>
                  <a:lnTo>
                    <a:pt x="9713" y="6103"/>
                  </a:lnTo>
                  <a:lnTo>
                    <a:pt x="9673" y="5983"/>
                  </a:lnTo>
                  <a:lnTo>
                    <a:pt x="9513" y="5664"/>
                  </a:lnTo>
                  <a:lnTo>
                    <a:pt x="9394" y="5445"/>
                  </a:lnTo>
                  <a:lnTo>
                    <a:pt x="9234" y="5186"/>
                  </a:lnTo>
                  <a:lnTo>
                    <a:pt x="9054" y="4886"/>
                  </a:lnTo>
                  <a:lnTo>
                    <a:pt x="8835" y="4567"/>
                  </a:lnTo>
                  <a:lnTo>
                    <a:pt x="8576" y="4228"/>
                  </a:lnTo>
                  <a:lnTo>
                    <a:pt x="8297" y="3869"/>
                  </a:lnTo>
                  <a:lnTo>
                    <a:pt x="7958" y="3490"/>
                  </a:lnTo>
                  <a:lnTo>
                    <a:pt x="7579" y="3111"/>
                  </a:lnTo>
                  <a:lnTo>
                    <a:pt x="7180" y="2732"/>
                  </a:lnTo>
                  <a:lnTo>
                    <a:pt x="6721" y="2373"/>
                  </a:lnTo>
                  <a:lnTo>
                    <a:pt x="6242" y="2014"/>
                  </a:lnTo>
                  <a:lnTo>
                    <a:pt x="5724" y="1675"/>
                  </a:lnTo>
                  <a:lnTo>
                    <a:pt x="5185" y="1356"/>
                  </a:lnTo>
                  <a:lnTo>
                    <a:pt x="4647" y="1097"/>
                  </a:lnTo>
                  <a:lnTo>
                    <a:pt x="4128" y="858"/>
                  </a:lnTo>
                  <a:lnTo>
                    <a:pt x="3610" y="658"/>
                  </a:lnTo>
                  <a:lnTo>
                    <a:pt x="3111" y="479"/>
                  </a:lnTo>
                  <a:lnTo>
                    <a:pt x="2633" y="339"/>
                  </a:lnTo>
                  <a:lnTo>
                    <a:pt x="2174" y="239"/>
                  </a:lnTo>
                  <a:lnTo>
                    <a:pt x="1755" y="160"/>
                  </a:lnTo>
                  <a:lnTo>
                    <a:pt x="1017" y="60"/>
                  </a:lnTo>
                  <a:lnTo>
                    <a:pt x="718" y="20"/>
                  </a:lnTo>
                  <a:lnTo>
                    <a:pt x="47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8627767" y="4570394"/>
              <a:ext cx="360446" cy="223812"/>
            </a:xfrm>
            <a:custGeom>
              <a:avLst/>
              <a:gdLst/>
              <a:ahLst/>
              <a:cxnLst/>
              <a:rect l="l" t="t" r="r" b="b"/>
              <a:pathLst>
                <a:path w="17572" h="10911" extrusionOk="0">
                  <a:moveTo>
                    <a:pt x="17571" y="1"/>
                  </a:moveTo>
                  <a:lnTo>
                    <a:pt x="17451" y="200"/>
                  </a:lnTo>
                  <a:lnTo>
                    <a:pt x="17132" y="739"/>
                  </a:lnTo>
                  <a:lnTo>
                    <a:pt x="16913" y="1138"/>
                  </a:lnTo>
                  <a:lnTo>
                    <a:pt x="16614" y="1596"/>
                  </a:lnTo>
                  <a:lnTo>
                    <a:pt x="16275" y="2115"/>
                  </a:lnTo>
                  <a:lnTo>
                    <a:pt x="16075" y="2394"/>
                  </a:lnTo>
                  <a:lnTo>
                    <a:pt x="15856" y="2693"/>
                  </a:lnTo>
                  <a:lnTo>
                    <a:pt x="15397" y="3312"/>
                  </a:lnTo>
                  <a:lnTo>
                    <a:pt x="15138" y="3611"/>
                  </a:lnTo>
                  <a:lnTo>
                    <a:pt x="14859" y="3930"/>
                  </a:lnTo>
                  <a:lnTo>
                    <a:pt x="14579" y="4269"/>
                  </a:lnTo>
                  <a:lnTo>
                    <a:pt x="14260" y="4608"/>
                  </a:lnTo>
                  <a:lnTo>
                    <a:pt x="13602" y="5266"/>
                  </a:lnTo>
                  <a:lnTo>
                    <a:pt x="12864" y="5944"/>
                  </a:lnTo>
                  <a:lnTo>
                    <a:pt x="12465" y="6263"/>
                  </a:lnTo>
                  <a:lnTo>
                    <a:pt x="12047" y="6582"/>
                  </a:lnTo>
                  <a:lnTo>
                    <a:pt x="11628" y="6921"/>
                  </a:lnTo>
                  <a:lnTo>
                    <a:pt x="11189" y="7241"/>
                  </a:lnTo>
                  <a:lnTo>
                    <a:pt x="10730" y="7540"/>
                  </a:lnTo>
                  <a:lnTo>
                    <a:pt x="10272" y="7839"/>
                  </a:lnTo>
                  <a:lnTo>
                    <a:pt x="9793" y="8138"/>
                  </a:lnTo>
                  <a:lnTo>
                    <a:pt x="9314" y="8397"/>
                  </a:lnTo>
                  <a:lnTo>
                    <a:pt x="8836" y="8657"/>
                  </a:lnTo>
                  <a:lnTo>
                    <a:pt x="8357" y="8876"/>
                  </a:lnTo>
                  <a:lnTo>
                    <a:pt x="7878" y="9115"/>
                  </a:lnTo>
                  <a:lnTo>
                    <a:pt x="7400" y="9315"/>
                  </a:lnTo>
                  <a:lnTo>
                    <a:pt x="6482" y="9674"/>
                  </a:lnTo>
                  <a:lnTo>
                    <a:pt x="5585" y="9973"/>
                  </a:lnTo>
                  <a:lnTo>
                    <a:pt x="5146" y="10112"/>
                  </a:lnTo>
                  <a:lnTo>
                    <a:pt x="4727" y="10212"/>
                  </a:lnTo>
                  <a:lnTo>
                    <a:pt x="4308" y="10332"/>
                  </a:lnTo>
                  <a:lnTo>
                    <a:pt x="3910" y="10412"/>
                  </a:lnTo>
                  <a:lnTo>
                    <a:pt x="3152" y="10571"/>
                  </a:lnTo>
                  <a:lnTo>
                    <a:pt x="2813" y="10631"/>
                  </a:lnTo>
                  <a:lnTo>
                    <a:pt x="2474" y="10671"/>
                  </a:lnTo>
                  <a:lnTo>
                    <a:pt x="1855" y="10751"/>
                  </a:lnTo>
                  <a:lnTo>
                    <a:pt x="1317" y="10810"/>
                  </a:lnTo>
                  <a:lnTo>
                    <a:pt x="858" y="10830"/>
                  </a:lnTo>
                  <a:lnTo>
                    <a:pt x="220" y="10870"/>
                  </a:lnTo>
                  <a:lnTo>
                    <a:pt x="1" y="10890"/>
                  </a:lnTo>
                  <a:lnTo>
                    <a:pt x="220" y="10910"/>
                  </a:lnTo>
                  <a:lnTo>
                    <a:pt x="1317" y="10910"/>
                  </a:lnTo>
                  <a:lnTo>
                    <a:pt x="1855" y="10870"/>
                  </a:lnTo>
                  <a:lnTo>
                    <a:pt x="2494" y="10810"/>
                  </a:lnTo>
                  <a:lnTo>
                    <a:pt x="2833" y="10771"/>
                  </a:lnTo>
                  <a:lnTo>
                    <a:pt x="3192" y="10711"/>
                  </a:lnTo>
                  <a:lnTo>
                    <a:pt x="3949" y="10591"/>
                  </a:lnTo>
                  <a:lnTo>
                    <a:pt x="4348" y="10511"/>
                  </a:lnTo>
                  <a:lnTo>
                    <a:pt x="4767" y="10392"/>
                  </a:lnTo>
                  <a:lnTo>
                    <a:pt x="5206" y="10292"/>
                  </a:lnTo>
                  <a:lnTo>
                    <a:pt x="5645" y="10172"/>
                  </a:lnTo>
                  <a:lnTo>
                    <a:pt x="6542" y="9873"/>
                  </a:lnTo>
                  <a:lnTo>
                    <a:pt x="7480" y="9514"/>
                  </a:lnTo>
                  <a:lnTo>
                    <a:pt x="7958" y="9315"/>
                  </a:lnTo>
                  <a:lnTo>
                    <a:pt x="8457" y="9095"/>
                  </a:lnTo>
                  <a:lnTo>
                    <a:pt x="8935" y="8856"/>
                  </a:lnTo>
                  <a:lnTo>
                    <a:pt x="9414" y="8597"/>
                  </a:lnTo>
                  <a:lnTo>
                    <a:pt x="9913" y="8318"/>
                  </a:lnTo>
                  <a:lnTo>
                    <a:pt x="10391" y="8038"/>
                  </a:lnTo>
                  <a:lnTo>
                    <a:pt x="10870" y="7739"/>
                  </a:lnTo>
                  <a:lnTo>
                    <a:pt x="11329" y="7420"/>
                  </a:lnTo>
                  <a:lnTo>
                    <a:pt x="11767" y="7101"/>
                  </a:lnTo>
                  <a:lnTo>
                    <a:pt x="12186" y="6762"/>
                  </a:lnTo>
                  <a:lnTo>
                    <a:pt x="12605" y="6443"/>
                  </a:lnTo>
                  <a:lnTo>
                    <a:pt x="13004" y="6104"/>
                  </a:lnTo>
                  <a:lnTo>
                    <a:pt x="13742" y="5426"/>
                  </a:lnTo>
                  <a:lnTo>
                    <a:pt x="14400" y="4728"/>
                  </a:lnTo>
                  <a:lnTo>
                    <a:pt x="14719" y="4409"/>
                  </a:lnTo>
                  <a:lnTo>
                    <a:pt x="14998" y="4069"/>
                  </a:lnTo>
                  <a:lnTo>
                    <a:pt x="15278" y="3730"/>
                  </a:lnTo>
                  <a:lnTo>
                    <a:pt x="15537" y="3411"/>
                  </a:lnTo>
                  <a:lnTo>
                    <a:pt x="15996" y="2773"/>
                  </a:lnTo>
                  <a:lnTo>
                    <a:pt x="16215" y="2494"/>
                  </a:lnTo>
                  <a:lnTo>
                    <a:pt x="16394" y="2195"/>
                  </a:lnTo>
                  <a:lnTo>
                    <a:pt x="16713" y="1656"/>
                  </a:lnTo>
                  <a:lnTo>
                    <a:pt x="16993" y="1198"/>
                  </a:lnTo>
                  <a:lnTo>
                    <a:pt x="17212" y="779"/>
                  </a:lnTo>
                  <a:lnTo>
                    <a:pt x="17491" y="220"/>
                  </a:lnTo>
                  <a:lnTo>
                    <a:pt x="175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8326695" y="3258961"/>
              <a:ext cx="109250" cy="61804"/>
            </a:xfrm>
            <a:custGeom>
              <a:avLst/>
              <a:gdLst/>
              <a:ahLst/>
              <a:cxnLst/>
              <a:rect l="l" t="t" r="r" b="b"/>
              <a:pathLst>
                <a:path w="5326" h="3013" extrusionOk="0">
                  <a:moveTo>
                    <a:pt x="5326" y="1"/>
                  </a:moveTo>
                  <a:lnTo>
                    <a:pt x="5266" y="21"/>
                  </a:lnTo>
                  <a:lnTo>
                    <a:pt x="5107" y="81"/>
                  </a:lnTo>
                  <a:lnTo>
                    <a:pt x="4508" y="380"/>
                  </a:lnTo>
                  <a:lnTo>
                    <a:pt x="3651" y="839"/>
                  </a:lnTo>
                  <a:lnTo>
                    <a:pt x="2614" y="1417"/>
                  </a:lnTo>
                  <a:lnTo>
                    <a:pt x="1577" y="1995"/>
                  </a:lnTo>
                  <a:lnTo>
                    <a:pt x="739" y="2494"/>
                  </a:lnTo>
                  <a:lnTo>
                    <a:pt x="180" y="2853"/>
                  </a:lnTo>
                  <a:lnTo>
                    <a:pt x="41" y="2953"/>
                  </a:lnTo>
                  <a:lnTo>
                    <a:pt x="1" y="3012"/>
                  </a:lnTo>
                  <a:lnTo>
                    <a:pt x="61" y="2993"/>
                  </a:lnTo>
                  <a:lnTo>
                    <a:pt x="240" y="2933"/>
                  </a:lnTo>
                  <a:lnTo>
                    <a:pt x="819" y="2634"/>
                  </a:lnTo>
                  <a:lnTo>
                    <a:pt x="1676" y="2195"/>
                  </a:lnTo>
                  <a:lnTo>
                    <a:pt x="2713" y="1616"/>
                  </a:lnTo>
                  <a:lnTo>
                    <a:pt x="3750" y="1018"/>
                  </a:lnTo>
                  <a:lnTo>
                    <a:pt x="4588" y="519"/>
                  </a:lnTo>
                  <a:lnTo>
                    <a:pt x="5146" y="161"/>
                  </a:lnTo>
                  <a:lnTo>
                    <a:pt x="5286" y="61"/>
                  </a:lnTo>
                  <a:lnTo>
                    <a:pt x="5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7721312" y="3904053"/>
              <a:ext cx="251196" cy="13107"/>
            </a:xfrm>
            <a:custGeom>
              <a:avLst/>
              <a:gdLst/>
              <a:ahLst/>
              <a:cxnLst/>
              <a:rect l="l" t="t" r="r" b="b"/>
              <a:pathLst>
                <a:path w="12246" h="639" extrusionOk="0">
                  <a:moveTo>
                    <a:pt x="0" y="0"/>
                  </a:moveTo>
                  <a:lnTo>
                    <a:pt x="120" y="40"/>
                  </a:lnTo>
                  <a:lnTo>
                    <a:pt x="479" y="120"/>
                  </a:lnTo>
                  <a:lnTo>
                    <a:pt x="1037" y="220"/>
                  </a:lnTo>
                  <a:lnTo>
                    <a:pt x="1775" y="339"/>
                  </a:lnTo>
                  <a:lnTo>
                    <a:pt x="2693" y="459"/>
                  </a:lnTo>
                  <a:lnTo>
                    <a:pt x="3730" y="539"/>
                  </a:lnTo>
                  <a:lnTo>
                    <a:pt x="4886" y="619"/>
                  </a:lnTo>
                  <a:lnTo>
                    <a:pt x="5485" y="639"/>
                  </a:lnTo>
                  <a:lnTo>
                    <a:pt x="6761" y="639"/>
                  </a:lnTo>
                  <a:lnTo>
                    <a:pt x="7359" y="619"/>
                  </a:lnTo>
                  <a:lnTo>
                    <a:pt x="8516" y="539"/>
                  </a:lnTo>
                  <a:lnTo>
                    <a:pt x="9553" y="459"/>
                  </a:lnTo>
                  <a:lnTo>
                    <a:pt x="10471" y="339"/>
                  </a:lnTo>
                  <a:lnTo>
                    <a:pt x="11209" y="240"/>
                  </a:lnTo>
                  <a:lnTo>
                    <a:pt x="11767" y="120"/>
                  </a:lnTo>
                  <a:lnTo>
                    <a:pt x="12126" y="60"/>
                  </a:lnTo>
                  <a:lnTo>
                    <a:pt x="12246" y="0"/>
                  </a:lnTo>
                  <a:lnTo>
                    <a:pt x="12106" y="0"/>
                  </a:lnTo>
                  <a:lnTo>
                    <a:pt x="11747" y="40"/>
                  </a:lnTo>
                  <a:lnTo>
                    <a:pt x="10451" y="180"/>
                  </a:lnTo>
                  <a:lnTo>
                    <a:pt x="9553" y="260"/>
                  </a:lnTo>
                  <a:lnTo>
                    <a:pt x="8496" y="339"/>
                  </a:lnTo>
                  <a:lnTo>
                    <a:pt x="7359" y="399"/>
                  </a:lnTo>
                  <a:lnTo>
                    <a:pt x="6123" y="419"/>
                  </a:lnTo>
                  <a:lnTo>
                    <a:pt x="4886" y="399"/>
                  </a:lnTo>
                  <a:lnTo>
                    <a:pt x="3730" y="339"/>
                  </a:lnTo>
                  <a:lnTo>
                    <a:pt x="2693" y="260"/>
                  </a:lnTo>
                  <a:lnTo>
                    <a:pt x="1795" y="180"/>
                  </a:lnTo>
                  <a:lnTo>
                    <a:pt x="499" y="4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7656683" y="3483549"/>
              <a:ext cx="130111" cy="9415"/>
            </a:xfrm>
            <a:custGeom>
              <a:avLst/>
              <a:gdLst/>
              <a:ahLst/>
              <a:cxnLst/>
              <a:rect l="l" t="t" r="r" b="b"/>
              <a:pathLst>
                <a:path w="6343" h="459" extrusionOk="0">
                  <a:moveTo>
                    <a:pt x="259" y="0"/>
                  </a:moveTo>
                  <a:lnTo>
                    <a:pt x="80" y="20"/>
                  </a:lnTo>
                  <a:lnTo>
                    <a:pt x="0" y="40"/>
                  </a:lnTo>
                  <a:lnTo>
                    <a:pt x="80" y="60"/>
                  </a:lnTo>
                  <a:lnTo>
                    <a:pt x="259" y="100"/>
                  </a:lnTo>
                  <a:lnTo>
                    <a:pt x="937" y="180"/>
                  </a:lnTo>
                  <a:lnTo>
                    <a:pt x="1935" y="259"/>
                  </a:lnTo>
                  <a:lnTo>
                    <a:pt x="3171" y="339"/>
                  </a:lnTo>
                  <a:lnTo>
                    <a:pt x="4408" y="419"/>
                  </a:lnTo>
                  <a:lnTo>
                    <a:pt x="5405" y="459"/>
                  </a:lnTo>
                  <a:lnTo>
                    <a:pt x="6282" y="459"/>
                  </a:lnTo>
                  <a:lnTo>
                    <a:pt x="6342" y="439"/>
                  </a:lnTo>
                  <a:lnTo>
                    <a:pt x="6282" y="419"/>
                  </a:lnTo>
                  <a:lnTo>
                    <a:pt x="6103" y="379"/>
                  </a:lnTo>
                  <a:lnTo>
                    <a:pt x="5425" y="299"/>
                  </a:lnTo>
                  <a:lnTo>
                    <a:pt x="4408" y="220"/>
                  </a:lnTo>
                  <a:lnTo>
                    <a:pt x="3191" y="120"/>
                  </a:lnTo>
                  <a:lnTo>
                    <a:pt x="1955" y="60"/>
                  </a:lnTo>
                  <a:lnTo>
                    <a:pt x="937" y="20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7706995" y="3195563"/>
              <a:ext cx="95342" cy="40122"/>
            </a:xfrm>
            <a:custGeom>
              <a:avLst/>
              <a:gdLst/>
              <a:ahLst/>
              <a:cxnLst/>
              <a:rect l="l" t="t" r="r" b="b"/>
              <a:pathLst>
                <a:path w="4648" h="1956" extrusionOk="0">
                  <a:moveTo>
                    <a:pt x="0" y="1"/>
                  </a:moveTo>
                  <a:lnTo>
                    <a:pt x="40" y="41"/>
                  </a:lnTo>
                  <a:lnTo>
                    <a:pt x="180" y="120"/>
                  </a:lnTo>
                  <a:lnTo>
                    <a:pt x="658" y="360"/>
                  </a:lnTo>
                  <a:lnTo>
                    <a:pt x="1376" y="699"/>
                  </a:lnTo>
                  <a:lnTo>
                    <a:pt x="2294" y="1078"/>
                  </a:lnTo>
                  <a:lnTo>
                    <a:pt x="3191" y="1457"/>
                  </a:lnTo>
                  <a:lnTo>
                    <a:pt x="3929" y="1736"/>
                  </a:lnTo>
                  <a:lnTo>
                    <a:pt x="4448" y="1915"/>
                  </a:lnTo>
                  <a:lnTo>
                    <a:pt x="4587" y="1955"/>
                  </a:lnTo>
                  <a:lnTo>
                    <a:pt x="4647" y="1955"/>
                  </a:lnTo>
                  <a:lnTo>
                    <a:pt x="4607" y="1915"/>
                  </a:lnTo>
                  <a:lnTo>
                    <a:pt x="4488" y="1835"/>
                  </a:lnTo>
                  <a:lnTo>
                    <a:pt x="4009" y="1596"/>
                  </a:lnTo>
                  <a:lnTo>
                    <a:pt x="3271" y="1257"/>
                  </a:lnTo>
                  <a:lnTo>
                    <a:pt x="2373" y="878"/>
                  </a:lnTo>
                  <a:lnTo>
                    <a:pt x="1456" y="499"/>
                  </a:lnTo>
                  <a:lnTo>
                    <a:pt x="718" y="220"/>
                  </a:lnTo>
                  <a:lnTo>
                    <a:pt x="200" y="41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7817033" y="4283249"/>
              <a:ext cx="385389" cy="45435"/>
            </a:xfrm>
            <a:custGeom>
              <a:avLst/>
              <a:gdLst/>
              <a:ahLst/>
              <a:cxnLst/>
              <a:rect l="l" t="t" r="r" b="b"/>
              <a:pathLst>
                <a:path w="18788" h="2215" extrusionOk="0">
                  <a:moveTo>
                    <a:pt x="18787" y="0"/>
                  </a:moveTo>
                  <a:lnTo>
                    <a:pt x="18588" y="20"/>
                  </a:lnTo>
                  <a:lnTo>
                    <a:pt x="18049" y="120"/>
                  </a:lnTo>
                  <a:lnTo>
                    <a:pt x="16055" y="519"/>
                  </a:lnTo>
                  <a:lnTo>
                    <a:pt x="14679" y="778"/>
                  </a:lnTo>
                  <a:lnTo>
                    <a:pt x="13103" y="1057"/>
                  </a:lnTo>
                  <a:lnTo>
                    <a:pt x="11328" y="1317"/>
                  </a:lnTo>
                  <a:lnTo>
                    <a:pt x="9453" y="1556"/>
                  </a:lnTo>
                  <a:lnTo>
                    <a:pt x="7539" y="1755"/>
                  </a:lnTo>
                  <a:lnTo>
                    <a:pt x="5764" y="1895"/>
                  </a:lnTo>
                  <a:lnTo>
                    <a:pt x="4168" y="1995"/>
                  </a:lnTo>
                  <a:lnTo>
                    <a:pt x="2772" y="2055"/>
                  </a:lnTo>
                  <a:lnTo>
                    <a:pt x="738" y="2114"/>
                  </a:lnTo>
                  <a:lnTo>
                    <a:pt x="180" y="2134"/>
                  </a:lnTo>
                  <a:lnTo>
                    <a:pt x="0" y="2154"/>
                  </a:lnTo>
                  <a:lnTo>
                    <a:pt x="180" y="2174"/>
                  </a:lnTo>
                  <a:lnTo>
                    <a:pt x="738" y="2194"/>
                  </a:lnTo>
                  <a:lnTo>
                    <a:pt x="1616" y="2214"/>
                  </a:lnTo>
                  <a:lnTo>
                    <a:pt x="2772" y="2214"/>
                  </a:lnTo>
                  <a:lnTo>
                    <a:pt x="4168" y="2174"/>
                  </a:lnTo>
                  <a:lnTo>
                    <a:pt x="5784" y="2094"/>
                  </a:lnTo>
                  <a:lnTo>
                    <a:pt x="7559" y="1975"/>
                  </a:lnTo>
                  <a:lnTo>
                    <a:pt x="8496" y="1875"/>
                  </a:lnTo>
                  <a:lnTo>
                    <a:pt x="9473" y="1775"/>
                  </a:lnTo>
                  <a:lnTo>
                    <a:pt x="10431" y="1656"/>
                  </a:lnTo>
                  <a:lnTo>
                    <a:pt x="11368" y="1536"/>
                  </a:lnTo>
                  <a:lnTo>
                    <a:pt x="13123" y="1257"/>
                  </a:lnTo>
                  <a:lnTo>
                    <a:pt x="14719" y="978"/>
                  </a:lnTo>
                  <a:lnTo>
                    <a:pt x="16095" y="678"/>
                  </a:lnTo>
                  <a:lnTo>
                    <a:pt x="17231" y="419"/>
                  </a:lnTo>
                  <a:lnTo>
                    <a:pt x="18069" y="220"/>
                  </a:lnTo>
                  <a:lnTo>
                    <a:pt x="18608" y="60"/>
                  </a:lnTo>
                  <a:lnTo>
                    <a:pt x="18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7781427" y="4774514"/>
              <a:ext cx="986364" cy="121537"/>
            </a:xfrm>
            <a:custGeom>
              <a:avLst/>
              <a:gdLst/>
              <a:ahLst/>
              <a:cxnLst/>
              <a:rect l="l" t="t" r="r" b="b"/>
              <a:pathLst>
                <a:path w="48086" h="5925" extrusionOk="0">
                  <a:moveTo>
                    <a:pt x="1" y="1"/>
                  </a:moveTo>
                  <a:lnTo>
                    <a:pt x="121" y="41"/>
                  </a:lnTo>
                  <a:lnTo>
                    <a:pt x="460" y="160"/>
                  </a:lnTo>
                  <a:lnTo>
                    <a:pt x="1816" y="579"/>
                  </a:lnTo>
                  <a:lnTo>
                    <a:pt x="2813" y="878"/>
                  </a:lnTo>
                  <a:lnTo>
                    <a:pt x="3970" y="1217"/>
                  </a:lnTo>
                  <a:lnTo>
                    <a:pt x="5326" y="1576"/>
                  </a:lnTo>
                  <a:lnTo>
                    <a:pt x="6064" y="1776"/>
                  </a:lnTo>
                  <a:lnTo>
                    <a:pt x="6842" y="1975"/>
                  </a:lnTo>
                  <a:lnTo>
                    <a:pt x="8537" y="2394"/>
                  </a:lnTo>
                  <a:lnTo>
                    <a:pt x="9414" y="2614"/>
                  </a:lnTo>
                  <a:lnTo>
                    <a:pt x="10352" y="2813"/>
                  </a:lnTo>
                  <a:lnTo>
                    <a:pt x="11309" y="3032"/>
                  </a:lnTo>
                  <a:lnTo>
                    <a:pt x="12326" y="3252"/>
                  </a:lnTo>
                  <a:lnTo>
                    <a:pt x="14400" y="3671"/>
                  </a:lnTo>
                  <a:lnTo>
                    <a:pt x="16614" y="4069"/>
                  </a:lnTo>
                  <a:lnTo>
                    <a:pt x="18908" y="4428"/>
                  </a:lnTo>
                  <a:lnTo>
                    <a:pt x="21301" y="4787"/>
                  </a:lnTo>
                  <a:lnTo>
                    <a:pt x="22537" y="4947"/>
                  </a:lnTo>
                  <a:lnTo>
                    <a:pt x="23774" y="5087"/>
                  </a:lnTo>
                  <a:lnTo>
                    <a:pt x="25030" y="5226"/>
                  </a:lnTo>
                  <a:lnTo>
                    <a:pt x="26247" y="5346"/>
                  </a:lnTo>
                  <a:lnTo>
                    <a:pt x="28660" y="5565"/>
                  </a:lnTo>
                  <a:lnTo>
                    <a:pt x="30994" y="5705"/>
                  </a:lnTo>
                  <a:lnTo>
                    <a:pt x="33227" y="5825"/>
                  </a:lnTo>
                  <a:lnTo>
                    <a:pt x="35361" y="5904"/>
                  </a:lnTo>
                  <a:lnTo>
                    <a:pt x="36378" y="5924"/>
                  </a:lnTo>
                  <a:lnTo>
                    <a:pt x="39230" y="5924"/>
                  </a:lnTo>
                  <a:lnTo>
                    <a:pt x="40965" y="5904"/>
                  </a:lnTo>
                  <a:lnTo>
                    <a:pt x="41783" y="5884"/>
                  </a:lnTo>
                  <a:lnTo>
                    <a:pt x="42541" y="5864"/>
                  </a:lnTo>
                  <a:lnTo>
                    <a:pt x="43937" y="5805"/>
                  </a:lnTo>
                  <a:lnTo>
                    <a:pt x="45154" y="5745"/>
                  </a:lnTo>
                  <a:lnTo>
                    <a:pt x="46191" y="5685"/>
                  </a:lnTo>
                  <a:lnTo>
                    <a:pt x="47587" y="5565"/>
                  </a:lnTo>
                  <a:lnTo>
                    <a:pt x="47966" y="5545"/>
                  </a:lnTo>
                  <a:lnTo>
                    <a:pt x="48085" y="5525"/>
                  </a:lnTo>
                  <a:lnTo>
                    <a:pt x="47587" y="5525"/>
                  </a:lnTo>
                  <a:lnTo>
                    <a:pt x="46171" y="5585"/>
                  </a:lnTo>
                  <a:lnTo>
                    <a:pt x="45154" y="5645"/>
                  </a:lnTo>
                  <a:lnTo>
                    <a:pt x="43937" y="5685"/>
                  </a:lnTo>
                  <a:lnTo>
                    <a:pt x="42541" y="5725"/>
                  </a:lnTo>
                  <a:lnTo>
                    <a:pt x="41763" y="5745"/>
                  </a:lnTo>
                  <a:lnTo>
                    <a:pt x="40965" y="5745"/>
                  </a:lnTo>
                  <a:lnTo>
                    <a:pt x="39230" y="5765"/>
                  </a:lnTo>
                  <a:lnTo>
                    <a:pt x="38313" y="5745"/>
                  </a:lnTo>
                  <a:lnTo>
                    <a:pt x="37376" y="5745"/>
                  </a:lnTo>
                  <a:lnTo>
                    <a:pt x="36378" y="5725"/>
                  </a:lnTo>
                  <a:lnTo>
                    <a:pt x="35361" y="5705"/>
                  </a:lnTo>
                  <a:lnTo>
                    <a:pt x="33227" y="5625"/>
                  </a:lnTo>
                  <a:lnTo>
                    <a:pt x="31014" y="5505"/>
                  </a:lnTo>
                  <a:lnTo>
                    <a:pt x="28680" y="5326"/>
                  </a:lnTo>
                  <a:lnTo>
                    <a:pt x="26267" y="5126"/>
                  </a:lnTo>
                  <a:lnTo>
                    <a:pt x="23794" y="4867"/>
                  </a:lnTo>
                  <a:lnTo>
                    <a:pt x="21341" y="4568"/>
                  </a:lnTo>
                  <a:lnTo>
                    <a:pt x="18948" y="4209"/>
                  </a:lnTo>
                  <a:lnTo>
                    <a:pt x="16654" y="3850"/>
                  </a:lnTo>
                  <a:lnTo>
                    <a:pt x="14440" y="3451"/>
                  </a:lnTo>
                  <a:lnTo>
                    <a:pt x="12366" y="3052"/>
                  </a:lnTo>
                  <a:lnTo>
                    <a:pt x="11369" y="2853"/>
                  </a:lnTo>
                  <a:lnTo>
                    <a:pt x="10392" y="2633"/>
                  </a:lnTo>
                  <a:lnTo>
                    <a:pt x="9454" y="2434"/>
                  </a:lnTo>
                  <a:lnTo>
                    <a:pt x="8577" y="2235"/>
                  </a:lnTo>
                  <a:lnTo>
                    <a:pt x="6882" y="1836"/>
                  </a:lnTo>
                  <a:lnTo>
                    <a:pt x="6104" y="1636"/>
                  </a:lnTo>
                  <a:lnTo>
                    <a:pt x="5366" y="1437"/>
                  </a:lnTo>
                  <a:lnTo>
                    <a:pt x="4010" y="1098"/>
                  </a:lnTo>
                  <a:lnTo>
                    <a:pt x="2833" y="779"/>
                  </a:lnTo>
                  <a:lnTo>
                    <a:pt x="1856" y="500"/>
                  </a:lnTo>
                  <a:lnTo>
                    <a:pt x="480" y="121"/>
                  </a:lnTo>
                  <a:lnTo>
                    <a:pt x="121" y="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7543364" y="2091941"/>
              <a:ext cx="722491" cy="1099265"/>
            </a:xfrm>
            <a:custGeom>
              <a:avLst/>
              <a:gdLst/>
              <a:ahLst/>
              <a:cxnLst/>
              <a:rect l="l" t="t" r="r" b="b"/>
              <a:pathLst>
                <a:path w="35222" h="53590" extrusionOk="0">
                  <a:moveTo>
                    <a:pt x="2214" y="0"/>
                  </a:moveTo>
                  <a:lnTo>
                    <a:pt x="1915" y="1177"/>
                  </a:lnTo>
                  <a:lnTo>
                    <a:pt x="1636" y="2334"/>
                  </a:lnTo>
                  <a:lnTo>
                    <a:pt x="1397" y="3450"/>
                  </a:lnTo>
                  <a:lnTo>
                    <a:pt x="1157" y="4567"/>
                  </a:lnTo>
                  <a:lnTo>
                    <a:pt x="958" y="5644"/>
                  </a:lnTo>
                  <a:lnTo>
                    <a:pt x="778" y="6701"/>
                  </a:lnTo>
                  <a:lnTo>
                    <a:pt x="619" y="7738"/>
                  </a:lnTo>
                  <a:lnTo>
                    <a:pt x="459" y="8756"/>
                  </a:lnTo>
                  <a:lnTo>
                    <a:pt x="340" y="9753"/>
                  </a:lnTo>
                  <a:lnTo>
                    <a:pt x="240" y="10730"/>
                  </a:lnTo>
                  <a:lnTo>
                    <a:pt x="160" y="11687"/>
                  </a:lnTo>
                  <a:lnTo>
                    <a:pt x="100" y="12645"/>
                  </a:lnTo>
                  <a:lnTo>
                    <a:pt x="41" y="13582"/>
                  </a:lnTo>
                  <a:lnTo>
                    <a:pt x="21" y="14479"/>
                  </a:lnTo>
                  <a:lnTo>
                    <a:pt x="1" y="15397"/>
                  </a:lnTo>
                  <a:lnTo>
                    <a:pt x="1" y="16274"/>
                  </a:lnTo>
                  <a:lnTo>
                    <a:pt x="21" y="17152"/>
                  </a:lnTo>
                  <a:lnTo>
                    <a:pt x="41" y="18029"/>
                  </a:lnTo>
                  <a:lnTo>
                    <a:pt x="80" y="18887"/>
                  </a:lnTo>
                  <a:lnTo>
                    <a:pt x="140" y="19725"/>
                  </a:lnTo>
                  <a:lnTo>
                    <a:pt x="220" y="20562"/>
                  </a:lnTo>
                  <a:lnTo>
                    <a:pt x="300" y="21400"/>
                  </a:lnTo>
                  <a:lnTo>
                    <a:pt x="400" y="22218"/>
                  </a:lnTo>
                  <a:lnTo>
                    <a:pt x="499" y="23055"/>
                  </a:lnTo>
                  <a:lnTo>
                    <a:pt x="759" y="24671"/>
                  </a:lnTo>
                  <a:lnTo>
                    <a:pt x="1038" y="26286"/>
                  </a:lnTo>
                  <a:lnTo>
                    <a:pt x="1357" y="27902"/>
                  </a:lnTo>
                  <a:lnTo>
                    <a:pt x="1696" y="29517"/>
                  </a:lnTo>
                  <a:lnTo>
                    <a:pt x="1895" y="30335"/>
                  </a:lnTo>
                  <a:lnTo>
                    <a:pt x="2095" y="31133"/>
                  </a:lnTo>
                  <a:lnTo>
                    <a:pt x="2314" y="31950"/>
                  </a:lnTo>
                  <a:lnTo>
                    <a:pt x="2534" y="32748"/>
                  </a:lnTo>
                  <a:lnTo>
                    <a:pt x="2793" y="33546"/>
                  </a:lnTo>
                  <a:lnTo>
                    <a:pt x="3052" y="34343"/>
                  </a:lnTo>
                  <a:lnTo>
                    <a:pt x="3331" y="35121"/>
                  </a:lnTo>
                  <a:lnTo>
                    <a:pt x="3630" y="35919"/>
                  </a:lnTo>
                  <a:lnTo>
                    <a:pt x="3950" y="36677"/>
                  </a:lnTo>
                  <a:lnTo>
                    <a:pt x="4289" y="37455"/>
                  </a:lnTo>
                  <a:lnTo>
                    <a:pt x="4628" y="38213"/>
                  </a:lnTo>
                  <a:lnTo>
                    <a:pt x="4987" y="38970"/>
                  </a:lnTo>
                  <a:lnTo>
                    <a:pt x="5386" y="39708"/>
                  </a:lnTo>
                  <a:lnTo>
                    <a:pt x="5764" y="40446"/>
                  </a:lnTo>
                  <a:lnTo>
                    <a:pt x="6183" y="41164"/>
                  </a:lnTo>
                  <a:lnTo>
                    <a:pt x="6622" y="41882"/>
                  </a:lnTo>
                  <a:lnTo>
                    <a:pt x="7061" y="42580"/>
                  </a:lnTo>
                  <a:lnTo>
                    <a:pt x="7519" y="43258"/>
                  </a:lnTo>
                  <a:lnTo>
                    <a:pt x="7998" y="43936"/>
                  </a:lnTo>
                  <a:lnTo>
                    <a:pt x="8497" y="44595"/>
                  </a:lnTo>
                  <a:lnTo>
                    <a:pt x="9015" y="45253"/>
                  </a:lnTo>
                  <a:lnTo>
                    <a:pt x="9534" y="45871"/>
                  </a:lnTo>
                  <a:lnTo>
                    <a:pt x="10092" y="46489"/>
                  </a:lnTo>
                  <a:lnTo>
                    <a:pt x="10651" y="47088"/>
                  </a:lnTo>
                  <a:lnTo>
                    <a:pt x="11229" y="47666"/>
                  </a:lnTo>
                  <a:lnTo>
                    <a:pt x="11827" y="48224"/>
                  </a:lnTo>
                  <a:lnTo>
                    <a:pt x="12446" y="48783"/>
                  </a:lnTo>
                  <a:lnTo>
                    <a:pt x="13064" y="49301"/>
                  </a:lnTo>
                  <a:lnTo>
                    <a:pt x="13722" y="49820"/>
                  </a:lnTo>
                  <a:lnTo>
                    <a:pt x="14380" y="50299"/>
                  </a:lnTo>
                  <a:lnTo>
                    <a:pt x="15078" y="50757"/>
                  </a:lnTo>
                  <a:lnTo>
                    <a:pt x="15776" y="51196"/>
                  </a:lnTo>
                  <a:lnTo>
                    <a:pt x="16454" y="51595"/>
                  </a:lnTo>
                  <a:lnTo>
                    <a:pt x="16813" y="51794"/>
                  </a:lnTo>
                  <a:lnTo>
                    <a:pt x="17172" y="51954"/>
                  </a:lnTo>
                  <a:lnTo>
                    <a:pt x="17531" y="52113"/>
                  </a:lnTo>
                  <a:lnTo>
                    <a:pt x="17910" y="52253"/>
                  </a:lnTo>
                  <a:lnTo>
                    <a:pt x="18269" y="52373"/>
                  </a:lnTo>
                  <a:lnTo>
                    <a:pt x="18668" y="52472"/>
                  </a:lnTo>
                  <a:lnTo>
                    <a:pt x="19007" y="52532"/>
                  </a:lnTo>
                  <a:lnTo>
                    <a:pt x="19346" y="52572"/>
                  </a:lnTo>
                  <a:lnTo>
                    <a:pt x="19705" y="52592"/>
                  </a:lnTo>
                  <a:lnTo>
                    <a:pt x="20044" y="52612"/>
                  </a:lnTo>
                  <a:lnTo>
                    <a:pt x="20403" y="52612"/>
                  </a:lnTo>
                  <a:lnTo>
                    <a:pt x="20742" y="52592"/>
                  </a:lnTo>
                  <a:lnTo>
                    <a:pt x="21460" y="52532"/>
                  </a:lnTo>
                  <a:lnTo>
                    <a:pt x="22158" y="52433"/>
                  </a:lnTo>
                  <a:lnTo>
                    <a:pt x="22856" y="52333"/>
                  </a:lnTo>
                  <a:lnTo>
                    <a:pt x="23554" y="52233"/>
                  </a:lnTo>
                  <a:lnTo>
                    <a:pt x="24252" y="52153"/>
                  </a:lnTo>
                  <a:lnTo>
                    <a:pt x="24930" y="52093"/>
                  </a:lnTo>
                  <a:lnTo>
                    <a:pt x="25608" y="52074"/>
                  </a:lnTo>
                  <a:lnTo>
                    <a:pt x="26287" y="52074"/>
                  </a:lnTo>
                  <a:lnTo>
                    <a:pt x="26965" y="52093"/>
                  </a:lnTo>
                  <a:lnTo>
                    <a:pt x="27643" y="52153"/>
                  </a:lnTo>
                  <a:lnTo>
                    <a:pt x="28301" y="52213"/>
                  </a:lnTo>
                  <a:lnTo>
                    <a:pt x="28979" y="52293"/>
                  </a:lnTo>
                  <a:lnTo>
                    <a:pt x="29657" y="52393"/>
                  </a:lnTo>
                  <a:lnTo>
                    <a:pt x="30315" y="52512"/>
                  </a:lnTo>
                  <a:lnTo>
                    <a:pt x="30993" y="52652"/>
                  </a:lnTo>
                  <a:lnTo>
                    <a:pt x="32310" y="52931"/>
                  </a:lnTo>
                  <a:lnTo>
                    <a:pt x="33646" y="53250"/>
                  </a:lnTo>
                  <a:lnTo>
                    <a:pt x="34962" y="53589"/>
                  </a:lnTo>
                  <a:lnTo>
                    <a:pt x="35042" y="53350"/>
                  </a:lnTo>
                  <a:lnTo>
                    <a:pt x="35102" y="53111"/>
                  </a:lnTo>
                  <a:lnTo>
                    <a:pt x="35142" y="52871"/>
                  </a:lnTo>
                  <a:lnTo>
                    <a:pt x="35181" y="52632"/>
                  </a:lnTo>
                  <a:lnTo>
                    <a:pt x="35221" y="52153"/>
                  </a:lnTo>
                  <a:lnTo>
                    <a:pt x="35221" y="51675"/>
                  </a:lnTo>
                  <a:lnTo>
                    <a:pt x="35162" y="51196"/>
                  </a:lnTo>
                  <a:lnTo>
                    <a:pt x="35082" y="50717"/>
                  </a:lnTo>
                  <a:lnTo>
                    <a:pt x="34942" y="50239"/>
                  </a:lnTo>
                  <a:lnTo>
                    <a:pt x="34783" y="49780"/>
                  </a:lnTo>
                  <a:lnTo>
                    <a:pt x="34603" y="49321"/>
                  </a:lnTo>
                  <a:lnTo>
                    <a:pt x="34364" y="48863"/>
                  </a:lnTo>
                  <a:lnTo>
                    <a:pt x="34105" y="48444"/>
                  </a:lnTo>
                  <a:lnTo>
                    <a:pt x="33825" y="48005"/>
                  </a:lnTo>
                  <a:lnTo>
                    <a:pt x="33526" y="47606"/>
                  </a:lnTo>
                  <a:lnTo>
                    <a:pt x="33207" y="47207"/>
                  </a:lnTo>
                  <a:lnTo>
                    <a:pt x="32868" y="46848"/>
                  </a:lnTo>
                  <a:lnTo>
                    <a:pt x="32509" y="46489"/>
                  </a:lnTo>
                  <a:lnTo>
                    <a:pt x="32150" y="46170"/>
                  </a:lnTo>
                  <a:lnTo>
                    <a:pt x="31771" y="45851"/>
                  </a:lnTo>
                  <a:lnTo>
                    <a:pt x="31372" y="45552"/>
                  </a:lnTo>
                  <a:lnTo>
                    <a:pt x="30973" y="45253"/>
                  </a:lnTo>
                  <a:lnTo>
                    <a:pt x="30156" y="44694"/>
                  </a:lnTo>
                  <a:lnTo>
                    <a:pt x="29318" y="44156"/>
                  </a:lnTo>
                  <a:lnTo>
                    <a:pt x="27643" y="43099"/>
                  </a:lnTo>
                  <a:lnTo>
                    <a:pt x="26805" y="42560"/>
                  </a:lnTo>
                  <a:lnTo>
                    <a:pt x="25987" y="41982"/>
                  </a:lnTo>
                  <a:lnTo>
                    <a:pt x="25449" y="41563"/>
                  </a:lnTo>
                  <a:lnTo>
                    <a:pt x="24930" y="41144"/>
                  </a:lnTo>
                  <a:lnTo>
                    <a:pt x="24432" y="40706"/>
                  </a:lnTo>
                  <a:lnTo>
                    <a:pt x="23953" y="40247"/>
                  </a:lnTo>
                  <a:lnTo>
                    <a:pt x="23474" y="39768"/>
                  </a:lnTo>
                  <a:lnTo>
                    <a:pt x="23036" y="39290"/>
                  </a:lnTo>
                  <a:lnTo>
                    <a:pt x="22597" y="38771"/>
                  </a:lnTo>
                  <a:lnTo>
                    <a:pt x="22178" y="38272"/>
                  </a:lnTo>
                  <a:lnTo>
                    <a:pt x="21759" y="37734"/>
                  </a:lnTo>
                  <a:lnTo>
                    <a:pt x="21380" y="37195"/>
                  </a:lnTo>
                  <a:lnTo>
                    <a:pt x="21001" y="36637"/>
                  </a:lnTo>
                  <a:lnTo>
                    <a:pt x="20642" y="36079"/>
                  </a:lnTo>
                  <a:lnTo>
                    <a:pt x="20283" y="35500"/>
                  </a:lnTo>
                  <a:lnTo>
                    <a:pt x="19964" y="34922"/>
                  </a:lnTo>
                  <a:lnTo>
                    <a:pt x="19645" y="34324"/>
                  </a:lnTo>
                  <a:lnTo>
                    <a:pt x="19346" y="33725"/>
                  </a:lnTo>
                  <a:lnTo>
                    <a:pt x="19067" y="33107"/>
                  </a:lnTo>
                  <a:lnTo>
                    <a:pt x="18788" y="32489"/>
                  </a:lnTo>
                  <a:lnTo>
                    <a:pt x="18528" y="31850"/>
                  </a:lnTo>
                  <a:lnTo>
                    <a:pt x="18289" y="31232"/>
                  </a:lnTo>
                  <a:lnTo>
                    <a:pt x="18070" y="30594"/>
                  </a:lnTo>
                  <a:lnTo>
                    <a:pt x="17850" y="29936"/>
                  </a:lnTo>
                  <a:lnTo>
                    <a:pt x="17651" y="29278"/>
                  </a:lnTo>
                  <a:lnTo>
                    <a:pt x="17471" y="28640"/>
                  </a:lnTo>
                  <a:lnTo>
                    <a:pt x="17312" y="27981"/>
                  </a:lnTo>
                  <a:lnTo>
                    <a:pt x="17152" y="27303"/>
                  </a:lnTo>
                  <a:lnTo>
                    <a:pt x="17013" y="26645"/>
                  </a:lnTo>
                  <a:lnTo>
                    <a:pt x="16873" y="25967"/>
                  </a:lnTo>
                  <a:lnTo>
                    <a:pt x="16753" y="25309"/>
                  </a:lnTo>
                  <a:lnTo>
                    <a:pt x="16654" y="24631"/>
                  </a:lnTo>
                  <a:lnTo>
                    <a:pt x="16574" y="23973"/>
                  </a:lnTo>
                  <a:lnTo>
                    <a:pt x="16494" y="23295"/>
                  </a:lnTo>
                  <a:lnTo>
                    <a:pt x="16394" y="21958"/>
                  </a:lnTo>
                  <a:lnTo>
                    <a:pt x="16315" y="20602"/>
                  </a:lnTo>
                  <a:lnTo>
                    <a:pt x="16295" y="19266"/>
                  </a:lnTo>
                  <a:lnTo>
                    <a:pt x="16315" y="17930"/>
                  </a:lnTo>
                  <a:lnTo>
                    <a:pt x="16355" y="16573"/>
                  </a:lnTo>
                  <a:lnTo>
                    <a:pt x="16434" y="15237"/>
                  </a:lnTo>
                  <a:lnTo>
                    <a:pt x="16534" y="13881"/>
                  </a:lnTo>
                  <a:lnTo>
                    <a:pt x="16674" y="12545"/>
                  </a:lnTo>
                  <a:lnTo>
                    <a:pt x="16833" y="11209"/>
                  </a:lnTo>
                  <a:lnTo>
                    <a:pt x="17013" y="9872"/>
                  </a:lnTo>
                  <a:lnTo>
                    <a:pt x="17212" y="8536"/>
                  </a:lnTo>
                  <a:lnTo>
                    <a:pt x="17412" y="7200"/>
                  </a:lnTo>
                  <a:lnTo>
                    <a:pt x="17870" y="4527"/>
                  </a:lnTo>
                  <a:lnTo>
                    <a:pt x="18349" y="1855"/>
                  </a:lnTo>
                  <a:lnTo>
                    <a:pt x="22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7733987" y="1778193"/>
              <a:ext cx="500341" cy="1374584"/>
            </a:xfrm>
            <a:custGeom>
              <a:avLst/>
              <a:gdLst/>
              <a:ahLst/>
              <a:cxnLst/>
              <a:rect l="l" t="t" r="r" b="b"/>
              <a:pathLst>
                <a:path w="24392" h="67012" extrusionOk="0">
                  <a:moveTo>
                    <a:pt x="11368" y="0"/>
                  </a:moveTo>
                  <a:lnTo>
                    <a:pt x="11229" y="140"/>
                  </a:lnTo>
                  <a:lnTo>
                    <a:pt x="10810" y="579"/>
                  </a:lnTo>
                  <a:lnTo>
                    <a:pt x="10152" y="1297"/>
                  </a:lnTo>
                  <a:lnTo>
                    <a:pt x="9733" y="1755"/>
                  </a:lnTo>
                  <a:lnTo>
                    <a:pt x="9294" y="2294"/>
                  </a:lnTo>
                  <a:lnTo>
                    <a:pt x="8776" y="2912"/>
                  </a:lnTo>
                  <a:lnTo>
                    <a:pt x="8237" y="3590"/>
                  </a:lnTo>
                  <a:lnTo>
                    <a:pt x="7679" y="4368"/>
                  </a:lnTo>
                  <a:lnTo>
                    <a:pt x="7081" y="5206"/>
                  </a:lnTo>
                  <a:lnTo>
                    <a:pt x="6482" y="6123"/>
                  </a:lnTo>
                  <a:lnTo>
                    <a:pt x="5864" y="7120"/>
                  </a:lnTo>
                  <a:lnTo>
                    <a:pt x="5246" y="8197"/>
                  </a:lnTo>
                  <a:lnTo>
                    <a:pt x="4627" y="9334"/>
                  </a:lnTo>
                  <a:lnTo>
                    <a:pt x="4308" y="9952"/>
                  </a:lnTo>
                  <a:lnTo>
                    <a:pt x="4009" y="10570"/>
                  </a:lnTo>
                  <a:lnTo>
                    <a:pt x="3710" y="11209"/>
                  </a:lnTo>
                  <a:lnTo>
                    <a:pt x="3411" y="11867"/>
                  </a:lnTo>
                  <a:lnTo>
                    <a:pt x="3112" y="12545"/>
                  </a:lnTo>
                  <a:lnTo>
                    <a:pt x="2832" y="13243"/>
                  </a:lnTo>
                  <a:lnTo>
                    <a:pt x="2573" y="13961"/>
                  </a:lnTo>
                  <a:lnTo>
                    <a:pt x="2294" y="14699"/>
                  </a:lnTo>
                  <a:lnTo>
                    <a:pt x="2035" y="15457"/>
                  </a:lnTo>
                  <a:lnTo>
                    <a:pt x="1795" y="16235"/>
                  </a:lnTo>
                  <a:lnTo>
                    <a:pt x="1576" y="17012"/>
                  </a:lnTo>
                  <a:lnTo>
                    <a:pt x="1337" y="17810"/>
                  </a:lnTo>
                  <a:lnTo>
                    <a:pt x="1137" y="18628"/>
                  </a:lnTo>
                  <a:lnTo>
                    <a:pt x="938" y="19465"/>
                  </a:lnTo>
                  <a:lnTo>
                    <a:pt x="778" y="20323"/>
                  </a:lnTo>
                  <a:lnTo>
                    <a:pt x="619" y="21201"/>
                  </a:lnTo>
                  <a:lnTo>
                    <a:pt x="459" y="22078"/>
                  </a:lnTo>
                  <a:lnTo>
                    <a:pt x="340" y="22956"/>
                  </a:lnTo>
                  <a:lnTo>
                    <a:pt x="220" y="23873"/>
                  </a:lnTo>
                  <a:lnTo>
                    <a:pt x="140" y="24790"/>
                  </a:lnTo>
                  <a:lnTo>
                    <a:pt x="60" y="25728"/>
                  </a:lnTo>
                  <a:lnTo>
                    <a:pt x="20" y="26665"/>
                  </a:lnTo>
                  <a:lnTo>
                    <a:pt x="0" y="27622"/>
                  </a:lnTo>
                  <a:lnTo>
                    <a:pt x="0" y="28580"/>
                  </a:lnTo>
                  <a:lnTo>
                    <a:pt x="40" y="29537"/>
                  </a:lnTo>
                  <a:lnTo>
                    <a:pt x="80" y="30514"/>
                  </a:lnTo>
                  <a:lnTo>
                    <a:pt x="160" y="31512"/>
                  </a:lnTo>
                  <a:lnTo>
                    <a:pt x="260" y="32489"/>
                  </a:lnTo>
                  <a:lnTo>
                    <a:pt x="399" y="33486"/>
                  </a:lnTo>
                  <a:lnTo>
                    <a:pt x="559" y="34483"/>
                  </a:lnTo>
                  <a:lnTo>
                    <a:pt x="738" y="35480"/>
                  </a:lnTo>
                  <a:lnTo>
                    <a:pt x="938" y="36478"/>
                  </a:lnTo>
                  <a:lnTo>
                    <a:pt x="1177" y="37475"/>
                  </a:lnTo>
                  <a:lnTo>
                    <a:pt x="1436" y="38452"/>
                  </a:lnTo>
                  <a:lnTo>
                    <a:pt x="1716" y="39409"/>
                  </a:lnTo>
                  <a:lnTo>
                    <a:pt x="2015" y="40367"/>
                  </a:lnTo>
                  <a:lnTo>
                    <a:pt x="2334" y="41304"/>
                  </a:lnTo>
                  <a:lnTo>
                    <a:pt x="2693" y="42241"/>
                  </a:lnTo>
                  <a:lnTo>
                    <a:pt x="3052" y="43139"/>
                  </a:lnTo>
                  <a:lnTo>
                    <a:pt x="3431" y="44036"/>
                  </a:lnTo>
                  <a:lnTo>
                    <a:pt x="3830" y="44914"/>
                  </a:lnTo>
                  <a:lnTo>
                    <a:pt x="4229" y="45771"/>
                  </a:lnTo>
                  <a:lnTo>
                    <a:pt x="4667" y="46609"/>
                  </a:lnTo>
                  <a:lnTo>
                    <a:pt x="5106" y="47427"/>
                  </a:lnTo>
                  <a:lnTo>
                    <a:pt x="5565" y="48224"/>
                  </a:lnTo>
                  <a:lnTo>
                    <a:pt x="6043" y="49022"/>
                  </a:lnTo>
                  <a:lnTo>
                    <a:pt x="6522" y="49780"/>
                  </a:lnTo>
                  <a:lnTo>
                    <a:pt x="7021" y="50518"/>
                  </a:lnTo>
                  <a:lnTo>
                    <a:pt x="7519" y="51236"/>
                  </a:lnTo>
                  <a:lnTo>
                    <a:pt x="8038" y="51954"/>
                  </a:lnTo>
                  <a:lnTo>
                    <a:pt x="8556" y="52632"/>
                  </a:lnTo>
                  <a:lnTo>
                    <a:pt x="9075" y="53290"/>
                  </a:lnTo>
                  <a:lnTo>
                    <a:pt x="9613" y="53928"/>
                  </a:lnTo>
                  <a:lnTo>
                    <a:pt x="10132" y="54567"/>
                  </a:lnTo>
                  <a:lnTo>
                    <a:pt x="10670" y="55165"/>
                  </a:lnTo>
                  <a:lnTo>
                    <a:pt x="11209" y="55743"/>
                  </a:lnTo>
                  <a:lnTo>
                    <a:pt x="12306" y="56840"/>
                  </a:lnTo>
                  <a:lnTo>
                    <a:pt x="12864" y="57359"/>
                  </a:lnTo>
                  <a:lnTo>
                    <a:pt x="13403" y="57857"/>
                  </a:lnTo>
                  <a:lnTo>
                    <a:pt x="13941" y="58336"/>
                  </a:lnTo>
                  <a:lnTo>
                    <a:pt x="14480" y="58795"/>
                  </a:lnTo>
                  <a:lnTo>
                    <a:pt x="15557" y="59652"/>
                  </a:lnTo>
                  <a:lnTo>
                    <a:pt x="16075" y="60071"/>
                  </a:lnTo>
                  <a:lnTo>
                    <a:pt x="16594" y="60450"/>
                  </a:lnTo>
                  <a:lnTo>
                    <a:pt x="17611" y="61168"/>
                  </a:lnTo>
                  <a:lnTo>
                    <a:pt x="18568" y="61846"/>
                  </a:lnTo>
                  <a:lnTo>
                    <a:pt x="19466" y="62484"/>
                  </a:lnTo>
                  <a:lnTo>
                    <a:pt x="20283" y="63083"/>
                  </a:lnTo>
                  <a:lnTo>
                    <a:pt x="21041" y="63661"/>
                  </a:lnTo>
                  <a:lnTo>
                    <a:pt x="21699" y="64219"/>
                  </a:lnTo>
                  <a:lnTo>
                    <a:pt x="22298" y="64738"/>
                  </a:lnTo>
                  <a:lnTo>
                    <a:pt x="22816" y="65217"/>
                  </a:lnTo>
                  <a:lnTo>
                    <a:pt x="23235" y="65675"/>
                  </a:lnTo>
                  <a:lnTo>
                    <a:pt x="23594" y="66054"/>
                  </a:lnTo>
                  <a:lnTo>
                    <a:pt x="23893" y="66393"/>
                  </a:lnTo>
                  <a:lnTo>
                    <a:pt x="24112" y="66653"/>
                  </a:lnTo>
                  <a:lnTo>
                    <a:pt x="24252" y="66852"/>
                  </a:lnTo>
                  <a:lnTo>
                    <a:pt x="24392" y="67012"/>
                  </a:lnTo>
                  <a:lnTo>
                    <a:pt x="24272" y="66852"/>
                  </a:lnTo>
                  <a:lnTo>
                    <a:pt x="24132" y="66633"/>
                  </a:lnTo>
                  <a:lnTo>
                    <a:pt x="23913" y="66373"/>
                  </a:lnTo>
                  <a:lnTo>
                    <a:pt x="23634" y="66014"/>
                  </a:lnTo>
                  <a:lnTo>
                    <a:pt x="23295" y="65615"/>
                  </a:lnTo>
                  <a:lnTo>
                    <a:pt x="22856" y="65177"/>
                  </a:lnTo>
                  <a:lnTo>
                    <a:pt x="22357" y="64678"/>
                  </a:lnTo>
                  <a:lnTo>
                    <a:pt x="21779" y="64140"/>
                  </a:lnTo>
                  <a:lnTo>
                    <a:pt x="21101" y="63581"/>
                  </a:lnTo>
                  <a:lnTo>
                    <a:pt x="20363" y="63003"/>
                  </a:lnTo>
                  <a:lnTo>
                    <a:pt x="19525" y="62385"/>
                  </a:lnTo>
                  <a:lnTo>
                    <a:pt x="18648" y="61726"/>
                  </a:lnTo>
                  <a:lnTo>
                    <a:pt x="17691" y="61048"/>
                  </a:lnTo>
                  <a:lnTo>
                    <a:pt x="16693" y="60330"/>
                  </a:lnTo>
                  <a:lnTo>
                    <a:pt x="16175" y="59931"/>
                  </a:lnTo>
                  <a:lnTo>
                    <a:pt x="15656" y="59533"/>
                  </a:lnTo>
                  <a:lnTo>
                    <a:pt x="14599" y="58675"/>
                  </a:lnTo>
                  <a:lnTo>
                    <a:pt x="14061" y="58216"/>
                  </a:lnTo>
                  <a:lnTo>
                    <a:pt x="13522" y="57738"/>
                  </a:lnTo>
                  <a:lnTo>
                    <a:pt x="12984" y="57239"/>
                  </a:lnTo>
                  <a:lnTo>
                    <a:pt x="12445" y="56721"/>
                  </a:lnTo>
                  <a:lnTo>
                    <a:pt x="11348" y="55624"/>
                  </a:lnTo>
                  <a:lnTo>
                    <a:pt x="10810" y="55025"/>
                  </a:lnTo>
                  <a:lnTo>
                    <a:pt x="10291" y="54427"/>
                  </a:lnTo>
                  <a:lnTo>
                    <a:pt x="9753" y="53809"/>
                  </a:lnTo>
                  <a:lnTo>
                    <a:pt x="9234" y="53171"/>
                  </a:lnTo>
                  <a:lnTo>
                    <a:pt x="8716" y="52512"/>
                  </a:lnTo>
                  <a:lnTo>
                    <a:pt x="8197" y="51814"/>
                  </a:lnTo>
                  <a:lnTo>
                    <a:pt x="7679" y="51116"/>
                  </a:lnTo>
                  <a:lnTo>
                    <a:pt x="7180" y="50398"/>
                  </a:lnTo>
                  <a:lnTo>
                    <a:pt x="6702" y="49660"/>
                  </a:lnTo>
                  <a:lnTo>
                    <a:pt x="6223" y="48903"/>
                  </a:lnTo>
                  <a:lnTo>
                    <a:pt x="5744" y="48125"/>
                  </a:lnTo>
                  <a:lnTo>
                    <a:pt x="5306" y="47327"/>
                  </a:lnTo>
                  <a:lnTo>
                    <a:pt x="4867" y="46509"/>
                  </a:lnTo>
                  <a:lnTo>
                    <a:pt x="4428" y="45672"/>
                  </a:lnTo>
                  <a:lnTo>
                    <a:pt x="4029" y="44814"/>
                  </a:lnTo>
                  <a:lnTo>
                    <a:pt x="3630" y="43937"/>
                  </a:lnTo>
                  <a:lnTo>
                    <a:pt x="3251" y="43059"/>
                  </a:lnTo>
                  <a:lnTo>
                    <a:pt x="2892" y="42162"/>
                  </a:lnTo>
                  <a:lnTo>
                    <a:pt x="2553" y="41224"/>
                  </a:lnTo>
                  <a:lnTo>
                    <a:pt x="2234" y="40307"/>
                  </a:lnTo>
                  <a:lnTo>
                    <a:pt x="1935" y="39349"/>
                  </a:lnTo>
                  <a:lnTo>
                    <a:pt x="1656" y="38392"/>
                  </a:lnTo>
                  <a:lnTo>
                    <a:pt x="1397" y="37415"/>
                  </a:lnTo>
                  <a:lnTo>
                    <a:pt x="1157" y="36418"/>
                  </a:lnTo>
                  <a:lnTo>
                    <a:pt x="958" y="35440"/>
                  </a:lnTo>
                  <a:lnTo>
                    <a:pt x="778" y="34443"/>
                  </a:lnTo>
                  <a:lnTo>
                    <a:pt x="619" y="33446"/>
                  </a:lnTo>
                  <a:lnTo>
                    <a:pt x="479" y="32469"/>
                  </a:lnTo>
                  <a:lnTo>
                    <a:pt x="379" y="31492"/>
                  </a:lnTo>
                  <a:lnTo>
                    <a:pt x="320" y="30514"/>
                  </a:lnTo>
                  <a:lnTo>
                    <a:pt x="260" y="29537"/>
                  </a:lnTo>
                  <a:lnTo>
                    <a:pt x="240" y="28580"/>
                  </a:lnTo>
                  <a:lnTo>
                    <a:pt x="220" y="27622"/>
                  </a:lnTo>
                  <a:lnTo>
                    <a:pt x="240" y="26665"/>
                  </a:lnTo>
                  <a:lnTo>
                    <a:pt x="280" y="25728"/>
                  </a:lnTo>
                  <a:lnTo>
                    <a:pt x="359" y="24810"/>
                  </a:lnTo>
                  <a:lnTo>
                    <a:pt x="439" y="23893"/>
                  </a:lnTo>
                  <a:lnTo>
                    <a:pt x="539" y="22995"/>
                  </a:lnTo>
                  <a:lnTo>
                    <a:pt x="659" y="22098"/>
                  </a:lnTo>
                  <a:lnTo>
                    <a:pt x="818" y="21220"/>
                  </a:lnTo>
                  <a:lnTo>
                    <a:pt x="978" y="20363"/>
                  </a:lnTo>
                  <a:lnTo>
                    <a:pt x="1137" y="19525"/>
                  </a:lnTo>
                  <a:lnTo>
                    <a:pt x="1337" y="18688"/>
                  </a:lnTo>
                  <a:lnTo>
                    <a:pt x="1536" y="17870"/>
                  </a:lnTo>
                  <a:lnTo>
                    <a:pt x="1756" y="17072"/>
                  </a:lnTo>
                  <a:lnTo>
                    <a:pt x="1975" y="16274"/>
                  </a:lnTo>
                  <a:lnTo>
                    <a:pt x="2214" y="15517"/>
                  </a:lnTo>
                  <a:lnTo>
                    <a:pt x="2474" y="14759"/>
                  </a:lnTo>
                  <a:lnTo>
                    <a:pt x="2733" y="14041"/>
                  </a:lnTo>
                  <a:lnTo>
                    <a:pt x="3012" y="13323"/>
                  </a:lnTo>
                  <a:lnTo>
                    <a:pt x="3291" y="12625"/>
                  </a:lnTo>
                  <a:lnTo>
                    <a:pt x="3570" y="11947"/>
                  </a:lnTo>
                  <a:lnTo>
                    <a:pt x="3870" y="11288"/>
                  </a:lnTo>
                  <a:lnTo>
                    <a:pt x="4149" y="10630"/>
                  </a:lnTo>
                  <a:lnTo>
                    <a:pt x="4448" y="10012"/>
                  </a:lnTo>
                  <a:lnTo>
                    <a:pt x="4767" y="9414"/>
                  </a:lnTo>
                  <a:lnTo>
                    <a:pt x="5365" y="8257"/>
                  </a:lnTo>
                  <a:lnTo>
                    <a:pt x="5984" y="7180"/>
                  </a:lnTo>
                  <a:lnTo>
                    <a:pt x="6602" y="6183"/>
                  </a:lnTo>
                  <a:lnTo>
                    <a:pt x="7200" y="5265"/>
                  </a:lnTo>
                  <a:lnTo>
                    <a:pt x="7779" y="4428"/>
                  </a:lnTo>
                  <a:lnTo>
                    <a:pt x="8337" y="3670"/>
                  </a:lnTo>
                  <a:lnTo>
                    <a:pt x="8856" y="2972"/>
                  </a:lnTo>
                  <a:lnTo>
                    <a:pt x="9354" y="2354"/>
                  </a:lnTo>
                  <a:lnTo>
                    <a:pt x="9793" y="1795"/>
                  </a:lnTo>
                  <a:lnTo>
                    <a:pt x="10192" y="1336"/>
                  </a:lnTo>
                  <a:lnTo>
                    <a:pt x="10850" y="618"/>
                  </a:lnTo>
                  <a:lnTo>
                    <a:pt x="11229" y="160"/>
                  </a:lnTo>
                  <a:lnTo>
                    <a:pt x="11368" y="0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6243807" y="2150026"/>
              <a:ext cx="1259632" cy="1248165"/>
            </a:xfrm>
            <a:custGeom>
              <a:avLst/>
              <a:gdLst/>
              <a:ahLst/>
              <a:cxnLst/>
              <a:rect l="l" t="t" r="r" b="b"/>
              <a:pathLst>
                <a:path w="61408" h="60849" extrusionOk="0">
                  <a:moveTo>
                    <a:pt x="10730" y="0"/>
                  </a:moveTo>
                  <a:lnTo>
                    <a:pt x="10690" y="2812"/>
                  </a:lnTo>
                  <a:lnTo>
                    <a:pt x="10670" y="5584"/>
                  </a:lnTo>
                  <a:lnTo>
                    <a:pt x="10650" y="8317"/>
                  </a:lnTo>
                  <a:lnTo>
                    <a:pt x="10610" y="11009"/>
                  </a:lnTo>
                  <a:lnTo>
                    <a:pt x="10551" y="13662"/>
                  </a:lnTo>
                  <a:lnTo>
                    <a:pt x="10471" y="16274"/>
                  </a:lnTo>
                  <a:lnTo>
                    <a:pt x="10411" y="17571"/>
                  </a:lnTo>
                  <a:lnTo>
                    <a:pt x="10331" y="18847"/>
                  </a:lnTo>
                  <a:lnTo>
                    <a:pt x="10251" y="20124"/>
                  </a:lnTo>
                  <a:lnTo>
                    <a:pt x="10152" y="21400"/>
                  </a:lnTo>
                  <a:lnTo>
                    <a:pt x="10032" y="22656"/>
                  </a:lnTo>
                  <a:lnTo>
                    <a:pt x="9892" y="23913"/>
                  </a:lnTo>
                  <a:lnTo>
                    <a:pt x="9753" y="25169"/>
                  </a:lnTo>
                  <a:lnTo>
                    <a:pt x="9573" y="26406"/>
                  </a:lnTo>
                  <a:lnTo>
                    <a:pt x="9374" y="27642"/>
                  </a:lnTo>
                  <a:lnTo>
                    <a:pt x="9155" y="28879"/>
                  </a:lnTo>
                  <a:lnTo>
                    <a:pt x="8915" y="30095"/>
                  </a:lnTo>
                  <a:lnTo>
                    <a:pt x="8636" y="31312"/>
                  </a:lnTo>
                  <a:lnTo>
                    <a:pt x="8357" y="32529"/>
                  </a:lnTo>
                  <a:lnTo>
                    <a:pt x="8018" y="33725"/>
                  </a:lnTo>
                  <a:lnTo>
                    <a:pt x="7679" y="34942"/>
                  </a:lnTo>
                  <a:lnTo>
                    <a:pt x="7280" y="36138"/>
                  </a:lnTo>
                  <a:lnTo>
                    <a:pt x="6861" y="37335"/>
                  </a:lnTo>
                  <a:lnTo>
                    <a:pt x="6422" y="38532"/>
                  </a:lnTo>
                  <a:lnTo>
                    <a:pt x="5924" y="39728"/>
                  </a:lnTo>
                  <a:lnTo>
                    <a:pt x="5405" y="40905"/>
                  </a:lnTo>
                  <a:lnTo>
                    <a:pt x="4827" y="42102"/>
                  </a:lnTo>
                  <a:lnTo>
                    <a:pt x="4248" y="43298"/>
                  </a:lnTo>
                  <a:lnTo>
                    <a:pt x="3032" y="45672"/>
                  </a:lnTo>
                  <a:lnTo>
                    <a:pt x="2453" y="46868"/>
                  </a:lnTo>
                  <a:lnTo>
                    <a:pt x="1895" y="48065"/>
                  </a:lnTo>
                  <a:lnTo>
                    <a:pt x="1636" y="48663"/>
                  </a:lnTo>
                  <a:lnTo>
                    <a:pt x="1396" y="49281"/>
                  </a:lnTo>
                  <a:lnTo>
                    <a:pt x="1157" y="49900"/>
                  </a:lnTo>
                  <a:lnTo>
                    <a:pt x="938" y="50538"/>
                  </a:lnTo>
                  <a:lnTo>
                    <a:pt x="738" y="51156"/>
                  </a:lnTo>
                  <a:lnTo>
                    <a:pt x="559" y="51814"/>
                  </a:lnTo>
                  <a:lnTo>
                    <a:pt x="399" y="52453"/>
                  </a:lnTo>
                  <a:lnTo>
                    <a:pt x="260" y="53111"/>
                  </a:lnTo>
                  <a:lnTo>
                    <a:pt x="160" y="53789"/>
                  </a:lnTo>
                  <a:lnTo>
                    <a:pt x="80" y="54447"/>
                  </a:lnTo>
                  <a:lnTo>
                    <a:pt x="20" y="55105"/>
                  </a:lnTo>
                  <a:lnTo>
                    <a:pt x="0" y="55783"/>
                  </a:lnTo>
                  <a:lnTo>
                    <a:pt x="20" y="56441"/>
                  </a:lnTo>
                  <a:lnTo>
                    <a:pt x="60" y="57099"/>
                  </a:lnTo>
                  <a:lnTo>
                    <a:pt x="140" y="57738"/>
                  </a:lnTo>
                  <a:lnTo>
                    <a:pt x="260" y="58396"/>
                  </a:lnTo>
                  <a:lnTo>
                    <a:pt x="419" y="59034"/>
                  </a:lnTo>
                  <a:lnTo>
                    <a:pt x="619" y="59652"/>
                  </a:lnTo>
                  <a:lnTo>
                    <a:pt x="858" y="60251"/>
                  </a:lnTo>
                  <a:lnTo>
                    <a:pt x="1157" y="60849"/>
                  </a:lnTo>
                  <a:lnTo>
                    <a:pt x="11209" y="58555"/>
                  </a:lnTo>
                  <a:lnTo>
                    <a:pt x="11308" y="55484"/>
                  </a:lnTo>
                  <a:lnTo>
                    <a:pt x="11348" y="55723"/>
                  </a:lnTo>
                  <a:lnTo>
                    <a:pt x="11428" y="55963"/>
                  </a:lnTo>
                  <a:lnTo>
                    <a:pt x="11508" y="56202"/>
                  </a:lnTo>
                  <a:lnTo>
                    <a:pt x="11608" y="56441"/>
                  </a:lnTo>
                  <a:lnTo>
                    <a:pt x="11727" y="56681"/>
                  </a:lnTo>
                  <a:lnTo>
                    <a:pt x="11867" y="56900"/>
                  </a:lnTo>
                  <a:lnTo>
                    <a:pt x="12006" y="57119"/>
                  </a:lnTo>
                  <a:lnTo>
                    <a:pt x="12166" y="57339"/>
                  </a:lnTo>
                  <a:lnTo>
                    <a:pt x="12346" y="57538"/>
                  </a:lnTo>
                  <a:lnTo>
                    <a:pt x="12525" y="57718"/>
                  </a:lnTo>
                  <a:lnTo>
                    <a:pt x="12724" y="57897"/>
                  </a:lnTo>
                  <a:lnTo>
                    <a:pt x="12944" y="58077"/>
                  </a:lnTo>
                  <a:lnTo>
                    <a:pt x="13143" y="58236"/>
                  </a:lnTo>
                  <a:lnTo>
                    <a:pt x="13363" y="58376"/>
                  </a:lnTo>
                  <a:lnTo>
                    <a:pt x="13602" y="58515"/>
                  </a:lnTo>
                  <a:lnTo>
                    <a:pt x="13841" y="58635"/>
                  </a:lnTo>
                  <a:lnTo>
                    <a:pt x="14140" y="58775"/>
                  </a:lnTo>
                  <a:lnTo>
                    <a:pt x="14460" y="58894"/>
                  </a:lnTo>
                  <a:lnTo>
                    <a:pt x="14779" y="58994"/>
                  </a:lnTo>
                  <a:lnTo>
                    <a:pt x="15098" y="59094"/>
                  </a:lnTo>
                  <a:lnTo>
                    <a:pt x="15437" y="59154"/>
                  </a:lnTo>
                  <a:lnTo>
                    <a:pt x="15756" y="59213"/>
                  </a:lnTo>
                  <a:lnTo>
                    <a:pt x="16434" y="59313"/>
                  </a:lnTo>
                  <a:lnTo>
                    <a:pt x="17112" y="59353"/>
                  </a:lnTo>
                  <a:lnTo>
                    <a:pt x="17790" y="59373"/>
                  </a:lnTo>
                  <a:lnTo>
                    <a:pt x="18468" y="59373"/>
                  </a:lnTo>
                  <a:lnTo>
                    <a:pt x="19146" y="59353"/>
                  </a:lnTo>
                  <a:lnTo>
                    <a:pt x="21101" y="59273"/>
                  </a:lnTo>
                  <a:lnTo>
                    <a:pt x="23075" y="59174"/>
                  </a:lnTo>
                  <a:lnTo>
                    <a:pt x="25030" y="59054"/>
                  </a:lnTo>
                  <a:lnTo>
                    <a:pt x="26984" y="58894"/>
                  </a:lnTo>
                  <a:lnTo>
                    <a:pt x="28939" y="58715"/>
                  </a:lnTo>
                  <a:lnTo>
                    <a:pt x="30873" y="58515"/>
                  </a:lnTo>
                  <a:lnTo>
                    <a:pt x="32828" y="58296"/>
                  </a:lnTo>
                  <a:lnTo>
                    <a:pt x="34782" y="58037"/>
                  </a:lnTo>
                  <a:lnTo>
                    <a:pt x="36717" y="57758"/>
                  </a:lnTo>
                  <a:lnTo>
                    <a:pt x="38651" y="57458"/>
                  </a:lnTo>
                  <a:lnTo>
                    <a:pt x="40586" y="57139"/>
                  </a:lnTo>
                  <a:lnTo>
                    <a:pt x="42520" y="56780"/>
                  </a:lnTo>
                  <a:lnTo>
                    <a:pt x="44435" y="56401"/>
                  </a:lnTo>
                  <a:lnTo>
                    <a:pt x="46350" y="56003"/>
                  </a:lnTo>
                  <a:lnTo>
                    <a:pt x="48264" y="55584"/>
                  </a:lnTo>
                  <a:lnTo>
                    <a:pt x="50179" y="55125"/>
                  </a:lnTo>
                  <a:lnTo>
                    <a:pt x="50478" y="55085"/>
                  </a:lnTo>
                  <a:lnTo>
                    <a:pt x="50897" y="55065"/>
                  </a:lnTo>
                  <a:lnTo>
                    <a:pt x="51375" y="55065"/>
                  </a:lnTo>
                  <a:lnTo>
                    <a:pt x="51934" y="55085"/>
                  </a:lnTo>
                  <a:lnTo>
                    <a:pt x="53190" y="55165"/>
                  </a:lnTo>
                  <a:lnTo>
                    <a:pt x="54507" y="55285"/>
                  </a:lnTo>
                  <a:lnTo>
                    <a:pt x="55743" y="55424"/>
                  </a:lnTo>
                  <a:lnTo>
                    <a:pt x="56800" y="55564"/>
                  </a:lnTo>
                  <a:lnTo>
                    <a:pt x="57797" y="55703"/>
                  </a:lnTo>
                  <a:lnTo>
                    <a:pt x="58216" y="54228"/>
                  </a:lnTo>
                  <a:lnTo>
                    <a:pt x="58595" y="52732"/>
                  </a:lnTo>
                  <a:lnTo>
                    <a:pt x="58934" y="51196"/>
                  </a:lnTo>
                  <a:lnTo>
                    <a:pt x="59273" y="49620"/>
                  </a:lnTo>
                  <a:lnTo>
                    <a:pt x="59572" y="48025"/>
                  </a:lnTo>
                  <a:lnTo>
                    <a:pt x="59852" y="46390"/>
                  </a:lnTo>
                  <a:lnTo>
                    <a:pt x="60111" y="44734"/>
                  </a:lnTo>
                  <a:lnTo>
                    <a:pt x="60330" y="43059"/>
                  </a:lnTo>
                  <a:lnTo>
                    <a:pt x="60550" y="41344"/>
                  </a:lnTo>
                  <a:lnTo>
                    <a:pt x="60729" y="39629"/>
                  </a:lnTo>
                  <a:lnTo>
                    <a:pt x="60889" y="37893"/>
                  </a:lnTo>
                  <a:lnTo>
                    <a:pt x="61028" y="36138"/>
                  </a:lnTo>
                  <a:lnTo>
                    <a:pt x="61148" y="34383"/>
                  </a:lnTo>
                  <a:lnTo>
                    <a:pt x="61248" y="32608"/>
                  </a:lnTo>
                  <a:lnTo>
                    <a:pt x="61307" y="30833"/>
                  </a:lnTo>
                  <a:lnTo>
                    <a:pt x="61367" y="29058"/>
                  </a:lnTo>
                  <a:lnTo>
                    <a:pt x="61387" y="27283"/>
                  </a:lnTo>
                  <a:lnTo>
                    <a:pt x="61407" y="25488"/>
                  </a:lnTo>
                  <a:lnTo>
                    <a:pt x="61387" y="23713"/>
                  </a:lnTo>
                  <a:lnTo>
                    <a:pt x="61367" y="21958"/>
                  </a:lnTo>
                  <a:lnTo>
                    <a:pt x="61327" y="20183"/>
                  </a:lnTo>
                  <a:lnTo>
                    <a:pt x="61248" y="18448"/>
                  </a:lnTo>
                  <a:lnTo>
                    <a:pt x="61168" y="16713"/>
                  </a:lnTo>
                  <a:lnTo>
                    <a:pt x="61068" y="14978"/>
                  </a:lnTo>
                  <a:lnTo>
                    <a:pt x="60929" y="13283"/>
                  </a:lnTo>
                  <a:lnTo>
                    <a:pt x="60789" y="11608"/>
                  </a:lnTo>
                  <a:lnTo>
                    <a:pt x="60649" y="9952"/>
                  </a:lnTo>
                  <a:lnTo>
                    <a:pt x="60470" y="8317"/>
                  </a:lnTo>
                  <a:lnTo>
                    <a:pt x="60270" y="6721"/>
                  </a:lnTo>
                  <a:lnTo>
                    <a:pt x="60071" y="5146"/>
                  </a:lnTo>
                  <a:lnTo>
                    <a:pt x="59852" y="3610"/>
                  </a:lnTo>
                  <a:lnTo>
                    <a:pt x="59612" y="2094"/>
                  </a:lnTo>
                  <a:lnTo>
                    <a:pt x="10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6458961" y="1626847"/>
              <a:ext cx="1035861" cy="1148762"/>
            </a:xfrm>
            <a:custGeom>
              <a:avLst/>
              <a:gdLst/>
              <a:ahLst/>
              <a:cxnLst/>
              <a:rect l="l" t="t" r="r" b="b"/>
              <a:pathLst>
                <a:path w="50499" h="56003" extrusionOk="0">
                  <a:moveTo>
                    <a:pt x="22438" y="0"/>
                  </a:moveTo>
                  <a:lnTo>
                    <a:pt x="21161" y="40"/>
                  </a:lnTo>
                  <a:lnTo>
                    <a:pt x="19885" y="120"/>
                  </a:lnTo>
                  <a:lnTo>
                    <a:pt x="19247" y="179"/>
                  </a:lnTo>
                  <a:lnTo>
                    <a:pt x="18588" y="279"/>
                  </a:lnTo>
                  <a:lnTo>
                    <a:pt x="17950" y="399"/>
                  </a:lnTo>
                  <a:lnTo>
                    <a:pt x="17292" y="558"/>
                  </a:lnTo>
                  <a:lnTo>
                    <a:pt x="16634" y="738"/>
                  </a:lnTo>
                  <a:lnTo>
                    <a:pt x="15976" y="937"/>
                  </a:lnTo>
                  <a:lnTo>
                    <a:pt x="15318" y="1157"/>
                  </a:lnTo>
                  <a:lnTo>
                    <a:pt x="14659" y="1416"/>
                  </a:lnTo>
                  <a:lnTo>
                    <a:pt x="14001" y="1675"/>
                  </a:lnTo>
                  <a:lnTo>
                    <a:pt x="13363" y="1954"/>
                  </a:lnTo>
                  <a:lnTo>
                    <a:pt x="12745" y="2234"/>
                  </a:lnTo>
                  <a:lnTo>
                    <a:pt x="12127" y="2553"/>
                  </a:lnTo>
                  <a:lnTo>
                    <a:pt x="11508" y="2852"/>
                  </a:lnTo>
                  <a:lnTo>
                    <a:pt x="10930" y="3171"/>
                  </a:lnTo>
                  <a:lnTo>
                    <a:pt x="10352" y="3510"/>
                  </a:lnTo>
                  <a:lnTo>
                    <a:pt x="9793" y="3829"/>
                  </a:lnTo>
                  <a:lnTo>
                    <a:pt x="9434" y="4069"/>
                  </a:lnTo>
                  <a:lnTo>
                    <a:pt x="9075" y="4328"/>
                  </a:lnTo>
                  <a:lnTo>
                    <a:pt x="8736" y="4587"/>
                  </a:lnTo>
                  <a:lnTo>
                    <a:pt x="8417" y="4846"/>
                  </a:lnTo>
                  <a:lnTo>
                    <a:pt x="8098" y="5126"/>
                  </a:lnTo>
                  <a:lnTo>
                    <a:pt x="7799" y="5425"/>
                  </a:lnTo>
                  <a:lnTo>
                    <a:pt x="7500" y="5724"/>
                  </a:lnTo>
                  <a:lnTo>
                    <a:pt x="7220" y="6043"/>
                  </a:lnTo>
                  <a:lnTo>
                    <a:pt x="6961" y="6362"/>
                  </a:lnTo>
                  <a:lnTo>
                    <a:pt x="6682" y="6701"/>
                  </a:lnTo>
                  <a:lnTo>
                    <a:pt x="6443" y="7040"/>
                  </a:lnTo>
                  <a:lnTo>
                    <a:pt x="6203" y="7399"/>
                  </a:lnTo>
                  <a:lnTo>
                    <a:pt x="5725" y="8117"/>
                  </a:lnTo>
                  <a:lnTo>
                    <a:pt x="5306" y="8855"/>
                  </a:lnTo>
                  <a:lnTo>
                    <a:pt x="4887" y="9633"/>
                  </a:lnTo>
                  <a:lnTo>
                    <a:pt x="4508" y="10411"/>
                  </a:lnTo>
                  <a:lnTo>
                    <a:pt x="4149" y="11208"/>
                  </a:lnTo>
                  <a:lnTo>
                    <a:pt x="3790" y="12026"/>
                  </a:lnTo>
                  <a:lnTo>
                    <a:pt x="3112" y="13662"/>
                  </a:lnTo>
                  <a:lnTo>
                    <a:pt x="2434" y="15277"/>
                  </a:lnTo>
                  <a:lnTo>
                    <a:pt x="2095" y="16095"/>
                  </a:lnTo>
                  <a:lnTo>
                    <a:pt x="1796" y="16912"/>
                  </a:lnTo>
                  <a:lnTo>
                    <a:pt x="1516" y="17770"/>
                  </a:lnTo>
                  <a:lnTo>
                    <a:pt x="1257" y="18608"/>
                  </a:lnTo>
                  <a:lnTo>
                    <a:pt x="1038" y="19485"/>
                  </a:lnTo>
                  <a:lnTo>
                    <a:pt x="838" y="20343"/>
                  </a:lnTo>
                  <a:lnTo>
                    <a:pt x="659" y="21220"/>
                  </a:lnTo>
                  <a:lnTo>
                    <a:pt x="499" y="22098"/>
                  </a:lnTo>
                  <a:lnTo>
                    <a:pt x="360" y="22975"/>
                  </a:lnTo>
                  <a:lnTo>
                    <a:pt x="260" y="23833"/>
                  </a:lnTo>
                  <a:lnTo>
                    <a:pt x="160" y="24710"/>
                  </a:lnTo>
                  <a:lnTo>
                    <a:pt x="100" y="25568"/>
                  </a:lnTo>
                  <a:lnTo>
                    <a:pt x="41" y="26426"/>
                  </a:lnTo>
                  <a:lnTo>
                    <a:pt x="21" y="27283"/>
                  </a:lnTo>
                  <a:lnTo>
                    <a:pt x="1" y="28101"/>
                  </a:lnTo>
                  <a:lnTo>
                    <a:pt x="21" y="28919"/>
                  </a:lnTo>
                  <a:lnTo>
                    <a:pt x="41" y="29736"/>
                  </a:lnTo>
                  <a:lnTo>
                    <a:pt x="100" y="30514"/>
                  </a:lnTo>
                  <a:lnTo>
                    <a:pt x="160" y="31272"/>
                  </a:lnTo>
                  <a:lnTo>
                    <a:pt x="240" y="32030"/>
                  </a:lnTo>
                  <a:lnTo>
                    <a:pt x="340" y="32748"/>
                  </a:lnTo>
                  <a:lnTo>
                    <a:pt x="459" y="33426"/>
                  </a:lnTo>
                  <a:lnTo>
                    <a:pt x="599" y="34104"/>
                  </a:lnTo>
                  <a:lnTo>
                    <a:pt x="739" y="34722"/>
                  </a:lnTo>
                  <a:lnTo>
                    <a:pt x="898" y="35340"/>
                  </a:lnTo>
                  <a:lnTo>
                    <a:pt x="1078" y="35899"/>
                  </a:lnTo>
                  <a:lnTo>
                    <a:pt x="1257" y="36437"/>
                  </a:lnTo>
                  <a:lnTo>
                    <a:pt x="1477" y="36916"/>
                  </a:lnTo>
                  <a:lnTo>
                    <a:pt x="1696" y="37375"/>
                  </a:lnTo>
                  <a:lnTo>
                    <a:pt x="1915" y="37774"/>
                  </a:lnTo>
                  <a:lnTo>
                    <a:pt x="2155" y="38133"/>
                  </a:lnTo>
                  <a:lnTo>
                    <a:pt x="2414" y="38452"/>
                  </a:lnTo>
                  <a:lnTo>
                    <a:pt x="38452" y="56002"/>
                  </a:lnTo>
                  <a:lnTo>
                    <a:pt x="40666" y="54786"/>
                  </a:lnTo>
                  <a:lnTo>
                    <a:pt x="41703" y="54207"/>
                  </a:lnTo>
                  <a:lnTo>
                    <a:pt x="42680" y="53629"/>
                  </a:lnTo>
                  <a:lnTo>
                    <a:pt x="43618" y="53071"/>
                  </a:lnTo>
                  <a:lnTo>
                    <a:pt x="44495" y="52492"/>
                  </a:lnTo>
                  <a:lnTo>
                    <a:pt x="44914" y="52213"/>
                  </a:lnTo>
                  <a:lnTo>
                    <a:pt x="45333" y="51914"/>
                  </a:lnTo>
                  <a:lnTo>
                    <a:pt x="45712" y="51595"/>
                  </a:lnTo>
                  <a:lnTo>
                    <a:pt x="46091" y="51276"/>
                  </a:lnTo>
                  <a:lnTo>
                    <a:pt x="46470" y="50957"/>
                  </a:lnTo>
                  <a:lnTo>
                    <a:pt x="46809" y="50617"/>
                  </a:lnTo>
                  <a:lnTo>
                    <a:pt x="47148" y="50258"/>
                  </a:lnTo>
                  <a:lnTo>
                    <a:pt x="47467" y="49900"/>
                  </a:lnTo>
                  <a:lnTo>
                    <a:pt x="47786" y="49521"/>
                  </a:lnTo>
                  <a:lnTo>
                    <a:pt x="48085" y="49122"/>
                  </a:lnTo>
                  <a:lnTo>
                    <a:pt x="48364" y="48703"/>
                  </a:lnTo>
                  <a:lnTo>
                    <a:pt x="48624" y="48284"/>
                  </a:lnTo>
                  <a:lnTo>
                    <a:pt x="48883" y="47825"/>
                  </a:lnTo>
                  <a:lnTo>
                    <a:pt x="49102" y="47347"/>
                  </a:lnTo>
                  <a:lnTo>
                    <a:pt x="49322" y="46848"/>
                  </a:lnTo>
                  <a:lnTo>
                    <a:pt x="49541" y="46330"/>
                  </a:lnTo>
                  <a:lnTo>
                    <a:pt x="49721" y="45771"/>
                  </a:lnTo>
                  <a:lnTo>
                    <a:pt x="49900" y="45193"/>
                  </a:lnTo>
                  <a:lnTo>
                    <a:pt x="50060" y="44594"/>
                  </a:lnTo>
                  <a:lnTo>
                    <a:pt x="50199" y="43956"/>
                  </a:lnTo>
                  <a:lnTo>
                    <a:pt x="50279" y="43498"/>
                  </a:lnTo>
                  <a:lnTo>
                    <a:pt x="50359" y="43019"/>
                  </a:lnTo>
                  <a:lnTo>
                    <a:pt x="50399" y="42500"/>
                  </a:lnTo>
                  <a:lnTo>
                    <a:pt x="50439" y="41962"/>
                  </a:lnTo>
                  <a:lnTo>
                    <a:pt x="50478" y="41403"/>
                  </a:lnTo>
                  <a:lnTo>
                    <a:pt x="50498" y="40825"/>
                  </a:lnTo>
                  <a:lnTo>
                    <a:pt x="50498" y="39608"/>
                  </a:lnTo>
                  <a:lnTo>
                    <a:pt x="50439" y="38332"/>
                  </a:lnTo>
                  <a:lnTo>
                    <a:pt x="50359" y="37016"/>
                  </a:lnTo>
                  <a:lnTo>
                    <a:pt x="50239" y="35660"/>
                  </a:lnTo>
                  <a:lnTo>
                    <a:pt x="50100" y="34303"/>
                  </a:lnTo>
                  <a:lnTo>
                    <a:pt x="49920" y="32947"/>
                  </a:lnTo>
                  <a:lnTo>
                    <a:pt x="49741" y="31591"/>
                  </a:lnTo>
                  <a:lnTo>
                    <a:pt x="49521" y="30275"/>
                  </a:lnTo>
                  <a:lnTo>
                    <a:pt x="49302" y="28998"/>
                  </a:lnTo>
                  <a:lnTo>
                    <a:pt x="49082" y="27782"/>
                  </a:lnTo>
                  <a:lnTo>
                    <a:pt x="48863" y="26645"/>
                  </a:lnTo>
                  <a:lnTo>
                    <a:pt x="48644" y="25608"/>
                  </a:lnTo>
                  <a:lnTo>
                    <a:pt x="48424" y="24671"/>
                  </a:lnTo>
                  <a:lnTo>
                    <a:pt x="47746" y="21839"/>
                  </a:lnTo>
                  <a:lnTo>
                    <a:pt x="47407" y="20423"/>
                  </a:lnTo>
                  <a:lnTo>
                    <a:pt x="47028" y="19006"/>
                  </a:lnTo>
                  <a:lnTo>
                    <a:pt x="46629" y="17610"/>
                  </a:lnTo>
                  <a:lnTo>
                    <a:pt x="46191" y="16234"/>
                  </a:lnTo>
                  <a:lnTo>
                    <a:pt x="45951" y="15556"/>
                  </a:lnTo>
                  <a:lnTo>
                    <a:pt x="45712" y="14878"/>
                  </a:lnTo>
                  <a:lnTo>
                    <a:pt x="45453" y="14220"/>
                  </a:lnTo>
                  <a:lnTo>
                    <a:pt x="45193" y="13562"/>
                  </a:lnTo>
                  <a:lnTo>
                    <a:pt x="44914" y="12924"/>
                  </a:lnTo>
                  <a:lnTo>
                    <a:pt x="44615" y="12285"/>
                  </a:lnTo>
                  <a:lnTo>
                    <a:pt x="44296" y="11647"/>
                  </a:lnTo>
                  <a:lnTo>
                    <a:pt x="43977" y="11029"/>
                  </a:lnTo>
                  <a:lnTo>
                    <a:pt x="43638" y="10431"/>
                  </a:lnTo>
                  <a:lnTo>
                    <a:pt x="43279" y="9832"/>
                  </a:lnTo>
                  <a:lnTo>
                    <a:pt x="42900" y="9254"/>
                  </a:lnTo>
                  <a:lnTo>
                    <a:pt x="42501" y="8676"/>
                  </a:lnTo>
                  <a:lnTo>
                    <a:pt x="42102" y="8117"/>
                  </a:lnTo>
                  <a:lnTo>
                    <a:pt x="41663" y="7579"/>
                  </a:lnTo>
                  <a:lnTo>
                    <a:pt x="41205" y="7060"/>
                  </a:lnTo>
                  <a:lnTo>
                    <a:pt x="40726" y="6542"/>
                  </a:lnTo>
                  <a:lnTo>
                    <a:pt x="40227" y="6043"/>
                  </a:lnTo>
                  <a:lnTo>
                    <a:pt x="39709" y="5584"/>
                  </a:lnTo>
                  <a:lnTo>
                    <a:pt x="39150" y="5126"/>
                  </a:lnTo>
                  <a:lnTo>
                    <a:pt x="38572" y="4687"/>
                  </a:lnTo>
                  <a:lnTo>
                    <a:pt x="38053" y="4308"/>
                  </a:lnTo>
                  <a:lnTo>
                    <a:pt x="37535" y="3949"/>
                  </a:lnTo>
                  <a:lnTo>
                    <a:pt x="36996" y="3610"/>
                  </a:lnTo>
                  <a:lnTo>
                    <a:pt x="36458" y="3291"/>
                  </a:lnTo>
                  <a:lnTo>
                    <a:pt x="35919" y="2992"/>
                  </a:lnTo>
                  <a:lnTo>
                    <a:pt x="35381" y="2692"/>
                  </a:lnTo>
                  <a:lnTo>
                    <a:pt x="34823" y="2433"/>
                  </a:lnTo>
                  <a:lnTo>
                    <a:pt x="34284" y="2174"/>
                  </a:lnTo>
                  <a:lnTo>
                    <a:pt x="33726" y="1935"/>
                  </a:lnTo>
                  <a:lnTo>
                    <a:pt x="33167" y="1715"/>
                  </a:lnTo>
                  <a:lnTo>
                    <a:pt x="32609" y="1496"/>
                  </a:lnTo>
                  <a:lnTo>
                    <a:pt x="32030" y="1296"/>
                  </a:lnTo>
                  <a:lnTo>
                    <a:pt x="31452" y="1137"/>
                  </a:lnTo>
                  <a:lnTo>
                    <a:pt x="30894" y="957"/>
                  </a:lnTo>
                  <a:lnTo>
                    <a:pt x="30315" y="818"/>
                  </a:lnTo>
                  <a:lnTo>
                    <a:pt x="29717" y="678"/>
                  </a:lnTo>
                  <a:lnTo>
                    <a:pt x="29139" y="558"/>
                  </a:lnTo>
                  <a:lnTo>
                    <a:pt x="28540" y="439"/>
                  </a:lnTo>
                  <a:lnTo>
                    <a:pt x="27962" y="339"/>
                  </a:lnTo>
                  <a:lnTo>
                    <a:pt x="27364" y="259"/>
                  </a:lnTo>
                  <a:lnTo>
                    <a:pt x="26765" y="179"/>
                  </a:lnTo>
                  <a:lnTo>
                    <a:pt x="26147" y="120"/>
                  </a:lnTo>
                  <a:lnTo>
                    <a:pt x="24930" y="40"/>
                  </a:lnTo>
                  <a:lnTo>
                    <a:pt x="23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6507652" y="1745869"/>
              <a:ext cx="809198" cy="1329189"/>
            </a:xfrm>
            <a:custGeom>
              <a:avLst/>
              <a:gdLst/>
              <a:ahLst/>
              <a:cxnLst/>
              <a:rect l="l" t="t" r="r" b="b"/>
              <a:pathLst>
                <a:path w="39449" h="64799" extrusionOk="0">
                  <a:moveTo>
                    <a:pt x="11827" y="1"/>
                  </a:moveTo>
                  <a:lnTo>
                    <a:pt x="11508" y="21"/>
                  </a:lnTo>
                  <a:lnTo>
                    <a:pt x="11189" y="60"/>
                  </a:lnTo>
                  <a:lnTo>
                    <a:pt x="10869" y="120"/>
                  </a:lnTo>
                  <a:lnTo>
                    <a:pt x="10570" y="180"/>
                  </a:lnTo>
                  <a:lnTo>
                    <a:pt x="10251" y="240"/>
                  </a:lnTo>
                  <a:lnTo>
                    <a:pt x="9952" y="340"/>
                  </a:lnTo>
                  <a:lnTo>
                    <a:pt x="9653" y="419"/>
                  </a:lnTo>
                  <a:lnTo>
                    <a:pt x="9354" y="539"/>
                  </a:lnTo>
                  <a:lnTo>
                    <a:pt x="8775" y="778"/>
                  </a:lnTo>
                  <a:lnTo>
                    <a:pt x="8217" y="1078"/>
                  </a:lnTo>
                  <a:lnTo>
                    <a:pt x="7678" y="1397"/>
                  </a:lnTo>
                  <a:lnTo>
                    <a:pt x="7140" y="1776"/>
                  </a:lnTo>
                  <a:lnTo>
                    <a:pt x="6621" y="2175"/>
                  </a:lnTo>
                  <a:lnTo>
                    <a:pt x="6143" y="2613"/>
                  </a:lnTo>
                  <a:lnTo>
                    <a:pt x="5664" y="3092"/>
                  </a:lnTo>
                  <a:lnTo>
                    <a:pt x="5205" y="3591"/>
                  </a:lnTo>
                  <a:lnTo>
                    <a:pt x="4767" y="4109"/>
                  </a:lnTo>
                  <a:lnTo>
                    <a:pt x="4348" y="4668"/>
                  </a:lnTo>
                  <a:lnTo>
                    <a:pt x="3949" y="5246"/>
                  </a:lnTo>
                  <a:lnTo>
                    <a:pt x="3570" y="5844"/>
                  </a:lnTo>
                  <a:lnTo>
                    <a:pt x="3211" y="6462"/>
                  </a:lnTo>
                  <a:lnTo>
                    <a:pt x="2872" y="7101"/>
                  </a:lnTo>
                  <a:lnTo>
                    <a:pt x="2553" y="7759"/>
                  </a:lnTo>
                  <a:lnTo>
                    <a:pt x="2254" y="8417"/>
                  </a:lnTo>
                  <a:lnTo>
                    <a:pt x="1994" y="9095"/>
                  </a:lnTo>
                  <a:lnTo>
                    <a:pt x="1735" y="9773"/>
                  </a:lnTo>
                  <a:lnTo>
                    <a:pt x="1516" y="10471"/>
                  </a:lnTo>
                  <a:lnTo>
                    <a:pt x="1296" y="11169"/>
                  </a:lnTo>
                  <a:lnTo>
                    <a:pt x="1117" y="11867"/>
                  </a:lnTo>
                  <a:lnTo>
                    <a:pt x="957" y="12565"/>
                  </a:lnTo>
                  <a:lnTo>
                    <a:pt x="818" y="13263"/>
                  </a:lnTo>
                  <a:lnTo>
                    <a:pt x="718" y="13961"/>
                  </a:lnTo>
                  <a:lnTo>
                    <a:pt x="638" y="14659"/>
                  </a:lnTo>
                  <a:lnTo>
                    <a:pt x="578" y="15337"/>
                  </a:lnTo>
                  <a:lnTo>
                    <a:pt x="379" y="18429"/>
                  </a:lnTo>
                  <a:lnTo>
                    <a:pt x="200" y="21620"/>
                  </a:lnTo>
                  <a:lnTo>
                    <a:pt x="140" y="23235"/>
                  </a:lnTo>
                  <a:lnTo>
                    <a:pt x="80" y="24851"/>
                  </a:lnTo>
                  <a:lnTo>
                    <a:pt x="40" y="26466"/>
                  </a:lnTo>
                  <a:lnTo>
                    <a:pt x="0" y="28062"/>
                  </a:lnTo>
                  <a:lnTo>
                    <a:pt x="0" y="29617"/>
                  </a:lnTo>
                  <a:lnTo>
                    <a:pt x="0" y="31173"/>
                  </a:lnTo>
                  <a:lnTo>
                    <a:pt x="40" y="32669"/>
                  </a:lnTo>
                  <a:lnTo>
                    <a:pt x="100" y="34105"/>
                  </a:lnTo>
                  <a:lnTo>
                    <a:pt x="160" y="35501"/>
                  </a:lnTo>
                  <a:lnTo>
                    <a:pt x="259" y="36817"/>
                  </a:lnTo>
                  <a:lnTo>
                    <a:pt x="399" y="38073"/>
                  </a:lnTo>
                  <a:lnTo>
                    <a:pt x="559" y="39250"/>
                  </a:lnTo>
                  <a:lnTo>
                    <a:pt x="638" y="39809"/>
                  </a:lnTo>
                  <a:lnTo>
                    <a:pt x="738" y="40347"/>
                  </a:lnTo>
                  <a:lnTo>
                    <a:pt x="858" y="40886"/>
                  </a:lnTo>
                  <a:lnTo>
                    <a:pt x="977" y="41404"/>
                  </a:lnTo>
                  <a:lnTo>
                    <a:pt x="1117" y="41903"/>
                  </a:lnTo>
                  <a:lnTo>
                    <a:pt x="1257" y="42381"/>
                  </a:lnTo>
                  <a:lnTo>
                    <a:pt x="1396" y="42860"/>
                  </a:lnTo>
                  <a:lnTo>
                    <a:pt x="1556" y="43319"/>
                  </a:lnTo>
                  <a:lnTo>
                    <a:pt x="1895" y="44176"/>
                  </a:lnTo>
                  <a:lnTo>
                    <a:pt x="2254" y="45014"/>
                  </a:lnTo>
                  <a:lnTo>
                    <a:pt x="2653" y="45772"/>
                  </a:lnTo>
                  <a:lnTo>
                    <a:pt x="3051" y="46490"/>
                  </a:lnTo>
                  <a:lnTo>
                    <a:pt x="3490" y="47168"/>
                  </a:lnTo>
                  <a:lnTo>
                    <a:pt x="3929" y="47786"/>
                  </a:lnTo>
                  <a:lnTo>
                    <a:pt x="4388" y="48364"/>
                  </a:lnTo>
                  <a:lnTo>
                    <a:pt x="4866" y="48903"/>
                  </a:lnTo>
                  <a:lnTo>
                    <a:pt x="5345" y="49382"/>
                  </a:lnTo>
                  <a:lnTo>
                    <a:pt x="5824" y="49840"/>
                  </a:lnTo>
                  <a:lnTo>
                    <a:pt x="6302" y="50259"/>
                  </a:lnTo>
                  <a:lnTo>
                    <a:pt x="6781" y="50638"/>
                  </a:lnTo>
                  <a:lnTo>
                    <a:pt x="7260" y="50977"/>
                  </a:lnTo>
                  <a:lnTo>
                    <a:pt x="7718" y="51276"/>
                  </a:lnTo>
                  <a:lnTo>
                    <a:pt x="8177" y="51556"/>
                  </a:lnTo>
                  <a:lnTo>
                    <a:pt x="8616" y="51795"/>
                  </a:lnTo>
                  <a:lnTo>
                    <a:pt x="9035" y="52014"/>
                  </a:lnTo>
                  <a:lnTo>
                    <a:pt x="9433" y="52214"/>
                  </a:lnTo>
                  <a:lnTo>
                    <a:pt x="9812" y="52373"/>
                  </a:lnTo>
                  <a:lnTo>
                    <a:pt x="10171" y="52513"/>
                  </a:lnTo>
                  <a:lnTo>
                    <a:pt x="10770" y="52712"/>
                  </a:lnTo>
                  <a:lnTo>
                    <a:pt x="11228" y="52852"/>
                  </a:lnTo>
                  <a:lnTo>
                    <a:pt x="11528" y="52932"/>
                  </a:lnTo>
                  <a:lnTo>
                    <a:pt x="11647" y="52952"/>
                  </a:lnTo>
                  <a:lnTo>
                    <a:pt x="11667" y="53470"/>
                  </a:lnTo>
                  <a:lnTo>
                    <a:pt x="11707" y="56721"/>
                  </a:lnTo>
                  <a:lnTo>
                    <a:pt x="11647" y="64798"/>
                  </a:lnTo>
                  <a:lnTo>
                    <a:pt x="35121" y="60929"/>
                  </a:lnTo>
                  <a:lnTo>
                    <a:pt x="39449" y="10232"/>
                  </a:lnTo>
                  <a:lnTo>
                    <a:pt x="39429" y="9833"/>
                  </a:lnTo>
                  <a:lnTo>
                    <a:pt x="39389" y="9434"/>
                  </a:lnTo>
                  <a:lnTo>
                    <a:pt x="39309" y="9035"/>
                  </a:lnTo>
                  <a:lnTo>
                    <a:pt x="39190" y="8656"/>
                  </a:lnTo>
                  <a:lnTo>
                    <a:pt x="39030" y="8297"/>
                  </a:lnTo>
                  <a:lnTo>
                    <a:pt x="38851" y="7958"/>
                  </a:lnTo>
                  <a:lnTo>
                    <a:pt x="38631" y="7639"/>
                  </a:lnTo>
                  <a:lnTo>
                    <a:pt x="38392" y="7340"/>
                  </a:lnTo>
                  <a:lnTo>
                    <a:pt x="38133" y="7061"/>
                  </a:lnTo>
                  <a:lnTo>
                    <a:pt x="37833" y="6802"/>
                  </a:lnTo>
                  <a:lnTo>
                    <a:pt x="37534" y="6562"/>
                  </a:lnTo>
                  <a:lnTo>
                    <a:pt x="37195" y="6363"/>
                  </a:lnTo>
                  <a:lnTo>
                    <a:pt x="36836" y="6203"/>
                  </a:lnTo>
                  <a:lnTo>
                    <a:pt x="36457" y="6064"/>
                  </a:lnTo>
                  <a:lnTo>
                    <a:pt x="36078" y="5964"/>
                  </a:lnTo>
                  <a:lnTo>
                    <a:pt x="35660" y="5904"/>
                  </a:lnTo>
                  <a:lnTo>
                    <a:pt x="13163" y="41"/>
                  </a:lnTo>
                  <a:lnTo>
                    <a:pt x="12824" y="21"/>
                  </a:lnTo>
                  <a:lnTo>
                    <a:pt x="12485" y="1"/>
                  </a:ln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6579644" y="2226509"/>
              <a:ext cx="63425" cy="60984"/>
            </a:xfrm>
            <a:custGeom>
              <a:avLst/>
              <a:gdLst/>
              <a:ahLst/>
              <a:cxnLst/>
              <a:rect l="l" t="t" r="r" b="b"/>
              <a:pathLst>
                <a:path w="3092" h="2973" extrusionOk="0">
                  <a:moveTo>
                    <a:pt x="1436" y="1"/>
                  </a:moveTo>
                  <a:lnTo>
                    <a:pt x="1297" y="21"/>
                  </a:lnTo>
                  <a:lnTo>
                    <a:pt x="1137" y="41"/>
                  </a:lnTo>
                  <a:lnTo>
                    <a:pt x="997" y="80"/>
                  </a:lnTo>
                  <a:lnTo>
                    <a:pt x="858" y="140"/>
                  </a:lnTo>
                  <a:lnTo>
                    <a:pt x="738" y="200"/>
                  </a:lnTo>
                  <a:lnTo>
                    <a:pt x="598" y="280"/>
                  </a:lnTo>
                  <a:lnTo>
                    <a:pt x="499" y="380"/>
                  </a:lnTo>
                  <a:lnTo>
                    <a:pt x="379" y="459"/>
                  </a:lnTo>
                  <a:lnTo>
                    <a:pt x="299" y="579"/>
                  </a:lnTo>
                  <a:lnTo>
                    <a:pt x="220" y="699"/>
                  </a:lnTo>
                  <a:lnTo>
                    <a:pt x="140" y="818"/>
                  </a:lnTo>
                  <a:lnTo>
                    <a:pt x="80" y="958"/>
                  </a:lnTo>
                  <a:lnTo>
                    <a:pt x="40" y="1098"/>
                  </a:lnTo>
                  <a:lnTo>
                    <a:pt x="0" y="1237"/>
                  </a:lnTo>
                  <a:lnTo>
                    <a:pt x="0" y="1397"/>
                  </a:lnTo>
                  <a:lnTo>
                    <a:pt x="0" y="1536"/>
                  </a:lnTo>
                  <a:lnTo>
                    <a:pt x="20" y="1696"/>
                  </a:lnTo>
                  <a:lnTo>
                    <a:pt x="40" y="1836"/>
                  </a:lnTo>
                  <a:lnTo>
                    <a:pt x="100" y="1975"/>
                  </a:lnTo>
                  <a:lnTo>
                    <a:pt x="160" y="2115"/>
                  </a:lnTo>
                  <a:lnTo>
                    <a:pt x="220" y="2234"/>
                  </a:lnTo>
                  <a:lnTo>
                    <a:pt x="299" y="2354"/>
                  </a:lnTo>
                  <a:lnTo>
                    <a:pt x="399" y="2454"/>
                  </a:lnTo>
                  <a:lnTo>
                    <a:pt x="519" y="2573"/>
                  </a:lnTo>
                  <a:lnTo>
                    <a:pt x="618" y="2653"/>
                  </a:lnTo>
                  <a:lnTo>
                    <a:pt x="758" y="2733"/>
                  </a:lnTo>
                  <a:lnTo>
                    <a:pt x="878" y="2813"/>
                  </a:lnTo>
                  <a:lnTo>
                    <a:pt x="1017" y="2873"/>
                  </a:lnTo>
                  <a:lnTo>
                    <a:pt x="1177" y="2912"/>
                  </a:lnTo>
                  <a:lnTo>
                    <a:pt x="1316" y="2952"/>
                  </a:lnTo>
                  <a:lnTo>
                    <a:pt x="1476" y="2972"/>
                  </a:lnTo>
                  <a:lnTo>
                    <a:pt x="1636" y="2972"/>
                  </a:lnTo>
                  <a:lnTo>
                    <a:pt x="1795" y="2952"/>
                  </a:lnTo>
                  <a:lnTo>
                    <a:pt x="1935" y="2932"/>
                  </a:lnTo>
                  <a:lnTo>
                    <a:pt x="2074" y="2893"/>
                  </a:lnTo>
                  <a:lnTo>
                    <a:pt x="2214" y="2833"/>
                  </a:lnTo>
                  <a:lnTo>
                    <a:pt x="2354" y="2753"/>
                  </a:lnTo>
                  <a:lnTo>
                    <a:pt x="2473" y="2693"/>
                  </a:lnTo>
                  <a:lnTo>
                    <a:pt x="2593" y="2593"/>
                  </a:lnTo>
                  <a:lnTo>
                    <a:pt x="2693" y="2494"/>
                  </a:lnTo>
                  <a:lnTo>
                    <a:pt x="2792" y="2394"/>
                  </a:lnTo>
                  <a:lnTo>
                    <a:pt x="2872" y="2274"/>
                  </a:lnTo>
                  <a:lnTo>
                    <a:pt x="2932" y="2155"/>
                  </a:lnTo>
                  <a:lnTo>
                    <a:pt x="2992" y="2015"/>
                  </a:lnTo>
                  <a:lnTo>
                    <a:pt x="3032" y="1875"/>
                  </a:lnTo>
                  <a:lnTo>
                    <a:pt x="3072" y="1736"/>
                  </a:lnTo>
                  <a:lnTo>
                    <a:pt x="3091" y="1576"/>
                  </a:lnTo>
                  <a:lnTo>
                    <a:pt x="3091" y="1417"/>
                  </a:lnTo>
                  <a:lnTo>
                    <a:pt x="3072" y="1277"/>
                  </a:lnTo>
                  <a:lnTo>
                    <a:pt x="3032" y="1137"/>
                  </a:lnTo>
                  <a:lnTo>
                    <a:pt x="2992" y="998"/>
                  </a:lnTo>
                  <a:lnTo>
                    <a:pt x="2932" y="858"/>
                  </a:lnTo>
                  <a:lnTo>
                    <a:pt x="2852" y="739"/>
                  </a:lnTo>
                  <a:lnTo>
                    <a:pt x="2772" y="619"/>
                  </a:lnTo>
                  <a:lnTo>
                    <a:pt x="2673" y="499"/>
                  </a:lnTo>
                  <a:lnTo>
                    <a:pt x="2573" y="400"/>
                  </a:lnTo>
                  <a:lnTo>
                    <a:pt x="2453" y="300"/>
                  </a:lnTo>
                  <a:lnTo>
                    <a:pt x="2334" y="220"/>
                  </a:lnTo>
                  <a:lnTo>
                    <a:pt x="2194" y="160"/>
                  </a:lnTo>
                  <a:lnTo>
                    <a:pt x="2054" y="100"/>
                  </a:lnTo>
                  <a:lnTo>
                    <a:pt x="1915" y="61"/>
                  </a:lnTo>
                  <a:lnTo>
                    <a:pt x="1755" y="21"/>
                  </a:lnTo>
                  <a:lnTo>
                    <a:pt x="1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6562046" y="2175377"/>
              <a:ext cx="126029" cy="33989"/>
            </a:xfrm>
            <a:custGeom>
              <a:avLst/>
              <a:gdLst/>
              <a:ahLst/>
              <a:cxnLst/>
              <a:rect l="l" t="t" r="r" b="b"/>
              <a:pathLst>
                <a:path w="6144" h="1657" extrusionOk="0">
                  <a:moveTo>
                    <a:pt x="3032" y="1"/>
                  </a:moveTo>
                  <a:lnTo>
                    <a:pt x="2653" y="21"/>
                  </a:lnTo>
                  <a:lnTo>
                    <a:pt x="2294" y="61"/>
                  </a:lnTo>
                  <a:lnTo>
                    <a:pt x="1955" y="140"/>
                  </a:lnTo>
                  <a:lnTo>
                    <a:pt x="1636" y="240"/>
                  </a:lnTo>
                  <a:lnTo>
                    <a:pt x="1337" y="360"/>
                  </a:lnTo>
                  <a:lnTo>
                    <a:pt x="1058" y="479"/>
                  </a:lnTo>
                  <a:lnTo>
                    <a:pt x="818" y="619"/>
                  </a:lnTo>
                  <a:lnTo>
                    <a:pt x="619" y="759"/>
                  </a:lnTo>
                  <a:lnTo>
                    <a:pt x="439" y="918"/>
                  </a:lnTo>
                  <a:lnTo>
                    <a:pt x="300" y="1058"/>
                  </a:lnTo>
                  <a:lnTo>
                    <a:pt x="180" y="1177"/>
                  </a:lnTo>
                  <a:lnTo>
                    <a:pt x="100" y="1297"/>
                  </a:lnTo>
                  <a:lnTo>
                    <a:pt x="40" y="1417"/>
                  </a:lnTo>
                  <a:lnTo>
                    <a:pt x="1" y="1496"/>
                  </a:lnTo>
                  <a:lnTo>
                    <a:pt x="1" y="1556"/>
                  </a:lnTo>
                  <a:lnTo>
                    <a:pt x="21" y="1616"/>
                  </a:lnTo>
                  <a:lnTo>
                    <a:pt x="60" y="1636"/>
                  </a:lnTo>
                  <a:lnTo>
                    <a:pt x="220" y="1636"/>
                  </a:lnTo>
                  <a:lnTo>
                    <a:pt x="340" y="1596"/>
                  </a:lnTo>
                  <a:lnTo>
                    <a:pt x="978" y="1357"/>
                  </a:lnTo>
                  <a:lnTo>
                    <a:pt x="1417" y="1217"/>
                  </a:lnTo>
                  <a:lnTo>
                    <a:pt x="1915" y="1098"/>
                  </a:lnTo>
                  <a:lnTo>
                    <a:pt x="2174" y="1038"/>
                  </a:lnTo>
                  <a:lnTo>
                    <a:pt x="2454" y="998"/>
                  </a:lnTo>
                  <a:lnTo>
                    <a:pt x="2753" y="978"/>
                  </a:lnTo>
                  <a:lnTo>
                    <a:pt x="3371" y="978"/>
                  </a:lnTo>
                  <a:lnTo>
                    <a:pt x="3670" y="998"/>
                  </a:lnTo>
                  <a:lnTo>
                    <a:pt x="3949" y="1038"/>
                  </a:lnTo>
                  <a:lnTo>
                    <a:pt x="4209" y="1098"/>
                  </a:lnTo>
                  <a:lnTo>
                    <a:pt x="4707" y="1237"/>
                  </a:lnTo>
                  <a:lnTo>
                    <a:pt x="5146" y="1377"/>
                  </a:lnTo>
                  <a:lnTo>
                    <a:pt x="5804" y="1616"/>
                  </a:lnTo>
                  <a:lnTo>
                    <a:pt x="5924" y="1636"/>
                  </a:lnTo>
                  <a:lnTo>
                    <a:pt x="6004" y="1656"/>
                  </a:lnTo>
                  <a:lnTo>
                    <a:pt x="6083" y="1656"/>
                  </a:lnTo>
                  <a:lnTo>
                    <a:pt x="6123" y="1616"/>
                  </a:lnTo>
                  <a:lnTo>
                    <a:pt x="6143" y="1576"/>
                  </a:lnTo>
                  <a:lnTo>
                    <a:pt x="6143" y="1516"/>
                  </a:lnTo>
                  <a:lnTo>
                    <a:pt x="6103" y="1417"/>
                  </a:lnTo>
                  <a:lnTo>
                    <a:pt x="6044" y="1317"/>
                  </a:lnTo>
                  <a:lnTo>
                    <a:pt x="5944" y="1197"/>
                  </a:lnTo>
                  <a:lnTo>
                    <a:pt x="5824" y="1058"/>
                  </a:lnTo>
                  <a:lnTo>
                    <a:pt x="5665" y="918"/>
                  </a:lnTo>
                  <a:lnTo>
                    <a:pt x="5485" y="779"/>
                  </a:lnTo>
                  <a:lnTo>
                    <a:pt x="5286" y="639"/>
                  </a:lnTo>
                  <a:lnTo>
                    <a:pt x="5026" y="499"/>
                  </a:lnTo>
                  <a:lnTo>
                    <a:pt x="4767" y="360"/>
                  </a:lnTo>
                  <a:lnTo>
                    <a:pt x="4448" y="240"/>
                  </a:lnTo>
                  <a:lnTo>
                    <a:pt x="4129" y="140"/>
                  </a:lnTo>
                  <a:lnTo>
                    <a:pt x="3790" y="80"/>
                  </a:lnTo>
                  <a:lnTo>
                    <a:pt x="3411" y="21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6897882" y="2219556"/>
              <a:ext cx="63425" cy="60984"/>
            </a:xfrm>
            <a:custGeom>
              <a:avLst/>
              <a:gdLst/>
              <a:ahLst/>
              <a:cxnLst/>
              <a:rect l="l" t="t" r="r" b="b"/>
              <a:pathLst>
                <a:path w="3092" h="2973" extrusionOk="0">
                  <a:moveTo>
                    <a:pt x="1456" y="1"/>
                  </a:moveTo>
                  <a:lnTo>
                    <a:pt x="1297" y="21"/>
                  </a:lnTo>
                  <a:lnTo>
                    <a:pt x="1157" y="41"/>
                  </a:lnTo>
                  <a:lnTo>
                    <a:pt x="1018" y="80"/>
                  </a:lnTo>
                  <a:lnTo>
                    <a:pt x="878" y="140"/>
                  </a:lnTo>
                  <a:lnTo>
                    <a:pt x="738" y="200"/>
                  </a:lnTo>
                  <a:lnTo>
                    <a:pt x="619" y="280"/>
                  </a:lnTo>
                  <a:lnTo>
                    <a:pt x="499" y="360"/>
                  </a:lnTo>
                  <a:lnTo>
                    <a:pt x="399" y="459"/>
                  </a:lnTo>
                  <a:lnTo>
                    <a:pt x="300" y="579"/>
                  </a:lnTo>
                  <a:lnTo>
                    <a:pt x="220" y="699"/>
                  </a:lnTo>
                  <a:lnTo>
                    <a:pt x="160" y="818"/>
                  </a:lnTo>
                  <a:lnTo>
                    <a:pt x="100" y="958"/>
                  </a:lnTo>
                  <a:lnTo>
                    <a:pt x="60" y="1098"/>
                  </a:lnTo>
                  <a:lnTo>
                    <a:pt x="20" y="1237"/>
                  </a:lnTo>
                  <a:lnTo>
                    <a:pt x="0" y="1397"/>
                  </a:lnTo>
                  <a:lnTo>
                    <a:pt x="20" y="1536"/>
                  </a:lnTo>
                  <a:lnTo>
                    <a:pt x="20" y="1696"/>
                  </a:lnTo>
                  <a:lnTo>
                    <a:pt x="60" y="1835"/>
                  </a:lnTo>
                  <a:lnTo>
                    <a:pt x="100" y="1975"/>
                  </a:lnTo>
                  <a:lnTo>
                    <a:pt x="160" y="2115"/>
                  </a:lnTo>
                  <a:lnTo>
                    <a:pt x="240" y="2234"/>
                  </a:lnTo>
                  <a:lnTo>
                    <a:pt x="320" y="2354"/>
                  </a:lnTo>
                  <a:lnTo>
                    <a:pt x="419" y="2454"/>
                  </a:lnTo>
                  <a:lnTo>
                    <a:pt x="519" y="2573"/>
                  </a:lnTo>
                  <a:lnTo>
                    <a:pt x="639" y="2653"/>
                  </a:lnTo>
                  <a:lnTo>
                    <a:pt x="758" y="2733"/>
                  </a:lnTo>
                  <a:lnTo>
                    <a:pt x="898" y="2813"/>
                  </a:lnTo>
                  <a:lnTo>
                    <a:pt x="1038" y="2873"/>
                  </a:lnTo>
                  <a:lnTo>
                    <a:pt x="1177" y="2912"/>
                  </a:lnTo>
                  <a:lnTo>
                    <a:pt x="1337" y="2952"/>
                  </a:lnTo>
                  <a:lnTo>
                    <a:pt x="1496" y="2972"/>
                  </a:lnTo>
                  <a:lnTo>
                    <a:pt x="1656" y="2972"/>
                  </a:lnTo>
                  <a:lnTo>
                    <a:pt x="1815" y="2952"/>
                  </a:lnTo>
                  <a:lnTo>
                    <a:pt x="1955" y="2932"/>
                  </a:lnTo>
                  <a:lnTo>
                    <a:pt x="2095" y="2892"/>
                  </a:lnTo>
                  <a:lnTo>
                    <a:pt x="2234" y="2833"/>
                  </a:lnTo>
                  <a:lnTo>
                    <a:pt x="2374" y="2753"/>
                  </a:lnTo>
                  <a:lnTo>
                    <a:pt x="2493" y="2693"/>
                  </a:lnTo>
                  <a:lnTo>
                    <a:pt x="2593" y="2593"/>
                  </a:lnTo>
                  <a:lnTo>
                    <a:pt x="2713" y="2494"/>
                  </a:lnTo>
                  <a:lnTo>
                    <a:pt x="2793" y="2394"/>
                  </a:lnTo>
                  <a:lnTo>
                    <a:pt x="2892" y="2274"/>
                  </a:lnTo>
                  <a:lnTo>
                    <a:pt x="2952" y="2155"/>
                  </a:lnTo>
                  <a:lnTo>
                    <a:pt x="3012" y="2015"/>
                  </a:lnTo>
                  <a:lnTo>
                    <a:pt x="3052" y="1875"/>
                  </a:lnTo>
                  <a:lnTo>
                    <a:pt x="3092" y="1736"/>
                  </a:lnTo>
                  <a:lnTo>
                    <a:pt x="3092" y="1576"/>
                  </a:lnTo>
                  <a:lnTo>
                    <a:pt x="3092" y="1417"/>
                  </a:lnTo>
                  <a:lnTo>
                    <a:pt x="3072" y="1277"/>
                  </a:lnTo>
                  <a:lnTo>
                    <a:pt x="3052" y="1137"/>
                  </a:lnTo>
                  <a:lnTo>
                    <a:pt x="3012" y="998"/>
                  </a:lnTo>
                  <a:lnTo>
                    <a:pt x="2952" y="858"/>
                  </a:lnTo>
                  <a:lnTo>
                    <a:pt x="2872" y="739"/>
                  </a:lnTo>
                  <a:lnTo>
                    <a:pt x="2793" y="619"/>
                  </a:lnTo>
                  <a:lnTo>
                    <a:pt x="2693" y="499"/>
                  </a:lnTo>
                  <a:lnTo>
                    <a:pt x="2593" y="400"/>
                  </a:lnTo>
                  <a:lnTo>
                    <a:pt x="2473" y="300"/>
                  </a:lnTo>
                  <a:lnTo>
                    <a:pt x="2354" y="220"/>
                  </a:lnTo>
                  <a:lnTo>
                    <a:pt x="2214" y="160"/>
                  </a:lnTo>
                  <a:lnTo>
                    <a:pt x="2075" y="100"/>
                  </a:lnTo>
                  <a:lnTo>
                    <a:pt x="1935" y="60"/>
                  </a:lnTo>
                  <a:lnTo>
                    <a:pt x="1775" y="21"/>
                  </a:lnTo>
                  <a:lnTo>
                    <a:pt x="16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6897882" y="2168424"/>
              <a:ext cx="126439" cy="33969"/>
            </a:xfrm>
            <a:custGeom>
              <a:avLst/>
              <a:gdLst/>
              <a:ahLst/>
              <a:cxnLst/>
              <a:rect l="l" t="t" r="r" b="b"/>
              <a:pathLst>
                <a:path w="6164" h="1656" extrusionOk="0">
                  <a:moveTo>
                    <a:pt x="3052" y="1"/>
                  </a:moveTo>
                  <a:lnTo>
                    <a:pt x="2673" y="21"/>
                  </a:lnTo>
                  <a:lnTo>
                    <a:pt x="2314" y="60"/>
                  </a:lnTo>
                  <a:lnTo>
                    <a:pt x="1955" y="140"/>
                  </a:lnTo>
                  <a:lnTo>
                    <a:pt x="1636" y="240"/>
                  </a:lnTo>
                  <a:lnTo>
                    <a:pt x="1337" y="360"/>
                  </a:lnTo>
                  <a:lnTo>
                    <a:pt x="1077" y="479"/>
                  </a:lnTo>
                  <a:lnTo>
                    <a:pt x="838" y="619"/>
                  </a:lnTo>
                  <a:lnTo>
                    <a:pt x="639" y="778"/>
                  </a:lnTo>
                  <a:lnTo>
                    <a:pt x="459" y="918"/>
                  </a:lnTo>
                  <a:lnTo>
                    <a:pt x="300" y="1058"/>
                  </a:lnTo>
                  <a:lnTo>
                    <a:pt x="200" y="1177"/>
                  </a:lnTo>
                  <a:lnTo>
                    <a:pt x="100" y="1297"/>
                  </a:lnTo>
                  <a:lnTo>
                    <a:pt x="40" y="1417"/>
                  </a:lnTo>
                  <a:lnTo>
                    <a:pt x="20" y="1496"/>
                  </a:lnTo>
                  <a:lnTo>
                    <a:pt x="0" y="1576"/>
                  </a:lnTo>
                  <a:lnTo>
                    <a:pt x="40" y="1616"/>
                  </a:lnTo>
                  <a:lnTo>
                    <a:pt x="80" y="1636"/>
                  </a:lnTo>
                  <a:lnTo>
                    <a:pt x="240" y="1636"/>
                  </a:lnTo>
                  <a:lnTo>
                    <a:pt x="359" y="1596"/>
                  </a:lnTo>
                  <a:lnTo>
                    <a:pt x="998" y="1357"/>
                  </a:lnTo>
                  <a:lnTo>
                    <a:pt x="1436" y="1217"/>
                  </a:lnTo>
                  <a:lnTo>
                    <a:pt x="1915" y="1098"/>
                  </a:lnTo>
                  <a:lnTo>
                    <a:pt x="2194" y="1038"/>
                  </a:lnTo>
                  <a:lnTo>
                    <a:pt x="2473" y="998"/>
                  </a:lnTo>
                  <a:lnTo>
                    <a:pt x="2773" y="978"/>
                  </a:lnTo>
                  <a:lnTo>
                    <a:pt x="3371" y="978"/>
                  </a:lnTo>
                  <a:lnTo>
                    <a:pt x="3670" y="998"/>
                  </a:lnTo>
                  <a:lnTo>
                    <a:pt x="3949" y="1058"/>
                  </a:lnTo>
                  <a:lnTo>
                    <a:pt x="4229" y="1098"/>
                  </a:lnTo>
                  <a:lnTo>
                    <a:pt x="4727" y="1237"/>
                  </a:lnTo>
                  <a:lnTo>
                    <a:pt x="5166" y="1377"/>
                  </a:lnTo>
                  <a:lnTo>
                    <a:pt x="5824" y="1616"/>
                  </a:lnTo>
                  <a:lnTo>
                    <a:pt x="5924" y="1636"/>
                  </a:lnTo>
                  <a:lnTo>
                    <a:pt x="6023" y="1656"/>
                  </a:lnTo>
                  <a:lnTo>
                    <a:pt x="6083" y="1656"/>
                  </a:lnTo>
                  <a:lnTo>
                    <a:pt x="6143" y="1636"/>
                  </a:lnTo>
                  <a:lnTo>
                    <a:pt x="6163" y="1576"/>
                  </a:lnTo>
                  <a:lnTo>
                    <a:pt x="6143" y="1516"/>
                  </a:lnTo>
                  <a:lnTo>
                    <a:pt x="6123" y="1417"/>
                  </a:lnTo>
                  <a:lnTo>
                    <a:pt x="6043" y="1317"/>
                  </a:lnTo>
                  <a:lnTo>
                    <a:pt x="5964" y="1197"/>
                  </a:lnTo>
                  <a:lnTo>
                    <a:pt x="5844" y="1058"/>
                  </a:lnTo>
                  <a:lnTo>
                    <a:pt x="5684" y="918"/>
                  </a:lnTo>
                  <a:lnTo>
                    <a:pt x="5505" y="778"/>
                  </a:lnTo>
                  <a:lnTo>
                    <a:pt x="5286" y="639"/>
                  </a:lnTo>
                  <a:lnTo>
                    <a:pt x="5046" y="499"/>
                  </a:lnTo>
                  <a:lnTo>
                    <a:pt x="4767" y="360"/>
                  </a:lnTo>
                  <a:lnTo>
                    <a:pt x="4468" y="240"/>
                  </a:lnTo>
                  <a:lnTo>
                    <a:pt x="4149" y="140"/>
                  </a:lnTo>
                  <a:lnTo>
                    <a:pt x="3790" y="80"/>
                  </a:lnTo>
                  <a:lnTo>
                    <a:pt x="3431" y="21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6685580" y="2142663"/>
              <a:ext cx="105168" cy="285965"/>
            </a:xfrm>
            <a:custGeom>
              <a:avLst/>
              <a:gdLst/>
              <a:ahLst/>
              <a:cxnLst/>
              <a:rect l="l" t="t" r="r" b="b"/>
              <a:pathLst>
                <a:path w="5127" h="13941" extrusionOk="0">
                  <a:moveTo>
                    <a:pt x="5086" y="0"/>
                  </a:moveTo>
                  <a:lnTo>
                    <a:pt x="5046" y="20"/>
                  </a:lnTo>
                  <a:lnTo>
                    <a:pt x="4967" y="140"/>
                  </a:lnTo>
                  <a:lnTo>
                    <a:pt x="4727" y="599"/>
                  </a:lnTo>
                  <a:lnTo>
                    <a:pt x="4368" y="1336"/>
                  </a:lnTo>
                  <a:lnTo>
                    <a:pt x="3930" y="2334"/>
                  </a:lnTo>
                  <a:lnTo>
                    <a:pt x="3411" y="3570"/>
                  </a:lnTo>
                  <a:lnTo>
                    <a:pt x="2833" y="4966"/>
                  </a:lnTo>
                  <a:lnTo>
                    <a:pt x="2194" y="6522"/>
                  </a:lnTo>
                  <a:lnTo>
                    <a:pt x="1536" y="8197"/>
                  </a:lnTo>
                  <a:lnTo>
                    <a:pt x="320" y="11448"/>
                  </a:lnTo>
                  <a:lnTo>
                    <a:pt x="180" y="11827"/>
                  </a:lnTo>
                  <a:lnTo>
                    <a:pt x="120" y="12026"/>
                  </a:lnTo>
                  <a:lnTo>
                    <a:pt x="60" y="12226"/>
                  </a:lnTo>
                  <a:lnTo>
                    <a:pt x="21" y="12445"/>
                  </a:lnTo>
                  <a:lnTo>
                    <a:pt x="1" y="12665"/>
                  </a:lnTo>
                  <a:lnTo>
                    <a:pt x="21" y="12884"/>
                  </a:lnTo>
                  <a:lnTo>
                    <a:pt x="80" y="13123"/>
                  </a:lnTo>
                  <a:lnTo>
                    <a:pt x="140" y="13243"/>
                  </a:lnTo>
                  <a:lnTo>
                    <a:pt x="200" y="13343"/>
                  </a:lnTo>
                  <a:lnTo>
                    <a:pt x="280" y="13442"/>
                  </a:lnTo>
                  <a:lnTo>
                    <a:pt x="380" y="13522"/>
                  </a:lnTo>
                  <a:lnTo>
                    <a:pt x="479" y="13602"/>
                  </a:lnTo>
                  <a:lnTo>
                    <a:pt x="579" y="13662"/>
                  </a:lnTo>
                  <a:lnTo>
                    <a:pt x="679" y="13722"/>
                  </a:lnTo>
                  <a:lnTo>
                    <a:pt x="778" y="13742"/>
                  </a:lnTo>
                  <a:lnTo>
                    <a:pt x="978" y="13801"/>
                  </a:lnTo>
                  <a:lnTo>
                    <a:pt x="1157" y="13821"/>
                  </a:lnTo>
                  <a:lnTo>
                    <a:pt x="1496" y="13861"/>
                  </a:lnTo>
                  <a:lnTo>
                    <a:pt x="2653" y="13921"/>
                  </a:lnTo>
                  <a:lnTo>
                    <a:pt x="3511" y="13941"/>
                  </a:lnTo>
                  <a:lnTo>
                    <a:pt x="4049" y="13921"/>
                  </a:lnTo>
                  <a:lnTo>
                    <a:pt x="4189" y="13901"/>
                  </a:lnTo>
                  <a:lnTo>
                    <a:pt x="4229" y="13901"/>
                  </a:lnTo>
                  <a:lnTo>
                    <a:pt x="4249" y="13881"/>
                  </a:lnTo>
                  <a:lnTo>
                    <a:pt x="4229" y="13861"/>
                  </a:lnTo>
                  <a:lnTo>
                    <a:pt x="4209" y="13841"/>
                  </a:lnTo>
                  <a:lnTo>
                    <a:pt x="4069" y="13781"/>
                  </a:lnTo>
                  <a:lnTo>
                    <a:pt x="3531" y="13682"/>
                  </a:lnTo>
                  <a:lnTo>
                    <a:pt x="2673" y="13522"/>
                  </a:lnTo>
                  <a:lnTo>
                    <a:pt x="1536" y="13363"/>
                  </a:lnTo>
                  <a:lnTo>
                    <a:pt x="1237" y="13323"/>
                  </a:lnTo>
                  <a:lnTo>
                    <a:pt x="1098" y="13283"/>
                  </a:lnTo>
                  <a:lnTo>
                    <a:pt x="958" y="13243"/>
                  </a:lnTo>
                  <a:lnTo>
                    <a:pt x="858" y="13203"/>
                  </a:lnTo>
                  <a:lnTo>
                    <a:pt x="758" y="13123"/>
                  </a:lnTo>
                  <a:lnTo>
                    <a:pt x="679" y="13043"/>
                  </a:lnTo>
                  <a:lnTo>
                    <a:pt x="639" y="12944"/>
                  </a:lnTo>
                  <a:lnTo>
                    <a:pt x="619" y="12824"/>
                  </a:lnTo>
                  <a:lnTo>
                    <a:pt x="619" y="12684"/>
                  </a:lnTo>
                  <a:lnTo>
                    <a:pt x="639" y="12545"/>
                  </a:lnTo>
                  <a:lnTo>
                    <a:pt x="679" y="12385"/>
                  </a:lnTo>
                  <a:lnTo>
                    <a:pt x="798" y="12046"/>
                  </a:lnTo>
                  <a:lnTo>
                    <a:pt x="938" y="11687"/>
                  </a:lnTo>
                  <a:lnTo>
                    <a:pt x="2214" y="8456"/>
                  </a:lnTo>
                  <a:lnTo>
                    <a:pt x="2873" y="6761"/>
                  </a:lnTo>
                  <a:lnTo>
                    <a:pt x="3451" y="5206"/>
                  </a:lnTo>
                  <a:lnTo>
                    <a:pt x="3969" y="3770"/>
                  </a:lnTo>
                  <a:lnTo>
                    <a:pt x="4408" y="2513"/>
                  </a:lnTo>
                  <a:lnTo>
                    <a:pt x="4747" y="1476"/>
                  </a:lnTo>
                  <a:lnTo>
                    <a:pt x="4987" y="698"/>
                  </a:lnTo>
                  <a:lnTo>
                    <a:pt x="5106" y="180"/>
                  </a:lnTo>
                  <a:lnTo>
                    <a:pt x="5126" y="40"/>
                  </a:lnTo>
                  <a:lnTo>
                    <a:pt x="5126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6746126" y="2745606"/>
              <a:ext cx="332610" cy="150562"/>
            </a:xfrm>
            <a:custGeom>
              <a:avLst/>
              <a:gdLst/>
              <a:ahLst/>
              <a:cxnLst/>
              <a:rect l="l" t="t" r="r" b="b"/>
              <a:pathLst>
                <a:path w="16215" h="7340" extrusionOk="0">
                  <a:moveTo>
                    <a:pt x="16215" y="0"/>
                  </a:moveTo>
                  <a:lnTo>
                    <a:pt x="15457" y="439"/>
                  </a:lnTo>
                  <a:lnTo>
                    <a:pt x="14699" y="838"/>
                  </a:lnTo>
                  <a:lnTo>
                    <a:pt x="13961" y="1197"/>
                  </a:lnTo>
                  <a:lnTo>
                    <a:pt x="13203" y="1556"/>
                  </a:lnTo>
                  <a:lnTo>
                    <a:pt x="12465" y="1875"/>
                  </a:lnTo>
                  <a:lnTo>
                    <a:pt x="11727" y="2154"/>
                  </a:lnTo>
                  <a:lnTo>
                    <a:pt x="10989" y="2434"/>
                  </a:lnTo>
                  <a:lnTo>
                    <a:pt x="10271" y="2673"/>
                  </a:lnTo>
                  <a:lnTo>
                    <a:pt x="9573" y="2892"/>
                  </a:lnTo>
                  <a:lnTo>
                    <a:pt x="8875" y="3092"/>
                  </a:lnTo>
                  <a:lnTo>
                    <a:pt x="8197" y="3271"/>
                  </a:lnTo>
                  <a:lnTo>
                    <a:pt x="7539" y="3431"/>
                  </a:lnTo>
                  <a:lnTo>
                    <a:pt x="6901" y="3570"/>
                  </a:lnTo>
                  <a:lnTo>
                    <a:pt x="6263" y="3690"/>
                  </a:lnTo>
                  <a:lnTo>
                    <a:pt x="5086" y="3889"/>
                  </a:lnTo>
                  <a:lnTo>
                    <a:pt x="3989" y="4029"/>
                  </a:lnTo>
                  <a:lnTo>
                    <a:pt x="3012" y="4129"/>
                  </a:lnTo>
                  <a:lnTo>
                    <a:pt x="2134" y="4189"/>
                  </a:lnTo>
                  <a:lnTo>
                    <a:pt x="1396" y="4209"/>
                  </a:lnTo>
                  <a:lnTo>
                    <a:pt x="818" y="4229"/>
                  </a:lnTo>
                  <a:lnTo>
                    <a:pt x="379" y="4209"/>
                  </a:lnTo>
                  <a:lnTo>
                    <a:pt x="0" y="4209"/>
                  </a:lnTo>
                  <a:lnTo>
                    <a:pt x="80" y="7220"/>
                  </a:lnTo>
                  <a:lnTo>
                    <a:pt x="638" y="7260"/>
                  </a:lnTo>
                  <a:lnTo>
                    <a:pt x="1197" y="7300"/>
                  </a:lnTo>
                  <a:lnTo>
                    <a:pt x="1715" y="7320"/>
                  </a:lnTo>
                  <a:lnTo>
                    <a:pt x="2254" y="7340"/>
                  </a:lnTo>
                  <a:lnTo>
                    <a:pt x="2772" y="7320"/>
                  </a:lnTo>
                  <a:lnTo>
                    <a:pt x="3271" y="7320"/>
                  </a:lnTo>
                  <a:lnTo>
                    <a:pt x="3770" y="7280"/>
                  </a:lnTo>
                  <a:lnTo>
                    <a:pt x="4248" y="7240"/>
                  </a:lnTo>
                  <a:lnTo>
                    <a:pt x="5166" y="7140"/>
                  </a:lnTo>
                  <a:lnTo>
                    <a:pt x="6063" y="7001"/>
                  </a:lnTo>
                  <a:lnTo>
                    <a:pt x="6901" y="6821"/>
                  </a:lnTo>
                  <a:lnTo>
                    <a:pt x="7699" y="6602"/>
                  </a:lnTo>
                  <a:lnTo>
                    <a:pt x="8456" y="6343"/>
                  </a:lnTo>
                  <a:lnTo>
                    <a:pt x="9174" y="6083"/>
                  </a:lnTo>
                  <a:lnTo>
                    <a:pt x="9853" y="5784"/>
                  </a:lnTo>
                  <a:lnTo>
                    <a:pt x="10491" y="5465"/>
                  </a:lnTo>
                  <a:lnTo>
                    <a:pt x="11089" y="5126"/>
                  </a:lnTo>
                  <a:lnTo>
                    <a:pt x="11667" y="4787"/>
                  </a:lnTo>
                  <a:lnTo>
                    <a:pt x="12186" y="4428"/>
                  </a:lnTo>
                  <a:lnTo>
                    <a:pt x="12685" y="4049"/>
                  </a:lnTo>
                  <a:lnTo>
                    <a:pt x="13143" y="3690"/>
                  </a:lnTo>
                  <a:lnTo>
                    <a:pt x="13562" y="3331"/>
                  </a:lnTo>
                  <a:lnTo>
                    <a:pt x="13941" y="2952"/>
                  </a:lnTo>
                  <a:lnTo>
                    <a:pt x="14300" y="2593"/>
                  </a:lnTo>
                  <a:lnTo>
                    <a:pt x="14619" y="2254"/>
                  </a:lnTo>
                  <a:lnTo>
                    <a:pt x="14918" y="1915"/>
                  </a:lnTo>
                  <a:lnTo>
                    <a:pt x="15177" y="1596"/>
                  </a:lnTo>
                  <a:lnTo>
                    <a:pt x="15397" y="1297"/>
                  </a:lnTo>
                  <a:lnTo>
                    <a:pt x="15756" y="758"/>
                  </a:lnTo>
                  <a:lnTo>
                    <a:pt x="16015" y="359"/>
                  </a:lnTo>
                  <a:lnTo>
                    <a:pt x="1621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6783353" y="2487073"/>
              <a:ext cx="126829" cy="83076"/>
            </a:xfrm>
            <a:custGeom>
              <a:avLst/>
              <a:gdLst/>
              <a:ahLst/>
              <a:cxnLst/>
              <a:rect l="l" t="t" r="r" b="b"/>
              <a:pathLst>
                <a:path w="6183" h="4050" extrusionOk="0">
                  <a:moveTo>
                    <a:pt x="4009" y="1"/>
                  </a:moveTo>
                  <a:lnTo>
                    <a:pt x="3610" y="21"/>
                  </a:lnTo>
                  <a:lnTo>
                    <a:pt x="3211" y="81"/>
                  </a:lnTo>
                  <a:lnTo>
                    <a:pt x="2812" y="200"/>
                  </a:lnTo>
                  <a:lnTo>
                    <a:pt x="2393" y="340"/>
                  </a:lnTo>
                  <a:lnTo>
                    <a:pt x="2194" y="440"/>
                  </a:lnTo>
                  <a:lnTo>
                    <a:pt x="1975" y="539"/>
                  </a:lnTo>
                  <a:lnTo>
                    <a:pt x="1795" y="659"/>
                  </a:lnTo>
                  <a:lnTo>
                    <a:pt x="1596" y="779"/>
                  </a:lnTo>
                  <a:lnTo>
                    <a:pt x="1277" y="1058"/>
                  </a:lnTo>
                  <a:lnTo>
                    <a:pt x="977" y="1337"/>
                  </a:lnTo>
                  <a:lnTo>
                    <a:pt x="718" y="1636"/>
                  </a:lnTo>
                  <a:lnTo>
                    <a:pt x="519" y="1935"/>
                  </a:lnTo>
                  <a:lnTo>
                    <a:pt x="339" y="2255"/>
                  </a:lnTo>
                  <a:lnTo>
                    <a:pt x="220" y="2534"/>
                  </a:lnTo>
                  <a:lnTo>
                    <a:pt x="120" y="2813"/>
                  </a:lnTo>
                  <a:lnTo>
                    <a:pt x="60" y="3072"/>
                  </a:lnTo>
                  <a:lnTo>
                    <a:pt x="20" y="3312"/>
                  </a:lnTo>
                  <a:lnTo>
                    <a:pt x="0" y="3531"/>
                  </a:lnTo>
                  <a:lnTo>
                    <a:pt x="20" y="3691"/>
                  </a:lnTo>
                  <a:lnTo>
                    <a:pt x="40" y="3850"/>
                  </a:lnTo>
                  <a:lnTo>
                    <a:pt x="60" y="3950"/>
                  </a:lnTo>
                  <a:lnTo>
                    <a:pt x="100" y="4010"/>
                  </a:lnTo>
                  <a:lnTo>
                    <a:pt x="160" y="4050"/>
                  </a:lnTo>
                  <a:lnTo>
                    <a:pt x="200" y="4030"/>
                  </a:lnTo>
                  <a:lnTo>
                    <a:pt x="259" y="3990"/>
                  </a:lnTo>
                  <a:lnTo>
                    <a:pt x="379" y="3790"/>
                  </a:lnTo>
                  <a:lnTo>
                    <a:pt x="559" y="3471"/>
                  </a:lnTo>
                  <a:lnTo>
                    <a:pt x="778" y="3092"/>
                  </a:lnTo>
                  <a:lnTo>
                    <a:pt x="898" y="2873"/>
                  </a:lnTo>
                  <a:lnTo>
                    <a:pt x="1057" y="2653"/>
                  </a:lnTo>
                  <a:lnTo>
                    <a:pt x="1237" y="2414"/>
                  </a:lnTo>
                  <a:lnTo>
                    <a:pt x="1436" y="2195"/>
                  </a:lnTo>
                  <a:lnTo>
                    <a:pt x="1656" y="1975"/>
                  </a:lnTo>
                  <a:lnTo>
                    <a:pt x="1915" y="1756"/>
                  </a:lnTo>
                  <a:lnTo>
                    <a:pt x="2194" y="1537"/>
                  </a:lnTo>
                  <a:lnTo>
                    <a:pt x="2513" y="1357"/>
                  </a:lnTo>
                  <a:lnTo>
                    <a:pt x="2832" y="1178"/>
                  </a:lnTo>
                  <a:lnTo>
                    <a:pt x="3171" y="1058"/>
                  </a:lnTo>
                  <a:lnTo>
                    <a:pt x="3490" y="938"/>
                  </a:lnTo>
                  <a:lnTo>
                    <a:pt x="3809" y="858"/>
                  </a:lnTo>
                  <a:lnTo>
                    <a:pt x="4129" y="799"/>
                  </a:lnTo>
                  <a:lnTo>
                    <a:pt x="4428" y="779"/>
                  </a:lnTo>
                  <a:lnTo>
                    <a:pt x="4707" y="739"/>
                  </a:lnTo>
                  <a:lnTo>
                    <a:pt x="6083" y="739"/>
                  </a:lnTo>
                  <a:lnTo>
                    <a:pt x="6163" y="719"/>
                  </a:lnTo>
                  <a:lnTo>
                    <a:pt x="6183" y="679"/>
                  </a:lnTo>
                  <a:lnTo>
                    <a:pt x="6183" y="619"/>
                  </a:lnTo>
                  <a:lnTo>
                    <a:pt x="6143" y="559"/>
                  </a:lnTo>
                  <a:lnTo>
                    <a:pt x="6043" y="480"/>
                  </a:lnTo>
                  <a:lnTo>
                    <a:pt x="5923" y="400"/>
                  </a:lnTo>
                  <a:lnTo>
                    <a:pt x="5764" y="320"/>
                  </a:lnTo>
                  <a:lnTo>
                    <a:pt x="5564" y="220"/>
                  </a:lnTo>
                  <a:lnTo>
                    <a:pt x="5305" y="141"/>
                  </a:lnTo>
                  <a:lnTo>
                    <a:pt x="5026" y="81"/>
                  </a:lnTo>
                  <a:lnTo>
                    <a:pt x="4727" y="21"/>
                  </a:lnTo>
                  <a:lnTo>
                    <a:pt x="4388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6886027" y="2088659"/>
              <a:ext cx="150151" cy="65066"/>
            </a:xfrm>
            <a:custGeom>
              <a:avLst/>
              <a:gdLst/>
              <a:ahLst/>
              <a:cxnLst/>
              <a:rect l="l" t="t" r="r" b="b"/>
              <a:pathLst>
                <a:path w="7320" h="3172" extrusionOk="0">
                  <a:moveTo>
                    <a:pt x="239" y="1"/>
                  </a:moveTo>
                  <a:lnTo>
                    <a:pt x="140" y="40"/>
                  </a:lnTo>
                  <a:lnTo>
                    <a:pt x="60" y="80"/>
                  </a:lnTo>
                  <a:lnTo>
                    <a:pt x="20" y="160"/>
                  </a:lnTo>
                  <a:lnTo>
                    <a:pt x="0" y="260"/>
                  </a:lnTo>
                  <a:lnTo>
                    <a:pt x="40" y="380"/>
                  </a:lnTo>
                  <a:lnTo>
                    <a:pt x="80" y="539"/>
                  </a:lnTo>
                  <a:lnTo>
                    <a:pt x="180" y="699"/>
                  </a:lnTo>
                  <a:lnTo>
                    <a:pt x="299" y="878"/>
                  </a:lnTo>
                  <a:lnTo>
                    <a:pt x="439" y="1078"/>
                  </a:lnTo>
                  <a:lnTo>
                    <a:pt x="618" y="1277"/>
                  </a:lnTo>
                  <a:lnTo>
                    <a:pt x="838" y="1496"/>
                  </a:lnTo>
                  <a:lnTo>
                    <a:pt x="1097" y="1716"/>
                  </a:lnTo>
                  <a:lnTo>
                    <a:pt x="1376" y="1915"/>
                  </a:lnTo>
                  <a:lnTo>
                    <a:pt x="1675" y="2135"/>
                  </a:lnTo>
                  <a:lnTo>
                    <a:pt x="2014" y="2314"/>
                  </a:lnTo>
                  <a:lnTo>
                    <a:pt x="2373" y="2514"/>
                  </a:lnTo>
                  <a:lnTo>
                    <a:pt x="2772" y="2673"/>
                  </a:lnTo>
                  <a:lnTo>
                    <a:pt x="3171" y="2833"/>
                  </a:lnTo>
                  <a:lnTo>
                    <a:pt x="3590" y="2952"/>
                  </a:lnTo>
                  <a:lnTo>
                    <a:pt x="4009" y="3032"/>
                  </a:lnTo>
                  <a:lnTo>
                    <a:pt x="4408" y="3112"/>
                  </a:lnTo>
                  <a:lnTo>
                    <a:pt x="4807" y="3152"/>
                  </a:lnTo>
                  <a:lnTo>
                    <a:pt x="5165" y="3172"/>
                  </a:lnTo>
                  <a:lnTo>
                    <a:pt x="5524" y="3152"/>
                  </a:lnTo>
                  <a:lnTo>
                    <a:pt x="5844" y="3132"/>
                  </a:lnTo>
                  <a:lnTo>
                    <a:pt x="6143" y="3092"/>
                  </a:lnTo>
                  <a:lnTo>
                    <a:pt x="6422" y="3032"/>
                  </a:lnTo>
                  <a:lnTo>
                    <a:pt x="6661" y="2972"/>
                  </a:lnTo>
                  <a:lnTo>
                    <a:pt x="6861" y="2892"/>
                  </a:lnTo>
                  <a:lnTo>
                    <a:pt x="7020" y="2813"/>
                  </a:lnTo>
                  <a:lnTo>
                    <a:pt x="7160" y="2713"/>
                  </a:lnTo>
                  <a:lnTo>
                    <a:pt x="7240" y="2633"/>
                  </a:lnTo>
                  <a:lnTo>
                    <a:pt x="7299" y="2533"/>
                  </a:lnTo>
                  <a:lnTo>
                    <a:pt x="7319" y="2454"/>
                  </a:lnTo>
                  <a:lnTo>
                    <a:pt x="7280" y="2374"/>
                  </a:lnTo>
                  <a:lnTo>
                    <a:pt x="7220" y="2294"/>
                  </a:lnTo>
                  <a:lnTo>
                    <a:pt x="7120" y="2214"/>
                  </a:lnTo>
                  <a:lnTo>
                    <a:pt x="6980" y="2155"/>
                  </a:lnTo>
                  <a:lnTo>
                    <a:pt x="6641" y="2015"/>
                  </a:lnTo>
                  <a:lnTo>
                    <a:pt x="6183" y="1895"/>
                  </a:lnTo>
                  <a:lnTo>
                    <a:pt x="5046" y="1616"/>
                  </a:lnTo>
                  <a:lnTo>
                    <a:pt x="4388" y="1437"/>
                  </a:lnTo>
                  <a:lnTo>
                    <a:pt x="3710" y="1217"/>
                  </a:lnTo>
                  <a:lnTo>
                    <a:pt x="3032" y="978"/>
                  </a:lnTo>
                  <a:lnTo>
                    <a:pt x="2393" y="739"/>
                  </a:lnTo>
                  <a:lnTo>
                    <a:pt x="1296" y="300"/>
                  </a:lnTo>
                  <a:lnTo>
                    <a:pt x="858" y="140"/>
                  </a:lnTo>
                  <a:lnTo>
                    <a:pt x="499" y="40"/>
                  </a:lnTo>
                  <a:lnTo>
                    <a:pt x="3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6557144" y="2098073"/>
              <a:ext cx="128470" cy="49517"/>
            </a:xfrm>
            <a:custGeom>
              <a:avLst/>
              <a:gdLst/>
              <a:ahLst/>
              <a:cxnLst/>
              <a:rect l="l" t="t" r="r" b="b"/>
              <a:pathLst>
                <a:path w="6263" h="2414" extrusionOk="0">
                  <a:moveTo>
                    <a:pt x="5764" y="0"/>
                  </a:moveTo>
                  <a:lnTo>
                    <a:pt x="5445" y="40"/>
                  </a:lnTo>
                  <a:lnTo>
                    <a:pt x="5066" y="140"/>
                  </a:lnTo>
                  <a:lnTo>
                    <a:pt x="4169" y="399"/>
                  </a:lnTo>
                  <a:lnTo>
                    <a:pt x="3650" y="539"/>
                  </a:lnTo>
                  <a:lnTo>
                    <a:pt x="3092" y="658"/>
                  </a:lnTo>
                  <a:lnTo>
                    <a:pt x="2533" y="758"/>
                  </a:lnTo>
                  <a:lnTo>
                    <a:pt x="2015" y="838"/>
                  </a:lnTo>
                  <a:lnTo>
                    <a:pt x="1077" y="958"/>
                  </a:lnTo>
                  <a:lnTo>
                    <a:pt x="698" y="1017"/>
                  </a:lnTo>
                  <a:lnTo>
                    <a:pt x="379" y="1077"/>
                  </a:lnTo>
                  <a:lnTo>
                    <a:pt x="260" y="1137"/>
                  </a:lnTo>
                  <a:lnTo>
                    <a:pt x="140" y="1197"/>
                  </a:lnTo>
                  <a:lnTo>
                    <a:pt x="60" y="1257"/>
                  </a:lnTo>
                  <a:lnTo>
                    <a:pt x="20" y="1337"/>
                  </a:lnTo>
                  <a:lnTo>
                    <a:pt x="0" y="1416"/>
                  </a:lnTo>
                  <a:lnTo>
                    <a:pt x="0" y="1516"/>
                  </a:lnTo>
                  <a:lnTo>
                    <a:pt x="60" y="1616"/>
                  </a:lnTo>
                  <a:lnTo>
                    <a:pt x="140" y="1715"/>
                  </a:lnTo>
                  <a:lnTo>
                    <a:pt x="260" y="1835"/>
                  </a:lnTo>
                  <a:lnTo>
                    <a:pt x="399" y="1935"/>
                  </a:lnTo>
                  <a:lnTo>
                    <a:pt x="599" y="2035"/>
                  </a:lnTo>
                  <a:lnTo>
                    <a:pt x="798" y="2134"/>
                  </a:lnTo>
                  <a:lnTo>
                    <a:pt x="1057" y="2234"/>
                  </a:lnTo>
                  <a:lnTo>
                    <a:pt x="1337" y="2294"/>
                  </a:lnTo>
                  <a:lnTo>
                    <a:pt x="1636" y="2354"/>
                  </a:lnTo>
                  <a:lnTo>
                    <a:pt x="1955" y="2394"/>
                  </a:lnTo>
                  <a:lnTo>
                    <a:pt x="2314" y="2414"/>
                  </a:lnTo>
                  <a:lnTo>
                    <a:pt x="2673" y="2414"/>
                  </a:lnTo>
                  <a:lnTo>
                    <a:pt x="3052" y="2374"/>
                  </a:lnTo>
                  <a:lnTo>
                    <a:pt x="3431" y="2314"/>
                  </a:lnTo>
                  <a:lnTo>
                    <a:pt x="3810" y="2214"/>
                  </a:lnTo>
                  <a:lnTo>
                    <a:pt x="4169" y="2094"/>
                  </a:lnTo>
                  <a:lnTo>
                    <a:pt x="4508" y="1975"/>
                  </a:lnTo>
                  <a:lnTo>
                    <a:pt x="4827" y="1815"/>
                  </a:lnTo>
                  <a:lnTo>
                    <a:pt x="5106" y="1656"/>
                  </a:lnTo>
                  <a:lnTo>
                    <a:pt x="5365" y="1476"/>
                  </a:lnTo>
                  <a:lnTo>
                    <a:pt x="5604" y="1317"/>
                  </a:lnTo>
                  <a:lnTo>
                    <a:pt x="5784" y="1137"/>
                  </a:lnTo>
                  <a:lnTo>
                    <a:pt x="5944" y="958"/>
                  </a:lnTo>
                  <a:lnTo>
                    <a:pt x="6063" y="778"/>
                  </a:lnTo>
                  <a:lnTo>
                    <a:pt x="6163" y="639"/>
                  </a:lnTo>
                  <a:lnTo>
                    <a:pt x="6223" y="479"/>
                  </a:lnTo>
                  <a:lnTo>
                    <a:pt x="6263" y="359"/>
                  </a:lnTo>
                  <a:lnTo>
                    <a:pt x="6263" y="240"/>
                  </a:lnTo>
                  <a:lnTo>
                    <a:pt x="6243" y="160"/>
                  </a:lnTo>
                  <a:lnTo>
                    <a:pt x="6183" y="80"/>
                  </a:lnTo>
                  <a:lnTo>
                    <a:pt x="6103" y="40"/>
                  </a:lnTo>
                  <a:lnTo>
                    <a:pt x="6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6769447" y="1686143"/>
              <a:ext cx="594842" cy="570719"/>
            </a:xfrm>
            <a:custGeom>
              <a:avLst/>
              <a:gdLst/>
              <a:ahLst/>
              <a:cxnLst/>
              <a:rect l="l" t="t" r="r" b="b"/>
              <a:pathLst>
                <a:path w="28999" h="27823" extrusionOk="0">
                  <a:moveTo>
                    <a:pt x="8037" y="1"/>
                  </a:moveTo>
                  <a:lnTo>
                    <a:pt x="6921" y="41"/>
                  </a:lnTo>
                  <a:lnTo>
                    <a:pt x="5784" y="121"/>
                  </a:lnTo>
                  <a:lnTo>
                    <a:pt x="4667" y="240"/>
                  </a:lnTo>
                  <a:lnTo>
                    <a:pt x="3550" y="400"/>
                  </a:lnTo>
                  <a:lnTo>
                    <a:pt x="2453" y="579"/>
                  </a:lnTo>
                  <a:lnTo>
                    <a:pt x="1336" y="819"/>
                  </a:lnTo>
                  <a:lnTo>
                    <a:pt x="239" y="1078"/>
                  </a:lnTo>
                  <a:lnTo>
                    <a:pt x="160" y="1556"/>
                  </a:lnTo>
                  <a:lnTo>
                    <a:pt x="60" y="2474"/>
                  </a:lnTo>
                  <a:lnTo>
                    <a:pt x="20" y="3391"/>
                  </a:lnTo>
                  <a:lnTo>
                    <a:pt x="0" y="4309"/>
                  </a:lnTo>
                  <a:lnTo>
                    <a:pt x="0" y="5226"/>
                  </a:lnTo>
                  <a:lnTo>
                    <a:pt x="40" y="6164"/>
                  </a:lnTo>
                  <a:lnTo>
                    <a:pt x="120" y="7061"/>
                  </a:lnTo>
                  <a:lnTo>
                    <a:pt x="219" y="7978"/>
                  </a:lnTo>
                  <a:lnTo>
                    <a:pt x="339" y="8896"/>
                  </a:lnTo>
                  <a:lnTo>
                    <a:pt x="519" y="9793"/>
                  </a:lnTo>
                  <a:lnTo>
                    <a:pt x="698" y="10691"/>
                  </a:lnTo>
                  <a:lnTo>
                    <a:pt x="937" y="11588"/>
                  </a:lnTo>
                  <a:lnTo>
                    <a:pt x="1197" y="12466"/>
                  </a:lnTo>
                  <a:lnTo>
                    <a:pt x="1476" y="13343"/>
                  </a:lnTo>
                  <a:lnTo>
                    <a:pt x="1795" y="14201"/>
                  </a:lnTo>
                  <a:lnTo>
                    <a:pt x="2134" y="15058"/>
                  </a:lnTo>
                  <a:lnTo>
                    <a:pt x="2513" y="15896"/>
                  </a:lnTo>
                  <a:lnTo>
                    <a:pt x="2732" y="16355"/>
                  </a:lnTo>
                  <a:lnTo>
                    <a:pt x="2972" y="16814"/>
                  </a:lnTo>
                  <a:lnTo>
                    <a:pt x="3231" y="17272"/>
                  </a:lnTo>
                  <a:lnTo>
                    <a:pt x="3510" y="17711"/>
                  </a:lnTo>
                  <a:lnTo>
                    <a:pt x="3809" y="18130"/>
                  </a:lnTo>
                  <a:lnTo>
                    <a:pt x="4109" y="18529"/>
                  </a:lnTo>
                  <a:lnTo>
                    <a:pt x="4467" y="18908"/>
                  </a:lnTo>
                  <a:lnTo>
                    <a:pt x="4826" y="19247"/>
                  </a:lnTo>
                  <a:lnTo>
                    <a:pt x="5026" y="19426"/>
                  </a:lnTo>
                  <a:lnTo>
                    <a:pt x="5245" y="19566"/>
                  </a:lnTo>
                  <a:lnTo>
                    <a:pt x="5465" y="19725"/>
                  </a:lnTo>
                  <a:lnTo>
                    <a:pt x="5684" y="19845"/>
                  </a:lnTo>
                  <a:lnTo>
                    <a:pt x="5903" y="19965"/>
                  </a:lnTo>
                  <a:lnTo>
                    <a:pt x="6143" y="20084"/>
                  </a:lnTo>
                  <a:lnTo>
                    <a:pt x="6382" y="20184"/>
                  </a:lnTo>
                  <a:lnTo>
                    <a:pt x="6621" y="20264"/>
                  </a:lnTo>
                  <a:lnTo>
                    <a:pt x="6881" y="20324"/>
                  </a:lnTo>
                  <a:lnTo>
                    <a:pt x="7120" y="20383"/>
                  </a:lnTo>
                  <a:lnTo>
                    <a:pt x="7379" y="20423"/>
                  </a:lnTo>
                  <a:lnTo>
                    <a:pt x="7619" y="20443"/>
                  </a:lnTo>
                  <a:lnTo>
                    <a:pt x="8137" y="20443"/>
                  </a:lnTo>
                  <a:lnTo>
                    <a:pt x="8376" y="20403"/>
                  </a:lnTo>
                  <a:lnTo>
                    <a:pt x="8636" y="20364"/>
                  </a:lnTo>
                  <a:lnTo>
                    <a:pt x="8257" y="19865"/>
                  </a:lnTo>
                  <a:lnTo>
                    <a:pt x="7878" y="19346"/>
                  </a:lnTo>
                  <a:lnTo>
                    <a:pt x="7539" y="18808"/>
                  </a:lnTo>
                  <a:lnTo>
                    <a:pt x="7200" y="18269"/>
                  </a:lnTo>
                  <a:lnTo>
                    <a:pt x="6901" y="17711"/>
                  </a:lnTo>
                  <a:lnTo>
                    <a:pt x="6621" y="17153"/>
                  </a:lnTo>
                  <a:lnTo>
                    <a:pt x="6362" y="16574"/>
                  </a:lnTo>
                  <a:lnTo>
                    <a:pt x="6123" y="15996"/>
                  </a:lnTo>
                  <a:lnTo>
                    <a:pt x="5903" y="15398"/>
                  </a:lnTo>
                  <a:lnTo>
                    <a:pt x="5704" y="14799"/>
                  </a:lnTo>
                  <a:lnTo>
                    <a:pt x="5544" y="14201"/>
                  </a:lnTo>
                  <a:lnTo>
                    <a:pt x="5385" y="13583"/>
                  </a:lnTo>
                  <a:lnTo>
                    <a:pt x="5265" y="12964"/>
                  </a:lnTo>
                  <a:lnTo>
                    <a:pt x="5166" y="12346"/>
                  </a:lnTo>
                  <a:lnTo>
                    <a:pt x="5106" y="11708"/>
                  </a:lnTo>
                  <a:lnTo>
                    <a:pt x="5046" y="11090"/>
                  </a:lnTo>
                  <a:lnTo>
                    <a:pt x="5624" y="12346"/>
                  </a:lnTo>
                  <a:lnTo>
                    <a:pt x="6223" y="13623"/>
                  </a:lnTo>
                  <a:lnTo>
                    <a:pt x="6841" y="14879"/>
                  </a:lnTo>
                  <a:lnTo>
                    <a:pt x="7160" y="15497"/>
                  </a:lnTo>
                  <a:lnTo>
                    <a:pt x="7499" y="16115"/>
                  </a:lnTo>
                  <a:lnTo>
                    <a:pt x="7838" y="16714"/>
                  </a:lnTo>
                  <a:lnTo>
                    <a:pt x="8197" y="17312"/>
                  </a:lnTo>
                  <a:lnTo>
                    <a:pt x="8556" y="17910"/>
                  </a:lnTo>
                  <a:lnTo>
                    <a:pt x="8955" y="18489"/>
                  </a:lnTo>
                  <a:lnTo>
                    <a:pt x="9354" y="19047"/>
                  </a:lnTo>
                  <a:lnTo>
                    <a:pt x="9773" y="19606"/>
                  </a:lnTo>
                  <a:lnTo>
                    <a:pt x="10211" y="20144"/>
                  </a:lnTo>
                  <a:lnTo>
                    <a:pt x="10670" y="20663"/>
                  </a:lnTo>
                  <a:lnTo>
                    <a:pt x="11149" y="21161"/>
                  </a:lnTo>
                  <a:lnTo>
                    <a:pt x="11667" y="21640"/>
                  </a:lnTo>
                  <a:lnTo>
                    <a:pt x="12206" y="22119"/>
                  </a:lnTo>
                  <a:lnTo>
                    <a:pt x="12744" y="22537"/>
                  </a:lnTo>
                  <a:lnTo>
                    <a:pt x="13323" y="22956"/>
                  </a:lnTo>
                  <a:lnTo>
                    <a:pt x="13921" y="23335"/>
                  </a:lnTo>
                  <a:lnTo>
                    <a:pt x="14539" y="23674"/>
                  </a:lnTo>
                  <a:lnTo>
                    <a:pt x="15157" y="23993"/>
                  </a:lnTo>
                  <a:lnTo>
                    <a:pt x="15796" y="24273"/>
                  </a:lnTo>
                  <a:lnTo>
                    <a:pt x="16454" y="24492"/>
                  </a:lnTo>
                  <a:lnTo>
                    <a:pt x="17112" y="24691"/>
                  </a:lnTo>
                  <a:lnTo>
                    <a:pt x="17790" y="24831"/>
                  </a:lnTo>
                  <a:lnTo>
                    <a:pt x="18129" y="24891"/>
                  </a:lnTo>
                  <a:lnTo>
                    <a:pt x="18468" y="24931"/>
                  </a:lnTo>
                  <a:lnTo>
                    <a:pt x="18807" y="24971"/>
                  </a:lnTo>
                  <a:lnTo>
                    <a:pt x="19146" y="24991"/>
                  </a:lnTo>
                  <a:lnTo>
                    <a:pt x="19844" y="24991"/>
                  </a:lnTo>
                  <a:lnTo>
                    <a:pt x="20183" y="24971"/>
                  </a:lnTo>
                  <a:lnTo>
                    <a:pt x="20522" y="24931"/>
                  </a:lnTo>
                  <a:lnTo>
                    <a:pt x="20203" y="22458"/>
                  </a:lnTo>
                  <a:lnTo>
                    <a:pt x="20442" y="23116"/>
                  </a:lnTo>
                  <a:lnTo>
                    <a:pt x="20722" y="23754"/>
                  </a:lnTo>
                  <a:lnTo>
                    <a:pt x="21041" y="24392"/>
                  </a:lnTo>
                  <a:lnTo>
                    <a:pt x="21200" y="24691"/>
                  </a:lnTo>
                  <a:lnTo>
                    <a:pt x="21380" y="24991"/>
                  </a:lnTo>
                  <a:lnTo>
                    <a:pt x="21579" y="25290"/>
                  </a:lnTo>
                  <a:lnTo>
                    <a:pt x="21779" y="25569"/>
                  </a:lnTo>
                  <a:lnTo>
                    <a:pt x="21998" y="25828"/>
                  </a:lnTo>
                  <a:lnTo>
                    <a:pt x="22237" y="26087"/>
                  </a:lnTo>
                  <a:lnTo>
                    <a:pt x="22477" y="26347"/>
                  </a:lnTo>
                  <a:lnTo>
                    <a:pt x="22736" y="26566"/>
                  </a:lnTo>
                  <a:lnTo>
                    <a:pt x="22995" y="26785"/>
                  </a:lnTo>
                  <a:lnTo>
                    <a:pt x="23274" y="26985"/>
                  </a:lnTo>
                  <a:lnTo>
                    <a:pt x="23574" y="27184"/>
                  </a:lnTo>
                  <a:lnTo>
                    <a:pt x="23893" y="27344"/>
                  </a:lnTo>
                  <a:lnTo>
                    <a:pt x="24212" y="27483"/>
                  </a:lnTo>
                  <a:lnTo>
                    <a:pt x="24531" y="27603"/>
                  </a:lnTo>
                  <a:lnTo>
                    <a:pt x="24870" y="27703"/>
                  </a:lnTo>
                  <a:lnTo>
                    <a:pt x="25229" y="27763"/>
                  </a:lnTo>
                  <a:lnTo>
                    <a:pt x="25568" y="27803"/>
                  </a:lnTo>
                  <a:lnTo>
                    <a:pt x="25927" y="27823"/>
                  </a:lnTo>
                  <a:lnTo>
                    <a:pt x="26266" y="27823"/>
                  </a:lnTo>
                  <a:lnTo>
                    <a:pt x="26605" y="27783"/>
                  </a:lnTo>
                  <a:lnTo>
                    <a:pt x="26944" y="27723"/>
                  </a:lnTo>
                  <a:lnTo>
                    <a:pt x="27283" y="27643"/>
                  </a:lnTo>
                  <a:lnTo>
                    <a:pt x="27602" y="27503"/>
                  </a:lnTo>
                  <a:lnTo>
                    <a:pt x="27901" y="27364"/>
                  </a:lnTo>
                  <a:lnTo>
                    <a:pt x="28181" y="27184"/>
                  </a:lnTo>
                  <a:lnTo>
                    <a:pt x="28460" y="26965"/>
                  </a:lnTo>
                  <a:lnTo>
                    <a:pt x="28340" y="26407"/>
                  </a:lnTo>
                  <a:lnTo>
                    <a:pt x="28260" y="25828"/>
                  </a:lnTo>
                  <a:lnTo>
                    <a:pt x="28181" y="25270"/>
                  </a:lnTo>
                  <a:lnTo>
                    <a:pt x="28141" y="24691"/>
                  </a:lnTo>
                  <a:lnTo>
                    <a:pt x="28121" y="24113"/>
                  </a:lnTo>
                  <a:lnTo>
                    <a:pt x="28121" y="23535"/>
                  </a:lnTo>
                  <a:lnTo>
                    <a:pt x="28121" y="22956"/>
                  </a:lnTo>
                  <a:lnTo>
                    <a:pt x="28161" y="22358"/>
                  </a:lnTo>
                  <a:lnTo>
                    <a:pt x="28240" y="21201"/>
                  </a:lnTo>
                  <a:lnTo>
                    <a:pt x="28380" y="20024"/>
                  </a:lnTo>
                  <a:lnTo>
                    <a:pt x="28679" y="17671"/>
                  </a:lnTo>
                  <a:lnTo>
                    <a:pt x="28819" y="16494"/>
                  </a:lnTo>
                  <a:lnTo>
                    <a:pt x="28919" y="15338"/>
                  </a:lnTo>
                  <a:lnTo>
                    <a:pt x="28958" y="14759"/>
                  </a:lnTo>
                  <a:lnTo>
                    <a:pt x="28978" y="14181"/>
                  </a:lnTo>
                  <a:lnTo>
                    <a:pt x="28998" y="13623"/>
                  </a:lnTo>
                  <a:lnTo>
                    <a:pt x="28978" y="13044"/>
                  </a:lnTo>
                  <a:lnTo>
                    <a:pt x="28958" y="12486"/>
                  </a:lnTo>
                  <a:lnTo>
                    <a:pt x="28919" y="11907"/>
                  </a:lnTo>
                  <a:lnTo>
                    <a:pt x="28839" y="11349"/>
                  </a:lnTo>
                  <a:lnTo>
                    <a:pt x="28759" y="10810"/>
                  </a:lnTo>
                  <a:lnTo>
                    <a:pt x="28619" y="10252"/>
                  </a:lnTo>
                  <a:lnTo>
                    <a:pt x="28480" y="9714"/>
                  </a:lnTo>
                  <a:lnTo>
                    <a:pt x="28300" y="9175"/>
                  </a:lnTo>
                  <a:lnTo>
                    <a:pt x="28081" y="8637"/>
                  </a:lnTo>
                  <a:lnTo>
                    <a:pt x="27921" y="8278"/>
                  </a:lnTo>
                  <a:lnTo>
                    <a:pt x="27722" y="7919"/>
                  </a:lnTo>
                  <a:lnTo>
                    <a:pt x="27542" y="7580"/>
                  </a:lnTo>
                  <a:lnTo>
                    <a:pt x="27323" y="7240"/>
                  </a:lnTo>
                  <a:lnTo>
                    <a:pt x="27104" y="6921"/>
                  </a:lnTo>
                  <a:lnTo>
                    <a:pt x="26864" y="6602"/>
                  </a:lnTo>
                  <a:lnTo>
                    <a:pt x="26625" y="6303"/>
                  </a:lnTo>
                  <a:lnTo>
                    <a:pt x="26366" y="6004"/>
                  </a:lnTo>
                  <a:lnTo>
                    <a:pt x="26106" y="5725"/>
                  </a:lnTo>
                  <a:lnTo>
                    <a:pt x="25827" y="5446"/>
                  </a:lnTo>
                  <a:lnTo>
                    <a:pt x="25548" y="5166"/>
                  </a:lnTo>
                  <a:lnTo>
                    <a:pt x="25249" y="4907"/>
                  </a:lnTo>
                  <a:lnTo>
                    <a:pt x="24631" y="4408"/>
                  </a:lnTo>
                  <a:lnTo>
                    <a:pt x="23972" y="3930"/>
                  </a:lnTo>
                  <a:lnTo>
                    <a:pt x="23294" y="3511"/>
                  </a:lnTo>
                  <a:lnTo>
                    <a:pt x="22596" y="3112"/>
                  </a:lnTo>
                  <a:lnTo>
                    <a:pt x="21878" y="2733"/>
                  </a:lnTo>
                  <a:lnTo>
                    <a:pt x="21121" y="2394"/>
                  </a:lnTo>
                  <a:lnTo>
                    <a:pt x="20383" y="2075"/>
                  </a:lnTo>
                  <a:lnTo>
                    <a:pt x="19605" y="1796"/>
                  </a:lnTo>
                  <a:lnTo>
                    <a:pt x="18847" y="1537"/>
                  </a:lnTo>
                  <a:lnTo>
                    <a:pt x="18069" y="1297"/>
                  </a:lnTo>
                  <a:lnTo>
                    <a:pt x="16992" y="998"/>
                  </a:lnTo>
                  <a:lnTo>
                    <a:pt x="15895" y="739"/>
                  </a:lnTo>
                  <a:lnTo>
                    <a:pt x="14778" y="539"/>
                  </a:lnTo>
                  <a:lnTo>
                    <a:pt x="13662" y="360"/>
                  </a:lnTo>
                  <a:lnTo>
                    <a:pt x="12545" y="200"/>
                  </a:lnTo>
                  <a:lnTo>
                    <a:pt x="11428" y="101"/>
                  </a:lnTo>
                  <a:lnTo>
                    <a:pt x="10291" y="41"/>
                  </a:lnTo>
                  <a:lnTo>
                    <a:pt x="91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6769447" y="1686143"/>
              <a:ext cx="594842" cy="570719"/>
            </a:xfrm>
            <a:custGeom>
              <a:avLst/>
              <a:gdLst/>
              <a:ahLst/>
              <a:cxnLst/>
              <a:rect l="l" t="t" r="r" b="b"/>
              <a:pathLst>
                <a:path w="28999" h="27823" fill="none" extrusionOk="0">
                  <a:moveTo>
                    <a:pt x="160" y="1556"/>
                  </a:moveTo>
                  <a:lnTo>
                    <a:pt x="160" y="1556"/>
                  </a:lnTo>
                  <a:lnTo>
                    <a:pt x="60" y="2474"/>
                  </a:lnTo>
                  <a:lnTo>
                    <a:pt x="20" y="3391"/>
                  </a:lnTo>
                  <a:lnTo>
                    <a:pt x="0" y="4309"/>
                  </a:lnTo>
                  <a:lnTo>
                    <a:pt x="0" y="5226"/>
                  </a:lnTo>
                  <a:lnTo>
                    <a:pt x="40" y="6164"/>
                  </a:lnTo>
                  <a:lnTo>
                    <a:pt x="120" y="7061"/>
                  </a:lnTo>
                  <a:lnTo>
                    <a:pt x="219" y="7978"/>
                  </a:lnTo>
                  <a:lnTo>
                    <a:pt x="339" y="8896"/>
                  </a:lnTo>
                  <a:lnTo>
                    <a:pt x="519" y="9793"/>
                  </a:lnTo>
                  <a:lnTo>
                    <a:pt x="698" y="10691"/>
                  </a:lnTo>
                  <a:lnTo>
                    <a:pt x="937" y="11588"/>
                  </a:lnTo>
                  <a:lnTo>
                    <a:pt x="1197" y="12466"/>
                  </a:lnTo>
                  <a:lnTo>
                    <a:pt x="1476" y="13343"/>
                  </a:lnTo>
                  <a:lnTo>
                    <a:pt x="1795" y="14201"/>
                  </a:lnTo>
                  <a:lnTo>
                    <a:pt x="2134" y="15058"/>
                  </a:lnTo>
                  <a:lnTo>
                    <a:pt x="2513" y="15896"/>
                  </a:lnTo>
                  <a:lnTo>
                    <a:pt x="2513" y="15896"/>
                  </a:lnTo>
                  <a:lnTo>
                    <a:pt x="2732" y="16355"/>
                  </a:lnTo>
                  <a:lnTo>
                    <a:pt x="2972" y="16814"/>
                  </a:lnTo>
                  <a:lnTo>
                    <a:pt x="3231" y="17272"/>
                  </a:lnTo>
                  <a:lnTo>
                    <a:pt x="3510" y="17711"/>
                  </a:lnTo>
                  <a:lnTo>
                    <a:pt x="3809" y="18130"/>
                  </a:lnTo>
                  <a:lnTo>
                    <a:pt x="4109" y="18529"/>
                  </a:lnTo>
                  <a:lnTo>
                    <a:pt x="4467" y="18908"/>
                  </a:lnTo>
                  <a:lnTo>
                    <a:pt x="4826" y="19247"/>
                  </a:lnTo>
                  <a:lnTo>
                    <a:pt x="4826" y="19247"/>
                  </a:lnTo>
                  <a:lnTo>
                    <a:pt x="5026" y="19426"/>
                  </a:lnTo>
                  <a:lnTo>
                    <a:pt x="5245" y="19566"/>
                  </a:lnTo>
                  <a:lnTo>
                    <a:pt x="5465" y="19725"/>
                  </a:lnTo>
                  <a:lnTo>
                    <a:pt x="5684" y="19845"/>
                  </a:lnTo>
                  <a:lnTo>
                    <a:pt x="5903" y="19965"/>
                  </a:lnTo>
                  <a:lnTo>
                    <a:pt x="6143" y="20084"/>
                  </a:lnTo>
                  <a:lnTo>
                    <a:pt x="6382" y="20184"/>
                  </a:lnTo>
                  <a:lnTo>
                    <a:pt x="6621" y="20264"/>
                  </a:lnTo>
                  <a:lnTo>
                    <a:pt x="6881" y="20324"/>
                  </a:lnTo>
                  <a:lnTo>
                    <a:pt x="7120" y="20383"/>
                  </a:lnTo>
                  <a:lnTo>
                    <a:pt x="7379" y="20423"/>
                  </a:lnTo>
                  <a:lnTo>
                    <a:pt x="7619" y="20443"/>
                  </a:lnTo>
                  <a:lnTo>
                    <a:pt x="7878" y="20443"/>
                  </a:lnTo>
                  <a:lnTo>
                    <a:pt x="8137" y="20443"/>
                  </a:lnTo>
                  <a:lnTo>
                    <a:pt x="8376" y="20403"/>
                  </a:lnTo>
                  <a:lnTo>
                    <a:pt x="8636" y="20364"/>
                  </a:lnTo>
                  <a:lnTo>
                    <a:pt x="8636" y="20364"/>
                  </a:lnTo>
                  <a:lnTo>
                    <a:pt x="8257" y="19865"/>
                  </a:lnTo>
                  <a:lnTo>
                    <a:pt x="7878" y="19346"/>
                  </a:lnTo>
                  <a:lnTo>
                    <a:pt x="7539" y="18808"/>
                  </a:lnTo>
                  <a:lnTo>
                    <a:pt x="7200" y="18269"/>
                  </a:lnTo>
                  <a:lnTo>
                    <a:pt x="6901" y="17711"/>
                  </a:lnTo>
                  <a:lnTo>
                    <a:pt x="6621" y="17153"/>
                  </a:lnTo>
                  <a:lnTo>
                    <a:pt x="6362" y="16574"/>
                  </a:lnTo>
                  <a:lnTo>
                    <a:pt x="6123" y="15996"/>
                  </a:lnTo>
                  <a:lnTo>
                    <a:pt x="5903" y="15398"/>
                  </a:lnTo>
                  <a:lnTo>
                    <a:pt x="5704" y="14799"/>
                  </a:lnTo>
                  <a:lnTo>
                    <a:pt x="5544" y="14201"/>
                  </a:lnTo>
                  <a:lnTo>
                    <a:pt x="5385" y="13583"/>
                  </a:lnTo>
                  <a:lnTo>
                    <a:pt x="5265" y="12964"/>
                  </a:lnTo>
                  <a:lnTo>
                    <a:pt x="5166" y="12346"/>
                  </a:lnTo>
                  <a:lnTo>
                    <a:pt x="5106" y="11708"/>
                  </a:lnTo>
                  <a:lnTo>
                    <a:pt x="5046" y="11090"/>
                  </a:lnTo>
                  <a:lnTo>
                    <a:pt x="5046" y="11090"/>
                  </a:lnTo>
                  <a:lnTo>
                    <a:pt x="5624" y="12346"/>
                  </a:lnTo>
                  <a:lnTo>
                    <a:pt x="6223" y="13623"/>
                  </a:lnTo>
                  <a:lnTo>
                    <a:pt x="6841" y="14879"/>
                  </a:lnTo>
                  <a:lnTo>
                    <a:pt x="7160" y="15497"/>
                  </a:lnTo>
                  <a:lnTo>
                    <a:pt x="7499" y="16115"/>
                  </a:lnTo>
                  <a:lnTo>
                    <a:pt x="7838" y="16714"/>
                  </a:lnTo>
                  <a:lnTo>
                    <a:pt x="8197" y="17312"/>
                  </a:lnTo>
                  <a:lnTo>
                    <a:pt x="8556" y="17910"/>
                  </a:lnTo>
                  <a:lnTo>
                    <a:pt x="8955" y="18489"/>
                  </a:lnTo>
                  <a:lnTo>
                    <a:pt x="9354" y="19047"/>
                  </a:lnTo>
                  <a:lnTo>
                    <a:pt x="9773" y="19606"/>
                  </a:lnTo>
                  <a:lnTo>
                    <a:pt x="10211" y="20144"/>
                  </a:lnTo>
                  <a:lnTo>
                    <a:pt x="10670" y="20663"/>
                  </a:lnTo>
                  <a:lnTo>
                    <a:pt x="10670" y="20663"/>
                  </a:lnTo>
                  <a:lnTo>
                    <a:pt x="11149" y="21161"/>
                  </a:lnTo>
                  <a:lnTo>
                    <a:pt x="11667" y="21640"/>
                  </a:lnTo>
                  <a:lnTo>
                    <a:pt x="12206" y="22119"/>
                  </a:lnTo>
                  <a:lnTo>
                    <a:pt x="12744" y="22537"/>
                  </a:lnTo>
                  <a:lnTo>
                    <a:pt x="13323" y="22956"/>
                  </a:lnTo>
                  <a:lnTo>
                    <a:pt x="13921" y="23335"/>
                  </a:lnTo>
                  <a:lnTo>
                    <a:pt x="14539" y="23674"/>
                  </a:lnTo>
                  <a:lnTo>
                    <a:pt x="15157" y="23993"/>
                  </a:lnTo>
                  <a:lnTo>
                    <a:pt x="15796" y="24273"/>
                  </a:lnTo>
                  <a:lnTo>
                    <a:pt x="16454" y="24492"/>
                  </a:lnTo>
                  <a:lnTo>
                    <a:pt x="17112" y="24691"/>
                  </a:lnTo>
                  <a:lnTo>
                    <a:pt x="17790" y="24831"/>
                  </a:lnTo>
                  <a:lnTo>
                    <a:pt x="18129" y="24891"/>
                  </a:lnTo>
                  <a:lnTo>
                    <a:pt x="18468" y="24931"/>
                  </a:lnTo>
                  <a:lnTo>
                    <a:pt x="18807" y="24971"/>
                  </a:lnTo>
                  <a:lnTo>
                    <a:pt x="19146" y="24991"/>
                  </a:lnTo>
                  <a:lnTo>
                    <a:pt x="19485" y="24991"/>
                  </a:lnTo>
                  <a:lnTo>
                    <a:pt x="19844" y="24991"/>
                  </a:lnTo>
                  <a:lnTo>
                    <a:pt x="20183" y="24971"/>
                  </a:lnTo>
                  <a:lnTo>
                    <a:pt x="20522" y="24931"/>
                  </a:lnTo>
                  <a:lnTo>
                    <a:pt x="20203" y="22458"/>
                  </a:lnTo>
                  <a:lnTo>
                    <a:pt x="20203" y="22458"/>
                  </a:lnTo>
                  <a:lnTo>
                    <a:pt x="20442" y="23116"/>
                  </a:lnTo>
                  <a:lnTo>
                    <a:pt x="20722" y="23754"/>
                  </a:lnTo>
                  <a:lnTo>
                    <a:pt x="21041" y="24392"/>
                  </a:lnTo>
                  <a:lnTo>
                    <a:pt x="21200" y="24691"/>
                  </a:lnTo>
                  <a:lnTo>
                    <a:pt x="21380" y="24991"/>
                  </a:lnTo>
                  <a:lnTo>
                    <a:pt x="21579" y="25290"/>
                  </a:lnTo>
                  <a:lnTo>
                    <a:pt x="21779" y="25569"/>
                  </a:lnTo>
                  <a:lnTo>
                    <a:pt x="21998" y="25828"/>
                  </a:lnTo>
                  <a:lnTo>
                    <a:pt x="22237" y="26087"/>
                  </a:lnTo>
                  <a:lnTo>
                    <a:pt x="22477" y="26347"/>
                  </a:lnTo>
                  <a:lnTo>
                    <a:pt x="22736" y="26566"/>
                  </a:lnTo>
                  <a:lnTo>
                    <a:pt x="22995" y="26785"/>
                  </a:lnTo>
                  <a:lnTo>
                    <a:pt x="23274" y="26985"/>
                  </a:lnTo>
                  <a:lnTo>
                    <a:pt x="23274" y="26985"/>
                  </a:lnTo>
                  <a:lnTo>
                    <a:pt x="23574" y="27184"/>
                  </a:lnTo>
                  <a:lnTo>
                    <a:pt x="23893" y="27344"/>
                  </a:lnTo>
                  <a:lnTo>
                    <a:pt x="24212" y="27483"/>
                  </a:lnTo>
                  <a:lnTo>
                    <a:pt x="24531" y="27603"/>
                  </a:lnTo>
                  <a:lnTo>
                    <a:pt x="24870" y="27703"/>
                  </a:lnTo>
                  <a:lnTo>
                    <a:pt x="25229" y="27763"/>
                  </a:lnTo>
                  <a:lnTo>
                    <a:pt x="25568" y="27803"/>
                  </a:lnTo>
                  <a:lnTo>
                    <a:pt x="25927" y="27823"/>
                  </a:lnTo>
                  <a:lnTo>
                    <a:pt x="26266" y="27823"/>
                  </a:lnTo>
                  <a:lnTo>
                    <a:pt x="26605" y="27783"/>
                  </a:lnTo>
                  <a:lnTo>
                    <a:pt x="26944" y="27723"/>
                  </a:lnTo>
                  <a:lnTo>
                    <a:pt x="27283" y="27643"/>
                  </a:lnTo>
                  <a:lnTo>
                    <a:pt x="27602" y="27503"/>
                  </a:lnTo>
                  <a:lnTo>
                    <a:pt x="27901" y="27364"/>
                  </a:lnTo>
                  <a:lnTo>
                    <a:pt x="28181" y="27184"/>
                  </a:lnTo>
                  <a:lnTo>
                    <a:pt x="28460" y="26965"/>
                  </a:lnTo>
                  <a:lnTo>
                    <a:pt x="28460" y="26965"/>
                  </a:lnTo>
                  <a:lnTo>
                    <a:pt x="28340" y="26407"/>
                  </a:lnTo>
                  <a:lnTo>
                    <a:pt x="28260" y="25828"/>
                  </a:lnTo>
                  <a:lnTo>
                    <a:pt x="28181" y="25270"/>
                  </a:lnTo>
                  <a:lnTo>
                    <a:pt x="28141" y="24691"/>
                  </a:lnTo>
                  <a:lnTo>
                    <a:pt x="28121" y="24113"/>
                  </a:lnTo>
                  <a:lnTo>
                    <a:pt x="28121" y="23535"/>
                  </a:lnTo>
                  <a:lnTo>
                    <a:pt x="28121" y="22956"/>
                  </a:lnTo>
                  <a:lnTo>
                    <a:pt x="28161" y="22358"/>
                  </a:lnTo>
                  <a:lnTo>
                    <a:pt x="28240" y="21201"/>
                  </a:lnTo>
                  <a:lnTo>
                    <a:pt x="28380" y="20024"/>
                  </a:lnTo>
                  <a:lnTo>
                    <a:pt x="28679" y="17671"/>
                  </a:lnTo>
                  <a:lnTo>
                    <a:pt x="28819" y="16494"/>
                  </a:lnTo>
                  <a:lnTo>
                    <a:pt x="28919" y="15338"/>
                  </a:lnTo>
                  <a:lnTo>
                    <a:pt x="28958" y="14759"/>
                  </a:lnTo>
                  <a:lnTo>
                    <a:pt x="28978" y="14181"/>
                  </a:lnTo>
                  <a:lnTo>
                    <a:pt x="28998" y="13623"/>
                  </a:lnTo>
                  <a:lnTo>
                    <a:pt x="28978" y="13044"/>
                  </a:lnTo>
                  <a:lnTo>
                    <a:pt x="28958" y="12486"/>
                  </a:lnTo>
                  <a:lnTo>
                    <a:pt x="28919" y="11907"/>
                  </a:lnTo>
                  <a:lnTo>
                    <a:pt x="28839" y="11349"/>
                  </a:lnTo>
                  <a:lnTo>
                    <a:pt x="28759" y="10810"/>
                  </a:lnTo>
                  <a:lnTo>
                    <a:pt x="28619" y="10252"/>
                  </a:lnTo>
                  <a:lnTo>
                    <a:pt x="28480" y="9714"/>
                  </a:lnTo>
                  <a:lnTo>
                    <a:pt x="28300" y="9175"/>
                  </a:lnTo>
                  <a:lnTo>
                    <a:pt x="28081" y="8637"/>
                  </a:lnTo>
                  <a:lnTo>
                    <a:pt x="28081" y="8637"/>
                  </a:lnTo>
                  <a:lnTo>
                    <a:pt x="27921" y="8278"/>
                  </a:lnTo>
                  <a:lnTo>
                    <a:pt x="27722" y="7919"/>
                  </a:lnTo>
                  <a:lnTo>
                    <a:pt x="27542" y="7580"/>
                  </a:lnTo>
                  <a:lnTo>
                    <a:pt x="27323" y="7240"/>
                  </a:lnTo>
                  <a:lnTo>
                    <a:pt x="27104" y="6921"/>
                  </a:lnTo>
                  <a:lnTo>
                    <a:pt x="26864" y="6602"/>
                  </a:lnTo>
                  <a:lnTo>
                    <a:pt x="26625" y="6303"/>
                  </a:lnTo>
                  <a:lnTo>
                    <a:pt x="26366" y="6004"/>
                  </a:lnTo>
                  <a:lnTo>
                    <a:pt x="26106" y="5725"/>
                  </a:lnTo>
                  <a:lnTo>
                    <a:pt x="25827" y="5446"/>
                  </a:lnTo>
                  <a:lnTo>
                    <a:pt x="25548" y="5166"/>
                  </a:lnTo>
                  <a:lnTo>
                    <a:pt x="25249" y="4907"/>
                  </a:lnTo>
                  <a:lnTo>
                    <a:pt x="24631" y="4408"/>
                  </a:lnTo>
                  <a:lnTo>
                    <a:pt x="23972" y="3930"/>
                  </a:lnTo>
                  <a:lnTo>
                    <a:pt x="23294" y="3511"/>
                  </a:lnTo>
                  <a:lnTo>
                    <a:pt x="22596" y="3112"/>
                  </a:lnTo>
                  <a:lnTo>
                    <a:pt x="21878" y="2733"/>
                  </a:lnTo>
                  <a:lnTo>
                    <a:pt x="21121" y="2394"/>
                  </a:lnTo>
                  <a:lnTo>
                    <a:pt x="20383" y="2075"/>
                  </a:lnTo>
                  <a:lnTo>
                    <a:pt x="19605" y="1796"/>
                  </a:lnTo>
                  <a:lnTo>
                    <a:pt x="18847" y="1537"/>
                  </a:lnTo>
                  <a:lnTo>
                    <a:pt x="18069" y="1297"/>
                  </a:lnTo>
                  <a:lnTo>
                    <a:pt x="18069" y="1297"/>
                  </a:lnTo>
                  <a:lnTo>
                    <a:pt x="16992" y="998"/>
                  </a:lnTo>
                  <a:lnTo>
                    <a:pt x="15895" y="739"/>
                  </a:lnTo>
                  <a:lnTo>
                    <a:pt x="14778" y="539"/>
                  </a:lnTo>
                  <a:lnTo>
                    <a:pt x="13662" y="360"/>
                  </a:lnTo>
                  <a:lnTo>
                    <a:pt x="12545" y="200"/>
                  </a:lnTo>
                  <a:lnTo>
                    <a:pt x="11428" y="101"/>
                  </a:lnTo>
                  <a:lnTo>
                    <a:pt x="10291" y="41"/>
                  </a:lnTo>
                  <a:lnTo>
                    <a:pt x="9174" y="1"/>
                  </a:lnTo>
                  <a:lnTo>
                    <a:pt x="8037" y="1"/>
                  </a:lnTo>
                  <a:lnTo>
                    <a:pt x="6921" y="41"/>
                  </a:lnTo>
                  <a:lnTo>
                    <a:pt x="5784" y="121"/>
                  </a:lnTo>
                  <a:lnTo>
                    <a:pt x="4667" y="240"/>
                  </a:lnTo>
                  <a:lnTo>
                    <a:pt x="3550" y="400"/>
                  </a:lnTo>
                  <a:lnTo>
                    <a:pt x="2453" y="579"/>
                  </a:lnTo>
                  <a:lnTo>
                    <a:pt x="1336" y="819"/>
                  </a:lnTo>
                  <a:lnTo>
                    <a:pt x="239" y="107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6782122" y="1720108"/>
              <a:ext cx="841" cy="5744"/>
            </a:xfrm>
            <a:custGeom>
              <a:avLst/>
              <a:gdLst/>
              <a:ahLst/>
              <a:cxnLst/>
              <a:rect l="l" t="t" r="r" b="b"/>
              <a:pathLst>
                <a:path w="41" h="280" extrusionOk="0">
                  <a:moveTo>
                    <a:pt x="40" y="0"/>
                  </a:moveTo>
                  <a:lnTo>
                    <a:pt x="0" y="259"/>
                  </a:lnTo>
                  <a:lnTo>
                    <a:pt x="40" y="27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6463883" y="1694326"/>
              <a:ext cx="348569" cy="527766"/>
            </a:xfrm>
            <a:custGeom>
              <a:avLst/>
              <a:gdLst/>
              <a:ahLst/>
              <a:cxnLst/>
              <a:rect l="l" t="t" r="r" b="b"/>
              <a:pathLst>
                <a:path w="16993" h="25729" extrusionOk="0">
                  <a:moveTo>
                    <a:pt x="11348" y="1"/>
                  </a:moveTo>
                  <a:lnTo>
                    <a:pt x="11129" y="21"/>
                  </a:lnTo>
                  <a:lnTo>
                    <a:pt x="10909" y="41"/>
                  </a:lnTo>
                  <a:lnTo>
                    <a:pt x="10690" y="81"/>
                  </a:lnTo>
                  <a:lnTo>
                    <a:pt x="10471" y="140"/>
                  </a:lnTo>
                  <a:lnTo>
                    <a:pt x="10231" y="200"/>
                  </a:lnTo>
                  <a:lnTo>
                    <a:pt x="9992" y="300"/>
                  </a:lnTo>
                  <a:lnTo>
                    <a:pt x="9753" y="400"/>
                  </a:lnTo>
                  <a:lnTo>
                    <a:pt x="9493" y="539"/>
                  </a:lnTo>
                  <a:lnTo>
                    <a:pt x="9234" y="679"/>
                  </a:lnTo>
                  <a:lnTo>
                    <a:pt x="8955" y="858"/>
                  </a:lnTo>
                  <a:lnTo>
                    <a:pt x="8696" y="1038"/>
                  </a:lnTo>
                  <a:lnTo>
                    <a:pt x="8396" y="1257"/>
                  </a:lnTo>
                  <a:lnTo>
                    <a:pt x="8097" y="1497"/>
                  </a:lnTo>
                  <a:lnTo>
                    <a:pt x="7798" y="1756"/>
                  </a:lnTo>
                  <a:lnTo>
                    <a:pt x="7479" y="2055"/>
                  </a:lnTo>
                  <a:lnTo>
                    <a:pt x="7120" y="2394"/>
                  </a:lnTo>
                  <a:lnTo>
                    <a:pt x="6781" y="2753"/>
                  </a:lnTo>
                  <a:lnTo>
                    <a:pt x="6442" y="3112"/>
                  </a:lnTo>
                  <a:lnTo>
                    <a:pt x="6123" y="3511"/>
                  </a:lnTo>
                  <a:lnTo>
                    <a:pt x="5804" y="3910"/>
                  </a:lnTo>
                  <a:lnTo>
                    <a:pt x="5485" y="4329"/>
                  </a:lnTo>
                  <a:lnTo>
                    <a:pt x="5166" y="4767"/>
                  </a:lnTo>
                  <a:lnTo>
                    <a:pt x="4866" y="5206"/>
                  </a:lnTo>
                  <a:lnTo>
                    <a:pt x="4587" y="5665"/>
                  </a:lnTo>
                  <a:lnTo>
                    <a:pt x="4288" y="6123"/>
                  </a:lnTo>
                  <a:lnTo>
                    <a:pt x="3750" y="7081"/>
                  </a:lnTo>
                  <a:lnTo>
                    <a:pt x="3251" y="8038"/>
                  </a:lnTo>
                  <a:lnTo>
                    <a:pt x="2812" y="9015"/>
                  </a:lnTo>
                  <a:lnTo>
                    <a:pt x="2034" y="10810"/>
                  </a:lnTo>
                  <a:lnTo>
                    <a:pt x="1655" y="11748"/>
                  </a:lnTo>
                  <a:lnTo>
                    <a:pt x="1296" y="12665"/>
                  </a:lnTo>
                  <a:lnTo>
                    <a:pt x="977" y="13602"/>
                  </a:lnTo>
                  <a:lnTo>
                    <a:pt x="838" y="14081"/>
                  </a:lnTo>
                  <a:lnTo>
                    <a:pt x="698" y="14560"/>
                  </a:lnTo>
                  <a:lnTo>
                    <a:pt x="598" y="15038"/>
                  </a:lnTo>
                  <a:lnTo>
                    <a:pt x="479" y="15517"/>
                  </a:lnTo>
                  <a:lnTo>
                    <a:pt x="399" y="15976"/>
                  </a:lnTo>
                  <a:lnTo>
                    <a:pt x="319" y="16454"/>
                  </a:lnTo>
                  <a:lnTo>
                    <a:pt x="180" y="17671"/>
                  </a:lnTo>
                  <a:lnTo>
                    <a:pt x="80" y="18828"/>
                  </a:lnTo>
                  <a:lnTo>
                    <a:pt x="20" y="19925"/>
                  </a:lnTo>
                  <a:lnTo>
                    <a:pt x="0" y="21022"/>
                  </a:lnTo>
                  <a:lnTo>
                    <a:pt x="20" y="22118"/>
                  </a:lnTo>
                  <a:lnTo>
                    <a:pt x="80" y="23275"/>
                  </a:lnTo>
                  <a:lnTo>
                    <a:pt x="180" y="24452"/>
                  </a:lnTo>
                  <a:lnTo>
                    <a:pt x="319" y="25728"/>
                  </a:lnTo>
                  <a:lnTo>
                    <a:pt x="698" y="25449"/>
                  </a:lnTo>
                  <a:lnTo>
                    <a:pt x="1037" y="25150"/>
                  </a:lnTo>
                  <a:lnTo>
                    <a:pt x="1356" y="24831"/>
                  </a:lnTo>
                  <a:lnTo>
                    <a:pt x="1655" y="24492"/>
                  </a:lnTo>
                  <a:lnTo>
                    <a:pt x="1935" y="24133"/>
                  </a:lnTo>
                  <a:lnTo>
                    <a:pt x="2194" y="23754"/>
                  </a:lnTo>
                  <a:lnTo>
                    <a:pt x="2433" y="23375"/>
                  </a:lnTo>
                  <a:lnTo>
                    <a:pt x="2653" y="22976"/>
                  </a:lnTo>
                  <a:lnTo>
                    <a:pt x="2852" y="22557"/>
                  </a:lnTo>
                  <a:lnTo>
                    <a:pt x="3051" y="22138"/>
                  </a:lnTo>
                  <a:lnTo>
                    <a:pt x="3231" y="21700"/>
                  </a:lnTo>
                  <a:lnTo>
                    <a:pt x="3391" y="21261"/>
                  </a:lnTo>
                  <a:lnTo>
                    <a:pt x="3530" y="20822"/>
                  </a:lnTo>
                  <a:lnTo>
                    <a:pt x="3670" y="20363"/>
                  </a:lnTo>
                  <a:lnTo>
                    <a:pt x="3909" y="19486"/>
                  </a:lnTo>
                  <a:lnTo>
                    <a:pt x="4128" y="18568"/>
                  </a:lnTo>
                  <a:lnTo>
                    <a:pt x="4328" y="17671"/>
                  </a:lnTo>
                  <a:lnTo>
                    <a:pt x="4527" y="16774"/>
                  </a:lnTo>
                  <a:lnTo>
                    <a:pt x="4727" y="15876"/>
                  </a:lnTo>
                  <a:lnTo>
                    <a:pt x="4966" y="14979"/>
                  </a:lnTo>
                  <a:lnTo>
                    <a:pt x="5106" y="14540"/>
                  </a:lnTo>
                  <a:lnTo>
                    <a:pt x="5245" y="14101"/>
                  </a:lnTo>
                  <a:lnTo>
                    <a:pt x="5405" y="13682"/>
                  </a:lnTo>
                  <a:lnTo>
                    <a:pt x="5564" y="13243"/>
                  </a:lnTo>
                  <a:lnTo>
                    <a:pt x="5764" y="12825"/>
                  </a:lnTo>
                  <a:lnTo>
                    <a:pt x="5963" y="12426"/>
                  </a:lnTo>
                  <a:lnTo>
                    <a:pt x="5744" y="13941"/>
                  </a:lnTo>
                  <a:lnTo>
                    <a:pt x="5664" y="14719"/>
                  </a:lnTo>
                  <a:lnTo>
                    <a:pt x="5604" y="15497"/>
                  </a:lnTo>
                  <a:lnTo>
                    <a:pt x="5584" y="16255"/>
                  </a:lnTo>
                  <a:lnTo>
                    <a:pt x="5584" y="17013"/>
                  </a:lnTo>
                  <a:lnTo>
                    <a:pt x="5604" y="17412"/>
                  </a:lnTo>
                  <a:lnTo>
                    <a:pt x="5644" y="17791"/>
                  </a:lnTo>
                  <a:lnTo>
                    <a:pt x="5704" y="18170"/>
                  </a:lnTo>
                  <a:lnTo>
                    <a:pt x="5764" y="18549"/>
                  </a:lnTo>
                  <a:lnTo>
                    <a:pt x="5864" y="18967"/>
                  </a:lnTo>
                  <a:lnTo>
                    <a:pt x="5923" y="19167"/>
                  </a:lnTo>
                  <a:lnTo>
                    <a:pt x="6003" y="19366"/>
                  </a:lnTo>
                  <a:lnTo>
                    <a:pt x="6083" y="19546"/>
                  </a:lnTo>
                  <a:lnTo>
                    <a:pt x="6183" y="19725"/>
                  </a:lnTo>
                  <a:lnTo>
                    <a:pt x="6322" y="19885"/>
                  </a:lnTo>
                  <a:lnTo>
                    <a:pt x="6462" y="20044"/>
                  </a:lnTo>
                  <a:lnTo>
                    <a:pt x="6641" y="20164"/>
                  </a:lnTo>
                  <a:lnTo>
                    <a:pt x="6841" y="20244"/>
                  </a:lnTo>
                  <a:lnTo>
                    <a:pt x="7040" y="20304"/>
                  </a:lnTo>
                  <a:lnTo>
                    <a:pt x="7260" y="20324"/>
                  </a:lnTo>
                  <a:lnTo>
                    <a:pt x="7459" y="20304"/>
                  </a:lnTo>
                  <a:lnTo>
                    <a:pt x="7658" y="20244"/>
                  </a:lnTo>
                  <a:lnTo>
                    <a:pt x="7738" y="20204"/>
                  </a:lnTo>
                  <a:lnTo>
                    <a:pt x="7818" y="20144"/>
                  </a:lnTo>
                  <a:lnTo>
                    <a:pt x="7898" y="20084"/>
                  </a:lnTo>
                  <a:lnTo>
                    <a:pt x="7958" y="20004"/>
                  </a:lnTo>
                  <a:lnTo>
                    <a:pt x="7818" y="19566"/>
                  </a:lnTo>
                  <a:lnTo>
                    <a:pt x="7698" y="19127"/>
                  </a:lnTo>
                  <a:lnTo>
                    <a:pt x="7599" y="18668"/>
                  </a:lnTo>
                  <a:lnTo>
                    <a:pt x="7519" y="18229"/>
                  </a:lnTo>
                  <a:lnTo>
                    <a:pt x="7459" y="17771"/>
                  </a:lnTo>
                  <a:lnTo>
                    <a:pt x="7399" y="17312"/>
                  </a:lnTo>
                  <a:lnTo>
                    <a:pt x="7379" y="16853"/>
                  </a:lnTo>
                  <a:lnTo>
                    <a:pt x="7359" y="16395"/>
                  </a:lnTo>
                  <a:lnTo>
                    <a:pt x="7359" y="15936"/>
                  </a:lnTo>
                  <a:lnTo>
                    <a:pt x="7379" y="15477"/>
                  </a:lnTo>
                  <a:lnTo>
                    <a:pt x="7419" y="15018"/>
                  </a:lnTo>
                  <a:lnTo>
                    <a:pt x="7459" y="14560"/>
                  </a:lnTo>
                  <a:lnTo>
                    <a:pt x="7519" y="14101"/>
                  </a:lnTo>
                  <a:lnTo>
                    <a:pt x="7599" y="13642"/>
                  </a:lnTo>
                  <a:lnTo>
                    <a:pt x="7678" y="13184"/>
                  </a:lnTo>
                  <a:lnTo>
                    <a:pt x="7778" y="12745"/>
                  </a:lnTo>
                  <a:lnTo>
                    <a:pt x="7998" y="11847"/>
                  </a:lnTo>
                  <a:lnTo>
                    <a:pt x="8277" y="10970"/>
                  </a:lnTo>
                  <a:lnTo>
                    <a:pt x="8556" y="10092"/>
                  </a:lnTo>
                  <a:lnTo>
                    <a:pt x="8875" y="9235"/>
                  </a:lnTo>
                  <a:lnTo>
                    <a:pt x="9234" y="8377"/>
                  </a:lnTo>
                  <a:lnTo>
                    <a:pt x="9573" y="7520"/>
                  </a:lnTo>
                  <a:lnTo>
                    <a:pt x="10331" y="5844"/>
                  </a:lnTo>
                  <a:lnTo>
                    <a:pt x="10251" y="6602"/>
                  </a:lnTo>
                  <a:lnTo>
                    <a:pt x="10191" y="7380"/>
                  </a:lnTo>
                  <a:lnTo>
                    <a:pt x="10151" y="8158"/>
                  </a:lnTo>
                  <a:lnTo>
                    <a:pt x="10132" y="8916"/>
                  </a:lnTo>
                  <a:lnTo>
                    <a:pt x="10132" y="9693"/>
                  </a:lnTo>
                  <a:lnTo>
                    <a:pt x="10132" y="10471"/>
                  </a:lnTo>
                  <a:lnTo>
                    <a:pt x="10151" y="11229"/>
                  </a:lnTo>
                  <a:lnTo>
                    <a:pt x="10211" y="12007"/>
                  </a:lnTo>
                  <a:lnTo>
                    <a:pt x="10271" y="12785"/>
                  </a:lnTo>
                  <a:lnTo>
                    <a:pt x="10331" y="13543"/>
                  </a:lnTo>
                  <a:lnTo>
                    <a:pt x="10431" y="14320"/>
                  </a:lnTo>
                  <a:lnTo>
                    <a:pt x="10530" y="15078"/>
                  </a:lnTo>
                  <a:lnTo>
                    <a:pt x="10650" y="15836"/>
                  </a:lnTo>
                  <a:lnTo>
                    <a:pt x="10790" y="16594"/>
                  </a:lnTo>
                  <a:lnTo>
                    <a:pt x="10949" y="17352"/>
                  </a:lnTo>
                  <a:lnTo>
                    <a:pt x="11129" y="18110"/>
                  </a:lnTo>
                  <a:lnTo>
                    <a:pt x="11248" y="18549"/>
                  </a:lnTo>
                  <a:lnTo>
                    <a:pt x="11308" y="18748"/>
                  </a:lnTo>
                  <a:lnTo>
                    <a:pt x="11388" y="18967"/>
                  </a:lnTo>
                  <a:lnTo>
                    <a:pt x="11488" y="19167"/>
                  </a:lnTo>
                  <a:lnTo>
                    <a:pt x="11587" y="19346"/>
                  </a:lnTo>
                  <a:lnTo>
                    <a:pt x="11707" y="19526"/>
                  </a:lnTo>
                  <a:lnTo>
                    <a:pt x="11867" y="19705"/>
                  </a:lnTo>
                  <a:lnTo>
                    <a:pt x="11986" y="19805"/>
                  </a:lnTo>
                  <a:lnTo>
                    <a:pt x="12126" y="19905"/>
                  </a:lnTo>
                  <a:lnTo>
                    <a:pt x="12266" y="19984"/>
                  </a:lnTo>
                  <a:lnTo>
                    <a:pt x="12405" y="20044"/>
                  </a:lnTo>
                  <a:lnTo>
                    <a:pt x="12545" y="20104"/>
                  </a:lnTo>
                  <a:lnTo>
                    <a:pt x="12704" y="20144"/>
                  </a:lnTo>
                  <a:lnTo>
                    <a:pt x="13043" y="20204"/>
                  </a:lnTo>
                  <a:lnTo>
                    <a:pt x="13362" y="20224"/>
                  </a:lnTo>
                  <a:lnTo>
                    <a:pt x="13701" y="20224"/>
                  </a:lnTo>
                  <a:lnTo>
                    <a:pt x="14041" y="20204"/>
                  </a:lnTo>
                  <a:lnTo>
                    <a:pt x="14380" y="20144"/>
                  </a:lnTo>
                  <a:lnTo>
                    <a:pt x="15038" y="20024"/>
                  </a:lnTo>
                  <a:lnTo>
                    <a:pt x="15357" y="19965"/>
                  </a:lnTo>
                  <a:lnTo>
                    <a:pt x="15696" y="19905"/>
                  </a:lnTo>
                  <a:lnTo>
                    <a:pt x="16015" y="19865"/>
                  </a:lnTo>
                  <a:lnTo>
                    <a:pt x="16354" y="19865"/>
                  </a:lnTo>
                  <a:lnTo>
                    <a:pt x="16673" y="19885"/>
                  </a:lnTo>
                  <a:lnTo>
                    <a:pt x="16992" y="19965"/>
                  </a:lnTo>
                  <a:lnTo>
                    <a:pt x="16992" y="19965"/>
                  </a:lnTo>
                  <a:lnTo>
                    <a:pt x="16613" y="18848"/>
                  </a:lnTo>
                  <a:lnTo>
                    <a:pt x="16274" y="17731"/>
                  </a:lnTo>
                  <a:lnTo>
                    <a:pt x="15955" y="16614"/>
                  </a:lnTo>
                  <a:lnTo>
                    <a:pt x="15696" y="15457"/>
                  </a:lnTo>
                  <a:lnTo>
                    <a:pt x="15457" y="14320"/>
                  </a:lnTo>
                  <a:lnTo>
                    <a:pt x="15277" y="13164"/>
                  </a:lnTo>
                  <a:lnTo>
                    <a:pt x="15117" y="12007"/>
                  </a:lnTo>
                  <a:lnTo>
                    <a:pt x="14998" y="10830"/>
                  </a:lnTo>
                  <a:lnTo>
                    <a:pt x="14938" y="9674"/>
                  </a:lnTo>
                  <a:lnTo>
                    <a:pt x="14898" y="8497"/>
                  </a:lnTo>
                  <a:lnTo>
                    <a:pt x="14898" y="7320"/>
                  </a:lnTo>
                  <a:lnTo>
                    <a:pt x="14938" y="6163"/>
                  </a:lnTo>
                  <a:lnTo>
                    <a:pt x="15018" y="4987"/>
                  </a:lnTo>
                  <a:lnTo>
                    <a:pt x="15137" y="3830"/>
                  </a:lnTo>
                  <a:lnTo>
                    <a:pt x="15317" y="2673"/>
                  </a:lnTo>
                  <a:lnTo>
                    <a:pt x="15516" y="1516"/>
                  </a:lnTo>
                  <a:lnTo>
                    <a:pt x="14778" y="1237"/>
                  </a:lnTo>
                  <a:lnTo>
                    <a:pt x="13941" y="818"/>
                  </a:lnTo>
                  <a:lnTo>
                    <a:pt x="13542" y="619"/>
                  </a:lnTo>
                  <a:lnTo>
                    <a:pt x="13143" y="439"/>
                  </a:lnTo>
                  <a:lnTo>
                    <a:pt x="12744" y="280"/>
                  </a:lnTo>
                  <a:lnTo>
                    <a:pt x="12365" y="140"/>
                  </a:lnTo>
                  <a:lnTo>
                    <a:pt x="11966" y="61"/>
                  </a:lnTo>
                  <a:lnTo>
                    <a:pt x="11767" y="21"/>
                  </a:lnTo>
                  <a:lnTo>
                    <a:pt x="11548" y="21"/>
                  </a:lnTo>
                  <a:lnTo>
                    <a:pt x="113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6908117" y="2273970"/>
              <a:ext cx="90829" cy="29887"/>
            </a:xfrm>
            <a:custGeom>
              <a:avLst/>
              <a:gdLst/>
              <a:ahLst/>
              <a:cxnLst/>
              <a:rect l="l" t="t" r="r" b="b"/>
              <a:pathLst>
                <a:path w="4428" h="1457" extrusionOk="0">
                  <a:moveTo>
                    <a:pt x="4408" y="0"/>
                  </a:moveTo>
                  <a:lnTo>
                    <a:pt x="4388" y="20"/>
                  </a:lnTo>
                  <a:lnTo>
                    <a:pt x="4268" y="120"/>
                  </a:lnTo>
                  <a:lnTo>
                    <a:pt x="4108" y="259"/>
                  </a:lnTo>
                  <a:lnTo>
                    <a:pt x="3869" y="439"/>
                  </a:lnTo>
                  <a:lnTo>
                    <a:pt x="3590" y="638"/>
                  </a:lnTo>
                  <a:lnTo>
                    <a:pt x="3231" y="838"/>
                  </a:lnTo>
                  <a:lnTo>
                    <a:pt x="2832" y="997"/>
                  </a:lnTo>
                  <a:lnTo>
                    <a:pt x="2593" y="1077"/>
                  </a:lnTo>
                  <a:lnTo>
                    <a:pt x="2373" y="1137"/>
                  </a:lnTo>
                  <a:lnTo>
                    <a:pt x="2134" y="1197"/>
                  </a:lnTo>
                  <a:lnTo>
                    <a:pt x="1895" y="1217"/>
                  </a:lnTo>
                  <a:lnTo>
                    <a:pt x="1456" y="1257"/>
                  </a:lnTo>
                  <a:lnTo>
                    <a:pt x="1057" y="1237"/>
                  </a:lnTo>
                  <a:lnTo>
                    <a:pt x="698" y="1197"/>
                  </a:lnTo>
                  <a:lnTo>
                    <a:pt x="419" y="1137"/>
                  </a:lnTo>
                  <a:lnTo>
                    <a:pt x="199" y="1097"/>
                  </a:lnTo>
                  <a:lnTo>
                    <a:pt x="60" y="1057"/>
                  </a:lnTo>
                  <a:lnTo>
                    <a:pt x="0" y="1057"/>
                  </a:lnTo>
                  <a:lnTo>
                    <a:pt x="40" y="1097"/>
                  </a:lnTo>
                  <a:lnTo>
                    <a:pt x="160" y="1177"/>
                  </a:lnTo>
                  <a:lnTo>
                    <a:pt x="379" y="1257"/>
                  </a:lnTo>
                  <a:lnTo>
                    <a:pt x="658" y="1356"/>
                  </a:lnTo>
                  <a:lnTo>
                    <a:pt x="838" y="1396"/>
                  </a:lnTo>
                  <a:lnTo>
                    <a:pt x="1037" y="1436"/>
                  </a:lnTo>
                  <a:lnTo>
                    <a:pt x="1237" y="1456"/>
                  </a:lnTo>
                  <a:lnTo>
                    <a:pt x="1675" y="1456"/>
                  </a:lnTo>
                  <a:lnTo>
                    <a:pt x="1915" y="1436"/>
                  </a:lnTo>
                  <a:lnTo>
                    <a:pt x="2174" y="1416"/>
                  </a:lnTo>
                  <a:lnTo>
                    <a:pt x="2413" y="1356"/>
                  </a:lnTo>
                  <a:lnTo>
                    <a:pt x="2672" y="1297"/>
                  </a:lnTo>
                  <a:lnTo>
                    <a:pt x="2892" y="1217"/>
                  </a:lnTo>
                  <a:lnTo>
                    <a:pt x="3111" y="1117"/>
                  </a:lnTo>
                  <a:lnTo>
                    <a:pt x="3331" y="1017"/>
                  </a:lnTo>
                  <a:lnTo>
                    <a:pt x="3510" y="898"/>
                  </a:lnTo>
                  <a:lnTo>
                    <a:pt x="3690" y="798"/>
                  </a:lnTo>
                  <a:lnTo>
                    <a:pt x="3849" y="678"/>
                  </a:lnTo>
                  <a:lnTo>
                    <a:pt x="3969" y="559"/>
                  </a:lnTo>
                  <a:lnTo>
                    <a:pt x="4188" y="359"/>
                  </a:lnTo>
                  <a:lnTo>
                    <a:pt x="4348" y="180"/>
                  </a:lnTo>
                  <a:lnTo>
                    <a:pt x="4408" y="60"/>
                  </a:lnTo>
                  <a:lnTo>
                    <a:pt x="4428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6562046" y="2281744"/>
              <a:ext cx="67527" cy="29866"/>
            </a:xfrm>
            <a:custGeom>
              <a:avLst/>
              <a:gdLst/>
              <a:ahLst/>
              <a:cxnLst/>
              <a:rect l="l" t="t" r="r" b="b"/>
              <a:pathLst>
                <a:path w="3292" h="1456" extrusionOk="0">
                  <a:moveTo>
                    <a:pt x="1" y="0"/>
                  </a:moveTo>
                  <a:lnTo>
                    <a:pt x="1" y="40"/>
                  </a:lnTo>
                  <a:lnTo>
                    <a:pt x="60" y="140"/>
                  </a:lnTo>
                  <a:lnTo>
                    <a:pt x="180" y="259"/>
                  </a:lnTo>
                  <a:lnTo>
                    <a:pt x="340" y="439"/>
                  </a:lnTo>
                  <a:lnTo>
                    <a:pt x="559" y="618"/>
                  </a:lnTo>
                  <a:lnTo>
                    <a:pt x="798" y="798"/>
                  </a:lnTo>
                  <a:lnTo>
                    <a:pt x="1117" y="997"/>
                  </a:lnTo>
                  <a:lnTo>
                    <a:pt x="1456" y="1157"/>
                  </a:lnTo>
                  <a:lnTo>
                    <a:pt x="1815" y="1296"/>
                  </a:lnTo>
                  <a:lnTo>
                    <a:pt x="2155" y="1376"/>
                  </a:lnTo>
                  <a:lnTo>
                    <a:pt x="2474" y="1436"/>
                  </a:lnTo>
                  <a:lnTo>
                    <a:pt x="2753" y="1456"/>
                  </a:lnTo>
                  <a:lnTo>
                    <a:pt x="3152" y="1456"/>
                  </a:lnTo>
                  <a:lnTo>
                    <a:pt x="3271" y="1416"/>
                  </a:lnTo>
                  <a:lnTo>
                    <a:pt x="3291" y="1396"/>
                  </a:lnTo>
                  <a:lnTo>
                    <a:pt x="3251" y="1376"/>
                  </a:lnTo>
                  <a:lnTo>
                    <a:pt x="3152" y="1356"/>
                  </a:lnTo>
                  <a:lnTo>
                    <a:pt x="2773" y="1296"/>
                  </a:lnTo>
                  <a:lnTo>
                    <a:pt x="2494" y="1257"/>
                  </a:lnTo>
                  <a:lnTo>
                    <a:pt x="2214" y="1177"/>
                  </a:lnTo>
                  <a:lnTo>
                    <a:pt x="1875" y="1077"/>
                  </a:lnTo>
                  <a:lnTo>
                    <a:pt x="1536" y="957"/>
                  </a:lnTo>
                  <a:lnTo>
                    <a:pt x="1217" y="798"/>
                  </a:lnTo>
                  <a:lnTo>
                    <a:pt x="918" y="638"/>
                  </a:lnTo>
                  <a:lnTo>
                    <a:pt x="659" y="459"/>
                  </a:lnTo>
                  <a:lnTo>
                    <a:pt x="439" y="319"/>
                  </a:lnTo>
                  <a:lnTo>
                    <a:pt x="140" y="6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6965792" y="2292778"/>
              <a:ext cx="40922" cy="22933"/>
            </a:xfrm>
            <a:custGeom>
              <a:avLst/>
              <a:gdLst/>
              <a:ahLst/>
              <a:cxnLst/>
              <a:rect l="l" t="t" r="r" b="b"/>
              <a:pathLst>
                <a:path w="1995" h="1118" extrusionOk="0">
                  <a:moveTo>
                    <a:pt x="1955" y="1"/>
                  </a:moveTo>
                  <a:lnTo>
                    <a:pt x="1895" y="40"/>
                  </a:lnTo>
                  <a:lnTo>
                    <a:pt x="1695" y="180"/>
                  </a:lnTo>
                  <a:lnTo>
                    <a:pt x="1416" y="399"/>
                  </a:lnTo>
                  <a:lnTo>
                    <a:pt x="1237" y="519"/>
                  </a:lnTo>
                  <a:lnTo>
                    <a:pt x="1057" y="639"/>
                  </a:lnTo>
                  <a:lnTo>
                    <a:pt x="858" y="739"/>
                  </a:lnTo>
                  <a:lnTo>
                    <a:pt x="658" y="818"/>
                  </a:lnTo>
                  <a:lnTo>
                    <a:pt x="319" y="938"/>
                  </a:lnTo>
                  <a:lnTo>
                    <a:pt x="80" y="1018"/>
                  </a:lnTo>
                  <a:lnTo>
                    <a:pt x="20" y="1058"/>
                  </a:lnTo>
                  <a:lnTo>
                    <a:pt x="0" y="1078"/>
                  </a:lnTo>
                  <a:lnTo>
                    <a:pt x="20" y="1097"/>
                  </a:lnTo>
                  <a:lnTo>
                    <a:pt x="100" y="1117"/>
                  </a:lnTo>
                  <a:lnTo>
                    <a:pt x="200" y="1117"/>
                  </a:lnTo>
                  <a:lnTo>
                    <a:pt x="359" y="1097"/>
                  </a:lnTo>
                  <a:lnTo>
                    <a:pt x="539" y="1078"/>
                  </a:lnTo>
                  <a:lnTo>
                    <a:pt x="718" y="1018"/>
                  </a:lnTo>
                  <a:lnTo>
                    <a:pt x="937" y="938"/>
                  </a:lnTo>
                  <a:lnTo>
                    <a:pt x="1157" y="838"/>
                  </a:lnTo>
                  <a:lnTo>
                    <a:pt x="1356" y="699"/>
                  </a:lnTo>
                  <a:lnTo>
                    <a:pt x="1536" y="579"/>
                  </a:lnTo>
                  <a:lnTo>
                    <a:pt x="1695" y="439"/>
                  </a:lnTo>
                  <a:lnTo>
                    <a:pt x="1815" y="300"/>
                  </a:lnTo>
                  <a:lnTo>
                    <a:pt x="1895" y="180"/>
                  </a:lnTo>
                  <a:lnTo>
                    <a:pt x="1955" y="80"/>
                  </a:lnTo>
                  <a:lnTo>
                    <a:pt x="1994" y="21"/>
                  </a:lnTo>
                  <a:lnTo>
                    <a:pt x="1994" y="1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6188163" y="2384008"/>
              <a:ext cx="294580" cy="1010487"/>
            </a:xfrm>
            <a:custGeom>
              <a:avLst/>
              <a:gdLst/>
              <a:ahLst/>
              <a:cxnLst/>
              <a:rect l="l" t="t" r="r" b="b"/>
              <a:pathLst>
                <a:path w="14361" h="49262" extrusionOk="0">
                  <a:moveTo>
                    <a:pt x="14181" y="0"/>
                  </a:moveTo>
                  <a:lnTo>
                    <a:pt x="14181" y="140"/>
                  </a:lnTo>
                  <a:lnTo>
                    <a:pt x="14181" y="539"/>
                  </a:lnTo>
                  <a:lnTo>
                    <a:pt x="14221" y="1197"/>
                  </a:lnTo>
                  <a:lnTo>
                    <a:pt x="14241" y="1596"/>
                  </a:lnTo>
                  <a:lnTo>
                    <a:pt x="14241" y="2074"/>
                  </a:lnTo>
                  <a:lnTo>
                    <a:pt x="14261" y="3171"/>
                  </a:lnTo>
                  <a:lnTo>
                    <a:pt x="14241" y="4487"/>
                  </a:lnTo>
                  <a:lnTo>
                    <a:pt x="14221" y="5225"/>
                  </a:lnTo>
                  <a:lnTo>
                    <a:pt x="14161" y="6003"/>
                  </a:lnTo>
                  <a:lnTo>
                    <a:pt x="14121" y="6821"/>
                  </a:lnTo>
                  <a:lnTo>
                    <a:pt x="14041" y="7698"/>
                  </a:lnTo>
                  <a:lnTo>
                    <a:pt x="13942" y="8596"/>
                  </a:lnTo>
                  <a:lnTo>
                    <a:pt x="13822" y="9553"/>
                  </a:lnTo>
                  <a:lnTo>
                    <a:pt x="13662" y="10530"/>
                  </a:lnTo>
                  <a:lnTo>
                    <a:pt x="13503" y="11548"/>
                  </a:lnTo>
                  <a:lnTo>
                    <a:pt x="13284" y="12585"/>
                  </a:lnTo>
                  <a:lnTo>
                    <a:pt x="13044" y="13662"/>
                  </a:lnTo>
                  <a:lnTo>
                    <a:pt x="12785" y="14759"/>
                  </a:lnTo>
                  <a:lnTo>
                    <a:pt x="12466" y="15875"/>
                  </a:lnTo>
                  <a:lnTo>
                    <a:pt x="12107" y="17032"/>
                  </a:lnTo>
                  <a:lnTo>
                    <a:pt x="11728" y="18169"/>
                  </a:lnTo>
                  <a:lnTo>
                    <a:pt x="11289" y="19346"/>
                  </a:lnTo>
                  <a:lnTo>
                    <a:pt x="10830" y="20522"/>
                  </a:lnTo>
                  <a:lnTo>
                    <a:pt x="10312" y="21719"/>
                  </a:lnTo>
                  <a:lnTo>
                    <a:pt x="9734" y="22896"/>
                  </a:lnTo>
                  <a:lnTo>
                    <a:pt x="9135" y="24072"/>
                  </a:lnTo>
                  <a:lnTo>
                    <a:pt x="8477" y="25269"/>
                  </a:lnTo>
                  <a:lnTo>
                    <a:pt x="7799" y="26426"/>
                  </a:lnTo>
                  <a:lnTo>
                    <a:pt x="7081" y="27562"/>
                  </a:lnTo>
                  <a:lnTo>
                    <a:pt x="6363" y="28659"/>
                  </a:lnTo>
                  <a:lnTo>
                    <a:pt x="5645" y="29736"/>
                  </a:lnTo>
                  <a:lnTo>
                    <a:pt x="4947" y="30813"/>
                  </a:lnTo>
                  <a:lnTo>
                    <a:pt x="4269" y="31850"/>
                  </a:lnTo>
                  <a:lnTo>
                    <a:pt x="3631" y="32887"/>
                  </a:lnTo>
                  <a:lnTo>
                    <a:pt x="3013" y="33925"/>
                  </a:lnTo>
                  <a:lnTo>
                    <a:pt x="2454" y="34942"/>
                  </a:lnTo>
                  <a:lnTo>
                    <a:pt x="1936" y="35959"/>
                  </a:lnTo>
                  <a:lnTo>
                    <a:pt x="1696" y="36477"/>
                  </a:lnTo>
                  <a:lnTo>
                    <a:pt x="1477" y="36976"/>
                  </a:lnTo>
                  <a:lnTo>
                    <a:pt x="1277" y="37475"/>
                  </a:lnTo>
                  <a:lnTo>
                    <a:pt x="1098" y="37973"/>
                  </a:lnTo>
                  <a:lnTo>
                    <a:pt x="918" y="38472"/>
                  </a:lnTo>
                  <a:lnTo>
                    <a:pt x="759" y="38950"/>
                  </a:lnTo>
                  <a:lnTo>
                    <a:pt x="619" y="39449"/>
                  </a:lnTo>
                  <a:lnTo>
                    <a:pt x="500" y="39928"/>
                  </a:lnTo>
                  <a:lnTo>
                    <a:pt x="380" y="40386"/>
                  </a:lnTo>
                  <a:lnTo>
                    <a:pt x="300" y="40865"/>
                  </a:lnTo>
                  <a:lnTo>
                    <a:pt x="220" y="41324"/>
                  </a:lnTo>
                  <a:lnTo>
                    <a:pt x="141" y="41762"/>
                  </a:lnTo>
                  <a:lnTo>
                    <a:pt x="81" y="42201"/>
                  </a:lnTo>
                  <a:lnTo>
                    <a:pt x="41" y="42640"/>
                  </a:lnTo>
                  <a:lnTo>
                    <a:pt x="21" y="43059"/>
                  </a:lnTo>
                  <a:lnTo>
                    <a:pt x="1" y="43458"/>
                  </a:lnTo>
                  <a:lnTo>
                    <a:pt x="21" y="44255"/>
                  </a:lnTo>
                  <a:lnTo>
                    <a:pt x="61" y="44973"/>
                  </a:lnTo>
                  <a:lnTo>
                    <a:pt x="141" y="45671"/>
                  </a:lnTo>
                  <a:lnTo>
                    <a:pt x="260" y="46290"/>
                  </a:lnTo>
                  <a:lnTo>
                    <a:pt x="400" y="46868"/>
                  </a:lnTo>
                  <a:lnTo>
                    <a:pt x="559" y="47367"/>
                  </a:lnTo>
                  <a:lnTo>
                    <a:pt x="699" y="47805"/>
                  </a:lnTo>
                  <a:lnTo>
                    <a:pt x="859" y="48204"/>
                  </a:lnTo>
                  <a:lnTo>
                    <a:pt x="998" y="48523"/>
                  </a:lnTo>
                  <a:lnTo>
                    <a:pt x="1138" y="48783"/>
                  </a:lnTo>
                  <a:lnTo>
                    <a:pt x="1337" y="49142"/>
                  </a:lnTo>
                  <a:lnTo>
                    <a:pt x="1397" y="49261"/>
                  </a:lnTo>
                  <a:lnTo>
                    <a:pt x="1397" y="49261"/>
                  </a:lnTo>
                  <a:lnTo>
                    <a:pt x="1357" y="49122"/>
                  </a:lnTo>
                  <a:lnTo>
                    <a:pt x="1178" y="48763"/>
                  </a:lnTo>
                  <a:lnTo>
                    <a:pt x="1058" y="48504"/>
                  </a:lnTo>
                  <a:lnTo>
                    <a:pt x="918" y="48164"/>
                  </a:lnTo>
                  <a:lnTo>
                    <a:pt x="779" y="47786"/>
                  </a:lnTo>
                  <a:lnTo>
                    <a:pt x="639" y="47347"/>
                  </a:lnTo>
                  <a:lnTo>
                    <a:pt x="500" y="46828"/>
                  </a:lnTo>
                  <a:lnTo>
                    <a:pt x="360" y="46270"/>
                  </a:lnTo>
                  <a:lnTo>
                    <a:pt x="260" y="45652"/>
                  </a:lnTo>
                  <a:lnTo>
                    <a:pt x="180" y="44973"/>
                  </a:lnTo>
                  <a:lnTo>
                    <a:pt x="161" y="44236"/>
                  </a:lnTo>
                  <a:lnTo>
                    <a:pt x="161" y="43458"/>
                  </a:lnTo>
                  <a:lnTo>
                    <a:pt x="200" y="42640"/>
                  </a:lnTo>
                  <a:lnTo>
                    <a:pt x="240" y="42221"/>
                  </a:lnTo>
                  <a:lnTo>
                    <a:pt x="300" y="41782"/>
                  </a:lnTo>
                  <a:lnTo>
                    <a:pt x="460" y="40885"/>
                  </a:lnTo>
                  <a:lnTo>
                    <a:pt x="559" y="40426"/>
                  </a:lnTo>
                  <a:lnTo>
                    <a:pt x="659" y="39968"/>
                  </a:lnTo>
                  <a:lnTo>
                    <a:pt x="799" y="39489"/>
                  </a:lnTo>
                  <a:lnTo>
                    <a:pt x="938" y="39010"/>
                  </a:lnTo>
                  <a:lnTo>
                    <a:pt x="1098" y="38532"/>
                  </a:lnTo>
                  <a:lnTo>
                    <a:pt x="1257" y="38033"/>
                  </a:lnTo>
                  <a:lnTo>
                    <a:pt x="1457" y="37554"/>
                  </a:lnTo>
                  <a:lnTo>
                    <a:pt x="1656" y="37056"/>
                  </a:lnTo>
                  <a:lnTo>
                    <a:pt x="1876" y="36557"/>
                  </a:lnTo>
                  <a:lnTo>
                    <a:pt x="2115" y="36059"/>
                  </a:lnTo>
                  <a:lnTo>
                    <a:pt x="2634" y="35041"/>
                  </a:lnTo>
                  <a:lnTo>
                    <a:pt x="3192" y="34024"/>
                  </a:lnTo>
                  <a:lnTo>
                    <a:pt x="3810" y="33007"/>
                  </a:lnTo>
                  <a:lnTo>
                    <a:pt x="4448" y="31970"/>
                  </a:lnTo>
                  <a:lnTo>
                    <a:pt x="5127" y="30933"/>
                  </a:lnTo>
                  <a:lnTo>
                    <a:pt x="5845" y="29856"/>
                  </a:lnTo>
                  <a:lnTo>
                    <a:pt x="6543" y="28779"/>
                  </a:lnTo>
                  <a:lnTo>
                    <a:pt x="7261" y="27682"/>
                  </a:lnTo>
                  <a:lnTo>
                    <a:pt x="7979" y="26545"/>
                  </a:lnTo>
                  <a:lnTo>
                    <a:pt x="8677" y="25369"/>
                  </a:lnTo>
                  <a:lnTo>
                    <a:pt x="9335" y="24192"/>
                  </a:lnTo>
                  <a:lnTo>
                    <a:pt x="9953" y="22995"/>
                  </a:lnTo>
                  <a:lnTo>
                    <a:pt x="10511" y="21799"/>
                  </a:lnTo>
                  <a:lnTo>
                    <a:pt x="11030" y="20602"/>
                  </a:lnTo>
                  <a:lnTo>
                    <a:pt x="11509" y="19425"/>
                  </a:lnTo>
                  <a:lnTo>
                    <a:pt x="11927" y="18249"/>
                  </a:lnTo>
                  <a:lnTo>
                    <a:pt x="12326" y="17092"/>
                  </a:lnTo>
                  <a:lnTo>
                    <a:pt x="12665" y="15935"/>
                  </a:lnTo>
                  <a:lnTo>
                    <a:pt x="12984" y="14818"/>
                  </a:lnTo>
                  <a:lnTo>
                    <a:pt x="13244" y="13701"/>
                  </a:lnTo>
                  <a:lnTo>
                    <a:pt x="13483" y="12625"/>
                  </a:lnTo>
                  <a:lnTo>
                    <a:pt x="13682" y="11587"/>
                  </a:lnTo>
                  <a:lnTo>
                    <a:pt x="13842" y="10550"/>
                  </a:lnTo>
                  <a:lnTo>
                    <a:pt x="13982" y="9573"/>
                  </a:lnTo>
                  <a:lnTo>
                    <a:pt x="14101" y="8616"/>
                  </a:lnTo>
                  <a:lnTo>
                    <a:pt x="14201" y="7718"/>
                  </a:lnTo>
                  <a:lnTo>
                    <a:pt x="14261" y="6841"/>
                  </a:lnTo>
                  <a:lnTo>
                    <a:pt x="14321" y="6023"/>
                  </a:lnTo>
                  <a:lnTo>
                    <a:pt x="14341" y="5225"/>
                  </a:lnTo>
                  <a:lnTo>
                    <a:pt x="14361" y="4507"/>
                  </a:lnTo>
                  <a:lnTo>
                    <a:pt x="14361" y="3171"/>
                  </a:lnTo>
                  <a:lnTo>
                    <a:pt x="14341" y="2074"/>
                  </a:lnTo>
                  <a:lnTo>
                    <a:pt x="14321" y="1596"/>
                  </a:lnTo>
                  <a:lnTo>
                    <a:pt x="14281" y="1177"/>
                  </a:lnTo>
                  <a:lnTo>
                    <a:pt x="14241" y="539"/>
                  </a:lnTo>
                  <a:lnTo>
                    <a:pt x="14201" y="140"/>
                  </a:lnTo>
                  <a:lnTo>
                    <a:pt x="14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6928976" y="2490355"/>
              <a:ext cx="5743" cy="29887"/>
            </a:xfrm>
            <a:custGeom>
              <a:avLst/>
              <a:gdLst/>
              <a:ahLst/>
              <a:cxnLst/>
              <a:rect l="l" t="t" r="r" b="b"/>
              <a:pathLst>
                <a:path w="280" h="1457" extrusionOk="0">
                  <a:moveTo>
                    <a:pt x="40" y="0"/>
                  </a:moveTo>
                  <a:lnTo>
                    <a:pt x="20" y="20"/>
                  </a:lnTo>
                  <a:lnTo>
                    <a:pt x="20" y="80"/>
                  </a:lnTo>
                  <a:lnTo>
                    <a:pt x="20" y="220"/>
                  </a:lnTo>
                  <a:lnTo>
                    <a:pt x="60" y="459"/>
                  </a:lnTo>
                  <a:lnTo>
                    <a:pt x="60" y="718"/>
                  </a:lnTo>
                  <a:lnTo>
                    <a:pt x="60" y="998"/>
                  </a:lnTo>
                  <a:lnTo>
                    <a:pt x="20" y="1237"/>
                  </a:lnTo>
                  <a:lnTo>
                    <a:pt x="0" y="1377"/>
                  </a:lnTo>
                  <a:lnTo>
                    <a:pt x="20" y="1436"/>
                  </a:lnTo>
                  <a:lnTo>
                    <a:pt x="20" y="1456"/>
                  </a:lnTo>
                  <a:lnTo>
                    <a:pt x="60" y="1456"/>
                  </a:lnTo>
                  <a:lnTo>
                    <a:pt x="100" y="1416"/>
                  </a:lnTo>
                  <a:lnTo>
                    <a:pt x="180" y="1277"/>
                  </a:lnTo>
                  <a:lnTo>
                    <a:pt x="220" y="1157"/>
                  </a:lnTo>
                  <a:lnTo>
                    <a:pt x="259" y="1038"/>
                  </a:lnTo>
                  <a:lnTo>
                    <a:pt x="279" y="898"/>
                  </a:lnTo>
                  <a:lnTo>
                    <a:pt x="279" y="738"/>
                  </a:lnTo>
                  <a:lnTo>
                    <a:pt x="279" y="559"/>
                  </a:lnTo>
                  <a:lnTo>
                    <a:pt x="259" y="419"/>
                  </a:lnTo>
                  <a:lnTo>
                    <a:pt x="220" y="300"/>
                  </a:lnTo>
                  <a:lnTo>
                    <a:pt x="180" y="180"/>
                  </a:lnTo>
                  <a:lnTo>
                    <a:pt x="100" y="4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6946964" y="2494026"/>
              <a:ext cx="6564" cy="26215"/>
            </a:xfrm>
            <a:custGeom>
              <a:avLst/>
              <a:gdLst/>
              <a:ahLst/>
              <a:cxnLst/>
              <a:rect l="l" t="t" r="r" b="b"/>
              <a:pathLst>
                <a:path w="320" h="1278" extrusionOk="0">
                  <a:moveTo>
                    <a:pt x="1" y="1"/>
                  </a:moveTo>
                  <a:lnTo>
                    <a:pt x="1" y="21"/>
                  </a:lnTo>
                  <a:lnTo>
                    <a:pt x="1" y="61"/>
                  </a:lnTo>
                  <a:lnTo>
                    <a:pt x="21" y="200"/>
                  </a:lnTo>
                  <a:lnTo>
                    <a:pt x="61" y="400"/>
                  </a:lnTo>
                  <a:lnTo>
                    <a:pt x="100" y="639"/>
                  </a:lnTo>
                  <a:lnTo>
                    <a:pt x="100" y="878"/>
                  </a:lnTo>
                  <a:lnTo>
                    <a:pt x="80" y="1078"/>
                  </a:lnTo>
                  <a:lnTo>
                    <a:pt x="80" y="1218"/>
                  </a:lnTo>
                  <a:lnTo>
                    <a:pt x="80" y="1257"/>
                  </a:lnTo>
                  <a:lnTo>
                    <a:pt x="100" y="1277"/>
                  </a:lnTo>
                  <a:lnTo>
                    <a:pt x="120" y="1277"/>
                  </a:lnTo>
                  <a:lnTo>
                    <a:pt x="160" y="1257"/>
                  </a:lnTo>
                  <a:lnTo>
                    <a:pt x="200" y="1198"/>
                  </a:lnTo>
                  <a:lnTo>
                    <a:pt x="240" y="1118"/>
                  </a:lnTo>
                  <a:lnTo>
                    <a:pt x="280" y="1018"/>
                  </a:lnTo>
                  <a:lnTo>
                    <a:pt x="300" y="898"/>
                  </a:lnTo>
                  <a:lnTo>
                    <a:pt x="320" y="759"/>
                  </a:lnTo>
                  <a:lnTo>
                    <a:pt x="320" y="619"/>
                  </a:lnTo>
                  <a:lnTo>
                    <a:pt x="300" y="480"/>
                  </a:lnTo>
                  <a:lnTo>
                    <a:pt x="260" y="340"/>
                  </a:lnTo>
                  <a:lnTo>
                    <a:pt x="220" y="240"/>
                  </a:lnTo>
                  <a:lnTo>
                    <a:pt x="160" y="141"/>
                  </a:lnTo>
                  <a:lnTo>
                    <a:pt x="120" y="61"/>
                  </a:lnTo>
                  <a:lnTo>
                    <a:pt x="61" y="2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6157500" y="2982850"/>
              <a:ext cx="1261662" cy="2160889"/>
            </a:xfrm>
            <a:custGeom>
              <a:avLst/>
              <a:gdLst/>
              <a:ahLst/>
              <a:cxnLst/>
              <a:rect l="l" t="t" r="r" b="b"/>
              <a:pathLst>
                <a:path w="61507" h="105345" extrusionOk="0">
                  <a:moveTo>
                    <a:pt x="53350" y="1"/>
                  </a:moveTo>
                  <a:lnTo>
                    <a:pt x="28719" y="4488"/>
                  </a:lnTo>
                  <a:lnTo>
                    <a:pt x="24830" y="8716"/>
                  </a:lnTo>
                  <a:lnTo>
                    <a:pt x="20782" y="13144"/>
                  </a:lnTo>
                  <a:lnTo>
                    <a:pt x="16115" y="18309"/>
                  </a:lnTo>
                  <a:lnTo>
                    <a:pt x="13702" y="20982"/>
                  </a:lnTo>
                  <a:lnTo>
                    <a:pt x="11348" y="23614"/>
                  </a:lnTo>
                  <a:lnTo>
                    <a:pt x="9095" y="26147"/>
                  </a:lnTo>
                  <a:lnTo>
                    <a:pt x="7040" y="28501"/>
                  </a:lnTo>
                  <a:lnTo>
                    <a:pt x="5245" y="30595"/>
                  </a:lnTo>
                  <a:lnTo>
                    <a:pt x="3770" y="32350"/>
                  </a:lnTo>
                  <a:lnTo>
                    <a:pt x="3171" y="33088"/>
                  </a:lnTo>
                  <a:lnTo>
                    <a:pt x="2693" y="33706"/>
                  </a:lnTo>
                  <a:lnTo>
                    <a:pt x="2314" y="34224"/>
                  </a:lnTo>
                  <a:lnTo>
                    <a:pt x="2074" y="34603"/>
                  </a:lnTo>
                  <a:lnTo>
                    <a:pt x="1835" y="35042"/>
                  </a:lnTo>
                  <a:lnTo>
                    <a:pt x="1596" y="35481"/>
                  </a:lnTo>
                  <a:lnTo>
                    <a:pt x="1376" y="35920"/>
                  </a:lnTo>
                  <a:lnTo>
                    <a:pt x="1177" y="36339"/>
                  </a:lnTo>
                  <a:lnTo>
                    <a:pt x="1017" y="36737"/>
                  </a:lnTo>
                  <a:lnTo>
                    <a:pt x="858" y="37136"/>
                  </a:lnTo>
                  <a:lnTo>
                    <a:pt x="579" y="37894"/>
                  </a:lnTo>
                  <a:lnTo>
                    <a:pt x="379" y="38632"/>
                  </a:lnTo>
                  <a:lnTo>
                    <a:pt x="220" y="39310"/>
                  </a:lnTo>
                  <a:lnTo>
                    <a:pt x="100" y="39968"/>
                  </a:lnTo>
                  <a:lnTo>
                    <a:pt x="40" y="40607"/>
                  </a:lnTo>
                  <a:lnTo>
                    <a:pt x="0" y="41205"/>
                  </a:lnTo>
                  <a:lnTo>
                    <a:pt x="0" y="41783"/>
                  </a:lnTo>
                  <a:lnTo>
                    <a:pt x="20" y="42362"/>
                  </a:lnTo>
                  <a:lnTo>
                    <a:pt x="60" y="42900"/>
                  </a:lnTo>
                  <a:lnTo>
                    <a:pt x="160" y="43957"/>
                  </a:lnTo>
                  <a:lnTo>
                    <a:pt x="240" y="44994"/>
                  </a:lnTo>
                  <a:lnTo>
                    <a:pt x="279" y="45273"/>
                  </a:lnTo>
                  <a:lnTo>
                    <a:pt x="339" y="45612"/>
                  </a:lnTo>
                  <a:lnTo>
                    <a:pt x="439" y="45991"/>
                  </a:lnTo>
                  <a:lnTo>
                    <a:pt x="579" y="46410"/>
                  </a:lnTo>
                  <a:lnTo>
                    <a:pt x="918" y="47387"/>
                  </a:lnTo>
                  <a:lnTo>
                    <a:pt x="1356" y="48504"/>
                  </a:lnTo>
                  <a:lnTo>
                    <a:pt x="1855" y="49741"/>
                  </a:lnTo>
                  <a:lnTo>
                    <a:pt x="2433" y="51037"/>
                  </a:lnTo>
                  <a:lnTo>
                    <a:pt x="3650" y="53750"/>
                  </a:lnTo>
                  <a:lnTo>
                    <a:pt x="4866" y="56422"/>
                  </a:lnTo>
                  <a:lnTo>
                    <a:pt x="5445" y="57659"/>
                  </a:lnTo>
                  <a:lnTo>
                    <a:pt x="5943" y="58815"/>
                  </a:lnTo>
                  <a:lnTo>
                    <a:pt x="6382" y="59852"/>
                  </a:lnTo>
                  <a:lnTo>
                    <a:pt x="6721" y="60710"/>
                  </a:lnTo>
                  <a:lnTo>
                    <a:pt x="6861" y="61069"/>
                  </a:lnTo>
                  <a:lnTo>
                    <a:pt x="6961" y="61388"/>
                  </a:lnTo>
                  <a:lnTo>
                    <a:pt x="7020" y="61667"/>
                  </a:lnTo>
                  <a:lnTo>
                    <a:pt x="7060" y="61867"/>
                  </a:lnTo>
                  <a:lnTo>
                    <a:pt x="7060" y="62126"/>
                  </a:lnTo>
                  <a:lnTo>
                    <a:pt x="7040" y="62565"/>
                  </a:lnTo>
                  <a:lnTo>
                    <a:pt x="6921" y="63881"/>
                  </a:lnTo>
                  <a:lnTo>
                    <a:pt x="6741" y="65756"/>
                  </a:lnTo>
                  <a:lnTo>
                    <a:pt x="6482" y="68109"/>
                  </a:lnTo>
                  <a:lnTo>
                    <a:pt x="5884" y="73933"/>
                  </a:lnTo>
                  <a:lnTo>
                    <a:pt x="5545" y="77243"/>
                  </a:lnTo>
                  <a:lnTo>
                    <a:pt x="5206" y="80714"/>
                  </a:lnTo>
                  <a:lnTo>
                    <a:pt x="4886" y="84304"/>
                  </a:lnTo>
                  <a:lnTo>
                    <a:pt x="4607" y="87873"/>
                  </a:lnTo>
                  <a:lnTo>
                    <a:pt x="4488" y="89648"/>
                  </a:lnTo>
                  <a:lnTo>
                    <a:pt x="4368" y="91404"/>
                  </a:lnTo>
                  <a:lnTo>
                    <a:pt x="4288" y="93119"/>
                  </a:lnTo>
                  <a:lnTo>
                    <a:pt x="4208" y="94774"/>
                  </a:lnTo>
                  <a:lnTo>
                    <a:pt x="4149" y="96389"/>
                  </a:lnTo>
                  <a:lnTo>
                    <a:pt x="4109" y="97945"/>
                  </a:lnTo>
                  <a:lnTo>
                    <a:pt x="4109" y="99421"/>
                  </a:lnTo>
                  <a:lnTo>
                    <a:pt x="4129" y="100797"/>
                  </a:lnTo>
                  <a:lnTo>
                    <a:pt x="4168" y="102093"/>
                  </a:lnTo>
                  <a:lnTo>
                    <a:pt x="4248" y="103290"/>
                  </a:lnTo>
                  <a:lnTo>
                    <a:pt x="4368" y="104367"/>
                  </a:lnTo>
                  <a:lnTo>
                    <a:pt x="4428" y="104866"/>
                  </a:lnTo>
                  <a:lnTo>
                    <a:pt x="4508" y="105344"/>
                  </a:lnTo>
                  <a:lnTo>
                    <a:pt x="61507" y="105344"/>
                  </a:lnTo>
                  <a:lnTo>
                    <a:pt x="52193" y="71878"/>
                  </a:lnTo>
                  <a:lnTo>
                    <a:pt x="52592" y="69744"/>
                  </a:lnTo>
                  <a:lnTo>
                    <a:pt x="53031" y="67331"/>
                  </a:lnTo>
                  <a:lnTo>
                    <a:pt x="54108" y="61847"/>
                  </a:lnTo>
                  <a:lnTo>
                    <a:pt x="55304" y="55684"/>
                  </a:lnTo>
                  <a:lnTo>
                    <a:pt x="55923" y="52433"/>
                  </a:lnTo>
                  <a:lnTo>
                    <a:pt x="56521" y="49142"/>
                  </a:lnTo>
                  <a:lnTo>
                    <a:pt x="57099" y="45812"/>
                  </a:lnTo>
                  <a:lnTo>
                    <a:pt x="57658" y="42521"/>
                  </a:lnTo>
                  <a:lnTo>
                    <a:pt x="58156" y="39270"/>
                  </a:lnTo>
                  <a:lnTo>
                    <a:pt x="58396" y="37695"/>
                  </a:lnTo>
                  <a:lnTo>
                    <a:pt x="58615" y="36139"/>
                  </a:lnTo>
                  <a:lnTo>
                    <a:pt x="58814" y="34603"/>
                  </a:lnTo>
                  <a:lnTo>
                    <a:pt x="58994" y="33108"/>
                  </a:lnTo>
                  <a:lnTo>
                    <a:pt x="59153" y="31652"/>
                  </a:lnTo>
                  <a:lnTo>
                    <a:pt x="59293" y="30256"/>
                  </a:lnTo>
                  <a:lnTo>
                    <a:pt x="59393" y="28899"/>
                  </a:lnTo>
                  <a:lnTo>
                    <a:pt x="59492" y="27603"/>
                  </a:lnTo>
                  <a:lnTo>
                    <a:pt x="59552" y="26367"/>
                  </a:lnTo>
                  <a:lnTo>
                    <a:pt x="59572" y="25190"/>
                  </a:lnTo>
                  <a:lnTo>
                    <a:pt x="59572" y="24013"/>
                  </a:lnTo>
                  <a:lnTo>
                    <a:pt x="59532" y="22837"/>
                  </a:lnTo>
                  <a:lnTo>
                    <a:pt x="59473" y="21680"/>
                  </a:lnTo>
                  <a:lnTo>
                    <a:pt x="59353" y="20503"/>
                  </a:lnTo>
                  <a:lnTo>
                    <a:pt x="59233" y="19346"/>
                  </a:lnTo>
                  <a:lnTo>
                    <a:pt x="59074" y="18210"/>
                  </a:lnTo>
                  <a:lnTo>
                    <a:pt x="58874" y="17073"/>
                  </a:lnTo>
                  <a:lnTo>
                    <a:pt x="58675" y="15956"/>
                  </a:lnTo>
                  <a:lnTo>
                    <a:pt x="58455" y="14859"/>
                  </a:lnTo>
                  <a:lnTo>
                    <a:pt x="58216" y="13782"/>
                  </a:lnTo>
                  <a:lnTo>
                    <a:pt x="57957" y="12745"/>
                  </a:lnTo>
                  <a:lnTo>
                    <a:pt x="57678" y="11708"/>
                  </a:lnTo>
                  <a:lnTo>
                    <a:pt x="57398" y="10711"/>
                  </a:lnTo>
                  <a:lnTo>
                    <a:pt x="57119" y="9733"/>
                  </a:lnTo>
                  <a:lnTo>
                    <a:pt x="56820" y="8796"/>
                  </a:lnTo>
                  <a:lnTo>
                    <a:pt x="56541" y="7899"/>
                  </a:lnTo>
                  <a:lnTo>
                    <a:pt x="55942" y="6203"/>
                  </a:lnTo>
                  <a:lnTo>
                    <a:pt x="55364" y="4668"/>
                  </a:lnTo>
                  <a:lnTo>
                    <a:pt x="54826" y="3312"/>
                  </a:lnTo>
                  <a:lnTo>
                    <a:pt x="54347" y="2175"/>
                  </a:lnTo>
                  <a:lnTo>
                    <a:pt x="53948" y="1257"/>
                  </a:lnTo>
                  <a:lnTo>
                    <a:pt x="53629" y="559"/>
                  </a:lnTo>
                  <a:lnTo>
                    <a:pt x="533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6157500" y="2982850"/>
              <a:ext cx="1261662" cy="2160889"/>
            </a:xfrm>
            <a:custGeom>
              <a:avLst/>
              <a:gdLst/>
              <a:ahLst/>
              <a:cxnLst/>
              <a:rect l="l" t="t" r="r" b="b"/>
              <a:pathLst>
                <a:path w="61507" h="105345" fill="none" extrusionOk="0">
                  <a:moveTo>
                    <a:pt x="59572" y="25190"/>
                  </a:moveTo>
                  <a:lnTo>
                    <a:pt x="59572" y="25190"/>
                  </a:lnTo>
                  <a:lnTo>
                    <a:pt x="59572" y="24013"/>
                  </a:lnTo>
                  <a:lnTo>
                    <a:pt x="59532" y="22837"/>
                  </a:lnTo>
                  <a:lnTo>
                    <a:pt x="59473" y="21680"/>
                  </a:lnTo>
                  <a:lnTo>
                    <a:pt x="59353" y="20503"/>
                  </a:lnTo>
                  <a:lnTo>
                    <a:pt x="59233" y="19346"/>
                  </a:lnTo>
                  <a:lnTo>
                    <a:pt x="59074" y="18210"/>
                  </a:lnTo>
                  <a:lnTo>
                    <a:pt x="58874" y="17073"/>
                  </a:lnTo>
                  <a:lnTo>
                    <a:pt x="58675" y="15956"/>
                  </a:lnTo>
                  <a:lnTo>
                    <a:pt x="58455" y="14859"/>
                  </a:lnTo>
                  <a:lnTo>
                    <a:pt x="58216" y="13782"/>
                  </a:lnTo>
                  <a:lnTo>
                    <a:pt x="57957" y="12745"/>
                  </a:lnTo>
                  <a:lnTo>
                    <a:pt x="57678" y="11708"/>
                  </a:lnTo>
                  <a:lnTo>
                    <a:pt x="57398" y="10711"/>
                  </a:lnTo>
                  <a:lnTo>
                    <a:pt x="57119" y="9733"/>
                  </a:lnTo>
                  <a:lnTo>
                    <a:pt x="56820" y="8796"/>
                  </a:lnTo>
                  <a:lnTo>
                    <a:pt x="56541" y="7899"/>
                  </a:lnTo>
                  <a:lnTo>
                    <a:pt x="55942" y="6203"/>
                  </a:lnTo>
                  <a:lnTo>
                    <a:pt x="55364" y="4668"/>
                  </a:lnTo>
                  <a:lnTo>
                    <a:pt x="54826" y="3312"/>
                  </a:lnTo>
                  <a:lnTo>
                    <a:pt x="54347" y="2175"/>
                  </a:lnTo>
                  <a:lnTo>
                    <a:pt x="53948" y="1257"/>
                  </a:lnTo>
                  <a:lnTo>
                    <a:pt x="53629" y="559"/>
                  </a:lnTo>
                  <a:lnTo>
                    <a:pt x="53350" y="1"/>
                  </a:lnTo>
                  <a:lnTo>
                    <a:pt x="28719" y="4488"/>
                  </a:lnTo>
                  <a:lnTo>
                    <a:pt x="28719" y="4488"/>
                  </a:lnTo>
                  <a:lnTo>
                    <a:pt x="24830" y="8716"/>
                  </a:lnTo>
                  <a:lnTo>
                    <a:pt x="20782" y="13144"/>
                  </a:lnTo>
                  <a:lnTo>
                    <a:pt x="16115" y="18309"/>
                  </a:lnTo>
                  <a:lnTo>
                    <a:pt x="13702" y="20982"/>
                  </a:lnTo>
                  <a:lnTo>
                    <a:pt x="11348" y="23614"/>
                  </a:lnTo>
                  <a:lnTo>
                    <a:pt x="9095" y="26147"/>
                  </a:lnTo>
                  <a:lnTo>
                    <a:pt x="7040" y="28501"/>
                  </a:lnTo>
                  <a:lnTo>
                    <a:pt x="5245" y="30595"/>
                  </a:lnTo>
                  <a:lnTo>
                    <a:pt x="3770" y="32350"/>
                  </a:lnTo>
                  <a:lnTo>
                    <a:pt x="3171" y="33088"/>
                  </a:lnTo>
                  <a:lnTo>
                    <a:pt x="2693" y="33706"/>
                  </a:lnTo>
                  <a:lnTo>
                    <a:pt x="2314" y="34224"/>
                  </a:lnTo>
                  <a:lnTo>
                    <a:pt x="2074" y="34603"/>
                  </a:lnTo>
                  <a:lnTo>
                    <a:pt x="2074" y="34603"/>
                  </a:lnTo>
                  <a:lnTo>
                    <a:pt x="1835" y="35042"/>
                  </a:lnTo>
                  <a:lnTo>
                    <a:pt x="1596" y="35481"/>
                  </a:lnTo>
                  <a:lnTo>
                    <a:pt x="1376" y="35920"/>
                  </a:lnTo>
                  <a:lnTo>
                    <a:pt x="1177" y="36339"/>
                  </a:lnTo>
                  <a:lnTo>
                    <a:pt x="1017" y="36737"/>
                  </a:lnTo>
                  <a:lnTo>
                    <a:pt x="858" y="37136"/>
                  </a:lnTo>
                  <a:lnTo>
                    <a:pt x="579" y="37894"/>
                  </a:lnTo>
                  <a:lnTo>
                    <a:pt x="379" y="38632"/>
                  </a:lnTo>
                  <a:lnTo>
                    <a:pt x="220" y="39310"/>
                  </a:lnTo>
                  <a:lnTo>
                    <a:pt x="100" y="39968"/>
                  </a:lnTo>
                  <a:lnTo>
                    <a:pt x="40" y="40607"/>
                  </a:lnTo>
                  <a:lnTo>
                    <a:pt x="0" y="41205"/>
                  </a:lnTo>
                  <a:lnTo>
                    <a:pt x="0" y="41783"/>
                  </a:lnTo>
                  <a:lnTo>
                    <a:pt x="20" y="42362"/>
                  </a:lnTo>
                  <a:lnTo>
                    <a:pt x="60" y="42900"/>
                  </a:lnTo>
                  <a:lnTo>
                    <a:pt x="160" y="43957"/>
                  </a:lnTo>
                  <a:lnTo>
                    <a:pt x="240" y="44994"/>
                  </a:lnTo>
                  <a:lnTo>
                    <a:pt x="240" y="44994"/>
                  </a:lnTo>
                  <a:lnTo>
                    <a:pt x="279" y="45273"/>
                  </a:lnTo>
                  <a:lnTo>
                    <a:pt x="339" y="45612"/>
                  </a:lnTo>
                  <a:lnTo>
                    <a:pt x="439" y="45991"/>
                  </a:lnTo>
                  <a:lnTo>
                    <a:pt x="579" y="46410"/>
                  </a:lnTo>
                  <a:lnTo>
                    <a:pt x="918" y="47387"/>
                  </a:lnTo>
                  <a:lnTo>
                    <a:pt x="1356" y="48504"/>
                  </a:lnTo>
                  <a:lnTo>
                    <a:pt x="1855" y="49741"/>
                  </a:lnTo>
                  <a:lnTo>
                    <a:pt x="2433" y="51037"/>
                  </a:lnTo>
                  <a:lnTo>
                    <a:pt x="3650" y="53750"/>
                  </a:lnTo>
                  <a:lnTo>
                    <a:pt x="4866" y="56422"/>
                  </a:lnTo>
                  <a:lnTo>
                    <a:pt x="5445" y="57659"/>
                  </a:lnTo>
                  <a:lnTo>
                    <a:pt x="5943" y="58815"/>
                  </a:lnTo>
                  <a:lnTo>
                    <a:pt x="6382" y="59852"/>
                  </a:lnTo>
                  <a:lnTo>
                    <a:pt x="6721" y="60710"/>
                  </a:lnTo>
                  <a:lnTo>
                    <a:pt x="6861" y="61069"/>
                  </a:lnTo>
                  <a:lnTo>
                    <a:pt x="6961" y="61388"/>
                  </a:lnTo>
                  <a:lnTo>
                    <a:pt x="7020" y="61667"/>
                  </a:lnTo>
                  <a:lnTo>
                    <a:pt x="7060" y="61867"/>
                  </a:lnTo>
                  <a:lnTo>
                    <a:pt x="7060" y="61867"/>
                  </a:lnTo>
                  <a:lnTo>
                    <a:pt x="7060" y="62126"/>
                  </a:lnTo>
                  <a:lnTo>
                    <a:pt x="7040" y="62565"/>
                  </a:lnTo>
                  <a:lnTo>
                    <a:pt x="6921" y="63881"/>
                  </a:lnTo>
                  <a:lnTo>
                    <a:pt x="6741" y="65756"/>
                  </a:lnTo>
                  <a:lnTo>
                    <a:pt x="6482" y="68109"/>
                  </a:lnTo>
                  <a:lnTo>
                    <a:pt x="5884" y="73933"/>
                  </a:lnTo>
                  <a:lnTo>
                    <a:pt x="5545" y="77243"/>
                  </a:lnTo>
                  <a:lnTo>
                    <a:pt x="5206" y="80714"/>
                  </a:lnTo>
                  <a:lnTo>
                    <a:pt x="4886" y="84304"/>
                  </a:lnTo>
                  <a:lnTo>
                    <a:pt x="4607" y="87873"/>
                  </a:lnTo>
                  <a:lnTo>
                    <a:pt x="4488" y="89648"/>
                  </a:lnTo>
                  <a:lnTo>
                    <a:pt x="4368" y="91404"/>
                  </a:lnTo>
                  <a:lnTo>
                    <a:pt x="4288" y="93119"/>
                  </a:lnTo>
                  <a:lnTo>
                    <a:pt x="4208" y="94774"/>
                  </a:lnTo>
                  <a:lnTo>
                    <a:pt x="4149" y="96389"/>
                  </a:lnTo>
                  <a:lnTo>
                    <a:pt x="4109" y="97945"/>
                  </a:lnTo>
                  <a:lnTo>
                    <a:pt x="4109" y="99421"/>
                  </a:lnTo>
                  <a:lnTo>
                    <a:pt x="4129" y="100797"/>
                  </a:lnTo>
                  <a:lnTo>
                    <a:pt x="4168" y="102093"/>
                  </a:lnTo>
                  <a:lnTo>
                    <a:pt x="4248" y="103290"/>
                  </a:lnTo>
                  <a:lnTo>
                    <a:pt x="4368" y="104367"/>
                  </a:lnTo>
                  <a:lnTo>
                    <a:pt x="4428" y="104866"/>
                  </a:lnTo>
                  <a:lnTo>
                    <a:pt x="4508" y="105344"/>
                  </a:lnTo>
                  <a:lnTo>
                    <a:pt x="61507" y="105344"/>
                  </a:lnTo>
                  <a:lnTo>
                    <a:pt x="52193" y="71878"/>
                  </a:lnTo>
                  <a:lnTo>
                    <a:pt x="52193" y="71878"/>
                  </a:lnTo>
                  <a:lnTo>
                    <a:pt x="52592" y="69744"/>
                  </a:lnTo>
                  <a:lnTo>
                    <a:pt x="53031" y="67331"/>
                  </a:lnTo>
                  <a:lnTo>
                    <a:pt x="54108" y="61847"/>
                  </a:lnTo>
                  <a:lnTo>
                    <a:pt x="55304" y="55684"/>
                  </a:lnTo>
                  <a:lnTo>
                    <a:pt x="55923" y="52433"/>
                  </a:lnTo>
                  <a:lnTo>
                    <a:pt x="56521" y="49142"/>
                  </a:lnTo>
                  <a:lnTo>
                    <a:pt x="57099" y="45812"/>
                  </a:lnTo>
                  <a:lnTo>
                    <a:pt x="57658" y="42521"/>
                  </a:lnTo>
                  <a:lnTo>
                    <a:pt x="58156" y="39270"/>
                  </a:lnTo>
                  <a:lnTo>
                    <a:pt x="58396" y="37695"/>
                  </a:lnTo>
                  <a:lnTo>
                    <a:pt x="58615" y="36139"/>
                  </a:lnTo>
                  <a:lnTo>
                    <a:pt x="58814" y="34603"/>
                  </a:lnTo>
                  <a:lnTo>
                    <a:pt x="58994" y="33108"/>
                  </a:lnTo>
                  <a:lnTo>
                    <a:pt x="59153" y="31652"/>
                  </a:lnTo>
                  <a:lnTo>
                    <a:pt x="59293" y="30256"/>
                  </a:lnTo>
                  <a:lnTo>
                    <a:pt x="59393" y="28899"/>
                  </a:lnTo>
                  <a:lnTo>
                    <a:pt x="59492" y="27603"/>
                  </a:lnTo>
                  <a:lnTo>
                    <a:pt x="59552" y="26367"/>
                  </a:lnTo>
                  <a:lnTo>
                    <a:pt x="59572" y="251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6245858" y="4855919"/>
              <a:ext cx="1231" cy="23343"/>
            </a:xfrm>
            <a:custGeom>
              <a:avLst/>
              <a:gdLst/>
              <a:ahLst/>
              <a:cxnLst/>
              <a:rect l="l" t="t" r="r" b="b"/>
              <a:pathLst>
                <a:path w="60" h="1138" extrusionOk="0">
                  <a:moveTo>
                    <a:pt x="60" y="1"/>
                  </a:moveTo>
                  <a:lnTo>
                    <a:pt x="60" y="1"/>
                  </a:lnTo>
                  <a:lnTo>
                    <a:pt x="60" y="1"/>
                  </a:lnTo>
                  <a:lnTo>
                    <a:pt x="0" y="1138"/>
                  </a:lnTo>
                  <a:lnTo>
                    <a:pt x="0" y="1138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6245858" y="4855919"/>
              <a:ext cx="1231" cy="23343"/>
            </a:xfrm>
            <a:custGeom>
              <a:avLst/>
              <a:gdLst/>
              <a:ahLst/>
              <a:cxnLst/>
              <a:rect l="l" t="t" r="r" b="b"/>
              <a:pathLst>
                <a:path w="60" h="1138" fill="none" extrusionOk="0">
                  <a:moveTo>
                    <a:pt x="60" y="1"/>
                  </a:moveTo>
                  <a:lnTo>
                    <a:pt x="60" y="1"/>
                  </a:lnTo>
                  <a:lnTo>
                    <a:pt x="60" y="1"/>
                  </a:lnTo>
                  <a:lnTo>
                    <a:pt x="0" y="1138"/>
                  </a:lnTo>
                  <a:lnTo>
                    <a:pt x="0" y="1138"/>
                  </a:lnTo>
                  <a:lnTo>
                    <a:pt x="6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6245858" y="4313522"/>
              <a:ext cx="707333" cy="576853"/>
            </a:xfrm>
            <a:custGeom>
              <a:avLst/>
              <a:gdLst/>
              <a:ahLst/>
              <a:cxnLst/>
              <a:rect l="l" t="t" r="r" b="b"/>
              <a:pathLst>
                <a:path w="34483" h="28122" extrusionOk="0">
                  <a:moveTo>
                    <a:pt x="26027" y="0"/>
                  </a:moveTo>
                  <a:lnTo>
                    <a:pt x="24451" y="2693"/>
                  </a:lnTo>
                  <a:lnTo>
                    <a:pt x="23673" y="3989"/>
                  </a:lnTo>
                  <a:lnTo>
                    <a:pt x="22896" y="5265"/>
                  </a:lnTo>
                  <a:lnTo>
                    <a:pt x="21400" y="7718"/>
                  </a:lnTo>
                  <a:lnTo>
                    <a:pt x="20044" y="9992"/>
                  </a:lnTo>
                  <a:lnTo>
                    <a:pt x="18727" y="12186"/>
                  </a:lnTo>
                  <a:lnTo>
                    <a:pt x="18069" y="13263"/>
                  </a:lnTo>
                  <a:lnTo>
                    <a:pt x="17371" y="14320"/>
                  </a:lnTo>
                  <a:lnTo>
                    <a:pt x="16533" y="15576"/>
                  </a:lnTo>
                  <a:lnTo>
                    <a:pt x="15736" y="16713"/>
                  </a:lnTo>
                  <a:lnTo>
                    <a:pt x="14978" y="17710"/>
                  </a:lnTo>
                  <a:lnTo>
                    <a:pt x="14280" y="18568"/>
                  </a:lnTo>
                  <a:lnTo>
                    <a:pt x="13662" y="19306"/>
                  </a:lnTo>
                  <a:lnTo>
                    <a:pt x="13123" y="19884"/>
                  </a:lnTo>
                  <a:lnTo>
                    <a:pt x="12684" y="20343"/>
                  </a:lnTo>
                  <a:lnTo>
                    <a:pt x="12345" y="20662"/>
                  </a:lnTo>
                  <a:lnTo>
                    <a:pt x="11647" y="21300"/>
                  </a:lnTo>
                  <a:lnTo>
                    <a:pt x="10909" y="21899"/>
                  </a:lnTo>
                  <a:lnTo>
                    <a:pt x="10171" y="22457"/>
                  </a:lnTo>
                  <a:lnTo>
                    <a:pt x="9433" y="22995"/>
                  </a:lnTo>
                  <a:lnTo>
                    <a:pt x="8656" y="23494"/>
                  </a:lnTo>
                  <a:lnTo>
                    <a:pt x="7878" y="23953"/>
                  </a:lnTo>
                  <a:lnTo>
                    <a:pt x="7100" y="24392"/>
                  </a:lnTo>
                  <a:lnTo>
                    <a:pt x="6322" y="24770"/>
                  </a:lnTo>
                  <a:lnTo>
                    <a:pt x="5524" y="25129"/>
                  </a:lnTo>
                  <a:lnTo>
                    <a:pt x="4747" y="25449"/>
                  </a:lnTo>
                  <a:lnTo>
                    <a:pt x="3949" y="25728"/>
                  </a:lnTo>
                  <a:lnTo>
                    <a:pt x="3151" y="25947"/>
                  </a:lnTo>
                  <a:lnTo>
                    <a:pt x="2373" y="26147"/>
                  </a:lnTo>
                  <a:lnTo>
                    <a:pt x="1596" y="26286"/>
                  </a:lnTo>
                  <a:lnTo>
                    <a:pt x="838" y="26386"/>
                  </a:lnTo>
                  <a:lnTo>
                    <a:pt x="60" y="26446"/>
                  </a:lnTo>
                  <a:lnTo>
                    <a:pt x="0" y="27583"/>
                  </a:lnTo>
                  <a:lnTo>
                    <a:pt x="0" y="27662"/>
                  </a:lnTo>
                  <a:lnTo>
                    <a:pt x="439" y="27762"/>
                  </a:lnTo>
                  <a:lnTo>
                    <a:pt x="878" y="27862"/>
                  </a:lnTo>
                  <a:lnTo>
                    <a:pt x="1316" y="27942"/>
                  </a:lnTo>
                  <a:lnTo>
                    <a:pt x="1755" y="28001"/>
                  </a:lnTo>
                  <a:lnTo>
                    <a:pt x="2194" y="28061"/>
                  </a:lnTo>
                  <a:lnTo>
                    <a:pt x="2653" y="28101"/>
                  </a:lnTo>
                  <a:lnTo>
                    <a:pt x="3091" y="28121"/>
                  </a:lnTo>
                  <a:lnTo>
                    <a:pt x="3530" y="28121"/>
                  </a:lnTo>
                  <a:lnTo>
                    <a:pt x="4328" y="28101"/>
                  </a:lnTo>
                  <a:lnTo>
                    <a:pt x="5126" y="28041"/>
                  </a:lnTo>
                  <a:lnTo>
                    <a:pt x="5923" y="27922"/>
                  </a:lnTo>
                  <a:lnTo>
                    <a:pt x="6721" y="27762"/>
                  </a:lnTo>
                  <a:lnTo>
                    <a:pt x="7499" y="27563"/>
                  </a:lnTo>
                  <a:lnTo>
                    <a:pt x="8277" y="27323"/>
                  </a:lnTo>
                  <a:lnTo>
                    <a:pt x="9035" y="27044"/>
                  </a:lnTo>
                  <a:lnTo>
                    <a:pt x="9792" y="26725"/>
                  </a:lnTo>
                  <a:lnTo>
                    <a:pt x="10510" y="26386"/>
                  </a:lnTo>
                  <a:lnTo>
                    <a:pt x="11228" y="25987"/>
                  </a:lnTo>
                  <a:lnTo>
                    <a:pt x="11926" y="25568"/>
                  </a:lnTo>
                  <a:lnTo>
                    <a:pt x="12605" y="25109"/>
                  </a:lnTo>
                  <a:lnTo>
                    <a:pt x="13263" y="24611"/>
                  </a:lnTo>
                  <a:lnTo>
                    <a:pt x="13901" y="24092"/>
                  </a:lnTo>
                  <a:lnTo>
                    <a:pt x="14499" y="23534"/>
                  </a:lnTo>
                  <a:lnTo>
                    <a:pt x="15078" y="22956"/>
                  </a:lnTo>
                  <a:lnTo>
                    <a:pt x="15756" y="23215"/>
                  </a:lnTo>
                  <a:lnTo>
                    <a:pt x="16454" y="23414"/>
                  </a:lnTo>
                  <a:lnTo>
                    <a:pt x="17172" y="23614"/>
                  </a:lnTo>
                  <a:lnTo>
                    <a:pt x="17870" y="23753"/>
                  </a:lnTo>
                  <a:lnTo>
                    <a:pt x="18608" y="23873"/>
                  </a:lnTo>
                  <a:lnTo>
                    <a:pt x="19326" y="23953"/>
                  </a:lnTo>
                  <a:lnTo>
                    <a:pt x="20044" y="24013"/>
                  </a:lnTo>
                  <a:lnTo>
                    <a:pt x="20781" y="24033"/>
                  </a:lnTo>
                  <a:lnTo>
                    <a:pt x="21240" y="24013"/>
                  </a:lnTo>
                  <a:lnTo>
                    <a:pt x="21679" y="23993"/>
                  </a:lnTo>
                  <a:lnTo>
                    <a:pt x="22138" y="23973"/>
                  </a:lnTo>
                  <a:lnTo>
                    <a:pt x="22596" y="23913"/>
                  </a:lnTo>
                  <a:lnTo>
                    <a:pt x="23035" y="23853"/>
                  </a:lnTo>
                  <a:lnTo>
                    <a:pt x="23494" y="23793"/>
                  </a:lnTo>
                  <a:lnTo>
                    <a:pt x="23933" y="23693"/>
                  </a:lnTo>
                  <a:lnTo>
                    <a:pt x="24371" y="23594"/>
                  </a:lnTo>
                  <a:lnTo>
                    <a:pt x="24810" y="23474"/>
                  </a:lnTo>
                  <a:lnTo>
                    <a:pt x="25249" y="23354"/>
                  </a:lnTo>
                  <a:lnTo>
                    <a:pt x="25688" y="23215"/>
                  </a:lnTo>
                  <a:lnTo>
                    <a:pt x="26106" y="23055"/>
                  </a:lnTo>
                  <a:lnTo>
                    <a:pt x="26525" y="22876"/>
                  </a:lnTo>
                  <a:lnTo>
                    <a:pt x="26944" y="22696"/>
                  </a:lnTo>
                  <a:lnTo>
                    <a:pt x="27343" y="22497"/>
                  </a:lnTo>
                  <a:lnTo>
                    <a:pt x="27742" y="22297"/>
                  </a:lnTo>
                  <a:lnTo>
                    <a:pt x="28101" y="22098"/>
                  </a:lnTo>
                  <a:lnTo>
                    <a:pt x="28460" y="21879"/>
                  </a:lnTo>
                  <a:lnTo>
                    <a:pt x="28799" y="21659"/>
                  </a:lnTo>
                  <a:lnTo>
                    <a:pt x="29138" y="21420"/>
                  </a:lnTo>
                  <a:lnTo>
                    <a:pt x="29457" y="21161"/>
                  </a:lnTo>
                  <a:lnTo>
                    <a:pt x="29776" y="20901"/>
                  </a:lnTo>
                  <a:lnTo>
                    <a:pt x="30095" y="20642"/>
                  </a:lnTo>
                  <a:lnTo>
                    <a:pt x="30394" y="20363"/>
                  </a:lnTo>
                  <a:lnTo>
                    <a:pt x="30674" y="20084"/>
                  </a:lnTo>
                  <a:lnTo>
                    <a:pt x="30973" y="19784"/>
                  </a:lnTo>
                  <a:lnTo>
                    <a:pt x="31252" y="19485"/>
                  </a:lnTo>
                  <a:lnTo>
                    <a:pt x="31511" y="19166"/>
                  </a:lnTo>
                  <a:lnTo>
                    <a:pt x="31770" y="18847"/>
                  </a:lnTo>
                  <a:lnTo>
                    <a:pt x="32010" y="18528"/>
                  </a:lnTo>
                  <a:lnTo>
                    <a:pt x="32249" y="18189"/>
                  </a:lnTo>
                  <a:lnTo>
                    <a:pt x="32488" y="17850"/>
                  </a:lnTo>
                  <a:lnTo>
                    <a:pt x="32688" y="17511"/>
                  </a:lnTo>
                  <a:lnTo>
                    <a:pt x="32907" y="17152"/>
                  </a:lnTo>
                  <a:lnTo>
                    <a:pt x="33087" y="16793"/>
                  </a:lnTo>
                  <a:lnTo>
                    <a:pt x="33286" y="16434"/>
                  </a:lnTo>
                  <a:lnTo>
                    <a:pt x="33446" y="16055"/>
                  </a:lnTo>
                  <a:lnTo>
                    <a:pt x="33605" y="15676"/>
                  </a:lnTo>
                  <a:lnTo>
                    <a:pt x="33745" y="15297"/>
                  </a:lnTo>
                  <a:lnTo>
                    <a:pt x="33885" y="14918"/>
                  </a:lnTo>
                  <a:lnTo>
                    <a:pt x="34004" y="14539"/>
                  </a:lnTo>
                  <a:lnTo>
                    <a:pt x="34124" y="14140"/>
                  </a:lnTo>
                  <a:lnTo>
                    <a:pt x="34204" y="13742"/>
                  </a:lnTo>
                  <a:lnTo>
                    <a:pt x="34283" y="13343"/>
                  </a:lnTo>
                  <a:lnTo>
                    <a:pt x="34363" y="12944"/>
                  </a:lnTo>
                  <a:lnTo>
                    <a:pt x="34403" y="12545"/>
                  </a:lnTo>
                  <a:lnTo>
                    <a:pt x="34443" y="12126"/>
                  </a:lnTo>
                  <a:lnTo>
                    <a:pt x="34463" y="11727"/>
                  </a:lnTo>
                  <a:lnTo>
                    <a:pt x="34483" y="11189"/>
                  </a:lnTo>
                  <a:lnTo>
                    <a:pt x="34463" y="10650"/>
                  </a:lnTo>
                  <a:lnTo>
                    <a:pt x="34423" y="10112"/>
                  </a:lnTo>
                  <a:lnTo>
                    <a:pt x="34363" y="9573"/>
                  </a:lnTo>
                  <a:lnTo>
                    <a:pt x="34283" y="9035"/>
                  </a:lnTo>
                  <a:lnTo>
                    <a:pt x="34204" y="8516"/>
                  </a:lnTo>
                  <a:lnTo>
                    <a:pt x="34084" y="7978"/>
                  </a:lnTo>
                  <a:lnTo>
                    <a:pt x="33964" y="7439"/>
                  </a:lnTo>
                  <a:lnTo>
                    <a:pt x="33825" y="6921"/>
                  </a:lnTo>
                  <a:lnTo>
                    <a:pt x="33685" y="6402"/>
                  </a:lnTo>
                  <a:lnTo>
                    <a:pt x="33366" y="5365"/>
                  </a:lnTo>
                  <a:lnTo>
                    <a:pt x="33007" y="4328"/>
                  </a:lnTo>
                  <a:lnTo>
                    <a:pt x="32628" y="3311"/>
                  </a:lnTo>
                  <a:lnTo>
                    <a:pt x="32548" y="3091"/>
                  </a:lnTo>
                  <a:lnTo>
                    <a:pt x="32429" y="2892"/>
                  </a:lnTo>
                  <a:lnTo>
                    <a:pt x="32289" y="2713"/>
                  </a:lnTo>
                  <a:lnTo>
                    <a:pt x="32149" y="2553"/>
                  </a:lnTo>
                  <a:lnTo>
                    <a:pt x="31970" y="2393"/>
                  </a:lnTo>
                  <a:lnTo>
                    <a:pt x="31790" y="2254"/>
                  </a:lnTo>
                  <a:lnTo>
                    <a:pt x="31591" y="2134"/>
                  </a:lnTo>
                  <a:lnTo>
                    <a:pt x="31392" y="2015"/>
                  </a:lnTo>
                  <a:lnTo>
                    <a:pt x="31172" y="1915"/>
                  </a:lnTo>
                  <a:lnTo>
                    <a:pt x="30933" y="1835"/>
                  </a:lnTo>
                  <a:lnTo>
                    <a:pt x="30454" y="1675"/>
                  </a:lnTo>
                  <a:lnTo>
                    <a:pt x="29956" y="1536"/>
                  </a:lnTo>
                  <a:lnTo>
                    <a:pt x="29437" y="1416"/>
                  </a:lnTo>
                  <a:lnTo>
                    <a:pt x="28380" y="1197"/>
                  </a:lnTo>
                  <a:lnTo>
                    <a:pt x="27881" y="1077"/>
                  </a:lnTo>
                  <a:lnTo>
                    <a:pt x="27423" y="938"/>
                  </a:lnTo>
                  <a:lnTo>
                    <a:pt x="26984" y="758"/>
                  </a:lnTo>
                  <a:lnTo>
                    <a:pt x="26785" y="658"/>
                  </a:lnTo>
                  <a:lnTo>
                    <a:pt x="26605" y="559"/>
                  </a:lnTo>
                  <a:lnTo>
                    <a:pt x="26426" y="439"/>
                  </a:lnTo>
                  <a:lnTo>
                    <a:pt x="26286" y="299"/>
                  </a:lnTo>
                  <a:lnTo>
                    <a:pt x="26146" y="160"/>
                  </a:lnTo>
                  <a:lnTo>
                    <a:pt x="26027" y="0"/>
                  </a:lnTo>
                  <a:close/>
                </a:path>
              </a:pathLst>
            </a:custGeom>
            <a:solidFill>
              <a:srgbClr val="445968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6245858" y="4313522"/>
              <a:ext cx="707333" cy="576853"/>
            </a:xfrm>
            <a:custGeom>
              <a:avLst/>
              <a:gdLst/>
              <a:ahLst/>
              <a:cxnLst/>
              <a:rect l="l" t="t" r="r" b="b"/>
              <a:pathLst>
                <a:path w="34483" h="28122" fill="none" extrusionOk="0">
                  <a:moveTo>
                    <a:pt x="26027" y="0"/>
                  </a:moveTo>
                  <a:lnTo>
                    <a:pt x="26027" y="0"/>
                  </a:lnTo>
                  <a:lnTo>
                    <a:pt x="24451" y="2693"/>
                  </a:lnTo>
                  <a:lnTo>
                    <a:pt x="23673" y="3989"/>
                  </a:lnTo>
                  <a:lnTo>
                    <a:pt x="22896" y="5265"/>
                  </a:lnTo>
                  <a:lnTo>
                    <a:pt x="22896" y="5265"/>
                  </a:lnTo>
                  <a:lnTo>
                    <a:pt x="21400" y="7718"/>
                  </a:lnTo>
                  <a:lnTo>
                    <a:pt x="20044" y="9992"/>
                  </a:lnTo>
                  <a:lnTo>
                    <a:pt x="18727" y="12186"/>
                  </a:lnTo>
                  <a:lnTo>
                    <a:pt x="18069" y="13263"/>
                  </a:lnTo>
                  <a:lnTo>
                    <a:pt x="17371" y="14320"/>
                  </a:lnTo>
                  <a:lnTo>
                    <a:pt x="17371" y="14320"/>
                  </a:lnTo>
                  <a:lnTo>
                    <a:pt x="16533" y="15576"/>
                  </a:lnTo>
                  <a:lnTo>
                    <a:pt x="15736" y="16713"/>
                  </a:lnTo>
                  <a:lnTo>
                    <a:pt x="14978" y="17710"/>
                  </a:lnTo>
                  <a:lnTo>
                    <a:pt x="14280" y="18568"/>
                  </a:lnTo>
                  <a:lnTo>
                    <a:pt x="13662" y="19306"/>
                  </a:lnTo>
                  <a:lnTo>
                    <a:pt x="13123" y="19884"/>
                  </a:lnTo>
                  <a:lnTo>
                    <a:pt x="12684" y="20343"/>
                  </a:lnTo>
                  <a:lnTo>
                    <a:pt x="12345" y="20662"/>
                  </a:lnTo>
                  <a:lnTo>
                    <a:pt x="12345" y="20662"/>
                  </a:lnTo>
                  <a:lnTo>
                    <a:pt x="11647" y="21300"/>
                  </a:lnTo>
                  <a:lnTo>
                    <a:pt x="10909" y="21899"/>
                  </a:lnTo>
                  <a:lnTo>
                    <a:pt x="10171" y="22457"/>
                  </a:lnTo>
                  <a:lnTo>
                    <a:pt x="9433" y="22995"/>
                  </a:lnTo>
                  <a:lnTo>
                    <a:pt x="8656" y="23494"/>
                  </a:lnTo>
                  <a:lnTo>
                    <a:pt x="7878" y="23953"/>
                  </a:lnTo>
                  <a:lnTo>
                    <a:pt x="7100" y="24392"/>
                  </a:lnTo>
                  <a:lnTo>
                    <a:pt x="6322" y="24770"/>
                  </a:lnTo>
                  <a:lnTo>
                    <a:pt x="5524" y="25129"/>
                  </a:lnTo>
                  <a:lnTo>
                    <a:pt x="4747" y="25449"/>
                  </a:lnTo>
                  <a:lnTo>
                    <a:pt x="3949" y="25728"/>
                  </a:lnTo>
                  <a:lnTo>
                    <a:pt x="3151" y="25947"/>
                  </a:lnTo>
                  <a:lnTo>
                    <a:pt x="2373" y="26147"/>
                  </a:lnTo>
                  <a:lnTo>
                    <a:pt x="1596" y="26286"/>
                  </a:lnTo>
                  <a:lnTo>
                    <a:pt x="838" y="26386"/>
                  </a:lnTo>
                  <a:lnTo>
                    <a:pt x="60" y="26446"/>
                  </a:lnTo>
                  <a:lnTo>
                    <a:pt x="60" y="26446"/>
                  </a:lnTo>
                  <a:lnTo>
                    <a:pt x="0" y="27583"/>
                  </a:lnTo>
                  <a:lnTo>
                    <a:pt x="0" y="27662"/>
                  </a:lnTo>
                  <a:lnTo>
                    <a:pt x="0" y="27662"/>
                  </a:lnTo>
                  <a:lnTo>
                    <a:pt x="439" y="27762"/>
                  </a:lnTo>
                  <a:lnTo>
                    <a:pt x="878" y="27862"/>
                  </a:lnTo>
                  <a:lnTo>
                    <a:pt x="1316" y="27942"/>
                  </a:lnTo>
                  <a:lnTo>
                    <a:pt x="1755" y="28001"/>
                  </a:lnTo>
                  <a:lnTo>
                    <a:pt x="2194" y="28061"/>
                  </a:lnTo>
                  <a:lnTo>
                    <a:pt x="2653" y="28101"/>
                  </a:lnTo>
                  <a:lnTo>
                    <a:pt x="3091" y="28121"/>
                  </a:lnTo>
                  <a:lnTo>
                    <a:pt x="3530" y="28121"/>
                  </a:lnTo>
                  <a:lnTo>
                    <a:pt x="3530" y="28121"/>
                  </a:lnTo>
                  <a:lnTo>
                    <a:pt x="4328" y="28101"/>
                  </a:lnTo>
                  <a:lnTo>
                    <a:pt x="5126" y="28041"/>
                  </a:lnTo>
                  <a:lnTo>
                    <a:pt x="5923" y="27922"/>
                  </a:lnTo>
                  <a:lnTo>
                    <a:pt x="6721" y="27762"/>
                  </a:lnTo>
                  <a:lnTo>
                    <a:pt x="7499" y="27563"/>
                  </a:lnTo>
                  <a:lnTo>
                    <a:pt x="8277" y="27323"/>
                  </a:lnTo>
                  <a:lnTo>
                    <a:pt x="9035" y="27044"/>
                  </a:lnTo>
                  <a:lnTo>
                    <a:pt x="9792" y="26725"/>
                  </a:lnTo>
                  <a:lnTo>
                    <a:pt x="10510" y="26386"/>
                  </a:lnTo>
                  <a:lnTo>
                    <a:pt x="11228" y="25987"/>
                  </a:lnTo>
                  <a:lnTo>
                    <a:pt x="11926" y="25568"/>
                  </a:lnTo>
                  <a:lnTo>
                    <a:pt x="12605" y="25109"/>
                  </a:lnTo>
                  <a:lnTo>
                    <a:pt x="13263" y="24611"/>
                  </a:lnTo>
                  <a:lnTo>
                    <a:pt x="13901" y="24092"/>
                  </a:lnTo>
                  <a:lnTo>
                    <a:pt x="14499" y="23534"/>
                  </a:lnTo>
                  <a:lnTo>
                    <a:pt x="15078" y="22956"/>
                  </a:lnTo>
                  <a:lnTo>
                    <a:pt x="15078" y="22956"/>
                  </a:lnTo>
                  <a:lnTo>
                    <a:pt x="15756" y="23215"/>
                  </a:lnTo>
                  <a:lnTo>
                    <a:pt x="16454" y="23414"/>
                  </a:lnTo>
                  <a:lnTo>
                    <a:pt x="17172" y="23614"/>
                  </a:lnTo>
                  <a:lnTo>
                    <a:pt x="17870" y="23753"/>
                  </a:lnTo>
                  <a:lnTo>
                    <a:pt x="18608" y="23873"/>
                  </a:lnTo>
                  <a:lnTo>
                    <a:pt x="19326" y="23953"/>
                  </a:lnTo>
                  <a:lnTo>
                    <a:pt x="20044" y="24013"/>
                  </a:lnTo>
                  <a:lnTo>
                    <a:pt x="20781" y="24033"/>
                  </a:lnTo>
                  <a:lnTo>
                    <a:pt x="20781" y="24033"/>
                  </a:lnTo>
                  <a:lnTo>
                    <a:pt x="21240" y="24013"/>
                  </a:lnTo>
                  <a:lnTo>
                    <a:pt x="21679" y="23993"/>
                  </a:lnTo>
                  <a:lnTo>
                    <a:pt x="22138" y="23973"/>
                  </a:lnTo>
                  <a:lnTo>
                    <a:pt x="22596" y="23913"/>
                  </a:lnTo>
                  <a:lnTo>
                    <a:pt x="23035" y="23853"/>
                  </a:lnTo>
                  <a:lnTo>
                    <a:pt x="23494" y="23793"/>
                  </a:lnTo>
                  <a:lnTo>
                    <a:pt x="23933" y="23693"/>
                  </a:lnTo>
                  <a:lnTo>
                    <a:pt x="24371" y="23594"/>
                  </a:lnTo>
                  <a:lnTo>
                    <a:pt x="24810" y="23474"/>
                  </a:lnTo>
                  <a:lnTo>
                    <a:pt x="25249" y="23354"/>
                  </a:lnTo>
                  <a:lnTo>
                    <a:pt x="25688" y="23215"/>
                  </a:lnTo>
                  <a:lnTo>
                    <a:pt x="26106" y="23055"/>
                  </a:lnTo>
                  <a:lnTo>
                    <a:pt x="26525" y="22876"/>
                  </a:lnTo>
                  <a:lnTo>
                    <a:pt x="26944" y="22696"/>
                  </a:lnTo>
                  <a:lnTo>
                    <a:pt x="27343" y="22497"/>
                  </a:lnTo>
                  <a:lnTo>
                    <a:pt x="27742" y="22297"/>
                  </a:lnTo>
                  <a:lnTo>
                    <a:pt x="27742" y="22297"/>
                  </a:lnTo>
                  <a:lnTo>
                    <a:pt x="28101" y="22098"/>
                  </a:lnTo>
                  <a:lnTo>
                    <a:pt x="28460" y="21879"/>
                  </a:lnTo>
                  <a:lnTo>
                    <a:pt x="28799" y="21659"/>
                  </a:lnTo>
                  <a:lnTo>
                    <a:pt x="29138" y="21420"/>
                  </a:lnTo>
                  <a:lnTo>
                    <a:pt x="29457" y="21161"/>
                  </a:lnTo>
                  <a:lnTo>
                    <a:pt x="29776" y="20901"/>
                  </a:lnTo>
                  <a:lnTo>
                    <a:pt x="30095" y="20642"/>
                  </a:lnTo>
                  <a:lnTo>
                    <a:pt x="30394" y="20363"/>
                  </a:lnTo>
                  <a:lnTo>
                    <a:pt x="30674" y="20084"/>
                  </a:lnTo>
                  <a:lnTo>
                    <a:pt x="30973" y="19784"/>
                  </a:lnTo>
                  <a:lnTo>
                    <a:pt x="31252" y="19485"/>
                  </a:lnTo>
                  <a:lnTo>
                    <a:pt x="31511" y="19166"/>
                  </a:lnTo>
                  <a:lnTo>
                    <a:pt x="31770" y="18847"/>
                  </a:lnTo>
                  <a:lnTo>
                    <a:pt x="32010" y="18528"/>
                  </a:lnTo>
                  <a:lnTo>
                    <a:pt x="32249" y="18189"/>
                  </a:lnTo>
                  <a:lnTo>
                    <a:pt x="32488" y="17850"/>
                  </a:lnTo>
                  <a:lnTo>
                    <a:pt x="32688" y="17511"/>
                  </a:lnTo>
                  <a:lnTo>
                    <a:pt x="32907" y="17152"/>
                  </a:lnTo>
                  <a:lnTo>
                    <a:pt x="33087" y="16793"/>
                  </a:lnTo>
                  <a:lnTo>
                    <a:pt x="33286" y="16434"/>
                  </a:lnTo>
                  <a:lnTo>
                    <a:pt x="33446" y="16055"/>
                  </a:lnTo>
                  <a:lnTo>
                    <a:pt x="33605" y="15676"/>
                  </a:lnTo>
                  <a:lnTo>
                    <a:pt x="33745" y="15297"/>
                  </a:lnTo>
                  <a:lnTo>
                    <a:pt x="33885" y="14918"/>
                  </a:lnTo>
                  <a:lnTo>
                    <a:pt x="34004" y="14539"/>
                  </a:lnTo>
                  <a:lnTo>
                    <a:pt x="34124" y="14140"/>
                  </a:lnTo>
                  <a:lnTo>
                    <a:pt x="34204" y="13742"/>
                  </a:lnTo>
                  <a:lnTo>
                    <a:pt x="34283" y="13343"/>
                  </a:lnTo>
                  <a:lnTo>
                    <a:pt x="34363" y="12944"/>
                  </a:lnTo>
                  <a:lnTo>
                    <a:pt x="34403" y="12545"/>
                  </a:lnTo>
                  <a:lnTo>
                    <a:pt x="34443" y="12126"/>
                  </a:lnTo>
                  <a:lnTo>
                    <a:pt x="34463" y="11727"/>
                  </a:lnTo>
                  <a:lnTo>
                    <a:pt x="34463" y="11727"/>
                  </a:lnTo>
                  <a:lnTo>
                    <a:pt x="34483" y="11189"/>
                  </a:lnTo>
                  <a:lnTo>
                    <a:pt x="34463" y="10650"/>
                  </a:lnTo>
                  <a:lnTo>
                    <a:pt x="34423" y="10112"/>
                  </a:lnTo>
                  <a:lnTo>
                    <a:pt x="34363" y="9573"/>
                  </a:lnTo>
                  <a:lnTo>
                    <a:pt x="34283" y="9035"/>
                  </a:lnTo>
                  <a:lnTo>
                    <a:pt x="34204" y="8516"/>
                  </a:lnTo>
                  <a:lnTo>
                    <a:pt x="34084" y="7978"/>
                  </a:lnTo>
                  <a:lnTo>
                    <a:pt x="33964" y="7439"/>
                  </a:lnTo>
                  <a:lnTo>
                    <a:pt x="33825" y="6921"/>
                  </a:lnTo>
                  <a:lnTo>
                    <a:pt x="33685" y="6402"/>
                  </a:lnTo>
                  <a:lnTo>
                    <a:pt x="33366" y="5365"/>
                  </a:lnTo>
                  <a:lnTo>
                    <a:pt x="33007" y="4328"/>
                  </a:lnTo>
                  <a:lnTo>
                    <a:pt x="32628" y="3311"/>
                  </a:lnTo>
                  <a:lnTo>
                    <a:pt x="32628" y="3311"/>
                  </a:lnTo>
                  <a:lnTo>
                    <a:pt x="32548" y="3091"/>
                  </a:lnTo>
                  <a:lnTo>
                    <a:pt x="32429" y="2892"/>
                  </a:lnTo>
                  <a:lnTo>
                    <a:pt x="32289" y="2713"/>
                  </a:lnTo>
                  <a:lnTo>
                    <a:pt x="32149" y="2553"/>
                  </a:lnTo>
                  <a:lnTo>
                    <a:pt x="31970" y="2393"/>
                  </a:lnTo>
                  <a:lnTo>
                    <a:pt x="31790" y="2254"/>
                  </a:lnTo>
                  <a:lnTo>
                    <a:pt x="31591" y="2134"/>
                  </a:lnTo>
                  <a:lnTo>
                    <a:pt x="31392" y="2015"/>
                  </a:lnTo>
                  <a:lnTo>
                    <a:pt x="31172" y="1915"/>
                  </a:lnTo>
                  <a:lnTo>
                    <a:pt x="30933" y="1835"/>
                  </a:lnTo>
                  <a:lnTo>
                    <a:pt x="30454" y="1675"/>
                  </a:lnTo>
                  <a:lnTo>
                    <a:pt x="29956" y="1536"/>
                  </a:lnTo>
                  <a:lnTo>
                    <a:pt x="29437" y="1416"/>
                  </a:lnTo>
                  <a:lnTo>
                    <a:pt x="28380" y="1197"/>
                  </a:lnTo>
                  <a:lnTo>
                    <a:pt x="27881" y="1077"/>
                  </a:lnTo>
                  <a:lnTo>
                    <a:pt x="27423" y="938"/>
                  </a:lnTo>
                  <a:lnTo>
                    <a:pt x="26984" y="758"/>
                  </a:lnTo>
                  <a:lnTo>
                    <a:pt x="26785" y="658"/>
                  </a:lnTo>
                  <a:lnTo>
                    <a:pt x="26605" y="559"/>
                  </a:lnTo>
                  <a:lnTo>
                    <a:pt x="26426" y="439"/>
                  </a:lnTo>
                  <a:lnTo>
                    <a:pt x="26286" y="299"/>
                  </a:lnTo>
                  <a:lnTo>
                    <a:pt x="26146" y="160"/>
                  </a:lnTo>
                  <a:lnTo>
                    <a:pt x="260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5997150" y="3115798"/>
              <a:ext cx="1261252" cy="1740322"/>
            </a:xfrm>
            <a:custGeom>
              <a:avLst/>
              <a:gdLst/>
              <a:ahLst/>
              <a:cxnLst/>
              <a:rect l="l" t="t" r="r" b="b"/>
              <a:pathLst>
                <a:path w="61487" h="84842" extrusionOk="0">
                  <a:moveTo>
                    <a:pt x="49122" y="1"/>
                  </a:moveTo>
                  <a:lnTo>
                    <a:pt x="48703" y="21"/>
                  </a:lnTo>
                  <a:lnTo>
                    <a:pt x="48264" y="60"/>
                  </a:lnTo>
                  <a:lnTo>
                    <a:pt x="47825" y="120"/>
                  </a:lnTo>
                  <a:lnTo>
                    <a:pt x="47387" y="180"/>
                  </a:lnTo>
                  <a:lnTo>
                    <a:pt x="46948" y="280"/>
                  </a:lnTo>
                  <a:lnTo>
                    <a:pt x="46489" y="399"/>
                  </a:lnTo>
                  <a:lnTo>
                    <a:pt x="46050" y="519"/>
                  </a:lnTo>
                  <a:lnTo>
                    <a:pt x="45592" y="679"/>
                  </a:lnTo>
                  <a:lnTo>
                    <a:pt x="45133" y="838"/>
                  </a:lnTo>
                  <a:lnTo>
                    <a:pt x="44674" y="1038"/>
                  </a:lnTo>
                  <a:lnTo>
                    <a:pt x="44216" y="1237"/>
                  </a:lnTo>
                  <a:lnTo>
                    <a:pt x="43737" y="1476"/>
                  </a:lnTo>
                  <a:lnTo>
                    <a:pt x="43278" y="1716"/>
                  </a:lnTo>
                  <a:lnTo>
                    <a:pt x="42800" y="1995"/>
                  </a:lnTo>
                  <a:lnTo>
                    <a:pt x="42341" y="2294"/>
                  </a:lnTo>
                  <a:lnTo>
                    <a:pt x="41862" y="2593"/>
                  </a:lnTo>
                  <a:lnTo>
                    <a:pt x="41384" y="2932"/>
                  </a:lnTo>
                  <a:lnTo>
                    <a:pt x="40905" y="3291"/>
                  </a:lnTo>
                  <a:lnTo>
                    <a:pt x="40426" y="3670"/>
                  </a:lnTo>
                  <a:lnTo>
                    <a:pt x="40007" y="4029"/>
                  </a:lnTo>
                  <a:lnTo>
                    <a:pt x="39609" y="4428"/>
                  </a:lnTo>
                  <a:lnTo>
                    <a:pt x="39210" y="4867"/>
                  </a:lnTo>
                  <a:lnTo>
                    <a:pt x="38831" y="5326"/>
                  </a:lnTo>
                  <a:lnTo>
                    <a:pt x="38432" y="5844"/>
                  </a:lnTo>
                  <a:lnTo>
                    <a:pt x="38073" y="6363"/>
                  </a:lnTo>
                  <a:lnTo>
                    <a:pt x="37694" y="6901"/>
                  </a:lnTo>
                  <a:lnTo>
                    <a:pt x="37335" y="7440"/>
                  </a:lnTo>
                  <a:lnTo>
                    <a:pt x="36657" y="8537"/>
                  </a:lnTo>
                  <a:lnTo>
                    <a:pt x="36019" y="9633"/>
                  </a:lnTo>
                  <a:lnTo>
                    <a:pt x="35420" y="10631"/>
                  </a:lnTo>
                  <a:lnTo>
                    <a:pt x="34882" y="11528"/>
                  </a:lnTo>
                  <a:lnTo>
                    <a:pt x="7659" y="55564"/>
                  </a:lnTo>
                  <a:lnTo>
                    <a:pt x="7320" y="55704"/>
                  </a:lnTo>
                  <a:lnTo>
                    <a:pt x="6462" y="56083"/>
                  </a:lnTo>
                  <a:lnTo>
                    <a:pt x="5884" y="56362"/>
                  </a:lnTo>
                  <a:lnTo>
                    <a:pt x="5245" y="56701"/>
                  </a:lnTo>
                  <a:lnTo>
                    <a:pt x="4547" y="57080"/>
                  </a:lnTo>
                  <a:lnTo>
                    <a:pt x="3829" y="57499"/>
                  </a:lnTo>
                  <a:lnTo>
                    <a:pt x="3111" y="57957"/>
                  </a:lnTo>
                  <a:lnTo>
                    <a:pt x="2772" y="58217"/>
                  </a:lnTo>
                  <a:lnTo>
                    <a:pt x="2433" y="58476"/>
                  </a:lnTo>
                  <a:lnTo>
                    <a:pt x="2094" y="58735"/>
                  </a:lnTo>
                  <a:lnTo>
                    <a:pt x="1775" y="59014"/>
                  </a:lnTo>
                  <a:lnTo>
                    <a:pt x="1476" y="59294"/>
                  </a:lnTo>
                  <a:lnTo>
                    <a:pt x="1197" y="59593"/>
                  </a:lnTo>
                  <a:lnTo>
                    <a:pt x="938" y="59872"/>
                  </a:lnTo>
                  <a:lnTo>
                    <a:pt x="718" y="60191"/>
                  </a:lnTo>
                  <a:lnTo>
                    <a:pt x="519" y="60490"/>
                  </a:lnTo>
                  <a:lnTo>
                    <a:pt x="339" y="60809"/>
                  </a:lnTo>
                  <a:lnTo>
                    <a:pt x="200" y="61129"/>
                  </a:lnTo>
                  <a:lnTo>
                    <a:pt x="100" y="61448"/>
                  </a:lnTo>
                  <a:lnTo>
                    <a:pt x="20" y="61787"/>
                  </a:lnTo>
                  <a:lnTo>
                    <a:pt x="0" y="62126"/>
                  </a:lnTo>
                  <a:lnTo>
                    <a:pt x="20" y="62904"/>
                  </a:lnTo>
                  <a:lnTo>
                    <a:pt x="100" y="63921"/>
                  </a:lnTo>
                  <a:lnTo>
                    <a:pt x="200" y="65117"/>
                  </a:lnTo>
                  <a:lnTo>
                    <a:pt x="359" y="66454"/>
                  </a:lnTo>
                  <a:lnTo>
                    <a:pt x="559" y="67929"/>
                  </a:lnTo>
                  <a:lnTo>
                    <a:pt x="818" y="69485"/>
                  </a:lnTo>
                  <a:lnTo>
                    <a:pt x="1117" y="71100"/>
                  </a:lnTo>
                  <a:lnTo>
                    <a:pt x="1297" y="71938"/>
                  </a:lnTo>
                  <a:lnTo>
                    <a:pt x="1476" y="72756"/>
                  </a:lnTo>
                  <a:lnTo>
                    <a:pt x="1676" y="73573"/>
                  </a:lnTo>
                  <a:lnTo>
                    <a:pt x="1895" y="74411"/>
                  </a:lnTo>
                  <a:lnTo>
                    <a:pt x="2114" y="75209"/>
                  </a:lnTo>
                  <a:lnTo>
                    <a:pt x="2374" y="76027"/>
                  </a:lnTo>
                  <a:lnTo>
                    <a:pt x="2633" y="76804"/>
                  </a:lnTo>
                  <a:lnTo>
                    <a:pt x="2892" y="77562"/>
                  </a:lnTo>
                  <a:lnTo>
                    <a:pt x="3191" y="78320"/>
                  </a:lnTo>
                  <a:lnTo>
                    <a:pt x="3490" y="79018"/>
                  </a:lnTo>
                  <a:lnTo>
                    <a:pt x="3810" y="79716"/>
                  </a:lnTo>
                  <a:lnTo>
                    <a:pt x="4149" y="80354"/>
                  </a:lnTo>
                  <a:lnTo>
                    <a:pt x="4508" y="80953"/>
                  </a:lnTo>
                  <a:lnTo>
                    <a:pt x="4886" y="81531"/>
                  </a:lnTo>
                  <a:lnTo>
                    <a:pt x="5265" y="82050"/>
                  </a:lnTo>
                  <a:lnTo>
                    <a:pt x="5465" y="82289"/>
                  </a:lnTo>
                  <a:lnTo>
                    <a:pt x="5664" y="82508"/>
                  </a:lnTo>
                  <a:lnTo>
                    <a:pt x="5884" y="82708"/>
                  </a:lnTo>
                  <a:lnTo>
                    <a:pt x="6083" y="82907"/>
                  </a:lnTo>
                  <a:lnTo>
                    <a:pt x="6302" y="83107"/>
                  </a:lnTo>
                  <a:lnTo>
                    <a:pt x="6522" y="83266"/>
                  </a:lnTo>
                  <a:lnTo>
                    <a:pt x="6981" y="83565"/>
                  </a:lnTo>
                  <a:lnTo>
                    <a:pt x="7459" y="83845"/>
                  </a:lnTo>
                  <a:lnTo>
                    <a:pt x="7938" y="84064"/>
                  </a:lnTo>
                  <a:lnTo>
                    <a:pt x="8436" y="84283"/>
                  </a:lnTo>
                  <a:lnTo>
                    <a:pt x="8955" y="84443"/>
                  </a:lnTo>
                  <a:lnTo>
                    <a:pt x="9474" y="84582"/>
                  </a:lnTo>
                  <a:lnTo>
                    <a:pt x="10012" y="84702"/>
                  </a:lnTo>
                  <a:lnTo>
                    <a:pt x="10551" y="84782"/>
                  </a:lnTo>
                  <a:lnTo>
                    <a:pt x="11109" y="84822"/>
                  </a:lnTo>
                  <a:lnTo>
                    <a:pt x="11667" y="84842"/>
                  </a:lnTo>
                  <a:lnTo>
                    <a:pt x="12226" y="84842"/>
                  </a:lnTo>
                  <a:lnTo>
                    <a:pt x="12804" y="84802"/>
                  </a:lnTo>
                  <a:lnTo>
                    <a:pt x="13402" y="84742"/>
                  </a:lnTo>
                  <a:lnTo>
                    <a:pt x="13981" y="84642"/>
                  </a:lnTo>
                  <a:lnTo>
                    <a:pt x="14579" y="84523"/>
                  </a:lnTo>
                  <a:lnTo>
                    <a:pt x="15158" y="84383"/>
                  </a:lnTo>
                  <a:lnTo>
                    <a:pt x="15756" y="84223"/>
                  </a:lnTo>
                  <a:lnTo>
                    <a:pt x="16374" y="84024"/>
                  </a:lnTo>
                  <a:lnTo>
                    <a:pt x="16972" y="83805"/>
                  </a:lnTo>
                  <a:lnTo>
                    <a:pt x="17571" y="83565"/>
                  </a:lnTo>
                  <a:lnTo>
                    <a:pt x="18169" y="83306"/>
                  </a:lnTo>
                  <a:lnTo>
                    <a:pt x="18767" y="83027"/>
                  </a:lnTo>
                  <a:lnTo>
                    <a:pt x="19366" y="82708"/>
                  </a:lnTo>
                  <a:lnTo>
                    <a:pt x="19944" y="82389"/>
                  </a:lnTo>
                  <a:lnTo>
                    <a:pt x="20542" y="82030"/>
                  </a:lnTo>
                  <a:lnTo>
                    <a:pt x="21121" y="81671"/>
                  </a:lnTo>
                  <a:lnTo>
                    <a:pt x="21699" y="81272"/>
                  </a:lnTo>
                  <a:lnTo>
                    <a:pt x="22277" y="80873"/>
                  </a:lnTo>
                  <a:lnTo>
                    <a:pt x="22836" y="80454"/>
                  </a:lnTo>
                  <a:lnTo>
                    <a:pt x="23394" y="79995"/>
                  </a:lnTo>
                  <a:lnTo>
                    <a:pt x="23933" y="79537"/>
                  </a:lnTo>
                  <a:lnTo>
                    <a:pt x="24471" y="79058"/>
                  </a:lnTo>
                  <a:lnTo>
                    <a:pt x="24810" y="78739"/>
                  </a:lnTo>
                  <a:lnTo>
                    <a:pt x="25249" y="78280"/>
                  </a:lnTo>
                  <a:lnTo>
                    <a:pt x="25788" y="77702"/>
                  </a:lnTo>
                  <a:lnTo>
                    <a:pt x="26406" y="76964"/>
                  </a:lnTo>
                  <a:lnTo>
                    <a:pt x="27104" y="76106"/>
                  </a:lnTo>
                  <a:lnTo>
                    <a:pt x="27862" y="75109"/>
                  </a:lnTo>
                  <a:lnTo>
                    <a:pt x="28659" y="73972"/>
                  </a:lnTo>
                  <a:lnTo>
                    <a:pt x="29497" y="72716"/>
                  </a:lnTo>
                  <a:lnTo>
                    <a:pt x="30195" y="71659"/>
                  </a:lnTo>
                  <a:lnTo>
                    <a:pt x="30853" y="70582"/>
                  </a:lnTo>
                  <a:lnTo>
                    <a:pt x="32170" y="68388"/>
                  </a:lnTo>
                  <a:lnTo>
                    <a:pt x="33526" y="66114"/>
                  </a:lnTo>
                  <a:lnTo>
                    <a:pt x="35022" y="63661"/>
                  </a:lnTo>
                  <a:lnTo>
                    <a:pt x="36218" y="61667"/>
                  </a:lnTo>
                  <a:lnTo>
                    <a:pt x="37455" y="59613"/>
                  </a:lnTo>
                  <a:lnTo>
                    <a:pt x="39948" y="55285"/>
                  </a:lnTo>
                  <a:lnTo>
                    <a:pt x="42540" y="50837"/>
                  </a:lnTo>
                  <a:lnTo>
                    <a:pt x="43837" y="48604"/>
                  </a:lnTo>
                  <a:lnTo>
                    <a:pt x="45173" y="46390"/>
                  </a:lnTo>
                  <a:lnTo>
                    <a:pt x="48244" y="41324"/>
                  </a:lnTo>
                  <a:lnTo>
                    <a:pt x="50977" y="36857"/>
                  </a:lnTo>
                  <a:lnTo>
                    <a:pt x="53330" y="32928"/>
                  </a:lnTo>
                  <a:lnTo>
                    <a:pt x="54387" y="31173"/>
                  </a:lnTo>
                  <a:lnTo>
                    <a:pt x="55344" y="29518"/>
                  </a:lnTo>
                  <a:lnTo>
                    <a:pt x="56222" y="27982"/>
                  </a:lnTo>
                  <a:lnTo>
                    <a:pt x="57019" y="26546"/>
                  </a:lnTo>
                  <a:lnTo>
                    <a:pt x="57737" y="25210"/>
                  </a:lnTo>
                  <a:lnTo>
                    <a:pt x="58356" y="23973"/>
                  </a:lnTo>
                  <a:lnTo>
                    <a:pt x="58894" y="22816"/>
                  </a:lnTo>
                  <a:lnTo>
                    <a:pt x="59353" y="21739"/>
                  </a:lnTo>
                  <a:lnTo>
                    <a:pt x="59552" y="21241"/>
                  </a:lnTo>
                  <a:lnTo>
                    <a:pt x="59732" y="20742"/>
                  </a:lnTo>
                  <a:lnTo>
                    <a:pt x="59891" y="20264"/>
                  </a:lnTo>
                  <a:lnTo>
                    <a:pt x="60011" y="19805"/>
                  </a:lnTo>
                  <a:lnTo>
                    <a:pt x="60290" y="18967"/>
                  </a:lnTo>
                  <a:lnTo>
                    <a:pt x="60809" y="17432"/>
                  </a:lnTo>
                  <a:lnTo>
                    <a:pt x="61068" y="16634"/>
                  </a:lnTo>
                  <a:lnTo>
                    <a:pt x="61287" y="15896"/>
                  </a:lnTo>
                  <a:lnTo>
                    <a:pt x="61447" y="15337"/>
                  </a:lnTo>
                  <a:lnTo>
                    <a:pt x="61487" y="15158"/>
                  </a:lnTo>
                  <a:lnTo>
                    <a:pt x="61487" y="15038"/>
                  </a:lnTo>
                  <a:lnTo>
                    <a:pt x="61407" y="14440"/>
                  </a:lnTo>
                  <a:lnTo>
                    <a:pt x="61327" y="13842"/>
                  </a:lnTo>
                  <a:lnTo>
                    <a:pt x="61228" y="13243"/>
                  </a:lnTo>
                  <a:lnTo>
                    <a:pt x="61108" y="12665"/>
                  </a:lnTo>
                  <a:lnTo>
                    <a:pt x="60988" y="12107"/>
                  </a:lnTo>
                  <a:lnTo>
                    <a:pt x="60869" y="11548"/>
                  </a:lnTo>
                  <a:lnTo>
                    <a:pt x="60729" y="10990"/>
                  </a:lnTo>
                  <a:lnTo>
                    <a:pt x="60569" y="10451"/>
                  </a:lnTo>
                  <a:lnTo>
                    <a:pt x="60410" y="9933"/>
                  </a:lnTo>
                  <a:lnTo>
                    <a:pt x="60250" y="9414"/>
                  </a:lnTo>
                  <a:lnTo>
                    <a:pt x="60051" y="8916"/>
                  </a:lnTo>
                  <a:lnTo>
                    <a:pt x="59871" y="8417"/>
                  </a:lnTo>
                  <a:lnTo>
                    <a:pt x="59672" y="7938"/>
                  </a:lnTo>
                  <a:lnTo>
                    <a:pt x="59453" y="7480"/>
                  </a:lnTo>
                  <a:lnTo>
                    <a:pt x="59233" y="7021"/>
                  </a:lnTo>
                  <a:lnTo>
                    <a:pt x="59014" y="6582"/>
                  </a:lnTo>
                  <a:lnTo>
                    <a:pt x="58775" y="6163"/>
                  </a:lnTo>
                  <a:lnTo>
                    <a:pt x="58515" y="5744"/>
                  </a:lnTo>
                  <a:lnTo>
                    <a:pt x="58276" y="5326"/>
                  </a:lnTo>
                  <a:lnTo>
                    <a:pt x="57997" y="4947"/>
                  </a:lnTo>
                  <a:lnTo>
                    <a:pt x="57737" y="4568"/>
                  </a:lnTo>
                  <a:lnTo>
                    <a:pt x="57458" y="4209"/>
                  </a:lnTo>
                  <a:lnTo>
                    <a:pt x="57159" y="3850"/>
                  </a:lnTo>
                  <a:lnTo>
                    <a:pt x="56880" y="3511"/>
                  </a:lnTo>
                  <a:lnTo>
                    <a:pt x="56561" y="3192"/>
                  </a:lnTo>
                  <a:lnTo>
                    <a:pt x="56262" y="2873"/>
                  </a:lnTo>
                  <a:lnTo>
                    <a:pt x="55943" y="2593"/>
                  </a:lnTo>
                  <a:lnTo>
                    <a:pt x="55603" y="2314"/>
                  </a:lnTo>
                  <a:lnTo>
                    <a:pt x="55284" y="2055"/>
                  </a:lnTo>
                  <a:lnTo>
                    <a:pt x="54945" y="1796"/>
                  </a:lnTo>
                  <a:lnTo>
                    <a:pt x="54586" y="1556"/>
                  </a:lnTo>
                  <a:lnTo>
                    <a:pt x="54247" y="1337"/>
                  </a:lnTo>
                  <a:lnTo>
                    <a:pt x="53888" y="1137"/>
                  </a:lnTo>
                  <a:lnTo>
                    <a:pt x="53509" y="958"/>
                  </a:lnTo>
                  <a:lnTo>
                    <a:pt x="53150" y="778"/>
                  </a:lnTo>
                  <a:lnTo>
                    <a:pt x="52771" y="639"/>
                  </a:lnTo>
                  <a:lnTo>
                    <a:pt x="52373" y="499"/>
                  </a:lnTo>
                  <a:lnTo>
                    <a:pt x="51994" y="380"/>
                  </a:lnTo>
                  <a:lnTo>
                    <a:pt x="51595" y="260"/>
                  </a:lnTo>
                  <a:lnTo>
                    <a:pt x="51196" y="180"/>
                  </a:lnTo>
                  <a:lnTo>
                    <a:pt x="50797" y="100"/>
                  </a:lnTo>
                  <a:lnTo>
                    <a:pt x="50378" y="60"/>
                  </a:lnTo>
                  <a:lnTo>
                    <a:pt x="49959" y="21"/>
                  </a:lnTo>
                  <a:lnTo>
                    <a:pt x="495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5997150" y="3115798"/>
              <a:ext cx="1261252" cy="1740322"/>
            </a:xfrm>
            <a:custGeom>
              <a:avLst/>
              <a:gdLst/>
              <a:ahLst/>
              <a:cxnLst/>
              <a:rect l="l" t="t" r="r" b="b"/>
              <a:pathLst>
                <a:path w="61487" h="84842" fill="none" extrusionOk="0">
                  <a:moveTo>
                    <a:pt x="61487" y="15038"/>
                  </a:moveTo>
                  <a:lnTo>
                    <a:pt x="61487" y="15038"/>
                  </a:lnTo>
                  <a:lnTo>
                    <a:pt x="61407" y="14440"/>
                  </a:lnTo>
                  <a:lnTo>
                    <a:pt x="61327" y="13842"/>
                  </a:lnTo>
                  <a:lnTo>
                    <a:pt x="61228" y="13243"/>
                  </a:lnTo>
                  <a:lnTo>
                    <a:pt x="61108" y="12665"/>
                  </a:lnTo>
                  <a:lnTo>
                    <a:pt x="60988" y="12107"/>
                  </a:lnTo>
                  <a:lnTo>
                    <a:pt x="60869" y="11548"/>
                  </a:lnTo>
                  <a:lnTo>
                    <a:pt x="60729" y="10990"/>
                  </a:lnTo>
                  <a:lnTo>
                    <a:pt x="60569" y="10451"/>
                  </a:lnTo>
                  <a:lnTo>
                    <a:pt x="60410" y="9933"/>
                  </a:lnTo>
                  <a:lnTo>
                    <a:pt x="60250" y="9414"/>
                  </a:lnTo>
                  <a:lnTo>
                    <a:pt x="60051" y="8916"/>
                  </a:lnTo>
                  <a:lnTo>
                    <a:pt x="59871" y="8417"/>
                  </a:lnTo>
                  <a:lnTo>
                    <a:pt x="59672" y="7938"/>
                  </a:lnTo>
                  <a:lnTo>
                    <a:pt x="59453" y="7480"/>
                  </a:lnTo>
                  <a:lnTo>
                    <a:pt x="59233" y="7021"/>
                  </a:lnTo>
                  <a:lnTo>
                    <a:pt x="59014" y="6582"/>
                  </a:lnTo>
                  <a:lnTo>
                    <a:pt x="58775" y="6163"/>
                  </a:lnTo>
                  <a:lnTo>
                    <a:pt x="58515" y="5744"/>
                  </a:lnTo>
                  <a:lnTo>
                    <a:pt x="58276" y="5326"/>
                  </a:lnTo>
                  <a:lnTo>
                    <a:pt x="57997" y="4947"/>
                  </a:lnTo>
                  <a:lnTo>
                    <a:pt x="57737" y="4568"/>
                  </a:lnTo>
                  <a:lnTo>
                    <a:pt x="57458" y="4209"/>
                  </a:lnTo>
                  <a:lnTo>
                    <a:pt x="57159" y="3850"/>
                  </a:lnTo>
                  <a:lnTo>
                    <a:pt x="56880" y="3511"/>
                  </a:lnTo>
                  <a:lnTo>
                    <a:pt x="56561" y="3192"/>
                  </a:lnTo>
                  <a:lnTo>
                    <a:pt x="56262" y="2873"/>
                  </a:lnTo>
                  <a:lnTo>
                    <a:pt x="55943" y="2593"/>
                  </a:lnTo>
                  <a:lnTo>
                    <a:pt x="55603" y="2314"/>
                  </a:lnTo>
                  <a:lnTo>
                    <a:pt x="55284" y="2055"/>
                  </a:lnTo>
                  <a:lnTo>
                    <a:pt x="54945" y="1796"/>
                  </a:lnTo>
                  <a:lnTo>
                    <a:pt x="54586" y="1556"/>
                  </a:lnTo>
                  <a:lnTo>
                    <a:pt x="54247" y="1337"/>
                  </a:lnTo>
                  <a:lnTo>
                    <a:pt x="53888" y="1137"/>
                  </a:lnTo>
                  <a:lnTo>
                    <a:pt x="53509" y="958"/>
                  </a:lnTo>
                  <a:lnTo>
                    <a:pt x="53150" y="778"/>
                  </a:lnTo>
                  <a:lnTo>
                    <a:pt x="52771" y="639"/>
                  </a:lnTo>
                  <a:lnTo>
                    <a:pt x="52373" y="499"/>
                  </a:lnTo>
                  <a:lnTo>
                    <a:pt x="51994" y="380"/>
                  </a:lnTo>
                  <a:lnTo>
                    <a:pt x="51595" y="260"/>
                  </a:lnTo>
                  <a:lnTo>
                    <a:pt x="51196" y="180"/>
                  </a:lnTo>
                  <a:lnTo>
                    <a:pt x="50797" y="100"/>
                  </a:lnTo>
                  <a:lnTo>
                    <a:pt x="50378" y="60"/>
                  </a:lnTo>
                  <a:lnTo>
                    <a:pt x="49959" y="21"/>
                  </a:lnTo>
                  <a:lnTo>
                    <a:pt x="49541" y="1"/>
                  </a:lnTo>
                  <a:lnTo>
                    <a:pt x="49122" y="1"/>
                  </a:lnTo>
                  <a:lnTo>
                    <a:pt x="48703" y="21"/>
                  </a:lnTo>
                  <a:lnTo>
                    <a:pt x="48264" y="60"/>
                  </a:lnTo>
                  <a:lnTo>
                    <a:pt x="47825" y="120"/>
                  </a:lnTo>
                  <a:lnTo>
                    <a:pt x="47387" y="180"/>
                  </a:lnTo>
                  <a:lnTo>
                    <a:pt x="46948" y="280"/>
                  </a:lnTo>
                  <a:lnTo>
                    <a:pt x="46489" y="399"/>
                  </a:lnTo>
                  <a:lnTo>
                    <a:pt x="46050" y="519"/>
                  </a:lnTo>
                  <a:lnTo>
                    <a:pt x="45592" y="679"/>
                  </a:lnTo>
                  <a:lnTo>
                    <a:pt x="45133" y="838"/>
                  </a:lnTo>
                  <a:lnTo>
                    <a:pt x="44674" y="1038"/>
                  </a:lnTo>
                  <a:lnTo>
                    <a:pt x="44216" y="1237"/>
                  </a:lnTo>
                  <a:lnTo>
                    <a:pt x="43737" y="1476"/>
                  </a:lnTo>
                  <a:lnTo>
                    <a:pt x="43278" y="1716"/>
                  </a:lnTo>
                  <a:lnTo>
                    <a:pt x="42800" y="1995"/>
                  </a:lnTo>
                  <a:lnTo>
                    <a:pt x="42341" y="2294"/>
                  </a:lnTo>
                  <a:lnTo>
                    <a:pt x="41862" y="2593"/>
                  </a:lnTo>
                  <a:lnTo>
                    <a:pt x="41384" y="2932"/>
                  </a:lnTo>
                  <a:lnTo>
                    <a:pt x="40905" y="3291"/>
                  </a:lnTo>
                  <a:lnTo>
                    <a:pt x="40426" y="3670"/>
                  </a:lnTo>
                  <a:lnTo>
                    <a:pt x="40426" y="3670"/>
                  </a:lnTo>
                  <a:lnTo>
                    <a:pt x="40007" y="4029"/>
                  </a:lnTo>
                  <a:lnTo>
                    <a:pt x="39609" y="4428"/>
                  </a:lnTo>
                  <a:lnTo>
                    <a:pt x="39210" y="4867"/>
                  </a:lnTo>
                  <a:lnTo>
                    <a:pt x="38831" y="5326"/>
                  </a:lnTo>
                  <a:lnTo>
                    <a:pt x="38432" y="5844"/>
                  </a:lnTo>
                  <a:lnTo>
                    <a:pt x="38073" y="6363"/>
                  </a:lnTo>
                  <a:lnTo>
                    <a:pt x="37694" y="6901"/>
                  </a:lnTo>
                  <a:lnTo>
                    <a:pt x="37335" y="7440"/>
                  </a:lnTo>
                  <a:lnTo>
                    <a:pt x="36657" y="8537"/>
                  </a:lnTo>
                  <a:lnTo>
                    <a:pt x="36019" y="9633"/>
                  </a:lnTo>
                  <a:lnTo>
                    <a:pt x="35420" y="10631"/>
                  </a:lnTo>
                  <a:lnTo>
                    <a:pt x="34882" y="11528"/>
                  </a:lnTo>
                  <a:lnTo>
                    <a:pt x="34882" y="11528"/>
                  </a:lnTo>
                  <a:lnTo>
                    <a:pt x="7659" y="55564"/>
                  </a:lnTo>
                  <a:lnTo>
                    <a:pt x="7659" y="55564"/>
                  </a:lnTo>
                  <a:lnTo>
                    <a:pt x="7320" y="55704"/>
                  </a:lnTo>
                  <a:lnTo>
                    <a:pt x="6462" y="56083"/>
                  </a:lnTo>
                  <a:lnTo>
                    <a:pt x="5884" y="56362"/>
                  </a:lnTo>
                  <a:lnTo>
                    <a:pt x="5245" y="56701"/>
                  </a:lnTo>
                  <a:lnTo>
                    <a:pt x="4547" y="57080"/>
                  </a:lnTo>
                  <a:lnTo>
                    <a:pt x="3829" y="57499"/>
                  </a:lnTo>
                  <a:lnTo>
                    <a:pt x="3111" y="57957"/>
                  </a:lnTo>
                  <a:lnTo>
                    <a:pt x="2772" y="58217"/>
                  </a:lnTo>
                  <a:lnTo>
                    <a:pt x="2433" y="58476"/>
                  </a:lnTo>
                  <a:lnTo>
                    <a:pt x="2094" y="58735"/>
                  </a:lnTo>
                  <a:lnTo>
                    <a:pt x="1775" y="59014"/>
                  </a:lnTo>
                  <a:lnTo>
                    <a:pt x="1476" y="59294"/>
                  </a:lnTo>
                  <a:lnTo>
                    <a:pt x="1197" y="59593"/>
                  </a:lnTo>
                  <a:lnTo>
                    <a:pt x="938" y="59872"/>
                  </a:lnTo>
                  <a:lnTo>
                    <a:pt x="718" y="60191"/>
                  </a:lnTo>
                  <a:lnTo>
                    <a:pt x="519" y="60490"/>
                  </a:lnTo>
                  <a:lnTo>
                    <a:pt x="339" y="60809"/>
                  </a:lnTo>
                  <a:lnTo>
                    <a:pt x="200" y="61129"/>
                  </a:lnTo>
                  <a:lnTo>
                    <a:pt x="100" y="61448"/>
                  </a:lnTo>
                  <a:lnTo>
                    <a:pt x="20" y="61787"/>
                  </a:lnTo>
                  <a:lnTo>
                    <a:pt x="0" y="62126"/>
                  </a:lnTo>
                  <a:lnTo>
                    <a:pt x="0" y="62126"/>
                  </a:lnTo>
                  <a:lnTo>
                    <a:pt x="20" y="62904"/>
                  </a:lnTo>
                  <a:lnTo>
                    <a:pt x="100" y="63921"/>
                  </a:lnTo>
                  <a:lnTo>
                    <a:pt x="200" y="65117"/>
                  </a:lnTo>
                  <a:lnTo>
                    <a:pt x="359" y="66454"/>
                  </a:lnTo>
                  <a:lnTo>
                    <a:pt x="559" y="67929"/>
                  </a:lnTo>
                  <a:lnTo>
                    <a:pt x="818" y="69485"/>
                  </a:lnTo>
                  <a:lnTo>
                    <a:pt x="1117" y="71100"/>
                  </a:lnTo>
                  <a:lnTo>
                    <a:pt x="1297" y="71938"/>
                  </a:lnTo>
                  <a:lnTo>
                    <a:pt x="1476" y="72756"/>
                  </a:lnTo>
                  <a:lnTo>
                    <a:pt x="1676" y="73573"/>
                  </a:lnTo>
                  <a:lnTo>
                    <a:pt x="1895" y="74411"/>
                  </a:lnTo>
                  <a:lnTo>
                    <a:pt x="2114" y="75209"/>
                  </a:lnTo>
                  <a:lnTo>
                    <a:pt x="2374" y="76027"/>
                  </a:lnTo>
                  <a:lnTo>
                    <a:pt x="2633" y="76804"/>
                  </a:lnTo>
                  <a:lnTo>
                    <a:pt x="2892" y="77562"/>
                  </a:lnTo>
                  <a:lnTo>
                    <a:pt x="3191" y="78320"/>
                  </a:lnTo>
                  <a:lnTo>
                    <a:pt x="3490" y="79018"/>
                  </a:lnTo>
                  <a:lnTo>
                    <a:pt x="3810" y="79716"/>
                  </a:lnTo>
                  <a:lnTo>
                    <a:pt x="4149" y="80354"/>
                  </a:lnTo>
                  <a:lnTo>
                    <a:pt x="4508" y="80953"/>
                  </a:lnTo>
                  <a:lnTo>
                    <a:pt x="4886" y="81531"/>
                  </a:lnTo>
                  <a:lnTo>
                    <a:pt x="5265" y="82050"/>
                  </a:lnTo>
                  <a:lnTo>
                    <a:pt x="5465" y="82289"/>
                  </a:lnTo>
                  <a:lnTo>
                    <a:pt x="5664" y="82508"/>
                  </a:lnTo>
                  <a:lnTo>
                    <a:pt x="5884" y="82708"/>
                  </a:lnTo>
                  <a:lnTo>
                    <a:pt x="6083" y="82907"/>
                  </a:lnTo>
                  <a:lnTo>
                    <a:pt x="6302" y="83107"/>
                  </a:lnTo>
                  <a:lnTo>
                    <a:pt x="6522" y="83266"/>
                  </a:lnTo>
                  <a:lnTo>
                    <a:pt x="6522" y="83266"/>
                  </a:lnTo>
                  <a:lnTo>
                    <a:pt x="6981" y="83565"/>
                  </a:lnTo>
                  <a:lnTo>
                    <a:pt x="7459" y="83845"/>
                  </a:lnTo>
                  <a:lnTo>
                    <a:pt x="7938" y="84064"/>
                  </a:lnTo>
                  <a:lnTo>
                    <a:pt x="8436" y="84283"/>
                  </a:lnTo>
                  <a:lnTo>
                    <a:pt x="8955" y="84443"/>
                  </a:lnTo>
                  <a:lnTo>
                    <a:pt x="9474" y="84582"/>
                  </a:lnTo>
                  <a:lnTo>
                    <a:pt x="10012" y="84702"/>
                  </a:lnTo>
                  <a:lnTo>
                    <a:pt x="10551" y="84782"/>
                  </a:lnTo>
                  <a:lnTo>
                    <a:pt x="11109" y="84822"/>
                  </a:lnTo>
                  <a:lnTo>
                    <a:pt x="11667" y="84842"/>
                  </a:lnTo>
                  <a:lnTo>
                    <a:pt x="12226" y="84842"/>
                  </a:lnTo>
                  <a:lnTo>
                    <a:pt x="12804" y="84802"/>
                  </a:lnTo>
                  <a:lnTo>
                    <a:pt x="13402" y="84742"/>
                  </a:lnTo>
                  <a:lnTo>
                    <a:pt x="13981" y="84642"/>
                  </a:lnTo>
                  <a:lnTo>
                    <a:pt x="14579" y="84523"/>
                  </a:lnTo>
                  <a:lnTo>
                    <a:pt x="15158" y="84383"/>
                  </a:lnTo>
                  <a:lnTo>
                    <a:pt x="15756" y="84223"/>
                  </a:lnTo>
                  <a:lnTo>
                    <a:pt x="16374" y="84024"/>
                  </a:lnTo>
                  <a:lnTo>
                    <a:pt x="16972" y="83805"/>
                  </a:lnTo>
                  <a:lnTo>
                    <a:pt x="17571" y="83565"/>
                  </a:lnTo>
                  <a:lnTo>
                    <a:pt x="18169" y="83306"/>
                  </a:lnTo>
                  <a:lnTo>
                    <a:pt x="18767" y="83027"/>
                  </a:lnTo>
                  <a:lnTo>
                    <a:pt x="19366" y="82708"/>
                  </a:lnTo>
                  <a:lnTo>
                    <a:pt x="19944" y="82389"/>
                  </a:lnTo>
                  <a:lnTo>
                    <a:pt x="20542" y="82030"/>
                  </a:lnTo>
                  <a:lnTo>
                    <a:pt x="21121" y="81671"/>
                  </a:lnTo>
                  <a:lnTo>
                    <a:pt x="21699" y="81272"/>
                  </a:lnTo>
                  <a:lnTo>
                    <a:pt x="22277" y="80873"/>
                  </a:lnTo>
                  <a:lnTo>
                    <a:pt x="22836" y="80454"/>
                  </a:lnTo>
                  <a:lnTo>
                    <a:pt x="23394" y="79995"/>
                  </a:lnTo>
                  <a:lnTo>
                    <a:pt x="23933" y="79537"/>
                  </a:lnTo>
                  <a:lnTo>
                    <a:pt x="24471" y="79058"/>
                  </a:lnTo>
                  <a:lnTo>
                    <a:pt x="24471" y="79058"/>
                  </a:lnTo>
                  <a:lnTo>
                    <a:pt x="24810" y="78739"/>
                  </a:lnTo>
                  <a:lnTo>
                    <a:pt x="25249" y="78280"/>
                  </a:lnTo>
                  <a:lnTo>
                    <a:pt x="25788" y="77702"/>
                  </a:lnTo>
                  <a:lnTo>
                    <a:pt x="26406" y="76964"/>
                  </a:lnTo>
                  <a:lnTo>
                    <a:pt x="27104" y="76106"/>
                  </a:lnTo>
                  <a:lnTo>
                    <a:pt x="27862" y="75109"/>
                  </a:lnTo>
                  <a:lnTo>
                    <a:pt x="28659" y="73972"/>
                  </a:lnTo>
                  <a:lnTo>
                    <a:pt x="29497" y="72716"/>
                  </a:lnTo>
                  <a:lnTo>
                    <a:pt x="29497" y="72716"/>
                  </a:lnTo>
                  <a:lnTo>
                    <a:pt x="30195" y="71659"/>
                  </a:lnTo>
                  <a:lnTo>
                    <a:pt x="30853" y="70582"/>
                  </a:lnTo>
                  <a:lnTo>
                    <a:pt x="32170" y="68388"/>
                  </a:lnTo>
                  <a:lnTo>
                    <a:pt x="33526" y="66114"/>
                  </a:lnTo>
                  <a:lnTo>
                    <a:pt x="35022" y="63661"/>
                  </a:lnTo>
                  <a:lnTo>
                    <a:pt x="35022" y="63661"/>
                  </a:lnTo>
                  <a:lnTo>
                    <a:pt x="36218" y="61667"/>
                  </a:lnTo>
                  <a:lnTo>
                    <a:pt x="37455" y="59613"/>
                  </a:lnTo>
                  <a:lnTo>
                    <a:pt x="39948" y="55285"/>
                  </a:lnTo>
                  <a:lnTo>
                    <a:pt x="42540" y="50837"/>
                  </a:lnTo>
                  <a:lnTo>
                    <a:pt x="43837" y="48604"/>
                  </a:lnTo>
                  <a:lnTo>
                    <a:pt x="45173" y="46390"/>
                  </a:lnTo>
                  <a:lnTo>
                    <a:pt x="45173" y="46390"/>
                  </a:lnTo>
                  <a:lnTo>
                    <a:pt x="48244" y="41324"/>
                  </a:lnTo>
                  <a:lnTo>
                    <a:pt x="50977" y="36857"/>
                  </a:lnTo>
                  <a:lnTo>
                    <a:pt x="53330" y="32928"/>
                  </a:lnTo>
                  <a:lnTo>
                    <a:pt x="54387" y="31173"/>
                  </a:lnTo>
                  <a:lnTo>
                    <a:pt x="55344" y="29518"/>
                  </a:lnTo>
                  <a:lnTo>
                    <a:pt x="56222" y="27982"/>
                  </a:lnTo>
                  <a:lnTo>
                    <a:pt x="57019" y="26546"/>
                  </a:lnTo>
                  <a:lnTo>
                    <a:pt x="57737" y="25210"/>
                  </a:lnTo>
                  <a:lnTo>
                    <a:pt x="58356" y="23973"/>
                  </a:lnTo>
                  <a:lnTo>
                    <a:pt x="58894" y="22816"/>
                  </a:lnTo>
                  <a:lnTo>
                    <a:pt x="59353" y="21739"/>
                  </a:lnTo>
                  <a:lnTo>
                    <a:pt x="59552" y="21241"/>
                  </a:lnTo>
                  <a:lnTo>
                    <a:pt x="59732" y="20742"/>
                  </a:lnTo>
                  <a:lnTo>
                    <a:pt x="59891" y="20264"/>
                  </a:lnTo>
                  <a:lnTo>
                    <a:pt x="60011" y="19805"/>
                  </a:lnTo>
                  <a:lnTo>
                    <a:pt x="60011" y="19805"/>
                  </a:lnTo>
                  <a:lnTo>
                    <a:pt x="60290" y="18967"/>
                  </a:lnTo>
                  <a:lnTo>
                    <a:pt x="60809" y="17432"/>
                  </a:lnTo>
                  <a:lnTo>
                    <a:pt x="61068" y="16634"/>
                  </a:lnTo>
                  <a:lnTo>
                    <a:pt x="61287" y="15896"/>
                  </a:lnTo>
                  <a:lnTo>
                    <a:pt x="61447" y="15337"/>
                  </a:lnTo>
                  <a:lnTo>
                    <a:pt x="61487" y="15158"/>
                  </a:lnTo>
                  <a:lnTo>
                    <a:pt x="61487" y="150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6852062" y="3144841"/>
              <a:ext cx="375994" cy="200899"/>
            </a:xfrm>
            <a:custGeom>
              <a:avLst/>
              <a:gdLst/>
              <a:ahLst/>
              <a:cxnLst/>
              <a:rect l="l" t="t" r="r" b="b"/>
              <a:pathLst>
                <a:path w="18330" h="9794" extrusionOk="0">
                  <a:moveTo>
                    <a:pt x="5346" y="1"/>
                  </a:moveTo>
                  <a:lnTo>
                    <a:pt x="4867" y="41"/>
                  </a:lnTo>
                  <a:lnTo>
                    <a:pt x="4408" y="80"/>
                  </a:lnTo>
                  <a:lnTo>
                    <a:pt x="3970" y="120"/>
                  </a:lnTo>
                  <a:lnTo>
                    <a:pt x="3571" y="200"/>
                  </a:lnTo>
                  <a:lnTo>
                    <a:pt x="3172" y="260"/>
                  </a:lnTo>
                  <a:lnTo>
                    <a:pt x="2434" y="439"/>
                  </a:lnTo>
                  <a:lnTo>
                    <a:pt x="1796" y="639"/>
                  </a:lnTo>
                  <a:lnTo>
                    <a:pt x="1257" y="818"/>
                  </a:lnTo>
                  <a:lnTo>
                    <a:pt x="798" y="1018"/>
                  </a:lnTo>
                  <a:lnTo>
                    <a:pt x="459" y="1177"/>
                  </a:lnTo>
                  <a:lnTo>
                    <a:pt x="200" y="1297"/>
                  </a:lnTo>
                  <a:lnTo>
                    <a:pt x="1" y="1417"/>
                  </a:lnTo>
                  <a:lnTo>
                    <a:pt x="1" y="1417"/>
                  </a:lnTo>
                  <a:lnTo>
                    <a:pt x="61" y="1397"/>
                  </a:lnTo>
                  <a:lnTo>
                    <a:pt x="220" y="1337"/>
                  </a:lnTo>
                  <a:lnTo>
                    <a:pt x="838" y="1098"/>
                  </a:lnTo>
                  <a:lnTo>
                    <a:pt x="1297" y="918"/>
                  </a:lnTo>
                  <a:lnTo>
                    <a:pt x="1836" y="758"/>
                  </a:lnTo>
                  <a:lnTo>
                    <a:pt x="2474" y="579"/>
                  </a:lnTo>
                  <a:lnTo>
                    <a:pt x="3192" y="419"/>
                  </a:lnTo>
                  <a:lnTo>
                    <a:pt x="3591" y="360"/>
                  </a:lnTo>
                  <a:lnTo>
                    <a:pt x="4009" y="300"/>
                  </a:lnTo>
                  <a:lnTo>
                    <a:pt x="4428" y="260"/>
                  </a:lnTo>
                  <a:lnTo>
                    <a:pt x="4887" y="220"/>
                  </a:lnTo>
                  <a:lnTo>
                    <a:pt x="5346" y="200"/>
                  </a:lnTo>
                  <a:lnTo>
                    <a:pt x="6323" y="200"/>
                  </a:lnTo>
                  <a:lnTo>
                    <a:pt x="6821" y="240"/>
                  </a:lnTo>
                  <a:lnTo>
                    <a:pt x="7340" y="300"/>
                  </a:lnTo>
                  <a:lnTo>
                    <a:pt x="7859" y="380"/>
                  </a:lnTo>
                  <a:lnTo>
                    <a:pt x="8397" y="479"/>
                  </a:lnTo>
                  <a:lnTo>
                    <a:pt x="8936" y="599"/>
                  </a:lnTo>
                  <a:lnTo>
                    <a:pt x="9474" y="739"/>
                  </a:lnTo>
                  <a:lnTo>
                    <a:pt x="10032" y="918"/>
                  </a:lnTo>
                  <a:lnTo>
                    <a:pt x="10571" y="1117"/>
                  </a:lnTo>
                  <a:lnTo>
                    <a:pt x="11109" y="1357"/>
                  </a:lnTo>
                  <a:lnTo>
                    <a:pt x="11628" y="1616"/>
                  </a:lnTo>
                  <a:lnTo>
                    <a:pt x="12146" y="1895"/>
                  </a:lnTo>
                  <a:lnTo>
                    <a:pt x="12625" y="2174"/>
                  </a:lnTo>
                  <a:lnTo>
                    <a:pt x="13104" y="2494"/>
                  </a:lnTo>
                  <a:lnTo>
                    <a:pt x="13543" y="2813"/>
                  </a:lnTo>
                  <a:lnTo>
                    <a:pt x="13981" y="3152"/>
                  </a:lnTo>
                  <a:lnTo>
                    <a:pt x="14380" y="3511"/>
                  </a:lnTo>
                  <a:lnTo>
                    <a:pt x="14759" y="3870"/>
                  </a:lnTo>
                  <a:lnTo>
                    <a:pt x="15098" y="4229"/>
                  </a:lnTo>
                  <a:lnTo>
                    <a:pt x="15437" y="4588"/>
                  </a:lnTo>
                  <a:lnTo>
                    <a:pt x="15756" y="4947"/>
                  </a:lnTo>
                  <a:lnTo>
                    <a:pt x="16036" y="5306"/>
                  </a:lnTo>
                  <a:lnTo>
                    <a:pt x="16315" y="5665"/>
                  </a:lnTo>
                  <a:lnTo>
                    <a:pt x="16554" y="6024"/>
                  </a:lnTo>
                  <a:lnTo>
                    <a:pt x="16773" y="6383"/>
                  </a:lnTo>
                  <a:lnTo>
                    <a:pt x="16993" y="6722"/>
                  </a:lnTo>
                  <a:lnTo>
                    <a:pt x="17332" y="7360"/>
                  </a:lnTo>
                  <a:lnTo>
                    <a:pt x="17631" y="7958"/>
                  </a:lnTo>
                  <a:lnTo>
                    <a:pt x="17850" y="8497"/>
                  </a:lnTo>
                  <a:lnTo>
                    <a:pt x="18030" y="8935"/>
                  </a:lnTo>
                  <a:lnTo>
                    <a:pt x="18249" y="9574"/>
                  </a:lnTo>
                  <a:lnTo>
                    <a:pt x="18309" y="9733"/>
                  </a:lnTo>
                  <a:lnTo>
                    <a:pt x="18329" y="9793"/>
                  </a:lnTo>
                  <a:lnTo>
                    <a:pt x="18289" y="9554"/>
                  </a:lnTo>
                  <a:lnTo>
                    <a:pt x="18229" y="9275"/>
                  </a:lnTo>
                  <a:lnTo>
                    <a:pt x="18110" y="8916"/>
                  </a:lnTo>
                  <a:lnTo>
                    <a:pt x="17950" y="8457"/>
                  </a:lnTo>
                  <a:lnTo>
                    <a:pt x="17751" y="7918"/>
                  </a:lnTo>
                  <a:lnTo>
                    <a:pt x="17471" y="7300"/>
                  </a:lnTo>
                  <a:lnTo>
                    <a:pt x="17132" y="6642"/>
                  </a:lnTo>
                  <a:lnTo>
                    <a:pt x="16933" y="6283"/>
                  </a:lnTo>
                  <a:lnTo>
                    <a:pt x="16694" y="5924"/>
                  </a:lnTo>
                  <a:lnTo>
                    <a:pt x="16454" y="5565"/>
                  </a:lnTo>
                  <a:lnTo>
                    <a:pt x="16195" y="5206"/>
                  </a:lnTo>
                  <a:lnTo>
                    <a:pt x="15896" y="4827"/>
                  </a:lnTo>
                  <a:lnTo>
                    <a:pt x="15597" y="4448"/>
                  </a:lnTo>
                  <a:lnTo>
                    <a:pt x="15258" y="4089"/>
                  </a:lnTo>
                  <a:lnTo>
                    <a:pt x="14899" y="3710"/>
                  </a:lnTo>
                  <a:lnTo>
                    <a:pt x="14520" y="3351"/>
                  </a:lnTo>
                  <a:lnTo>
                    <a:pt x="14101" y="2992"/>
                  </a:lnTo>
                  <a:lnTo>
                    <a:pt x="13682" y="2653"/>
                  </a:lnTo>
                  <a:lnTo>
                    <a:pt x="13223" y="2314"/>
                  </a:lnTo>
                  <a:lnTo>
                    <a:pt x="12745" y="1995"/>
                  </a:lnTo>
                  <a:lnTo>
                    <a:pt x="12266" y="1696"/>
                  </a:lnTo>
                  <a:lnTo>
                    <a:pt x="11748" y="1397"/>
                  </a:lnTo>
                  <a:lnTo>
                    <a:pt x="11209" y="1137"/>
                  </a:lnTo>
                  <a:lnTo>
                    <a:pt x="10651" y="918"/>
                  </a:lnTo>
                  <a:lnTo>
                    <a:pt x="10092" y="699"/>
                  </a:lnTo>
                  <a:lnTo>
                    <a:pt x="9534" y="519"/>
                  </a:lnTo>
                  <a:lnTo>
                    <a:pt x="8995" y="380"/>
                  </a:lnTo>
                  <a:lnTo>
                    <a:pt x="8437" y="260"/>
                  </a:lnTo>
                  <a:lnTo>
                    <a:pt x="7898" y="160"/>
                  </a:lnTo>
                  <a:lnTo>
                    <a:pt x="7360" y="80"/>
                  </a:lnTo>
                  <a:lnTo>
                    <a:pt x="6841" y="41"/>
                  </a:lnTo>
                  <a:lnTo>
                    <a:pt x="632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5986505" y="3827139"/>
              <a:ext cx="311749" cy="497079"/>
            </a:xfrm>
            <a:custGeom>
              <a:avLst/>
              <a:gdLst/>
              <a:ahLst/>
              <a:cxnLst/>
              <a:rect l="l" t="t" r="r" b="b"/>
              <a:pathLst>
                <a:path w="15198" h="24233" extrusionOk="0">
                  <a:moveTo>
                    <a:pt x="8557" y="1"/>
                  </a:moveTo>
                  <a:lnTo>
                    <a:pt x="8178" y="300"/>
                  </a:lnTo>
                  <a:lnTo>
                    <a:pt x="7759" y="659"/>
                  </a:lnTo>
                  <a:lnTo>
                    <a:pt x="7220" y="1158"/>
                  </a:lnTo>
                  <a:lnTo>
                    <a:pt x="6582" y="1796"/>
                  </a:lnTo>
                  <a:lnTo>
                    <a:pt x="5844" y="2534"/>
                  </a:lnTo>
                  <a:lnTo>
                    <a:pt x="5086" y="3411"/>
                  </a:lnTo>
                  <a:lnTo>
                    <a:pt x="4688" y="3870"/>
                  </a:lnTo>
                  <a:lnTo>
                    <a:pt x="4289" y="4369"/>
                  </a:lnTo>
                  <a:lnTo>
                    <a:pt x="3890" y="4887"/>
                  </a:lnTo>
                  <a:lnTo>
                    <a:pt x="3491" y="5426"/>
                  </a:lnTo>
                  <a:lnTo>
                    <a:pt x="3092" y="6004"/>
                  </a:lnTo>
                  <a:lnTo>
                    <a:pt x="2713" y="6582"/>
                  </a:lnTo>
                  <a:lnTo>
                    <a:pt x="2354" y="7201"/>
                  </a:lnTo>
                  <a:lnTo>
                    <a:pt x="1995" y="7819"/>
                  </a:lnTo>
                  <a:lnTo>
                    <a:pt x="1656" y="8457"/>
                  </a:lnTo>
                  <a:lnTo>
                    <a:pt x="1337" y="9135"/>
                  </a:lnTo>
                  <a:lnTo>
                    <a:pt x="1058" y="9813"/>
                  </a:lnTo>
                  <a:lnTo>
                    <a:pt x="798" y="10511"/>
                  </a:lnTo>
                  <a:lnTo>
                    <a:pt x="559" y="11229"/>
                  </a:lnTo>
                  <a:lnTo>
                    <a:pt x="380" y="11947"/>
                  </a:lnTo>
                  <a:lnTo>
                    <a:pt x="220" y="12685"/>
                  </a:lnTo>
                  <a:lnTo>
                    <a:pt x="100" y="13443"/>
                  </a:lnTo>
                  <a:lnTo>
                    <a:pt x="21" y="14201"/>
                  </a:lnTo>
                  <a:lnTo>
                    <a:pt x="1" y="14600"/>
                  </a:lnTo>
                  <a:lnTo>
                    <a:pt x="1" y="14979"/>
                  </a:lnTo>
                  <a:lnTo>
                    <a:pt x="1" y="15777"/>
                  </a:lnTo>
                  <a:lnTo>
                    <a:pt x="21" y="16514"/>
                  </a:lnTo>
                  <a:lnTo>
                    <a:pt x="61" y="17213"/>
                  </a:lnTo>
                  <a:lnTo>
                    <a:pt x="100" y="17871"/>
                  </a:lnTo>
                  <a:lnTo>
                    <a:pt x="160" y="18469"/>
                  </a:lnTo>
                  <a:lnTo>
                    <a:pt x="220" y="19047"/>
                  </a:lnTo>
                  <a:lnTo>
                    <a:pt x="280" y="19586"/>
                  </a:lnTo>
                  <a:lnTo>
                    <a:pt x="360" y="20084"/>
                  </a:lnTo>
                  <a:lnTo>
                    <a:pt x="439" y="20543"/>
                  </a:lnTo>
                  <a:lnTo>
                    <a:pt x="539" y="20962"/>
                  </a:lnTo>
                  <a:lnTo>
                    <a:pt x="639" y="21361"/>
                  </a:lnTo>
                  <a:lnTo>
                    <a:pt x="739" y="21720"/>
                  </a:lnTo>
                  <a:lnTo>
                    <a:pt x="838" y="22039"/>
                  </a:lnTo>
                  <a:lnTo>
                    <a:pt x="958" y="22338"/>
                  </a:lnTo>
                  <a:lnTo>
                    <a:pt x="1177" y="22857"/>
                  </a:lnTo>
                  <a:lnTo>
                    <a:pt x="1397" y="23255"/>
                  </a:lnTo>
                  <a:lnTo>
                    <a:pt x="1616" y="23595"/>
                  </a:lnTo>
                  <a:lnTo>
                    <a:pt x="1816" y="23834"/>
                  </a:lnTo>
                  <a:lnTo>
                    <a:pt x="1995" y="23993"/>
                  </a:lnTo>
                  <a:lnTo>
                    <a:pt x="2135" y="24113"/>
                  </a:lnTo>
                  <a:lnTo>
                    <a:pt x="2254" y="24193"/>
                  </a:lnTo>
                  <a:lnTo>
                    <a:pt x="2354" y="24233"/>
                  </a:lnTo>
                  <a:lnTo>
                    <a:pt x="3331" y="23595"/>
                  </a:lnTo>
                  <a:lnTo>
                    <a:pt x="4269" y="23016"/>
                  </a:lnTo>
                  <a:lnTo>
                    <a:pt x="5206" y="22498"/>
                  </a:lnTo>
                  <a:lnTo>
                    <a:pt x="6104" y="22039"/>
                  </a:lnTo>
                  <a:lnTo>
                    <a:pt x="6981" y="21640"/>
                  </a:lnTo>
                  <a:lnTo>
                    <a:pt x="7839" y="21301"/>
                  </a:lnTo>
                  <a:lnTo>
                    <a:pt x="8676" y="21022"/>
                  </a:lnTo>
                  <a:lnTo>
                    <a:pt x="9494" y="20782"/>
                  </a:lnTo>
                  <a:lnTo>
                    <a:pt x="15198" y="9414"/>
                  </a:lnTo>
                  <a:lnTo>
                    <a:pt x="85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5986505" y="3827139"/>
              <a:ext cx="311749" cy="497079"/>
            </a:xfrm>
            <a:custGeom>
              <a:avLst/>
              <a:gdLst/>
              <a:ahLst/>
              <a:cxnLst/>
              <a:rect l="l" t="t" r="r" b="b"/>
              <a:pathLst>
                <a:path w="15198" h="24233" fill="none" extrusionOk="0">
                  <a:moveTo>
                    <a:pt x="8557" y="1"/>
                  </a:moveTo>
                  <a:lnTo>
                    <a:pt x="8557" y="1"/>
                  </a:lnTo>
                  <a:lnTo>
                    <a:pt x="8178" y="300"/>
                  </a:lnTo>
                  <a:lnTo>
                    <a:pt x="7759" y="659"/>
                  </a:lnTo>
                  <a:lnTo>
                    <a:pt x="7220" y="1158"/>
                  </a:lnTo>
                  <a:lnTo>
                    <a:pt x="6582" y="1796"/>
                  </a:lnTo>
                  <a:lnTo>
                    <a:pt x="5844" y="2534"/>
                  </a:lnTo>
                  <a:lnTo>
                    <a:pt x="5086" y="3411"/>
                  </a:lnTo>
                  <a:lnTo>
                    <a:pt x="4688" y="3870"/>
                  </a:lnTo>
                  <a:lnTo>
                    <a:pt x="4289" y="4369"/>
                  </a:lnTo>
                  <a:lnTo>
                    <a:pt x="3890" y="4887"/>
                  </a:lnTo>
                  <a:lnTo>
                    <a:pt x="3491" y="5426"/>
                  </a:lnTo>
                  <a:lnTo>
                    <a:pt x="3092" y="6004"/>
                  </a:lnTo>
                  <a:lnTo>
                    <a:pt x="2713" y="6582"/>
                  </a:lnTo>
                  <a:lnTo>
                    <a:pt x="2354" y="7201"/>
                  </a:lnTo>
                  <a:lnTo>
                    <a:pt x="1995" y="7819"/>
                  </a:lnTo>
                  <a:lnTo>
                    <a:pt x="1656" y="8457"/>
                  </a:lnTo>
                  <a:lnTo>
                    <a:pt x="1337" y="9135"/>
                  </a:lnTo>
                  <a:lnTo>
                    <a:pt x="1058" y="9813"/>
                  </a:lnTo>
                  <a:lnTo>
                    <a:pt x="798" y="10511"/>
                  </a:lnTo>
                  <a:lnTo>
                    <a:pt x="559" y="11229"/>
                  </a:lnTo>
                  <a:lnTo>
                    <a:pt x="380" y="11947"/>
                  </a:lnTo>
                  <a:lnTo>
                    <a:pt x="220" y="12685"/>
                  </a:lnTo>
                  <a:lnTo>
                    <a:pt x="100" y="13443"/>
                  </a:lnTo>
                  <a:lnTo>
                    <a:pt x="21" y="14201"/>
                  </a:lnTo>
                  <a:lnTo>
                    <a:pt x="1" y="14600"/>
                  </a:lnTo>
                  <a:lnTo>
                    <a:pt x="1" y="14979"/>
                  </a:lnTo>
                  <a:lnTo>
                    <a:pt x="1" y="14979"/>
                  </a:lnTo>
                  <a:lnTo>
                    <a:pt x="1" y="15777"/>
                  </a:lnTo>
                  <a:lnTo>
                    <a:pt x="21" y="16514"/>
                  </a:lnTo>
                  <a:lnTo>
                    <a:pt x="61" y="17213"/>
                  </a:lnTo>
                  <a:lnTo>
                    <a:pt x="100" y="17871"/>
                  </a:lnTo>
                  <a:lnTo>
                    <a:pt x="160" y="18469"/>
                  </a:lnTo>
                  <a:lnTo>
                    <a:pt x="220" y="19047"/>
                  </a:lnTo>
                  <a:lnTo>
                    <a:pt x="280" y="19586"/>
                  </a:lnTo>
                  <a:lnTo>
                    <a:pt x="360" y="20084"/>
                  </a:lnTo>
                  <a:lnTo>
                    <a:pt x="439" y="20543"/>
                  </a:lnTo>
                  <a:lnTo>
                    <a:pt x="539" y="20962"/>
                  </a:lnTo>
                  <a:lnTo>
                    <a:pt x="639" y="21361"/>
                  </a:lnTo>
                  <a:lnTo>
                    <a:pt x="739" y="21720"/>
                  </a:lnTo>
                  <a:lnTo>
                    <a:pt x="838" y="22039"/>
                  </a:lnTo>
                  <a:lnTo>
                    <a:pt x="958" y="22338"/>
                  </a:lnTo>
                  <a:lnTo>
                    <a:pt x="1177" y="22857"/>
                  </a:lnTo>
                  <a:lnTo>
                    <a:pt x="1397" y="23255"/>
                  </a:lnTo>
                  <a:lnTo>
                    <a:pt x="1616" y="23595"/>
                  </a:lnTo>
                  <a:lnTo>
                    <a:pt x="1816" y="23834"/>
                  </a:lnTo>
                  <a:lnTo>
                    <a:pt x="1995" y="23993"/>
                  </a:lnTo>
                  <a:lnTo>
                    <a:pt x="2135" y="24113"/>
                  </a:lnTo>
                  <a:lnTo>
                    <a:pt x="2254" y="24193"/>
                  </a:lnTo>
                  <a:lnTo>
                    <a:pt x="2354" y="24233"/>
                  </a:lnTo>
                  <a:lnTo>
                    <a:pt x="2354" y="24233"/>
                  </a:lnTo>
                  <a:lnTo>
                    <a:pt x="3331" y="23595"/>
                  </a:lnTo>
                  <a:lnTo>
                    <a:pt x="4269" y="23016"/>
                  </a:lnTo>
                  <a:lnTo>
                    <a:pt x="5206" y="22498"/>
                  </a:lnTo>
                  <a:lnTo>
                    <a:pt x="6104" y="22039"/>
                  </a:lnTo>
                  <a:lnTo>
                    <a:pt x="6981" y="21640"/>
                  </a:lnTo>
                  <a:lnTo>
                    <a:pt x="7839" y="21301"/>
                  </a:lnTo>
                  <a:lnTo>
                    <a:pt x="8676" y="21022"/>
                  </a:lnTo>
                  <a:lnTo>
                    <a:pt x="9494" y="20782"/>
                  </a:lnTo>
                  <a:lnTo>
                    <a:pt x="15198" y="9414"/>
                  </a:lnTo>
                  <a:lnTo>
                    <a:pt x="85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6583315" y="4314753"/>
              <a:ext cx="415665" cy="455336"/>
            </a:xfrm>
            <a:custGeom>
              <a:avLst/>
              <a:gdLst/>
              <a:ahLst/>
              <a:cxnLst/>
              <a:rect l="l" t="t" r="r" b="b"/>
              <a:pathLst>
                <a:path w="20264" h="22198" extrusionOk="0">
                  <a:moveTo>
                    <a:pt x="9753" y="0"/>
                  </a:moveTo>
                  <a:lnTo>
                    <a:pt x="1" y="15875"/>
                  </a:lnTo>
                  <a:lnTo>
                    <a:pt x="4089" y="20941"/>
                  </a:lnTo>
                  <a:lnTo>
                    <a:pt x="4229" y="21081"/>
                  </a:lnTo>
                  <a:lnTo>
                    <a:pt x="4428" y="21220"/>
                  </a:lnTo>
                  <a:lnTo>
                    <a:pt x="4707" y="21400"/>
                  </a:lnTo>
                  <a:lnTo>
                    <a:pt x="5086" y="21599"/>
                  </a:lnTo>
                  <a:lnTo>
                    <a:pt x="5545" y="21799"/>
                  </a:lnTo>
                  <a:lnTo>
                    <a:pt x="5804" y="21898"/>
                  </a:lnTo>
                  <a:lnTo>
                    <a:pt x="6103" y="21998"/>
                  </a:lnTo>
                  <a:lnTo>
                    <a:pt x="6423" y="22078"/>
                  </a:lnTo>
                  <a:lnTo>
                    <a:pt x="6782" y="22158"/>
                  </a:lnTo>
                  <a:lnTo>
                    <a:pt x="6941" y="22178"/>
                  </a:lnTo>
                  <a:lnTo>
                    <a:pt x="7121" y="22198"/>
                  </a:lnTo>
                  <a:lnTo>
                    <a:pt x="7300" y="22198"/>
                  </a:lnTo>
                  <a:lnTo>
                    <a:pt x="7460" y="22178"/>
                  </a:lnTo>
                  <a:lnTo>
                    <a:pt x="7619" y="22138"/>
                  </a:lnTo>
                  <a:lnTo>
                    <a:pt x="7779" y="22098"/>
                  </a:lnTo>
                  <a:lnTo>
                    <a:pt x="8098" y="21978"/>
                  </a:lnTo>
                  <a:lnTo>
                    <a:pt x="8397" y="21819"/>
                  </a:lnTo>
                  <a:lnTo>
                    <a:pt x="8656" y="21619"/>
                  </a:lnTo>
                  <a:lnTo>
                    <a:pt x="8916" y="21420"/>
                  </a:lnTo>
                  <a:lnTo>
                    <a:pt x="9135" y="21180"/>
                  </a:lnTo>
                  <a:lnTo>
                    <a:pt x="9354" y="20961"/>
                  </a:lnTo>
                  <a:lnTo>
                    <a:pt x="9534" y="20742"/>
                  </a:lnTo>
                  <a:lnTo>
                    <a:pt x="9833" y="20343"/>
                  </a:lnTo>
                  <a:lnTo>
                    <a:pt x="10012" y="20044"/>
                  </a:lnTo>
                  <a:lnTo>
                    <a:pt x="10092" y="19924"/>
                  </a:lnTo>
                  <a:lnTo>
                    <a:pt x="10391" y="19904"/>
                  </a:lnTo>
                  <a:lnTo>
                    <a:pt x="10671" y="19864"/>
                  </a:lnTo>
                  <a:lnTo>
                    <a:pt x="10930" y="19804"/>
                  </a:lnTo>
                  <a:lnTo>
                    <a:pt x="11169" y="19724"/>
                  </a:lnTo>
                  <a:lnTo>
                    <a:pt x="11389" y="19625"/>
                  </a:lnTo>
                  <a:lnTo>
                    <a:pt x="11608" y="19525"/>
                  </a:lnTo>
                  <a:lnTo>
                    <a:pt x="11787" y="19425"/>
                  </a:lnTo>
                  <a:lnTo>
                    <a:pt x="11967" y="19286"/>
                  </a:lnTo>
                  <a:lnTo>
                    <a:pt x="12126" y="19166"/>
                  </a:lnTo>
                  <a:lnTo>
                    <a:pt x="12286" y="19007"/>
                  </a:lnTo>
                  <a:lnTo>
                    <a:pt x="12406" y="18867"/>
                  </a:lnTo>
                  <a:lnTo>
                    <a:pt x="12525" y="18707"/>
                  </a:lnTo>
                  <a:lnTo>
                    <a:pt x="12645" y="18548"/>
                  </a:lnTo>
                  <a:lnTo>
                    <a:pt x="12725" y="18388"/>
                  </a:lnTo>
                  <a:lnTo>
                    <a:pt x="12884" y="18069"/>
                  </a:lnTo>
                  <a:lnTo>
                    <a:pt x="13004" y="17750"/>
                  </a:lnTo>
                  <a:lnTo>
                    <a:pt x="13084" y="17431"/>
                  </a:lnTo>
                  <a:lnTo>
                    <a:pt x="13144" y="17132"/>
                  </a:lnTo>
                  <a:lnTo>
                    <a:pt x="13184" y="16873"/>
                  </a:lnTo>
                  <a:lnTo>
                    <a:pt x="13203" y="16494"/>
                  </a:lnTo>
                  <a:lnTo>
                    <a:pt x="13203" y="16334"/>
                  </a:lnTo>
                  <a:lnTo>
                    <a:pt x="13323" y="16334"/>
                  </a:lnTo>
                  <a:lnTo>
                    <a:pt x="13463" y="16294"/>
                  </a:lnTo>
                  <a:lnTo>
                    <a:pt x="13662" y="16254"/>
                  </a:lnTo>
                  <a:lnTo>
                    <a:pt x="13862" y="16194"/>
                  </a:lnTo>
                  <a:lnTo>
                    <a:pt x="14101" y="16095"/>
                  </a:lnTo>
                  <a:lnTo>
                    <a:pt x="14360" y="15975"/>
                  </a:lnTo>
                  <a:lnTo>
                    <a:pt x="14619" y="15796"/>
                  </a:lnTo>
                  <a:lnTo>
                    <a:pt x="14859" y="15576"/>
                  </a:lnTo>
                  <a:lnTo>
                    <a:pt x="14978" y="15457"/>
                  </a:lnTo>
                  <a:lnTo>
                    <a:pt x="15098" y="15297"/>
                  </a:lnTo>
                  <a:lnTo>
                    <a:pt x="15218" y="15157"/>
                  </a:lnTo>
                  <a:lnTo>
                    <a:pt x="15317" y="14978"/>
                  </a:lnTo>
                  <a:lnTo>
                    <a:pt x="15417" y="14798"/>
                  </a:lnTo>
                  <a:lnTo>
                    <a:pt x="15517" y="14579"/>
                  </a:lnTo>
                  <a:lnTo>
                    <a:pt x="15597" y="14360"/>
                  </a:lnTo>
                  <a:lnTo>
                    <a:pt x="15657" y="14120"/>
                  </a:lnTo>
                  <a:lnTo>
                    <a:pt x="15716" y="13861"/>
                  </a:lnTo>
                  <a:lnTo>
                    <a:pt x="15756" y="13602"/>
                  </a:lnTo>
                  <a:lnTo>
                    <a:pt x="15796" y="13303"/>
                  </a:lnTo>
                  <a:lnTo>
                    <a:pt x="15796" y="12983"/>
                  </a:lnTo>
                  <a:lnTo>
                    <a:pt x="15796" y="12644"/>
                  </a:lnTo>
                  <a:lnTo>
                    <a:pt x="15776" y="12285"/>
                  </a:lnTo>
                  <a:lnTo>
                    <a:pt x="16095" y="12146"/>
                  </a:lnTo>
                  <a:lnTo>
                    <a:pt x="16375" y="12006"/>
                  </a:lnTo>
                  <a:lnTo>
                    <a:pt x="16634" y="11827"/>
                  </a:lnTo>
                  <a:lnTo>
                    <a:pt x="16853" y="11667"/>
                  </a:lnTo>
                  <a:lnTo>
                    <a:pt x="17053" y="11468"/>
                  </a:lnTo>
                  <a:lnTo>
                    <a:pt x="17232" y="11288"/>
                  </a:lnTo>
                  <a:lnTo>
                    <a:pt x="17372" y="11089"/>
                  </a:lnTo>
                  <a:lnTo>
                    <a:pt x="17511" y="10869"/>
                  </a:lnTo>
                  <a:lnTo>
                    <a:pt x="17611" y="10650"/>
                  </a:lnTo>
                  <a:lnTo>
                    <a:pt x="17691" y="10431"/>
                  </a:lnTo>
                  <a:lnTo>
                    <a:pt x="17771" y="10211"/>
                  </a:lnTo>
                  <a:lnTo>
                    <a:pt x="17830" y="9992"/>
                  </a:lnTo>
                  <a:lnTo>
                    <a:pt x="17850" y="9773"/>
                  </a:lnTo>
                  <a:lnTo>
                    <a:pt x="17870" y="9533"/>
                  </a:lnTo>
                  <a:lnTo>
                    <a:pt x="17890" y="9314"/>
                  </a:lnTo>
                  <a:lnTo>
                    <a:pt x="17890" y="9094"/>
                  </a:lnTo>
                  <a:lnTo>
                    <a:pt x="17850" y="8676"/>
                  </a:lnTo>
                  <a:lnTo>
                    <a:pt x="17791" y="8277"/>
                  </a:lnTo>
                  <a:lnTo>
                    <a:pt x="17691" y="7898"/>
                  </a:lnTo>
                  <a:lnTo>
                    <a:pt x="17611" y="7579"/>
                  </a:lnTo>
                  <a:lnTo>
                    <a:pt x="17511" y="7319"/>
                  </a:lnTo>
                  <a:lnTo>
                    <a:pt x="17432" y="7120"/>
                  </a:lnTo>
                  <a:lnTo>
                    <a:pt x="17352" y="6940"/>
                  </a:lnTo>
                  <a:lnTo>
                    <a:pt x="17830" y="6940"/>
                  </a:lnTo>
                  <a:lnTo>
                    <a:pt x="18050" y="6921"/>
                  </a:lnTo>
                  <a:lnTo>
                    <a:pt x="18249" y="6881"/>
                  </a:lnTo>
                  <a:lnTo>
                    <a:pt x="18449" y="6821"/>
                  </a:lnTo>
                  <a:lnTo>
                    <a:pt x="18628" y="6761"/>
                  </a:lnTo>
                  <a:lnTo>
                    <a:pt x="18788" y="6701"/>
                  </a:lnTo>
                  <a:lnTo>
                    <a:pt x="18947" y="6621"/>
                  </a:lnTo>
                  <a:lnTo>
                    <a:pt x="19087" y="6522"/>
                  </a:lnTo>
                  <a:lnTo>
                    <a:pt x="19226" y="6422"/>
                  </a:lnTo>
                  <a:lnTo>
                    <a:pt x="19466" y="6203"/>
                  </a:lnTo>
                  <a:lnTo>
                    <a:pt x="19665" y="5983"/>
                  </a:lnTo>
                  <a:lnTo>
                    <a:pt x="19825" y="5724"/>
                  </a:lnTo>
                  <a:lnTo>
                    <a:pt x="19964" y="5485"/>
                  </a:lnTo>
                  <a:lnTo>
                    <a:pt x="20064" y="5245"/>
                  </a:lnTo>
                  <a:lnTo>
                    <a:pt x="20144" y="5026"/>
                  </a:lnTo>
                  <a:lnTo>
                    <a:pt x="20204" y="4826"/>
                  </a:lnTo>
                  <a:lnTo>
                    <a:pt x="20264" y="4507"/>
                  </a:lnTo>
                  <a:lnTo>
                    <a:pt x="20264" y="4388"/>
                  </a:lnTo>
                  <a:lnTo>
                    <a:pt x="20024" y="4328"/>
                  </a:lnTo>
                  <a:lnTo>
                    <a:pt x="19785" y="4248"/>
                  </a:lnTo>
                  <a:lnTo>
                    <a:pt x="19546" y="4148"/>
                  </a:lnTo>
                  <a:lnTo>
                    <a:pt x="19306" y="4049"/>
                  </a:lnTo>
                  <a:lnTo>
                    <a:pt x="18828" y="3789"/>
                  </a:lnTo>
                  <a:lnTo>
                    <a:pt x="18349" y="3490"/>
                  </a:lnTo>
                  <a:lnTo>
                    <a:pt x="17890" y="3151"/>
                  </a:lnTo>
                  <a:lnTo>
                    <a:pt x="17451" y="2792"/>
                  </a:lnTo>
                  <a:lnTo>
                    <a:pt x="17033" y="2433"/>
                  </a:lnTo>
                  <a:lnTo>
                    <a:pt x="16634" y="2054"/>
                  </a:lnTo>
                  <a:lnTo>
                    <a:pt x="16275" y="1675"/>
                  </a:lnTo>
                  <a:lnTo>
                    <a:pt x="15936" y="1336"/>
                  </a:lnTo>
                  <a:lnTo>
                    <a:pt x="15397" y="718"/>
                  </a:lnTo>
                  <a:lnTo>
                    <a:pt x="15058" y="299"/>
                  </a:lnTo>
                  <a:lnTo>
                    <a:pt x="14939" y="140"/>
                  </a:lnTo>
                  <a:lnTo>
                    <a:pt x="12446" y="80"/>
                  </a:lnTo>
                  <a:lnTo>
                    <a:pt x="10671" y="40"/>
                  </a:lnTo>
                  <a:lnTo>
                    <a:pt x="10052" y="20"/>
                  </a:lnTo>
                  <a:lnTo>
                    <a:pt x="9753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6783353" y="4365065"/>
              <a:ext cx="156695" cy="92060"/>
            </a:xfrm>
            <a:custGeom>
              <a:avLst/>
              <a:gdLst/>
              <a:ahLst/>
              <a:cxnLst/>
              <a:rect l="l" t="t" r="r" b="b"/>
              <a:pathLst>
                <a:path w="7639" h="4488" extrusionOk="0">
                  <a:moveTo>
                    <a:pt x="0" y="0"/>
                  </a:moveTo>
                  <a:lnTo>
                    <a:pt x="20" y="20"/>
                  </a:lnTo>
                  <a:lnTo>
                    <a:pt x="80" y="40"/>
                  </a:lnTo>
                  <a:lnTo>
                    <a:pt x="319" y="120"/>
                  </a:lnTo>
                  <a:lnTo>
                    <a:pt x="698" y="259"/>
                  </a:lnTo>
                  <a:lnTo>
                    <a:pt x="918" y="379"/>
                  </a:lnTo>
                  <a:lnTo>
                    <a:pt x="1177" y="519"/>
                  </a:lnTo>
                  <a:lnTo>
                    <a:pt x="1436" y="698"/>
                  </a:lnTo>
                  <a:lnTo>
                    <a:pt x="1695" y="898"/>
                  </a:lnTo>
                  <a:lnTo>
                    <a:pt x="2294" y="1356"/>
                  </a:lnTo>
                  <a:lnTo>
                    <a:pt x="2952" y="1875"/>
                  </a:lnTo>
                  <a:lnTo>
                    <a:pt x="3331" y="2134"/>
                  </a:lnTo>
                  <a:lnTo>
                    <a:pt x="3710" y="2373"/>
                  </a:lnTo>
                  <a:lnTo>
                    <a:pt x="4488" y="2832"/>
                  </a:lnTo>
                  <a:lnTo>
                    <a:pt x="5225" y="3251"/>
                  </a:lnTo>
                  <a:lnTo>
                    <a:pt x="6462" y="3889"/>
                  </a:lnTo>
                  <a:lnTo>
                    <a:pt x="7320" y="4328"/>
                  </a:lnTo>
                  <a:lnTo>
                    <a:pt x="7539" y="4448"/>
                  </a:lnTo>
                  <a:lnTo>
                    <a:pt x="7639" y="4487"/>
                  </a:lnTo>
                  <a:lnTo>
                    <a:pt x="7579" y="4408"/>
                  </a:lnTo>
                  <a:lnTo>
                    <a:pt x="7359" y="4268"/>
                  </a:lnTo>
                  <a:lnTo>
                    <a:pt x="7020" y="4029"/>
                  </a:lnTo>
                  <a:lnTo>
                    <a:pt x="6542" y="3750"/>
                  </a:lnTo>
                  <a:lnTo>
                    <a:pt x="5983" y="3430"/>
                  </a:lnTo>
                  <a:lnTo>
                    <a:pt x="5325" y="3052"/>
                  </a:lnTo>
                  <a:lnTo>
                    <a:pt x="4587" y="2653"/>
                  </a:lnTo>
                  <a:lnTo>
                    <a:pt x="3829" y="2194"/>
                  </a:lnTo>
                  <a:lnTo>
                    <a:pt x="3450" y="1955"/>
                  </a:lnTo>
                  <a:lnTo>
                    <a:pt x="3091" y="1695"/>
                  </a:lnTo>
                  <a:lnTo>
                    <a:pt x="2413" y="1197"/>
                  </a:lnTo>
                  <a:lnTo>
                    <a:pt x="1815" y="738"/>
                  </a:lnTo>
                  <a:lnTo>
                    <a:pt x="1536" y="559"/>
                  </a:lnTo>
                  <a:lnTo>
                    <a:pt x="1257" y="379"/>
                  </a:lnTo>
                  <a:lnTo>
                    <a:pt x="997" y="259"/>
                  </a:lnTo>
                  <a:lnTo>
                    <a:pt x="758" y="160"/>
                  </a:lnTo>
                  <a:lnTo>
                    <a:pt x="539" y="80"/>
                  </a:lnTo>
                  <a:lnTo>
                    <a:pt x="359" y="4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6710541" y="4590043"/>
              <a:ext cx="148510" cy="60963"/>
            </a:xfrm>
            <a:custGeom>
              <a:avLst/>
              <a:gdLst/>
              <a:ahLst/>
              <a:cxnLst/>
              <a:rect l="l" t="t" r="r" b="b"/>
              <a:pathLst>
                <a:path w="7240" h="2972" extrusionOk="0">
                  <a:moveTo>
                    <a:pt x="0" y="0"/>
                  </a:moveTo>
                  <a:lnTo>
                    <a:pt x="40" y="80"/>
                  </a:lnTo>
                  <a:lnTo>
                    <a:pt x="200" y="240"/>
                  </a:lnTo>
                  <a:lnTo>
                    <a:pt x="479" y="499"/>
                  </a:lnTo>
                  <a:lnTo>
                    <a:pt x="858" y="798"/>
                  </a:lnTo>
                  <a:lnTo>
                    <a:pt x="1336" y="1157"/>
                  </a:lnTo>
                  <a:lnTo>
                    <a:pt x="1915" y="1516"/>
                  </a:lnTo>
                  <a:lnTo>
                    <a:pt x="2234" y="1695"/>
                  </a:lnTo>
                  <a:lnTo>
                    <a:pt x="2593" y="1875"/>
                  </a:lnTo>
                  <a:lnTo>
                    <a:pt x="2952" y="2035"/>
                  </a:lnTo>
                  <a:lnTo>
                    <a:pt x="3331" y="2214"/>
                  </a:lnTo>
                  <a:lnTo>
                    <a:pt x="3710" y="2354"/>
                  </a:lnTo>
                  <a:lnTo>
                    <a:pt x="4089" y="2473"/>
                  </a:lnTo>
                  <a:lnTo>
                    <a:pt x="4448" y="2593"/>
                  </a:lnTo>
                  <a:lnTo>
                    <a:pt x="4807" y="2693"/>
                  </a:lnTo>
                  <a:lnTo>
                    <a:pt x="5465" y="2832"/>
                  </a:lnTo>
                  <a:lnTo>
                    <a:pt x="6063" y="2912"/>
                  </a:lnTo>
                  <a:lnTo>
                    <a:pt x="6542" y="2972"/>
                  </a:lnTo>
                  <a:lnTo>
                    <a:pt x="7160" y="2972"/>
                  </a:lnTo>
                  <a:lnTo>
                    <a:pt x="7240" y="2952"/>
                  </a:lnTo>
                  <a:lnTo>
                    <a:pt x="7220" y="2952"/>
                  </a:lnTo>
                  <a:lnTo>
                    <a:pt x="7160" y="2932"/>
                  </a:lnTo>
                  <a:lnTo>
                    <a:pt x="6921" y="2892"/>
                  </a:lnTo>
                  <a:lnTo>
                    <a:pt x="6083" y="2752"/>
                  </a:lnTo>
                  <a:lnTo>
                    <a:pt x="5505" y="2653"/>
                  </a:lnTo>
                  <a:lnTo>
                    <a:pt x="4866" y="2493"/>
                  </a:lnTo>
                  <a:lnTo>
                    <a:pt x="4148" y="2274"/>
                  </a:lnTo>
                  <a:lnTo>
                    <a:pt x="3789" y="2134"/>
                  </a:lnTo>
                  <a:lnTo>
                    <a:pt x="3411" y="1995"/>
                  </a:lnTo>
                  <a:lnTo>
                    <a:pt x="3032" y="1835"/>
                  </a:lnTo>
                  <a:lnTo>
                    <a:pt x="2673" y="1676"/>
                  </a:lnTo>
                  <a:lnTo>
                    <a:pt x="2015" y="1336"/>
                  </a:lnTo>
                  <a:lnTo>
                    <a:pt x="1436" y="997"/>
                  </a:lnTo>
                  <a:lnTo>
                    <a:pt x="957" y="678"/>
                  </a:lnTo>
                  <a:lnTo>
                    <a:pt x="259" y="180"/>
                  </a:lnTo>
                  <a:lnTo>
                    <a:pt x="80" y="4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6701127" y="4676351"/>
              <a:ext cx="93701" cy="49927"/>
            </a:xfrm>
            <a:custGeom>
              <a:avLst/>
              <a:gdLst/>
              <a:ahLst/>
              <a:cxnLst/>
              <a:rect l="l" t="t" r="r" b="b"/>
              <a:pathLst>
                <a:path w="4568" h="2434" extrusionOk="0">
                  <a:moveTo>
                    <a:pt x="0" y="0"/>
                  </a:moveTo>
                  <a:lnTo>
                    <a:pt x="20" y="60"/>
                  </a:lnTo>
                  <a:lnTo>
                    <a:pt x="100" y="200"/>
                  </a:lnTo>
                  <a:lnTo>
                    <a:pt x="240" y="399"/>
                  </a:lnTo>
                  <a:lnTo>
                    <a:pt x="439" y="678"/>
                  </a:lnTo>
                  <a:lnTo>
                    <a:pt x="699" y="978"/>
                  </a:lnTo>
                  <a:lnTo>
                    <a:pt x="1038" y="1277"/>
                  </a:lnTo>
                  <a:lnTo>
                    <a:pt x="1237" y="1436"/>
                  </a:lnTo>
                  <a:lnTo>
                    <a:pt x="1456" y="1596"/>
                  </a:lnTo>
                  <a:lnTo>
                    <a:pt x="1696" y="1736"/>
                  </a:lnTo>
                  <a:lnTo>
                    <a:pt x="1935" y="1875"/>
                  </a:lnTo>
                  <a:lnTo>
                    <a:pt x="2194" y="1995"/>
                  </a:lnTo>
                  <a:lnTo>
                    <a:pt x="2434" y="2094"/>
                  </a:lnTo>
                  <a:lnTo>
                    <a:pt x="2673" y="2194"/>
                  </a:lnTo>
                  <a:lnTo>
                    <a:pt x="2932" y="2254"/>
                  </a:lnTo>
                  <a:lnTo>
                    <a:pt x="3371" y="2374"/>
                  </a:lnTo>
                  <a:lnTo>
                    <a:pt x="3770" y="2414"/>
                  </a:lnTo>
                  <a:lnTo>
                    <a:pt x="4109" y="2434"/>
                  </a:lnTo>
                  <a:lnTo>
                    <a:pt x="4368" y="2414"/>
                  </a:lnTo>
                  <a:lnTo>
                    <a:pt x="4508" y="2394"/>
                  </a:lnTo>
                  <a:lnTo>
                    <a:pt x="4568" y="2374"/>
                  </a:lnTo>
                  <a:lnTo>
                    <a:pt x="4528" y="2354"/>
                  </a:lnTo>
                  <a:lnTo>
                    <a:pt x="4368" y="2334"/>
                  </a:lnTo>
                  <a:lnTo>
                    <a:pt x="4109" y="2314"/>
                  </a:lnTo>
                  <a:lnTo>
                    <a:pt x="3790" y="2254"/>
                  </a:lnTo>
                  <a:lnTo>
                    <a:pt x="3411" y="2174"/>
                  </a:lnTo>
                  <a:lnTo>
                    <a:pt x="2992" y="2055"/>
                  </a:lnTo>
                  <a:lnTo>
                    <a:pt x="2513" y="1895"/>
                  </a:lnTo>
                  <a:lnTo>
                    <a:pt x="2274" y="1795"/>
                  </a:lnTo>
                  <a:lnTo>
                    <a:pt x="2035" y="1676"/>
                  </a:lnTo>
                  <a:lnTo>
                    <a:pt x="1795" y="1536"/>
                  </a:lnTo>
                  <a:lnTo>
                    <a:pt x="1576" y="1396"/>
                  </a:lnTo>
                  <a:lnTo>
                    <a:pt x="1177" y="1117"/>
                  </a:lnTo>
                  <a:lnTo>
                    <a:pt x="838" y="838"/>
                  </a:lnTo>
                  <a:lnTo>
                    <a:pt x="559" y="559"/>
                  </a:lnTo>
                  <a:lnTo>
                    <a:pt x="320" y="319"/>
                  </a:lnTo>
                  <a:lnTo>
                    <a:pt x="160" y="140"/>
                  </a:lnTo>
                  <a:lnTo>
                    <a:pt x="6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6796438" y="4504946"/>
              <a:ext cx="110070" cy="62625"/>
            </a:xfrm>
            <a:custGeom>
              <a:avLst/>
              <a:gdLst/>
              <a:ahLst/>
              <a:cxnLst/>
              <a:rect l="l" t="t" r="r" b="b"/>
              <a:pathLst>
                <a:path w="5366" h="3053" extrusionOk="0">
                  <a:moveTo>
                    <a:pt x="0" y="1"/>
                  </a:moveTo>
                  <a:lnTo>
                    <a:pt x="20" y="61"/>
                  </a:lnTo>
                  <a:lnTo>
                    <a:pt x="160" y="180"/>
                  </a:lnTo>
                  <a:lnTo>
                    <a:pt x="359" y="380"/>
                  </a:lnTo>
                  <a:lnTo>
                    <a:pt x="659" y="639"/>
                  </a:lnTo>
                  <a:lnTo>
                    <a:pt x="1018" y="918"/>
                  </a:lnTo>
                  <a:lnTo>
                    <a:pt x="1436" y="1237"/>
                  </a:lnTo>
                  <a:lnTo>
                    <a:pt x="1935" y="1557"/>
                  </a:lnTo>
                  <a:lnTo>
                    <a:pt x="2473" y="1896"/>
                  </a:lnTo>
                  <a:lnTo>
                    <a:pt x="3032" y="2175"/>
                  </a:lnTo>
                  <a:lnTo>
                    <a:pt x="3550" y="2434"/>
                  </a:lnTo>
                  <a:lnTo>
                    <a:pt x="4049" y="2653"/>
                  </a:lnTo>
                  <a:lnTo>
                    <a:pt x="4488" y="2813"/>
                  </a:lnTo>
                  <a:lnTo>
                    <a:pt x="4847" y="2933"/>
                  </a:lnTo>
                  <a:lnTo>
                    <a:pt x="5126" y="3012"/>
                  </a:lnTo>
                  <a:lnTo>
                    <a:pt x="5305" y="3052"/>
                  </a:lnTo>
                  <a:lnTo>
                    <a:pt x="5365" y="3052"/>
                  </a:lnTo>
                  <a:lnTo>
                    <a:pt x="5365" y="3032"/>
                  </a:lnTo>
                  <a:lnTo>
                    <a:pt x="5305" y="3012"/>
                  </a:lnTo>
                  <a:lnTo>
                    <a:pt x="5146" y="2933"/>
                  </a:lnTo>
                  <a:lnTo>
                    <a:pt x="4548" y="2653"/>
                  </a:lnTo>
                  <a:lnTo>
                    <a:pt x="3650" y="2255"/>
                  </a:lnTo>
                  <a:lnTo>
                    <a:pt x="3132" y="1995"/>
                  </a:lnTo>
                  <a:lnTo>
                    <a:pt x="2593" y="1696"/>
                  </a:lnTo>
                  <a:lnTo>
                    <a:pt x="2055" y="1377"/>
                  </a:lnTo>
                  <a:lnTo>
                    <a:pt x="1556" y="1058"/>
                  </a:lnTo>
                  <a:lnTo>
                    <a:pt x="758" y="500"/>
                  </a:lnTo>
                  <a:lnTo>
                    <a:pt x="200" y="121"/>
                  </a:lnTo>
                  <a:lnTo>
                    <a:pt x="60" y="2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6217226" y="3571888"/>
              <a:ext cx="991246" cy="1285006"/>
            </a:xfrm>
            <a:custGeom>
              <a:avLst/>
              <a:gdLst/>
              <a:ahLst/>
              <a:cxnLst/>
              <a:rect l="l" t="t" r="r" b="b"/>
              <a:pathLst>
                <a:path w="48324" h="62645" extrusionOk="0">
                  <a:moveTo>
                    <a:pt x="48324" y="1"/>
                  </a:moveTo>
                  <a:lnTo>
                    <a:pt x="48204" y="180"/>
                  </a:lnTo>
                  <a:lnTo>
                    <a:pt x="47885" y="719"/>
                  </a:lnTo>
                  <a:lnTo>
                    <a:pt x="46668" y="2773"/>
                  </a:lnTo>
                  <a:lnTo>
                    <a:pt x="42221" y="10352"/>
                  </a:lnTo>
                  <a:lnTo>
                    <a:pt x="27642" y="35361"/>
                  </a:lnTo>
                  <a:lnTo>
                    <a:pt x="23494" y="42521"/>
                  </a:lnTo>
                  <a:lnTo>
                    <a:pt x="22497" y="44236"/>
                  </a:lnTo>
                  <a:lnTo>
                    <a:pt x="21499" y="45912"/>
                  </a:lnTo>
                  <a:lnTo>
                    <a:pt x="20522" y="47527"/>
                  </a:lnTo>
                  <a:lnTo>
                    <a:pt x="19545" y="49103"/>
                  </a:lnTo>
                  <a:lnTo>
                    <a:pt x="18548" y="50638"/>
                  </a:lnTo>
                  <a:lnTo>
                    <a:pt x="18049" y="51356"/>
                  </a:lnTo>
                  <a:lnTo>
                    <a:pt x="17551" y="52074"/>
                  </a:lnTo>
                  <a:lnTo>
                    <a:pt x="17052" y="52772"/>
                  </a:lnTo>
                  <a:lnTo>
                    <a:pt x="16533" y="53470"/>
                  </a:lnTo>
                  <a:lnTo>
                    <a:pt x="16015" y="54129"/>
                  </a:lnTo>
                  <a:lnTo>
                    <a:pt x="15496" y="54767"/>
                  </a:lnTo>
                  <a:lnTo>
                    <a:pt x="14978" y="55365"/>
                  </a:lnTo>
                  <a:lnTo>
                    <a:pt x="14439" y="55963"/>
                  </a:lnTo>
                  <a:lnTo>
                    <a:pt x="13921" y="56522"/>
                  </a:lnTo>
                  <a:lnTo>
                    <a:pt x="13362" y="57060"/>
                  </a:lnTo>
                  <a:lnTo>
                    <a:pt x="12824" y="57579"/>
                  </a:lnTo>
                  <a:lnTo>
                    <a:pt x="12265" y="58058"/>
                  </a:lnTo>
                  <a:lnTo>
                    <a:pt x="11707" y="58516"/>
                  </a:lnTo>
                  <a:lnTo>
                    <a:pt x="11149" y="58915"/>
                  </a:lnTo>
                  <a:lnTo>
                    <a:pt x="10590" y="59314"/>
                  </a:lnTo>
                  <a:lnTo>
                    <a:pt x="10032" y="59673"/>
                  </a:lnTo>
                  <a:lnTo>
                    <a:pt x="9473" y="60012"/>
                  </a:lnTo>
                  <a:lnTo>
                    <a:pt x="8915" y="60331"/>
                  </a:lnTo>
                  <a:lnTo>
                    <a:pt x="8376" y="60610"/>
                  </a:lnTo>
                  <a:lnTo>
                    <a:pt x="7838" y="60870"/>
                  </a:lnTo>
                  <a:lnTo>
                    <a:pt x="7319" y="61109"/>
                  </a:lnTo>
                  <a:lnTo>
                    <a:pt x="6801" y="61328"/>
                  </a:lnTo>
                  <a:lnTo>
                    <a:pt x="6302" y="61528"/>
                  </a:lnTo>
                  <a:lnTo>
                    <a:pt x="5804" y="61707"/>
                  </a:lnTo>
                  <a:lnTo>
                    <a:pt x="5325" y="61867"/>
                  </a:lnTo>
                  <a:lnTo>
                    <a:pt x="4866" y="62006"/>
                  </a:lnTo>
                  <a:lnTo>
                    <a:pt x="4428" y="62126"/>
                  </a:lnTo>
                  <a:lnTo>
                    <a:pt x="3989" y="62226"/>
                  </a:lnTo>
                  <a:lnTo>
                    <a:pt x="3191" y="62385"/>
                  </a:lnTo>
                  <a:lnTo>
                    <a:pt x="2812" y="62465"/>
                  </a:lnTo>
                  <a:lnTo>
                    <a:pt x="2473" y="62505"/>
                  </a:lnTo>
                  <a:lnTo>
                    <a:pt x="1835" y="62565"/>
                  </a:lnTo>
                  <a:lnTo>
                    <a:pt x="818" y="62585"/>
                  </a:lnTo>
                  <a:lnTo>
                    <a:pt x="199" y="62565"/>
                  </a:lnTo>
                  <a:lnTo>
                    <a:pt x="0" y="62565"/>
                  </a:lnTo>
                  <a:lnTo>
                    <a:pt x="199" y="62585"/>
                  </a:lnTo>
                  <a:lnTo>
                    <a:pt x="818" y="62645"/>
                  </a:lnTo>
                  <a:lnTo>
                    <a:pt x="1276" y="62645"/>
                  </a:lnTo>
                  <a:lnTo>
                    <a:pt x="1835" y="62625"/>
                  </a:lnTo>
                  <a:lnTo>
                    <a:pt x="2473" y="62585"/>
                  </a:lnTo>
                  <a:lnTo>
                    <a:pt x="2832" y="62545"/>
                  </a:lnTo>
                  <a:lnTo>
                    <a:pt x="3211" y="62485"/>
                  </a:lnTo>
                  <a:lnTo>
                    <a:pt x="3610" y="62405"/>
                  </a:lnTo>
                  <a:lnTo>
                    <a:pt x="4009" y="62326"/>
                  </a:lnTo>
                  <a:lnTo>
                    <a:pt x="4447" y="62226"/>
                  </a:lnTo>
                  <a:lnTo>
                    <a:pt x="4886" y="62106"/>
                  </a:lnTo>
                  <a:lnTo>
                    <a:pt x="5365" y="61986"/>
                  </a:lnTo>
                  <a:lnTo>
                    <a:pt x="5844" y="61827"/>
                  </a:lnTo>
                  <a:lnTo>
                    <a:pt x="6342" y="61647"/>
                  </a:lnTo>
                  <a:lnTo>
                    <a:pt x="6841" y="61448"/>
                  </a:lnTo>
                  <a:lnTo>
                    <a:pt x="7359" y="61229"/>
                  </a:lnTo>
                  <a:lnTo>
                    <a:pt x="7898" y="60989"/>
                  </a:lnTo>
                  <a:lnTo>
                    <a:pt x="8436" y="60730"/>
                  </a:lnTo>
                  <a:lnTo>
                    <a:pt x="8995" y="60451"/>
                  </a:lnTo>
                  <a:lnTo>
                    <a:pt x="9533" y="60132"/>
                  </a:lnTo>
                  <a:lnTo>
                    <a:pt x="10111" y="59793"/>
                  </a:lnTo>
                  <a:lnTo>
                    <a:pt x="10670" y="59434"/>
                  </a:lnTo>
                  <a:lnTo>
                    <a:pt x="11248" y="59055"/>
                  </a:lnTo>
                  <a:lnTo>
                    <a:pt x="11807" y="58636"/>
                  </a:lnTo>
                  <a:lnTo>
                    <a:pt x="12385" y="58197"/>
                  </a:lnTo>
                  <a:lnTo>
                    <a:pt x="12944" y="57699"/>
                  </a:lnTo>
                  <a:lnTo>
                    <a:pt x="13502" y="57200"/>
                  </a:lnTo>
                  <a:lnTo>
                    <a:pt x="14040" y="56661"/>
                  </a:lnTo>
                  <a:lnTo>
                    <a:pt x="14579" y="56083"/>
                  </a:lnTo>
                  <a:lnTo>
                    <a:pt x="15117" y="55485"/>
                  </a:lnTo>
                  <a:lnTo>
                    <a:pt x="15636" y="54886"/>
                  </a:lnTo>
                  <a:lnTo>
                    <a:pt x="16174" y="54248"/>
                  </a:lnTo>
                  <a:lnTo>
                    <a:pt x="16693" y="53570"/>
                  </a:lnTo>
                  <a:lnTo>
                    <a:pt x="17211" y="52892"/>
                  </a:lnTo>
                  <a:lnTo>
                    <a:pt x="17710" y="52194"/>
                  </a:lnTo>
                  <a:lnTo>
                    <a:pt x="18229" y="51476"/>
                  </a:lnTo>
                  <a:lnTo>
                    <a:pt x="18727" y="50738"/>
                  </a:lnTo>
                  <a:lnTo>
                    <a:pt x="19724" y="49222"/>
                  </a:lnTo>
                  <a:lnTo>
                    <a:pt x="20702" y="47647"/>
                  </a:lnTo>
                  <a:lnTo>
                    <a:pt x="21699" y="46011"/>
                  </a:lnTo>
                  <a:lnTo>
                    <a:pt x="22676" y="44336"/>
                  </a:lnTo>
                  <a:lnTo>
                    <a:pt x="23673" y="42621"/>
                  </a:lnTo>
                  <a:lnTo>
                    <a:pt x="27822" y="35481"/>
                  </a:lnTo>
                  <a:lnTo>
                    <a:pt x="42361" y="10412"/>
                  </a:lnTo>
                  <a:lnTo>
                    <a:pt x="46748" y="2813"/>
                  </a:lnTo>
                  <a:lnTo>
                    <a:pt x="47925" y="739"/>
                  </a:lnTo>
                  <a:lnTo>
                    <a:pt x="48224" y="200"/>
                  </a:lnTo>
                  <a:lnTo>
                    <a:pt x="483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6149726" y="3403785"/>
              <a:ext cx="525305" cy="858715"/>
            </a:xfrm>
            <a:custGeom>
              <a:avLst/>
              <a:gdLst/>
              <a:ahLst/>
              <a:cxnLst/>
              <a:rect l="l" t="t" r="r" b="b"/>
              <a:pathLst>
                <a:path w="25609" h="41863" extrusionOk="0">
                  <a:moveTo>
                    <a:pt x="25608" y="0"/>
                  </a:moveTo>
                  <a:lnTo>
                    <a:pt x="25528" y="100"/>
                  </a:lnTo>
                  <a:lnTo>
                    <a:pt x="25329" y="419"/>
                  </a:lnTo>
                  <a:lnTo>
                    <a:pt x="24591" y="1655"/>
                  </a:lnTo>
                  <a:lnTo>
                    <a:pt x="21918" y="6183"/>
                  </a:lnTo>
                  <a:lnTo>
                    <a:pt x="20084" y="9294"/>
                  </a:lnTo>
                  <a:lnTo>
                    <a:pt x="17950" y="12884"/>
                  </a:lnTo>
                  <a:lnTo>
                    <a:pt x="15556" y="16833"/>
                  </a:lnTo>
                  <a:lnTo>
                    <a:pt x="13004" y="21041"/>
                  </a:lnTo>
                  <a:lnTo>
                    <a:pt x="10411" y="25269"/>
                  </a:lnTo>
                  <a:lnTo>
                    <a:pt x="7978" y="29178"/>
                  </a:lnTo>
                  <a:lnTo>
                    <a:pt x="5764" y="32708"/>
                  </a:lnTo>
                  <a:lnTo>
                    <a:pt x="3829" y="35779"/>
                  </a:lnTo>
                  <a:lnTo>
                    <a:pt x="1017" y="40207"/>
                  </a:lnTo>
                  <a:lnTo>
                    <a:pt x="260" y="41423"/>
                  </a:lnTo>
                  <a:lnTo>
                    <a:pt x="60" y="41743"/>
                  </a:lnTo>
                  <a:lnTo>
                    <a:pt x="0" y="41862"/>
                  </a:lnTo>
                  <a:lnTo>
                    <a:pt x="80" y="41762"/>
                  </a:lnTo>
                  <a:lnTo>
                    <a:pt x="299" y="41443"/>
                  </a:lnTo>
                  <a:lnTo>
                    <a:pt x="1077" y="40267"/>
                  </a:lnTo>
                  <a:lnTo>
                    <a:pt x="2334" y="38372"/>
                  </a:lnTo>
                  <a:lnTo>
                    <a:pt x="3969" y="35859"/>
                  </a:lnTo>
                  <a:lnTo>
                    <a:pt x="5924" y="32808"/>
                  </a:lnTo>
                  <a:lnTo>
                    <a:pt x="8157" y="29278"/>
                  </a:lnTo>
                  <a:lnTo>
                    <a:pt x="10590" y="25369"/>
                  </a:lnTo>
                  <a:lnTo>
                    <a:pt x="13183" y="21160"/>
                  </a:lnTo>
                  <a:lnTo>
                    <a:pt x="15756" y="16932"/>
                  </a:lnTo>
                  <a:lnTo>
                    <a:pt x="18129" y="12984"/>
                  </a:lnTo>
                  <a:lnTo>
                    <a:pt x="20243" y="9394"/>
                  </a:lnTo>
                  <a:lnTo>
                    <a:pt x="22058" y="6262"/>
                  </a:lnTo>
                  <a:lnTo>
                    <a:pt x="23554" y="3670"/>
                  </a:lnTo>
                  <a:lnTo>
                    <a:pt x="24671" y="1695"/>
                  </a:lnTo>
                  <a:lnTo>
                    <a:pt x="25369" y="439"/>
                  </a:lnTo>
                  <a:lnTo>
                    <a:pt x="25548" y="120"/>
                  </a:lnTo>
                  <a:lnTo>
                    <a:pt x="25608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6149726" y="3403785"/>
              <a:ext cx="525305" cy="858715"/>
            </a:xfrm>
            <a:custGeom>
              <a:avLst/>
              <a:gdLst/>
              <a:ahLst/>
              <a:cxnLst/>
              <a:rect l="l" t="t" r="r" b="b"/>
              <a:pathLst>
                <a:path w="25609" h="41863" fill="none" extrusionOk="0">
                  <a:moveTo>
                    <a:pt x="25608" y="0"/>
                  </a:moveTo>
                  <a:lnTo>
                    <a:pt x="25608" y="0"/>
                  </a:lnTo>
                  <a:lnTo>
                    <a:pt x="25548" y="120"/>
                  </a:lnTo>
                  <a:lnTo>
                    <a:pt x="25548" y="120"/>
                  </a:lnTo>
                  <a:lnTo>
                    <a:pt x="25369" y="439"/>
                  </a:lnTo>
                  <a:lnTo>
                    <a:pt x="25369" y="439"/>
                  </a:lnTo>
                  <a:lnTo>
                    <a:pt x="24671" y="1695"/>
                  </a:lnTo>
                  <a:lnTo>
                    <a:pt x="24671" y="1695"/>
                  </a:lnTo>
                  <a:lnTo>
                    <a:pt x="23554" y="3670"/>
                  </a:lnTo>
                  <a:lnTo>
                    <a:pt x="22058" y="6262"/>
                  </a:lnTo>
                  <a:lnTo>
                    <a:pt x="22058" y="6262"/>
                  </a:lnTo>
                  <a:lnTo>
                    <a:pt x="20243" y="9394"/>
                  </a:lnTo>
                  <a:lnTo>
                    <a:pt x="18129" y="12984"/>
                  </a:lnTo>
                  <a:lnTo>
                    <a:pt x="15756" y="16932"/>
                  </a:lnTo>
                  <a:lnTo>
                    <a:pt x="13183" y="21160"/>
                  </a:lnTo>
                  <a:lnTo>
                    <a:pt x="13183" y="21160"/>
                  </a:lnTo>
                  <a:lnTo>
                    <a:pt x="10590" y="25369"/>
                  </a:lnTo>
                  <a:lnTo>
                    <a:pt x="8157" y="29278"/>
                  </a:lnTo>
                  <a:lnTo>
                    <a:pt x="5924" y="32808"/>
                  </a:lnTo>
                  <a:lnTo>
                    <a:pt x="3969" y="35859"/>
                  </a:lnTo>
                  <a:lnTo>
                    <a:pt x="3969" y="35859"/>
                  </a:lnTo>
                  <a:lnTo>
                    <a:pt x="2334" y="38372"/>
                  </a:lnTo>
                  <a:lnTo>
                    <a:pt x="1077" y="40267"/>
                  </a:lnTo>
                  <a:lnTo>
                    <a:pt x="1077" y="40267"/>
                  </a:lnTo>
                  <a:lnTo>
                    <a:pt x="299" y="41443"/>
                  </a:lnTo>
                  <a:lnTo>
                    <a:pt x="299" y="41443"/>
                  </a:lnTo>
                  <a:lnTo>
                    <a:pt x="80" y="41762"/>
                  </a:lnTo>
                  <a:lnTo>
                    <a:pt x="80" y="41762"/>
                  </a:lnTo>
                  <a:lnTo>
                    <a:pt x="0" y="41862"/>
                  </a:lnTo>
                  <a:lnTo>
                    <a:pt x="0" y="41862"/>
                  </a:lnTo>
                  <a:lnTo>
                    <a:pt x="60" y="41743"/>
                  </a:lnTo>
                  <a:lnTo>
                    <a:pt x="60" y="41743"/>
                  </a:lnTo>
                  <a:lnTo>
                    <a:pt x="260" y="41423"/>
                  </a:lnTo>
                  <a:lnTo>
                    <a:pt x="260" y="41423"/>
                  </a:lnTo>
                  <a:lnTo>
                    <a:pt x="1017" y="40207"/>
                  </a:lnTo>
                  <a:lnTo>
                    <a:pt x="1017" y="40207"/>
                  </a:lnTo>
                  <a:lnTo>
                    <a:pt x="3829" y="35779"/>
                  </a:lnTo>
                  <a:lnTo>
                    <a:pt x="3829" y="35779"/>
                  </a:lnTo>
                  <a:lnTo>
                    <a:pt x="5764" y="32708"/>
                  </a:lnTo>
                  <a:lnTo>
                    <a:pt x="7978" y="29178"/>
                  </a:lnTo>
                  <a:lnTo>
                    <a:pt x="10411" y="25269"/>
                  </a:lnTo>
                  <a:lnTo>
                    <a:pt x="13004" y="21041"/>
                  </a:lnTo>
                  <a:lnTo>
                    <a:pt x="13004" y="21041"/>
                  </a:lnTo>
                  <a:lnTo>
                    <a:pt x="15556" y="16833"/>
                  </a:lnTo>
                  <a:lnTo>
                    <a:pt x="17950" y="12884"/>
                  </a:lnTo>
                  <a:lnTo>
                    <a:pt x="20084" y="9294"/>
                  </a:lnTo>
                  <a:lnTo>
                    <a:pt x="21918" y="6183"/>
                  </a:lnTo>
                  <a:lnTo>
                    <a:pt x="21918" y="6183"/>
                  </a:lnTo>
                  <a:lnTo>
                    <a:pt x="24591" y="1655"/>
                  </a:lnTo>
                  <a:lnTo>
                    <a:pt x="24591" y="1655"/>
                  </a:lnTo>
                  <a:lnTo>
                    <a:pt x="25329" y="419"/>
                  </a:lnTo>
                  <a:lnTo>
                    <a:pt x="25329" y="419"/>
                  </a:lnTo>
                  <a:lnTo>
                    <a:pt x="25528" y="100"/>
                  </a:lnTo>
                  <a:lnTo>
                    <a:pt x="25528" y="100"/>
                  </a:lnTo>
                  <a:lnTo>
                    <a:pt x="2560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6153808" y="3688079"/>
              <a:ext cx="101065" cy="416055"/>
            </a:xfrm>
            <a:custGeom>
              <a:avLst/>
              <a:gdLst/>
              <a:ahLst/>
              <a:cxnLst/>
              <a:rect l="l" t="t" r="r" b="b"/>
              <a:pathLst>
                <a:path w="4927" h="20283" extrusionOk="0">
                  <a:moveTo>
                    <a:pt x="2374" y="0"/>
                  </a:moveTo>
                  <a:lnTo>
                    <a:pt x="2234" y="180"/>
                  </a:lnTo>
                  <a:lnTo>
                    <a:pt x="1875" y="698"/>
                  </a:lnTo>
                  <a:lnTo>
                    <a:pt x="1636" y="1097"/>
                  </a:lnTo>
                  <a:lnTo>
                    <a:pt x="1377" y="1576"/>
                  </a:lnTo>
                  <a:lnTo>
                    <a:pt x="1098" y="2154"/>
                  </a:lnTo>
                  <a:lnTo>
                    <a:pt x="978" y="2473"/>
                  </a:lnTo>
                  <a:lnTo>
                    <a:pt x="838" y="2812"/>
                  </a:lnTo>
                  <a:lnTo>
                    <a:pt x="719" y="3171"/>
                  </a:lnTo>
                  <a:lnTo>
                    <a:pt x="599" y="3550"/>
                  </a:lnTo>
                  <a:lnTo>
                    <a:pt x="479" y="3949"/>
                  </a:lnTo>
                  <a:lnTo>
                    <a:pt x="380" y="4368"/>
                  </a:lnTo>
                  <a:lnTo>
                    <a:pt x="280" y="4807"/>
                  </a:lnTo>
                  <a:lnTo>
                    <a:pt x="200" y="5265"/>
                  </a:lnTo>
                  <a:lnTo>
                    <a:pt x="140" y="5724"/>
                  </a:lnTo>
                  <a:lnTo>
                    <a:pt x="80" y="6223"/>
                  </a:lnTo>
                  <a:lnTo>
                    <a:pt x="41" y="6721"/>
                  </a:lnTo>
                  <a:lnTo>
                    <a:pt x="1" y="7220"/>
                  </a:lnTo>
                  <a:lnTo>
                    <a:pt x="1" y="7738"/>
                  </a:lnTo>
                  <a:lnTo>
                    <a:pt x="1" y="8277"/>
                  </a:lnTo>
                  <a:lnTo>
                    <a:pt x="21" y="8815"/>
                  </a:lnTo>
                  <a:lnTo>
                    <a:pt x="61" y="9374"/>
                  </a:lnTo>
                  <a:lnTo>
                    <a:pt x="140" y="9932"/>
                  </a:lnTo>
                  <a:lnTo>
                    <a:pt x="220" y="10491"/>
                  </a:lnTo>
                  <a:lnTo>
                    <a:pt x="320" y="11049"/>
                  </a:lnTo>
                  <a:lnTo>
                    <a:pt x="439" y="11587"/>
                  </a:lnTo>
                  <a:lnTo>
                    <a:pt x="579" y="12126"/>
                  </a:lnTo>
                  <a:lnTo>
                    <a:pt x="739" y="12644"/>
                  </a:lnTo>
                  <a:lnTo>
                    <a:pt x="898" y="13143"/>
                  </a:lnTo>
                  <a:lnTo>
                    <a:pt x="1098" y="13642"/>
                  </a:lnTo>
                  <a:lnTo>
                    <a:pt x="1277" y="14100"/>
                  </a:lnTo>
                  <a:lnTo>
                    <a:pt x="1477" y="14559"/>
                  </a:lnTo>
                  <a:lnTo>
                    <a:pt x="1895" y="15417"/>
                  </a:lnTo>
                  <a:lnTo>
                    <a:pt x="2314" y="16234"/>
                  </a:lnTo>
                  <a:lnTo>
                    <a:pt x="2713" y="16972"/>
                  </a:lnTo>
                  <a:lnTo>
                    <a:pt x="3112" y="17630"/>
                  </a:lnTo>
                  <a:lnTo>
                    <a:pt x="3491" y="18229"/>
                  </a:lnTo>
                  <a:lnTo>
                    <a:pt x="3830" y="18767"/>
                  </a:lnTo>
                  <a:lnTo>
                    <a:pt x="4408" y="19605"/>
                  </a:lnTo>
                  <a:lnTo>
                    <a:pt x="4787" y="20103"/>
                  </a:lnTo>
                  <a:lnTo>
                    <a:pt x="4927" y="20283"/>
                  </a:lnTo>
                  <a:lnTo>
                    <a:pt x="4907" y="20223"/>
                  </a:lnTo>
                  <a:lnTo>
                    <a:pt x="4827" y="20084"/>
                  </a:lnTo>
                  <a:lnTo>
                    <a:pt x="4468" y="19545"/>
                  </a:lnTo>
                  <a:lnTo>
                    <a:pt x="3930" y="18707"/>
                  </a:lnTo>
                  <a:lnTo>
                    <a:pt x="3611" y="18169"/>
                  </a:lnTo>
                  <a:lnTo>
                    <a:pt x="3252" y="17551"/>
                  </a:lnTo>
                  <a:lnTo>
                    <a:pt x="2873" y="16873"/>
                  </a:lnTo>
                  <a:lnTo>
                    <a:pt x="2474" y="16135"/>
                  </a:lnTo>
                  <a:lnTo>
                    <a:pt x="2075" y="15337"/>
                  </a:lnTo>
                  <a:lnTo>
                    <a:pt x="1676" y="14479"/>
                  </a:lnTo>
                  <a:lnTo>
                    <a:pt x="1477" y="14021"/>
                  </a:lnTo>
                  <a:lnTo>
                    <a:pt x="1297" y="13562"/>
                  </a:lnTo>
                  <a:lnTo>
                    <a:pt x="1118" y="13063"/>
                  </a:lnTo>
                  <a:lnTo>
                    <a:pt x="938" y="12565"/>
                  </a:lnTo>
                  <a:lnTo>
                    <a:pt x="798" y="12066"/>
                  </a:lnTo>
                  <a:lnTo>
                    <a:pt x="659" y="11528"/>
                  </a:lnTo>
                  <a:lnTo>
                    <a:pt x="539" y="10989"/>
                  </a:lnTo>
                  <a:lnTo>
                    <a:pt x="439" y="10451"/>
                  </a:lnTo>
                  <a:lnTo>
                    <a:pt x="360" y="9892"/>
                  </a:lnTo>
                  <a:lnTo>
                    <a:pt x="300" y="9354"/>
                  </a:lnTo>
                  <a:lnTo>
                    <a:pt x="240" y="8795"/>
                  </a:lnTo>
                  <a:lnTo>
                    <a:pt x="220" y="8277"/>
                  </a:lnTo>
                  <a:lnTo>
                    <a:pt x="220" y="7738"/>
                  </a:lnTo>
                  <a:lnTo>
                    <a:pt x="220" y="7240"/>
                  </a:lnTo>
                  <a:lnTo>
                    <a:pt x="240" y="6721"/>
                  </a:lnTo>
                  <a:lnTo>
                    <a:pt x="280" y="6242"/>
                  </a:lnTo>
                  <a:lnTo>
                    <a:pt x="340" y="5764"/>
                  </a:lnTo>
                  <a:lnTo>
                    <a:pt x="400" y="5305"/>
                  </a:lnTo>
                  <a:lnTo>
                    <a:pt x="479" y="4846"/>
                  </a:lnTo>
                  <a:lnTo>
                    <a:pt x="559" y="4408"/>
                  </a:lnTo>
                  <a:lnTo>
                    <a:pt x="659" y="4009"/>
                  </a:lnTo>
                  <a:lnTo>
                    <a:pt x="759" y="3610"/>
                  </a:lnTo>
                  <a:lnTo>
                    <a:pt x="878" y="3231"/>
                  </a:lnTo>
                  <a:lnTo>
                    <a:pt x="998" y="2872"/>
                  </a:lnTo>
                  <a:lnTo>
                    <a:pt x="1118" y="2533"/>
                  </a:lnTo>
                  <a:lnTo>
                    <a:pt x="1237" y="2214"/>
                  </a:lnTo>
                  <a:lnTo>
                    <a:pt x="1497" y="1635"/>
                  </a:lnTo>
                  <a:lnTo>
                    <a:pt x="1736" y="1157"/>
                  </a:lnTo>
                  <a:lnTo>
                    <a:pt x="1955" y="758"/>
                  </a:lnTo>
                  <a:lnTo>
                    <a:pt x="2274" y="19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6153808" y="3688079"/>
              <a:ext cx="101065" cy="416055"/>
            </a:xfrm>
            <a:custGeom>
              <a:avLst/>
              <a:gdLst/>
              <a:ahLst/>
              <a:cxnLst/>
              <a:rect l="l" t="t" r="r" b="b"/>
              <a:pathLst>
                <a:path w="4927" h="20283" fill="none" extrusionOk="0">
                  <a:moveTo>
                    <a:pt x="4927" y="20283"/>
                  </a:moveTo>
                  <a:lnTo>
                    <a:pt x="4927" y="20283"/>
                  </a:lnTo>
                  <a:lnTo>
                    <a:pt x="4787" y="20103"/>
                  </a:lnTo>
                  <a:lnTo>
                    <a:pt x="4787" y="20103"/>
                  </a:lnTo>
                  <a:lnTo>
                    <a:pt x="4408" y="19605"/>
                  </a:lnTo>
                  <a:lnTo>
                    <a:pt x="4408" y="19605"/>
                  </a:lnTo>
                  <a:lnTo>
                    <a:pt x="3830" y="18767"/>
                  </a:lnTo>
                  <a:lnTo>
                    <a:pt x="3491" y="18229"/>
                  </a:lnTo>
                  <a:lnTo>
                    <a:pt x="3112" y="17630"/>
                  </a:lnTo>
                  <a:lnTo>
                    <a:pt x="3112" y="17630"/>
                  </a:lnTo>
                  <a:lnTo>
                    <a:pt x="2713" y="16972"/>
                  </a:lnTo>
                  <a:lnTo>
                    <a:pt x="2314" y="16234"/>
                  </a:lnTo>
                  <a:lnTo>
                    <a:pt x="1895" y="15417"/>
                  </a:lnTo>
                  <a:lnTo>
                    <a:pt x="1477" y="14559"/>
                  </a:lnTo>
                  <a:lnTo>
                    <a:pt x="1477" y="14559"/>
                  </a:lnTo>
                  <a:lnTo>
                    <a:pt x="1277" y="14100"/>
                  </a:lnTo>
                  <a:lnTo>
                    <a:pt x="1098" y="13642"/>
                  </a:lnTo>
                  <a:lnTo>
                    <a:pt x="898" y="13143"/>
                  </a:lnTo>
                  <a:lnTo>
                    <a:pt x="739" y="12644"/>
                  </a:lnTo>
                  <a:lnTo>
                    <a:pt x="579" y="12126"/>
                  </a:lnTo>
                  <a:lnTo>
                    <a:pt x="439" y="11587"/>
                  </a:lnTo>
                  <a:lnTo>
                    <a:pt x="320" y="11049"/>
                  </a:lnTo>
                  <a:lnTo>
                    <a:pt x="220" y="10491"/>
                  </a:lnTo>
                  <a:lnTo>
                    <a:pt x="220" y="10491"/>
                  </a:lnTo>
                  <a:lnTo>
                    <a:pt x="140" y="9932"/>
                  </a:lnTo>
                  <a:lnTo>
                    <a:pt x="61" y="9374"/>
                  </a:lnTo>
                  <a:lnTo>
                    <a:pt x="21" y="8815"/>
                  </a:lnTo>
                  <a:lnTo>
                    <a:pt x="1" y="8277"/>
                  </a:lnTo>
                  <a:lnTo>
                    <a:pt x="1" y="7738"/>
                  </a:lnTo>
                  <a:lnTo>
                    <a:pt x="1" y="7220"/>
                  </a:lnTo>
                  <a:lnTo>
                    <a:pt x="41" y="6721"/>
                  </a:lnTo>
                  <a:lnTo>
                    <a:pt x="80" y="6223"/>
                  </a:lnTo>
                  <a:lnTo>
                    <a:pt x="140" y="5724"/>
                  </a:lnTo>
                  <a:lnTo>
                    <a:pt x="200" y="5265"/>
                  </a:lnTo>
                  <a:lnTo>
                    <a:pt x="280" y="4807"/>
                  </a:lnTo>
                  <a:lnTo>
                    <a:pt x="380" y="4368"/>
                  </a:lnTo>
                  <a:lnTo>
                    <a:pt x="479" y="3949"/>
                  </a:lnTo>
                  <a:lnTo>
                    <a:pt x="599" y="3550"/>
                  </a:lnTo>
                  <a:lnTo>
                    <a:pt x="719" y="3171"/>
                  </a:lnTo>
                  <a:lnTo>
                    <a:pt x="838" y="2812"/>
                  </a:lnTo>
                  <a:lnTo>
                    <a:pt x="838" y="2812"/>
                  </a:lnTo>
                  <a:lnTo>
                    <a:pt x="978" y="2473"/>
                  </a:lnTo>
                  <a:lnTo>
                    <a:pt x="1098" y="2154"/>
                  </a:lnTo>
                  <a:lnTo>
                    <a:pt x="1377" y="1576"/>
                  </a:lnTo>
                  <a:lnTo>
                    <a:pt x="1636" y="1097"/>
                  </a:lnTo>
                  <a:lnTo>
                    <a:pt x="1875" y="698"/>
                  </a:lnTo>
                  <a:lnTo>
                    <a:pt x="1875" y="698"/>
                  </a:lnTo>
                  <a:lnTo>
                    <a:pt x="2234" y="180"/>
                  </a:lnTo>
                  <a:lnTo>
                    <a:pt x="2234" y="180"/>
                  </a:lnTo>
                  <a:lnTo>
                    <a:pt x="2374" y="0"/>
                  </a:lnTo>
                  <a:lnTo>
                    <a:pt x="2374" y="0"/>
                  </a:lnTo>
                  <a:lnTo>
                    <a:pt x="2274" y="199"/>
                  </a:lnTo>
                  <a:lnTo>
                    <a:pt x="2274" y="199"/>
                  </a:lnTo>
                  <a:lnTo>
                    <a:pt x="1955" y="758"/>
                  </a:lnTo>
                  <a:lnTo>
                    <a:pt x="1955" y="758"/>
                  </a:lnTo>
                  <a:lnTo>
                    <a:pt x="1736" y="1157"/>
                  </a:lnTo>
                  <a:lnTo>
                    <a:pt x="1497" y="1635"/>
                  </a:lnTo>
                  <a:lnTo>
                    <a:pt x="1237" y="2214"/>
                  </a:lnTo>
                  <a:lnTo>
                    <a:pt x="1118" y="2533"/>
                  </a:lnTo>
                  <a:lnTo>
                    <a:pt x="998" y="2872"/>
                  </a:lnTo>
                  <a:lnTo>
                    <a:pt x="998" y="2872"/>
                  </a:lnTo>
                  <a:lnTo>
                    <a:pt x="878" y="3231"/>
                  </a:lnTo>
                  <a:lnTo>
                    <a:pt x="759" y="3610"/>
                  </a:lnTo>
                  <a:lnTo>
                    <a:pt x="659" y="4009"/>
                  </a:lnTo>
                  <a:lnTo>
                    <a:pt x="559" y="4408"/>
                  </a:lnTo>
                  <a:lnTo>
                    <a:pt x="479" y="4846"/>
                  </a:lnTo>
                  <a:lnTo>
                    <a:pt x="400" y="5305"/>
                  </a:lnTo>
                  <a:lnTo>
                    <a:pt x="340" y="5764"/>
                  </a:lnTo>
                  <a:lnTo>
                    <a:pt x="280" y="6242"/>
                  </a:lnTo>
                  <a:lnTo>
                    <a:pt x="240" y="6721"/>
                  </a:lnTo>
                  <a:lnTo>
                    <a:pt x="220" y="7240"/>
                  </a:lnTo>
                  <a:lnTo>
                    <a:pt x="220" y="7738"/>
                  </a:lnTo>
                  <a:lnTo>
                    <a:pt x="220" y="8277"/>
                  </a:lnTo>
                  <a:lnTo>
                    <a:pt x="240" y="8795"/>
                  </a:lnTo>
                  <a:lnTo>
                    <a:pt x="300" y="9354"/>
                  </a:lnTo>
                  <a:lnTo>
                    <a:pt x="360" y="9892"/>
                  </a:lnTo>
                  <a:lnTo>
                    <a:pt x="439" y="10451"/>
                  </a:lnTo>
                  <a:lnTo>
                    <a:pt x="439" y="10451"/>
                  </a:lnTo>
                  <a:lnTo>
                    <a:pt x="539" y="10989"/>
                  </a:lnTo>
                  <a:lnTo>
                    <a:pt x="659" y="11528"/>
                  </a:lnTo>
                  <a:lnTo>
                    <a:pt x="798" y="12066"/>
                  </a:lnTo>
                  <a:lnTo>
                    <a:pt x="938" y="12565"/>
                  </a:lnTo>
                  <a:lnTo>
                    <a:pt x="1118" y="13063"/>
                  </a:lnTo>
                  <a:lnTo>
                    <a:pt x="1297" y="13562"/>
                  </a:lnTo>
                  <a:lnTo>
                    <a:pt x="1477" y="14021"/>
                  </a:lnTo>
                  <a:lnTo>
                    <a:pt x="1676" y="14479"/>
                  </a:lnTo>
                  <a:lnTo>
                    <a:pt x="1676" y="14479"/>
                  </a:lnTo>
                  <a:lnTo>
                    <a:pt x="2075" y="15337"/>
                  </a:lnTo>
                  <a:lnTo>
                    <a:pt x="2474" y="16135"/>
                  </a:lnTo>
                  <a:lnTo>
                    <a:pt x="2873" y="16873"/>
                  </a:lnTo>
                  <a:lnTo>
                    <a:pt x="3252" y="17551"/>
                  </a:lnTo>
                  <a:lnTo>
                    <a:pt x="3252" y="17551"/>
                  </a:lnTo>
                  <a:lnTo>
                    <a:pt x="3611" y="18169"/>
                  </a:lnTo>
                  <a:lnTo>
                    <a:pt x="3930" y="18707"/>
                  </a:lnTo>
                  <a:lnTo>
                    <a:pt x="4468" y="19545"/>
                  </a:lnTo>
                  <a:lnTo>
                    <a:pt x="4468" y="19545"/>
                  </a:lnTo>
                  <a:lnTo>
                    <a:pt x="4827" y="20084"/>
                  </a:lnTo>
                  <a:lnTo>
                    <a:pt x="4907" y="20223"/>
                  </a:lnTo>
                  <a:lnTo>
                    <a:pt x="4927" y="20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6139081" y="3834113"/>
              <a:ext cx="113762" cy="305205"/>
            </a:xfrm>
            <a:custGeom>
              <a:avLst/>
              <a:gdLst/>
              <a:ahLst/>
              <a:cxnLst/>
              <a:rect l="l" t="t" r="r" b="b"/>
              <a:pathLst>
                <a:path w="5546" h="14879" extrusionOk="0">
                  <a:moveTo>
                    <a:pt x="998" y="2114"/>
                  </a:moveTo>
                  <a:lnTo>
                    <a:pt x="1078" y="2712"/>
                  </a:lnTo>
                  <a:lnTo>
                    <a:pt x="1157" y="3331"/>
                  </a:lnTo>
                  <a:lnTo>
                    <a:pt x="1257" y="3869"/>
                  </a:lnTo>
                  <a:lnTo>
                    <a:pt x="1377" y="4388"/>
                  </a:lnTo>
                  <a:lnTo>
                    <a:pt x="1497" y="4906"/>
                  </a:lnTo>
                  <a:lnTo>
                    <a:pt x="1656" y="5405"/>
                  </a:lnTo>
                  <a:lnTo>
                    <a:pt x="1816" y="5883"/>
                  </a:lnTo>
                  <a:lnTo>
                    <a:pt x="1975" y="6362"/>
                  </a:lnTo>
                  <a:lnTo>
                    <a:pt x="2155" y="6821"/>
                  </a:lnTo>
                  <a:lnTo>
                    <a:pt x="2354" y="7260"/>
                  </a:lnTo>
                  <a:lnTo>
                    <a:pt x="2115" y="6641"/>
                  </a:lnTo>
                  <a:lnTo>
                    <a:pt x="1915" y="6003"/>
                  </a:lnTo>
                  <a:lnTo>
                    <a:pt x="1716" y="5365"/>
                  </a:lnTo>
                  <a:lnTo>
                    <a:pt x="1536" y="4727"/>
                  </a:lnTo>
                  <a:lnTo>
                    <a:pt x="1377" y="4088"/>
                  </a:lnTo>
                  <a:lnTo>
                    <a:pt x="1237" y="3430"/>
                  </a:lnTo>
                  <a:lnTo>
                    <a:pt x="1118" y="2772"/>
                  </a:lnTo>
                  <a:lnTo>
                    <a:pt x="998" y="2114"/>
                  </a:lnTo>
                  <a:close/>
                  <a:moveTo>
                    <a:pt x="5346" y="12684"/>
                  </a:moveTo>
                  <a:lnTo>
                    <a:pt x="5525" y="12924"/>
                  </a:lnTo>
                  <a:lnTo>
                    <a:pt x="5545" y="12904"/>
                  </a:lnTo>
                  <a:lnTo>
                    <a:pt x="5346" y="12684"/>
                  </a:lnTo>
                  <a:close/>
                  <a:moveTo>
                    <a:pt x="739" y="0"/>
                  </a:moveTo>
                  <a:lnTo>
                    <a:pt x="559" y="279"/>
                  </a:lnTo>
                  <a:lnTo>
                    <a:pt x="420" y="758"/>
                  </a:lnTo>
                  <a:lnTo>
                    <a:pt x="320" y="1237"/>
                  </a:lnTo>
                  <a:lnTo>
                    <a:pt x="220" y="1715"/>
                  </a:lnTo>
                  <a:lnTo>
                    <a:pt x="140" y="2194"/>
                  </a:lnTo>
                  <a:lnTo>
                    <a:pt x="81" y="2692"/>
                  </a:lnTo>
                  <a:lnTo>
                    <a:pt x="41" y="3191"/>
                  </a:lnTo>
                  <a:lnTo>
                    <a:pt x="1" y="3670"/>
                  </a:lnTo>
                  <a:lnTo>
                    <a:pt x="1" y="4168"/>
                  </a:lnTo>
                  <a:lnTo>
                    <a:pt x="1" y="4667"/>
                  </a:lnTo>
                  <a:lnTo>
                    <a:pt x="21" y="5146"/>
                  </a:lnTo>
                  <a:lnTo>
                    <a:pt x="61" y="5644"/>
                  </a:lnTo>
                  <a:lnTo>
                    <a:pt x="100" y="6143"/>
                  </a:lnTo>
                  <a:lnTo>
                    <a:pt x="180" y="6621"/>
                  </a:lnTo>
                  <a:lnTo>
                    <a:pt x="260" y="7120"/>
                  </a:lnTo>
                  <a:lnTo>
                    <a:pt x="360" y="7599"/>
                  </a:lnTo>
                  <a:lnTo>
                    <a:pt x="479" y="8077"/>
                  </a:lnTo>
                  <a:lnTo>
                    <a:pt x="599" y="8556"/>
                  </a:lnTo>
                  <a:lnTo>
                    <a:pt x="739" y="9035"/>
                  </a:lnTo>
                  <a:lnTo>
                    <a:pt x="898" y="9493"/>
                  </a:lnTo>
                  <a:lnTo>
                    <a:pt x="1078" y="9952"/>
                  </a:lnTo>
                  <a:lnTo>
                    <a:pt x="1277" y="10411"/>
                  </a:lnTo>
                  <a:lnTo>
                    <a:pt x="1477" y="10869"/>
                  </a:lnTo>
                  <a:lnTo>
                    <a:pt x="1696" y="11308"/>
                  </a:lnTo>
                  <a:lnTo>
                    <a:pt x="1915" y="11747"/>
                  </a:lnTo>
                  <a:lnTo>
                    <a:pt x="2175" y="12166"/>
                  </a:lnTo>
                  <a:lnTo>
                    <a:pt x="2434" y="12585"/>
                  </a:lnTo>
                  <a:lnTo>
                    <a:pt x="2713" y="13003"/>
                  </a:lnTo>
                  <a:lnTo>
                    <a:pt x="2992" y="13402"/>
                  </a:lnTo>
                  <a:lnTo>
                    <a:pt x="3291" y="13781"/>
                  </a:lnTo>
                  <a:lnTo>
                    <a:pt x="3611" y="14160"/>
                  </a:lnTo>
                  <a:lnTo>
                    <a:pt x="3950" y="14539"/>
                  </a:lnTo>
                  <a:lnTo>
                    <a:pt x="4289" y="14878"/>
                  </a:lnTo>
                  <a:lnTo>
                    <a:pt x="4348" y="14798"/>
                  </a:lnTo>
                  <a:lnTo>
                    <a:pt x="5485" y="12983"/>
                  </a:lnTo>
                  <a:lnTo>
                    <a:pt x="5126" y="12485"/>
                  </a:lnTo>
                  <a:lnTo>
                    <a:pt x="4548" y="11647"/>
                  </a:lnTo>
                  <a:lnTo>
                    <a:pt x="4209" y="11109"/>
                  </a:lnTo>
                  <a:lnTo>
                    <a:pt x="3830" y="10510"/>
                  </a:lnTo>
                  <a:lnTo>
                    <a:pt x="3431" y="9852"/>
                  </a:lnTo>
                  <a:lnTo>
                    <a:pt x="3032" y="9114"/>
                  </a:lnTo>
                  <a:lnTo>
                    <a:pt x="2613" y="8297"/>
                  </a:lnTo>
                  <a:lnTo>
                    <a:pt x="2195" y="7439"/>
                  </a:lnTo>
                  <a:lnTo>
                    <a:pt x="1995" y="6980"/>
                  </a:lnTo>
                  <a:lnTo>
                    <a:pt x="1816" y="6522"/>
                  </a:lnTo>
                  <a:lnTo>
                    <a:pt x="1616" y="6023"/>
                  </a:lnTo>
                  <a:lnTo>
                    <a:pt x="1457" y="5524"/>
                  </a:lnTo>
                  <a:lnTo>
                    <a:pt x="1297" y="5006"/>
                  </a:lnTo>
                  <a:lnTo>
                    <a:pt x="1157" y="4467"/>
                  </a:lnTo>
                  <a:lnTo>
                    <a:pt x="1038" y="3929"/>
                  </a:lnTo>
                  <a:lnTo>
                    <a:pt x="938" y="3371"/>
                  </a:lnTo>
                  <a:lnTo>
                    <a:pt x="878" y="2932"/>
                  </a:lnTo>
                  <a:lnTo>
                    <a:pt x="818" y="2493"/>
                  </a:lnTo>
                  <a:lnTo>
                    <a:pt x="739" y="1635"/>
                  </a:lnTo>
                  <a:lnTo>
                    <a:pt x="719" y="818"/>
                  </a:lnTo>
                  <a:lnTo>
                    <a:pt x="7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6248709" y="4094266"/>
              <a:ext cx="4123" cy="4923"/>
            </a:xfrm>
            <a:custGeom>
              <a:avLst/>
              <a:gdLst/>
              <a:ahLst/>
              <a:cxnLst/>
              <a:rect l="l" t="t" r="r" b="b"/>
              <a:pathLst>
                <a:path w="201" h="24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80" y="240"/>
                  </a:lnTo>
                  <a:lnTo>
                    <a:pt x="180" y="240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6139081" y="3834113"/>
              <a:ext cx="112532" cy="305205"/>
            </a:xfrm>
            <a:custGeom>
              <a:avLst/>
              <a:gdLst/>
              <a:ahLst/>
              <a:cxnLst/>
              <a:rect l="l" t="t" r="r" b="b"/>
              <a:pathLst>
                <a:path w="5486" h="14879" fill="none" extrusionOk="0">
                  <a:moveTo>
                    <a:pt x="739" y="0"/>
                  </a:moveTo>
                  <a:lnTo>
                    <a:pt x="559" y="279"/>
                  </a:lnTo>
                  <a:lnTo>
                    <a:pt x="559" y="279"/>
                  </a:lnTo>
                  <a:lnTo>
                    <a:pt x="420" y="758"/>
                  </a:lnTo>
                  <a:lnTo>
                    <a:pt x="320" y="1237"/>
                  </a:lnTo>
                  <a:lnTo>
                    <a:pt x="220" y="1715"/>
                  </a:lnTo>
                  <a:lnTo>
                    <a:pt x="140" y="2194"/>
                  </a:lnTo>
                  <a:lnTo>
                    <a:pt x="81" y="2692"/>
                  </a:lnTo>
                  <a:lnTo>
                    <a:pt x="41" y="3191"/>
                  </a:lnTo>
                  <a:lnTo>
                    <a:pt x="1" y="3670"/>
                  </a:lnTo>
                  <a:lnTo>
                    <a:pt x="1" y="4168"/>
                  </a:lnTo>
                  <a:lnTo>
                    <a:pt x="1" y="4667"/>
                  </a:lnTo>
                  <a:lnTo>
                    <a:pt x="21" y="5146"/>
                  </a:lnTo>
                  <a:lnTo>
                    <a:pt x="61" y="5644"/>
                  </a:lnTo>
                  <a:lnTo>
                    <a:pt x="100" y="6143"/>
                  </a:lnTo>
                  <a:lnTo>
                    <a:pt x="180" y="6621"/>
                  </a:lnTo>
                  <a:lnTo>
                    <a:pt x="260" y="7120"/>
                  </a:lnTo>
                  <a:lnTo>
                    <a:pt x="360" y="7599"/>
                  </a:lnTo>
                  <a:lnTo>
                    <a:pt x="479" y="8077"/>
                  </a:lnTo>
                  <a:lnTo>
                    <a:pt x="599" y="8556"/>
                  </a:lnTo>
                  <a:lnTo>
                    <a:pt x="739" y="9035"/>
                  </a:lnTo>
                  <a:lnTo>
                    <a:pt x="898" y="9493"/>
                  </a:lnTo>
                  <a:lnTo>
                    <a:pt x="1078" y="9952"/>
                  </a:lnTo>
                  <a:lnTo>
                    <a:pt x="1277" y="10411"/>
                  </a:lnTo>
                  <a:lnTo>
                    <a:pt x="1477" y="10869"/>
                  </a:lnTo>
                  <a:lnTo>
                    <a:pt x="1696" y="11308"/>
                  </a:lnTo>
                  <a:lnTo>
                    <a:pt x="1915" y="11747"/>
                  </a:lnTo>
                  <a:lnTo>
                    <a:pt x="2175" y="12166"/>
                  </a:lnTo>
                  <a:lnTo>
                    <a:pt x="2434" y="12585"/>
                  </a:lnTo>
                  <a:lnTo>
                    <a:pt x="2713" y="13003"/>
                  </a:lnTo>
                  <a:lnTo>
                    <a:pt x="2992" y="13402"/>
                  </a:lnTo>
                  <a:lnTo>
                    <a:pt x="3291" y="13781"/>
                  </a:lnTo>
                  <a:lnTo>
                    <a:pt x="3611" y="14160"/>
                  </a:lnTo>
                  <a:lnTo>
                    <a:pt x="3950" y="14539"/>
                  </a:lnTo>
                  <a:lnTo>
                    <a:pt x="4289" y="14878"/>
                  </a:lnTo>
                  <a:lnTo>
                    <a:pt x="4289" y="14878"/>
                  </a:lnTo>
                  <a:lnTo>
                    <a:pt x="4348" y="14798"/>
                  </a:lnTo>
                  <a:lnTo>
                    <a:pt x="4348" y="14798"/>
                  </a:lnTo>
                  <a:lnTo>
                    <a:pt x="5485" y="12983"/>
                  </a:lnTo>
                  <a:lnTo>
                    <a:pt x="5485" y="12983"/>
                  </a:lnTo>
                  <a:lnTo>
                    <a:pt x="5126" y="12485"/>
                  </a:lnTo>
                  <a:lnTo>
                    <a:pt x="5126" y="12485"/>
                  </a:lnTo>
                  <a:lnTo>
                    <a:pt x="4548" y="11647"/>
                  </a:lnTo>
                  <a:lnTo>
                    <a:pt x="4209" y="11109"/>
                  </a:lnTo>
                  <a:lnTo>
                    <a:pt x="3830" y="10510"/>
                  </a:lnTo>
                  <a:lnTo>
                    <a:pt x="3830" y="10510"/>
                  </a:lnTo>
                  <a:lnTo>
                    <a:pt x="3431" y="9852"/>
                  </a:lnTo>
                  <a:lnTo>
                    <a:pt x="3032" y="9114"/>
                  </a:lnTo>
                  <a:lnTo>
                    <a:pt x="2613" y="8297"/>
                  </a:lnTo>
                  <a:lnTo>
                    <a:pt x="2195" y="7439"/>
                  </a:lnTo>
                  <a:lnTo>
                    <a:pt x="2195" y="7439"/>
                  </a:lnTo>
                  <a:lnTo>
                    <a:pt x="1995" y="6980"/>
                  </a:lnTo>
                  <a:lnTo>
                    <a:pt x="1816" y="6522"/>
                  </a:lnTo>
                  <a:lnTo>
                    <a:pt x="1616" y="6023"/>
                  </a:lnTo>
                  <a:lnTo>
                    <a:pt x="1457" y="5524"/>
                  </a:lnTo>
                  <a:lnTo>
                    <a:pt x="1297" y="5006"/>
                  </a:lnTo>
                  <a:lnTo>
                    <a:pt x="1157" y="4467"/>
                  </a:lnTo>
                  <a:lnTo>
                    <a:pt x="1038" y="3929"/>
                  </a:lnTo>
                  <a:lnTo>
                    <a:pt x="938" y="3371"/>
                  </a:lnTo>
                  <a:lnTo>
                    <a:pt x="938" y="3371"/>
                  </a:lnTo>
                  <a:lnTo>
                    <a:pt x="878" y="2932"/>
                  </a:lnTo>
                  <a:lnTo>
                    <a:pt x="818" y="2493"/>
                  </a:lnTo>
                  <a:lnTo>
                    <a:pt x="739" y="1635"/>
                  </a:lnTo>
                  <a:lnTo>
                    <a:pt x="719" y="818"/>
                  </a:lnTo>
                  <a:lnTo>
                    <a:pt x="73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6227030" y="4098758"/>
              <a:ext cx="26215" cy="40943"/>
            </a:xfrm>
            <a:custGeom>
              <a:avLst/>
              <a:gdLst/>
              <a:ahLst/>
              <a:cxnLst/>
              <a:rect l="l" t="t" r="r" b="b"/>
              <a:pathLst>
                <a:path w="1278" h="1996" extrusionOk="0">
                  <a:moveTo>
                    <a:pt x="1257" y="1"/>
                  </a:moveTo>
                  <a:lnTo>
                    <a:pt x="1237" y="21"/>
                  </a:lnTo>
                  <a:lnTo>
                    <a:pt x="1257" y="80"/>
                  </a:lnTo>
                  <a:lnTo>
                    <a:pt x="1277" y="61"/>
                  </a:lnTo>
                  <a:lnTo>
                    <a:pt x="1257" y="1"/>
                  </a:lnTo>
                  <a:close/>
                  <a:moveTo>
                    <a:pt x="1197" y="80"/>
                  </a:moveTo>
                  <a:lnTo>
                    <a:pt x="60" y="1895"/>
                  </a:lnTo>
                  <a:lnTo>
                    <a:pt x="1" y="1975"/>
                  </a:lnTo>
                  <a:lnTo>
                    <a:pt x="1" y="1995"/>
                  </a:lnTo>
                  <a:lnTo>
                    <a:pt x="1237" y="120"/>
                  </a:lnTo>
                  <a:lnTo>
                    <a:pt x="1217" y="8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6227030" y="4100399"/>
              <a:ext cx="25394" cy="39302"/>
            </a:xfrm>
            <a:custGeom>
              <a:avLst/>
              <a:gdLst/>
              <a:ahLst/>
              <a:cxnLst/>
              <a:rect l="l" t="t" r="r" b="b"/>
              <a:pathLst>
                <a:path w="1238" h="1916" fill="none" extrusionOk="0">
                  <a:moveTo>
                    <a:pt x="1197" y="0"/>
                  </a:moveTo>
                  <a:lnTo>
                    <a:pt x="1197" y="0"/>
                  </a:lnTo>
                  <a:lnTo>
                    <a:pt x="60" y="1815"/>
                  </a:lnTo>
                  <a:lnTo>
                    <a:pt x="60" y="1815"/>
                  </a:lnTo>
                  <a:lnTo>
                    <a:pt x="1" y="1895"/>
                  </a:lnTo>
                  <a:lnTo>
                    <a:pt x="1" y="1895"/>
                  </a:lnTo>
                  <a:lnTo>
                    <a:pt x="1" y="1915"/>
                  </a:lnTo>
                  <a:lnTo>
                    <a:pt x="1237" y="40"/>
                  </a:lnTo>
                  <a:lnTo>
                    <a:pt x="1237" y="40"/>
                  </a:lnTo>
                  <a:lnTo>
                    <a:pt x="1217" y="0"/>
                  </a:lnTo>
                  <a:lnTo>
                    <a:pt x="1217" y="0"/>
                  </a:lnTo>
                  <a:lnTo>
                    <a:pt x="11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6252401" y="4098758"/>
              <a:ext cx="841" cy="1662"/>
            </a:xfrm>
            <a:custGeom>
              <a:avLst/>
              <a:gdLst/>
              <a:ahLst/>
              <a:cxnLst/>
              <a:rect l="l" t="t" r="r" b="b"/>
              <a:pathLst>
                <a:path w="41" h="81" fill="none" extrusionOk="0">
                  <a:moveTo>
                    <a:pt x="20" y="1"/>
                  </a:moveTo>
                  <a:lnTo>
                    <a:pt x="20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0" y="80"/>
                  </a:lnTo>
                  <a:lnTo>
                    <a:pt x="40" y="61"/>
                  </a:lnTo>
                  <a:lnTo>
                    <a:pt x="40" y="61"/>
                  </a:lnTo>
                  <a:lnTo>
                    <a:pt x="2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6153808" y="3832882"/>
              <a:ext cx="99034" cy="268386"/>
            </a:xfrm>
            <a:custGeom>
              <a:avLst/>
              <a:gdLst/>
              <a:ahLst/>
              <a:cxnLst/>
              <a:rect l="l" t="t" r="r" b="b"/>
              <a:pathLst>
                <a:path w="4828" h="13084" extrusionOk="0">
                  <a:moveTo>
                    <a:pt x="41" y="0"/>
                  </a:moveTo>
                  <a:lnTo>
                    <a:pt x="21" y="60"/>
                  </a:lnTo>
                  <a:lnTo>
                    <a:pt x="1" y="878"/>
                  </a:lnTo>
                  <a:lnTo>
                    <a:pt x="21" y="1695"/>
                  </a:lnTo>
                  <a:lnTo>
                    <a:pt x="100" y="2553"/>
                  </a:lnTo>
                  <a:lnTo>
                    <a:pt x="160" y="2992"/>
                  </a:lnTo>
                  <a:lnTo>
                    <a:pt x="220" y="3431"/>
                  </a:lnTo>
                  <a:lnTo>
                    <a:pt x="320" y="3989"/>
                  </a:lnTo>
                  <a:lnTo>
                    <a:pt x="439" y="4527"/>
                  </a:lnTo>
                  <a:lnTo>
                    <a:pt x="579" y="5066"/>
                  </a:lnTo>
                  <a:lnTo>
                    <a:pt x="739" y="5584"/>
                  </a:lnTo>
                  <a:lnTo>
                    <a:pt x="898" y="6083"/>
                  </a:lnTo>
                  <a:lnTo>
                    <a:pt x="1098" y="6582"/>
                  </a:lnTo>
                  <a:lnTo>
                    <a:pt x="1277" y="7040"/>
                  </a:lnTo>
                  <a:lnTo>
                    <a:pt x="1477" y="7499"/>
                  </a:lnTo>
                  <a:lnTo>
                    <a:pt x="1895" y="8357"/>
                  </a:lnTo>
                  <a:lnTo>
                    <a:pt x="2314" y="9174"/>
                  </a:lnTo>
                  <a:lnTo>
                    <a:pt x="2713" y="9912"/>
                  </a:lnTo>
                  <a:lnTo>
                    <a:pt x="3112" y="10570"/>
                  </a:lnTo>
                  <a:lnTo>
                    <a:pt x="3491" y="11169"/>
                  </a:lnTo>
                  <a:lnTo>
                    <a:pt x="3830" y="11707"/>
                  </a:lnTo>
                  <a:lnTo>
                    <a:pt x="4408" y="12545"/>
                  </a:lnTo>
                  <a:lnTo>
                    <a:pt x="4767" y="13043"/>
                  </a:lnTo>
                  <a:lnTo>
                    <a:pt x="4787" y="13043"/>
                  </a:lnTo>
                  <a:lnTo>
                    <a:pt x="4807" y="13083"/>
                  </a:lnTo>
                  <a:lnTo>
                    <a:pt x="4827" y="13043"/>
                  </a:lnTo>
                  <a:lnTo>
                    <a:pt x="4807" y="12984"/>
                  </a:lnTo>
                  <a:lnTo>
                    <a:pt x="4628" y="12744"/>
                  </a:lnTo>
                  <a:lnTo>
                    <a:pt x="4169" y="12106"/>
                  </a:lnTo>
                  <a:lnTo>
                    <a:pt x="3730" y="11468"/>
                  </a:lnTo>
                  <a:lnTo>
                    <a:pt x="3331" y="10790"/>
                  </a:lnTo>
                  <a:lnTo>
                    <a:pt x="2932" y="10132"/>
                  </a:lnTo>
                  <a:lnTo>
                    <a:pt x="2573" y="9434"/>
                  </a:lnTo>
                  <a:lnTo>
                    <a:pt x="2234" y="8736"/>
                  </a:lnTo>
                  <a:lnTo>
                    <a:pt x="1915" y="8038"/>
                  </a:lnTo>
                  <a:lnTo>
                    <a:pt x="1636" y="7320"/>
                  </a:lnTo>
                  <a:lnTo>
                    <a:pt x="1437" y="6881"/>
                  </a:lnTo>
                  <a:lnTo>
                    <a:pt x="1257" y="6422"/>
                  </a:lnTo>
                  <a:lnTo>
                    <a:pt x="1098" y="5943"/>
                  </a:lnTo>
                  <a:lnTo>
                    <a:pt x="938" y="5465"/>
                  </a:lnTo>
                  <a:lnTo>
                    <a:pt x="779" y="4966"/>
                  </a:lnTo>
                  <a:lnTo>
                    <a:pt x="659" y="4448"/>
                  </a:lnTo>
                  <a:lnTo>
                    <a:pt x="539" y="3929"/>
                  </a:lnTo>
                  <a:lnTo>
                    <a:pt x="439" y="3391"/>
                  </a:lnTo>
                  <a:lnTo>
                    <a:pt x="360" y="2772"/>
                  </a:lnTo>
                  <a:lnTo>
                    <a:pt x="280" y="2174"/>
                  </a:lnTo>
                  <a:lnTo>
                    <a:pt x="140" y="109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6153808" y="3832882"/>
              <a:ext cx="99034" cy="268386"/>
            </a:xfrm>
            <a:custGeom>
              <a:avLst/>
              <a:gdLst/>
              <a:ahLst/>
              <a:cxnLst/>
              <a:rect l="l" t="t" r="r" b="b"/>
              <a:pathLst>
                <a:path w="4828" h="13084" fill="none" extrusionOk="0">
                  <a:moveTo>
                    <a:pt x="41" y="0"/>
                  </a:moveTo>
                  <a:lnTo>
                    <a:pt x="21" y="60"/>
                  </a:lnTo>
                  <a:lnTo>
                    <a:pt x="21" y="60"/>
                  </a:lnTo>
                  <a:lnTo>
                    <a:pt x="1" y="878"/>
                  </a:lnTo>
                  <a:lnTo>
                    <a:pt x="21" y="1695"/>
                  </a:lnTo>
                  <a:lnTo>
                    <a:pt x="100" y="2553"/>
                  </a:lnTo>
                  <a:lnTo>
                    <a:pt x="160" y="2992"/>
                  </a:lnTo>
                  <a:lnTo>
                    <a:pt x="220" y="3431"/>
                  </a:lnTo>
                  <a:lnTo>
                    <a:pt x="220" y="3431"/>
                  </a:lnTo>
                  <a:lnTo>
                    <a:pt x="320" y="3989"/>
                  </a:lnTo>
                  <a:lnTo>
                    <a:pt x="439" y="4527"/>
                  </a:lnTo>
                  <a:lnTo>
                    <a:pt x="579" y="5066"/>
                  </a:lnTo>
                  <a:lnTo>
                    <a:pt x="739" y="5584"/>
                  </a:lnTo>
                  <a:lnTo>
                    <a:pt x="898" y="6083"/>
                  </a:lnTo>
                  <a:lnTo>
                    <a:pt x="1098" y="6582"/>
                  </a:lnTo>
                  <a:lnTo>
                    <a:pt x="1277" y="7040"/>
                  </a:lnTo>
                  <a:lnTo>
                    <a:pt x="1477" y="7499"/>
                  </a:lnTo>
                  <a:lnTo>
                    <a:pt x="1477" y="7499"/>
                  </a:lnTo>
                  <a:lnTo>
                    <a:pt x="1895" y="8357"/>
                  </a:lnTo>
                  <a:lnTo>
                    <a:pt x="2314" y="9174"/>
                  </a:lnTo>
                  <a:lnTo>
                    <a:pt x="2713" y="9912"/>
                  </a:lnTo>
                  <a:lnTo>
                    <a:pt x="3112" y="10570"/>
                  </a:lnTo>
                  <a:lnTo>
                    <a:pt x="3112" y="10570"/>
                  </a:lnTo>
                  <a:lnTo>
                    <a:pt x="3491" y="11169"/>
                  </a:lnTo>
                  <a:lnTo>
                    <a:pt x="3830" y="11707"/>
                  </a:lnTo>
                  <a:lnTo>
                    <a:pt x="4408" y="12545"/>
                  </a:lnTo>
                  <a:lnTo>
                    <a:pt x="4408" y="12545"/>
                  </a:lnTo>
                  <a:lnTo>
                    <a:pt x="4767" y="13043"/>
                  </a:lnTo>
                  <a:lnTo>
                    <a:pt x="4767" y="13043"/>
                  </a:lnTo>
                  <a:lnTo>
                    <a:pt x="4787" y="13043"/>
                  </a:lnTo>
                  <a:lnTo>
                    <a:pt x="4787" y="13043"/>
                  </a:lnTo>
                  <a:lnTo>
                    <a:pt x="4807" y="13083"/>
                  </a:lnTo>
                  <a:lnTo>
                    <a:pt x="4827" y="13043"/>
                  </a:lnTo>
                  <a:lnTo>
                    <a:pt x="4827" y="13043"/>
                  </a:lnTo>
                  <a:lnTo>
                    <a:pt x="4807" y="12984"/>
                  </a:lnTo>
                  <a:lnTo>
                    <a:pt x="4807" y="12984"/>
                  </a:lnTo>
                  <a:lnTo>
                    <a:pt x="4628" y="12744"/>
                  </a:lnTo>
                  <a:lnTo>
                    <a:pt x="4628" y="12744"/>
                  </a:lnTo>
                  <a:lnTo>
                    <a:pt x="4169" y="12106"/>
                  </a:lnTo>
                  <a:lnTo>
                    <a:pt x="3730" y="11468"/>
                  </a:lnTo>
                  <a:lnTo>
                    <a:pt x="3331" y="10790"/>
                  </a:lnTo>
                  <a:lnTo>
                    <a:pt x="2932" y="10132"/>
                  </a:lnTo>
                  <a:lnTo>
                    <a:pt x="2573" y="9434"/>
                  </a:lnTo>
                  <a:lnTo>
                    <a:pt x="2234" y="8736"/>
                  </a:lnTo>
                  <a:lnTo>
                    <a:pt x="1915" y="8038"/>
                  </a:lnTo>
                  <a:lnTo>
                    <a:pt x="1636" y="7320"/>
                  </a:lnTo>
                  <a:lnTo>
                    <a:pt x="1636" y="7320"/>
                  </a:lnTo>
                  <a:lnTo>
                    <a:pt x="1437" y="6881"/>
                  </a:lnTo>
                  <a:lnTo>
                    <a:pt x="1257" y="6422"/>
                  </a:lnTo>
                  <a:lnTo>
                    <a:pt x="1098" y="5943"/>
                  </a:lnTo>
                  <a:lnTo>
                    <a:pt x="938" y="5465"/>
                  </a:lnTo>
                  <a:lnTo>
                    <a:pt x="779" y="4966"/>
                  </a:lnTo>
                  <a:lnTo>
                    <a:pt x="659" y="4448"/>
                  </a:lnTo>
                  <a:lnTo>
                    <a:pt x="539" y="3929"/>
                  </a:lnTo>
                  <a:lnTo>
                    <a:pt x="439" y="3391"/>
                  </a:lnTo>
                  <a:lnTo>
                    <a:pt x="439" y="3391"/>
                  </a:lnTo>
                  <a:lnTo>
                    <a:pt x="360" y="2772"/>
                  </a:lnTo>
                  <a:lnTo>
                    <a:pt x="280" y="2174"/>
                  </a:lnTo>
                  <a:lnTo>
                    <a:pt x="280" y="2174"/>
                  </a:lnTo>
                  <a:lnTo>
                    <a:pt x="140" y="1097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6682319" y="3397631"/>
              <a:ext cx="471295" cy="259811"/>
            </a:xfrm>
            <a:custGeom>
              <a:avLst/>
              <a:gdLst/>
              <a:ahLst/>
              <a:cxnLst/>
              <a:rect l="l" t="t" r="r" b="b"/>
              <a:pathLst>
                <a:path w="22976" h="12666" extrusionOk="0">
                  <a:moveTo>
                    <a:pt x="0" y="1"/>
                  </a:moveTo>
                  <a:lnTo>
                    <a:pt x="239" y="101"/>
                  </a:lnTo>
                  <a:lnTo>
                    <a:pt x="977" y="360"/>
                  </a:lnTo>
                  <a:lnTo>
                    <a:pt x="2114" y="759"/>
                  </a:lnTo>
                  <a:lnTo>
                    <a:pt x="3630" y="1317"/>
                  </a:lnTo>
                  <a:lnTo>
                    <a:pt x="4507" y="1636"/>
                  </a:lnTo>
                  <a:lnTo>
                    <a:pt x="5445" y="2015"/>
                  </a:lnTo>
                  <a:lnTo>
                    <a:pt x="6462" y="2454"/>
                  </a:lnTo>
                  <a:lnTo>
                    <a:pt x="7519" y="2913"/>
                  </a:lnTo>
                  <a:lnTo>
                    <a:pt x="8616" y="3431"/>
                  </a:lnTo>
                  <a:lnTo>
                    <a:pt x="9753" y="3970"/>
                  </a:lnTo>
                  <a:lnTo>
                    <a:pt x="10909" y="4568"/>
                  </a:lnTo>
                  <a:lnTo>
                    <a:pt x="12106" y="5206"/>
                  </a:lnTo>
                  <a:lnTo>
                    <a:pt x="13283" y="5884"/>
                  </a:lnTo>
                  <a:lnTo>
                    <a:pt x="14399" y="6542"/>
                  </a:lnTo>
                  <a:lnTo>
                    <a:pt x="15476" y="7221"/>
                  </a:lnTo>
                  <a:lnTo>
                    <a:pt x="16494" y="7859"/>
                  </a:lnTo>
                  <a:lnTo>
                    <a:pt x="17451" y="8517"/>
                  </a:lnTo>
                  <a:lnTo>
                    <a:pt x="18348" y="9135"/>
                  </a:lnTo>
                  <a:lnTo>
                    <a:pt x="19186" y="9734"/>
                  </a:lnTo>
                  <a:lnTo>
                    <a:pt x="19924" y="10292"/>
                  </a:lnTo>
                  <a:lnTo>
                    <a:pt x="21200" y="11269"/>
                  </a:lnTo>
                  <a:lnTo>
                    <a:pt x="22158" y="12027"/>
                  </a:lnTo>
                  <a:lnTo>
                    <a:pt x="22756" y="12506"/>
                  </a:lnTo>
                  <a:lnTo>
                    <a:pt x="22975" y="12665"/>
                  </a:lnTo>
                  <a:lnTo>
                    <a:pt x="22796" y="12486"/>
                  </a:lnTo>
                  <a:lnTo>
                    <a:pt x="22217" y="11967"/>
                  </a:lnTo>
                  <a:lnTo>
                    <a:pt x="21799" y="11608"/>
                  </a:lnTo>
                  <a:lnTo>
                    <a:pt x="21280" y="11169"/>
                  </a:lnTo>
                  <a:lnTo>
                    <a:pt x="20024" y="10152"/>
                  </a:lnTo>
                  <a:lnTo>
                    <a:pt x="19286" y="9594"/>
                  </a:lnTo>
                  <a:lnTo>
                    <a:pt x="18468" y="8976"/>
                  </a:lnTo>
                  <a:lnTo>
                    <a:pt x="17571" y="8357"/>
                  </a:lnTo>
                  <a:lnTo>
                    <a:pt x="16613" y="7699"/>
                  </a:lnTo>
                  <a:lnTo>
                    <a:pt x="15596" y="7021"/>
                  </a:lnTo>
                  <a:lnTo>
                    <a:pt x="14519" y="6363"/>
                  </a:lnTo>
                  <a:lnTo>
                    <a:pt x="13382" y="5685"/>
                  </a:lnTo>
                  <a:lnTo>
                    <a:pt x="12206" y="5007"/>
                  </a:lnTo>
                  <a:lnTo>
                    <a:pt x="11029" y="4369"/>
                  </a:lnTo>
                  <a:lnTo>
                    <a:pt x="9852" y="3790"/>
                  </a:lnTo>
                  <a:lnTo>
                    <a:pt x="8696" y="3232"/>
                  </a:lnTo>
                  <a:lnTo>
                    <a:pt x="7599" y="2713"/>
                  </a:lnTo>
                  <a:lnTo>
                    <a:pt x="6542" y="2275"/>
                  </a:lnTo>
                  <a:lnTo>
                    <a:pt x="5524" y="1856"/>
                  </a:lnTo>
                  <a:lnTo>
                    <a:pt x="4567" y="1477"/>
                  </a:lnTo>
                  <a:lnTo>
                    <a:pt x="3690" y="1158"/>
                  </a:lnTo>
                  <a:lnTo>
                    <a:pt x="2154" y="639"/>
                  </a:lnTo>
                  <a:lnTo>
                    <a:pt x="1536" y="440"/>
                  </a:lnTo>
                  <a:lnTo>
                    <a:pt x="997" y="280"/>
                  </a:lnTo>
                  <a:lnTo>
                    <a:pt x="259" y="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6447516" y="3796066"/>
              <a:ext cx="475377" cy="252427"/>
            </a:xfrm>
            <a:custGeom>
              <a:avLst/>
              <a:gdLst/>
              <a:ahLst/>
              <a:cxnLst/>
              <a:rect l="l" t="t" r="r" b="b"/>
              <a:pathLst>
                <a:path w="23175" h="12306" extrusionOk="0">
                  <a:moveTo>
                    <a:pt x="0" y="0"/>
                  </a:moveTo>
                  <a:lnTo>
                    <a:pt x="240" y="120"/>
                  </a:lnTo>
                  <a:lnTo>
                    <a:pt x="958" y="439"/>
                  </a:lnTo>
                  <a:lnTo>
                    <a:pt x="2055" y="918"/>
                  </a:lnTo>
                  <a:lnTo>
                    <a:pt x="3530" y="1556"/>
                  </a:lnTo>
                  <a:lnTo>
                    <a:pt x="5305" y="2354"/>
                  </a:lnTo>
                  <a:lnTo>
                    <a:pt x="7320" y="3311"/>
                  </a:lnTo>
                  <a:lnTo>
                    <a:pt x="9533" y="4388"/>
                  </a:lnTo>
                  <a:lnTo>
                    <a:pt x="10690" y="4986"/>
                  </a:lnTo>
                  <a:lnTo>
                    <a:pt x="11887" y="5604"/>
                  </a:lnTo>
                  <a:lnTo>
                    <a:pt x="13064" y="6223"/>
                  </a:lnTo>
                  <a:lnTo>
                    <a:pt x="14220" y="6861"/>
                  </a:lnTo>
                  <a:lnTo>
                    <a:pt x="15317" y="7479"/>
                  </a:lnTo>
                  <a:lnTo>
                    <a:pt x="16354" y="8077"/>
                  </a:lnTo>
                  <a:lnTo>
                    <a:pt x="18289" y="9194"/>
                  </a:lnTo>
                  <a:lnTo>
                    <a:pt x="19944" y="10231"/>
                  </a:lnTo>
                  <a:lnTo>
                    <a:pt x="21280" y="11089"/>
                  </a:lnTo>
                  <a:lnTo>
                    <a:pt x="22297" y="11747"/>
                  </a:lnTo>
                  <a:lnTo>
                    <a:pt x="22936" y="12166"/>
                  </a:lnTo>
                  <a:lnTo>
                    <a:pt x="23175" y="12306"/>
                  </a:lnTo>
                  <a:lnTo>
                    <a:pt x="23175" y="12306"/>
                  </a:lnTo>
                  <a:lnTo>
                    <a:pt x="22976" y="12126"/>
                  </a:lnTo>
                  <a:lnTo>
                    <a:pt x="22357" y="11667"/>
                  </a:lnTo>
                  <a:lnTo>
                    <a:pt x="21360" y="10989"/>
                  </a:lnTo>
                  <a:lnTo>
                    <a:pt x="20024" y="10092"/>
                  </a:lnTo>
                  <a:lnTo>
                    <a:pt x="19246" y="9573"/>
                  </a:lnTo>
                  <a:lnTo>
                    <a:pt x="18388" y="9035"/>
                  </a:lnTo>
                  <a:lnTo>
                    <a:pt x="17451" y="8476"/>
                  </a:lnTo>
                  <a:lnTo>
                    <a:pt x="16474" y="7898"/>
                  </a:lnTo>
                  <a:lnTo>
                    <a:pt x="15417" y="7280"/>
                  </a:lnTo>
                  <a:lnTo>
                    <a:pt x="14320" y="6661"/>
                  </a:lnTo>
                  <a:lnTo>
                    <a:pt x="13183" y="6043"/>
                  </a:lnTo>
                  <a:lnTo>
                    <a:pt x="11987" y="5405"/>
                  </a:lnTo>
                  <a:lnTo>
                    <a:pt x="10790" y="4787"/>
                  </a:lnTo>
                  <a:lnTo>
                    <a:pt x="9633" y="4188"/>
                  </a:lnTo>
                  <a:lnTo>
                    <a:pt x="8496" y="3650"/>
                  </a:lnTo>
                  <a:lnTo>
                    <a:pt x="7399" y="3131"/>
                  </a:lnTo>
                  <a:lnTo>
                    <a:pt x="5385" y="2194"/>
                  </a:lnTo>
                  <a:lnTo>
                    <a:pt x="3590" y="1416"/>
                  </a:lnTo>
                  <a:lnTo>
                    <a:pt x="2114" y="798"/>
                  </a:lnTo>
                  <a:lnTo>
                    <a:pt x="978" y="359"/>
                  </a:lnTo>
                  <a:lnTo>
                    <a:pt x="26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6174667" y="4238659"/>
              <a:ext cx="472526" cy="231566"/>
            </a:xfrm>
            <a:custGeom>
              <a:avLst/>
              <a:gdLst/>
              <a:ahLst/>
              <a:cxnLst/>
              <a:rect l="l" t="t" r="r" b="b"/>
              <a:pathLst>
                <a:path w="23036" h="11289" extrusionOk="0">
                  <a:moveTo>
                    <a:pt x="1" y="0"/>
                  </a:moveTo>
                  <a:lnTo>
                    <a:pt x="240" y="100"/>
                  </a:lnTo>
                  <a:lnTo>
                    <a:pt x="958" y="340"/>
                  </a:lnTo>
                  <a:lnTo>
                    <a:pt x="3591" y="1197"/>
                  </a:lnTo>
                  <a:lnTo>
                    <a:pt x="5406" y="1815"/>
                  </a:lnTo>
                  <a:lnTo>
                    <a:pt x="7480" y="2533"/>
                  </a:lnTo>
                  <a:lnTo>
                    <a:pt x="8597" y="2952"/>
                  </a:lnTo>
                  <a:lnTo>
                    <a:pt x="9753" y="3391"/>
                  </a:lnTo>
                  <a:lnTo>
                    <a:pt x="10950" y="3870"/>
                  </a:lnTo>
                  <a:lnTo>
                    <a:pt x="12167" y="4388"/>
                  </a:lnTo>
                  <a:lnTo>
                    <a:pt x="13363" y="4947"/>
                  </a:lnTo>
                  <a:lnTo>
                    <a:pt x="14520" y="5505"/>
                  </a:lnTo>
                  <a:lnTo>
                    <a:pt x="15617" y="6083"/>
                  </a:lnTo>
                  <a:lnTo>
                    <a:pt x="16654" y="6642"/>
                  </a:lnTo>
                  <a:lnTo>
                    <a:pt x="17631" y="7240"/>
                  </a:lnTo>
                  <a:lnTo>
                    <a:pt x="18090" y="7519"/>
                  </a:lnTo>
                  <a:lnTo>
                    <a:pt x="18529" y="7799"/>
                  </a:lnTo>
                  <a:lnTo>
                    <a:pt x="18947" y="8078"/>
                  </a:lnTo>
                  <a:lnTo>
                    <a:pt x="19366" y="8357"/>
                  </a:lnTo>
                  <a:lnTo>
                    <a:pt x="20104" y="8895"/>
                  </a:lnTo>
                  <a:lnTo>
                    <a:pt x="20443" y="9135"/>
                  </a:lnTo>
                  <a:lnTo>
                    <a:pt x="20762" y="9394"/>
                  </a:lnTo>
                  <a:lnTo>
                    <a:pt x="21341" y="9853"/>
                  </a:lnTo>
                  <a:lnTo>
                    <a:pt x="21859" y="10272"/>
                  </a:lnTo>
                  <a:lnTo>
                    <a:pt x="22258" y="10631"/>
                  </a:lnTo>
                  <a:lnTo>
                    <a:pt x="22836" y="11109"/>
                  </a:lnTo>
                  <a:lnTo>
                    <a:pt x="23036" y="11289"/>
                  </a:lnTo>
                  <a:lnTo>
                    <a:pt x="22856" y="11089"/>
                  </a:lnTo>
                  <a:lnTo>
                    <a:pt x="22318" y="10551"/>
                  </a:lnTo>
                  <a:lnTo>
                    <a:pt x="21919" y="10192"/>
                  </a:lnTo>
                  <a:lnTo>
                    <a:pt x="21440" y="9753"/>
                  </a:lnTo>
                  <a:lnTo>
                    <a:pt x="20862" y="9274"/>
                  </a:lnTo>
                  <a:lnTo>
                    <a:pt x="20543" y="9015"/>
                  </a:lnTo>
                  <a:lnTo>
                    <a:pt x="20204" y="8756"/>
                  </a:lnTo>
                  <a:lnTo>
                    <a:pt x="19466" y="8217"/>
                  </a:lnTo>
                  <a:lnTo>
                    <a:pt x="19047" y="7938"/>
                  </a:lnTo>
                  <a:lnTo>
                    <a:pt x="18628" y="7639"/>
                  </a:lnTo>
                  <a:lnTo>
                    <a:pt x="18190" y="7360"/>
                  </a:lnTo>
                  <a:lnTo>
                    <a:pt x="17731" y="7061"/>
                  </a:lnTo>
                  <a:lnTo>
                    <a:pt x="16774" y="6462"/>
                  </a:lnTo>
                  <a:lnTo>
                    <a:pt x="15717" y="5884"/>
                  </a:lnTo>
                  <a:lnTo>
                    <a:pt x="14620" y="5306"/>
                  </a:lnTo>
                  <a:lnTo>
                    <a:pt x="13463" y="4747"/>
                  </a:lnTo>
                  <a:lnTo>
                    <a:pt x="12246" y="4189"/>
                  </a:lnTo>
                  <a:lnTo>
                    <a:pt x="11030" y="3670"/>
                  </a:lnTo>
                  <a:lnTo>
                    <a:pt x="9833" y="3191"/>
                  </a:lnTo>
                  <a:lnTo>
                    <a:pt x="8676" y="2753"/>
                  </a:lnTo>
                  <a:lnTo>
                    <a:pt x="7560" y="2334"/>
                  </a:lnTo>
                  <a:lnTo>
                    <a:pt x="6483" y="1975"/>
                  </a:lnTo>
                  <a:lnTo>
                    <a:pt x="5465" y="1636"/>
                  </a:lnTo>
                  <a:lnTo>
                    <a:pt x="3631" y="1057"/>
                  </a:lnTo>
                  <a:lnTo>
                    <a:pt x="2135" y="579"/>
                  </a:lnTo>
                  <a:lnTo>
                    <a:pt x="978" y="260"/>
                  </a:lnTo>
                  <a:lnTo>
                    <a:pt x="260" y="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6340760" y="3523216"/>
              <a:ext cx="200469" cy="101475"/>
            </a:xfrm>
            <a:custGeom>
              <a:avLst/>
              <a:gdLst/>
              <a:ahLst/>
              <a:cxnLst/>
              <a:rect l="l" t="t" r="r" b="b"/>
              <a:pathLst>
                <a:path w="9773" h="4947" extrusionOk="0">
                  <a:moveTo>
                    <a:pt x="0" y="1"/>
                  </a:moveTo>
                  <a:lnTo>
                    <a:pt x="20" y="21"/>
                  </a:lnTo>
                  <a:lnTo>
                    <a:pt x="100" y="41"/>
                  </a:lnTo>
                  <a:lnTo>
                    <a:pt x="399" y="160"/>
                  </a:lnTo>
                  <a:lnTo>
                    <a:pt x="1496" y="559"/>
                  </a:lnTo>
                  <a:lnTo>
                    <a:pt x="2254" y="858"/>
                  </a:lnTo>
                  <a:lnTo>
                    <a:pt x="3111" y="1217"/>
                  </a:lnTo>
                  <a:lnTo>
                    <a:pt x="4069" y="1636"/>
                  </a:lnTo>
                  <a:lnTo>
                    <a:pt x="5046" y="2135"/>
                  </a:lnTo>
                  <a:lnTo>
                    <a:pt x="6043" y="2653"/>
                  </a:lnTo>
                  <a:lnTo>
                    <a:pt x="6921" y="3152"/>
                  </a:lnTo>
                  <a:lnTo>
                    <a:pt x="7738" y="3630"/>
                  </a:lnTo>
                  <a:lnTo>
                    <a:pt x="8416" y="4069"/>
                  </a:lnTo>
                  <a:lnTo>
                    <a:pt x="9394" y="4727"/>
                  </a:lnTo>
                  <a:lnTo>
                    <a:pt x="9673" y="4907"/>
                  </a:lnTo>
                  <a:lnTo>
                    <a:pt x="9733" y="4947"/>
                  </a:lnTo>
                  <a:lnTo>
                    <a:pt x="9772" y="4947"/>
                  </a:lnTo>
                  <a:lnTo>
                    <a:pt x="9693" y="4867"/>
                  </a:lnTo>
                  <a:lnTo>
                    <a:pt x="9453" y="4648"/>
                  </a:lnTo>
                  <a:lnTo>
                    <a:pt x="9054" y="4348"/>
                  </a:lnTo>
                  <a:lnTo>
                    <a:pt x="8496" y="3930"/>
                  </a:lnTo>
                  <a:lnTo>
                    <a:pt x="7838" y="3471"/>
                  </a:lnTo>
                  <a:lnTo>
                    <a:pt x="7040" y="2972"/>
                  </a:lnTo>
                  <a:lnTo>
                    <a:pt x="6143" y="2454"/>
                  </a:lnTo>
                  <a:lnTo>
                    <a:pt x="5165" y="1935"/>
                  </a:lnTo>
                  <a:lnTo>
                    <a:pt x="4148" y="1437"/>
                  </a:lnTo>
                  <a:lnTo>
                    <a:pt x="3211" y="1018"/>
                  </a:lnTo>
                  <a:lnTo>
                    <a:pt x="2333" y="679"/>
                  </a:lnTo>
                  <a:lnTo>
                    <a:pt x="1556" y="419"/>
                  </a:lnTo>
                  <a:lnTo>
                    <a:pt x="917" y="200"/>
                  </a:lnTo>
                  <a:lnTo>
                    <a:pt x="419" y="80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6159940" y="3880323"/>
              <a:ext cx="156715" cy="123157"/>
            </a:xfrm>
            <a:custGeom>
              <a:avLst/>
              <a:gdLst/>
              <a:ahLst/>
              <a:cxnLst/>
              <a:rect l="l" t="t" r="r" b="b"/>
              <a:pathLst>
                <a:path w="7640" h="6004" extrusionOk="0">
                  <a:moveTo>
                    <a:pt x="1" y="1"/>
                  </a:moveTo>
                  <a:lnTo>
                    <a:pt x="41" y="100"/>
                  </a:lnTo>
                  <a:lnTo>
                    <a:pt x="200" y="340"/>
                  </a:lnTo>
                  <a:lnTo>
                    <a:pt x="480" y="699"/>
                  </a:lnTo>
                  <a:lnTo>
                    <a:pt x="858" y="1157"/>
                  </a:lnTo>
                  <a:lnTo>
                    <a:pt x="1357" y="1696"/>
                  </a:lnTo>
                  <a:lnTo>
                    <a:pt x="1935" y="2294"/>
                  </a:lnTo>
                  <a:lnTo>
                    <a:pt x="2255" y="2613"/>
                  </a:lnTo>
                  <a:lnTo>
                    <a:pt x="2614" y="2932"/>
                  </a:lnTo>
                  <a:lnTo>
                    <a:pt x="2992" y="3252"/>
                  </a:lnTo>
                  <a:lnTo>
                    <a:pt x="3371" y="3571"/>
                  </a:lnTo>
                  <a:lnTo>
                    <a:pt x="3790" y="3870"/>
                  </a:lnTo>
                  <a:lnTo>
                    <a:pt x="4189" y="4169"/>
                  </a:lnTo>
                  <a:lnTo>
                    <a:pt x="4568" y="4428"/>
                  </a:lnTo>
                  <a:lnTo>
                    <a:pt x="4947" y="4668"/>
                  </a:lnTo>
                  <a:lnTo>
                    <a:pt x="5665" y="5106"/>
                  </a:lnTo>
                  <a:lnTo>
                    <a:pt x="6323" y="5445"/>
                  </a:lnTo>
                  <a:lnTo>
                    <a:pt x="6862" y="5705"/>
                  </a:lnTo>
                  <a:lnTo>
                    <a:pt x="7280" y="5884"/>
                  </a:lnTo>
                  <a:lnTo>
                    <a:pt x="7540" y="5984"/>
                  </a:lnTo>
                  <a:lnTo>
                    <a:pt x="7639" y="6004"/>
                  </a:lnTo>
                  <a:lnTo>
                    <a:pt x="7639" y="5984"/>
                  </a:lnTo>
                  <a:lnTo>
                    <a:pt x="7560" y="5944"/>
                  </a:lnTo>
                  <a:lnTo>
                    <a:pt x="7320" y="5804"/>
                  </a:lnTo>
                  <a:lnTo>
                    <a:pt x="6403" y="5306"/>
                  </a:lnTo>
                  <a:lnTo>
                    <a:pt x="5765" y="4947"/>
                  </a:lnTo>
                  <a:lnTo>
                    <a:pt x="5067" y="4508"/>
                  </a:lnTo>
                  <a:lnTo>
                    <a:pt x="4309" y="3989"/>
                  </a:lnTo>
                  <a:lnTo>
                    <a:pt x="3511" y="3391"/>
                  </a:lnTo>
                  <a:lnTo>
                    <a:pt x="2753" y="2773"/>
                  </a:lnTo>
                  <a:lnTo>
                    <a:pt x="2075" y="2155"/>
                  </a:lnTo>
                  <a:lnTo>
                    <a:pt x="1477" y="1576"/>
                  </a:lnTo>
                  <a:lnTo>
                    <a:pt x="978" y="1058"/>
                  </a:lnTo>
                  <a:lnTo>
                    <a:pt x="280" y="280"/>
                  </a:lnTo>
                  <a:lnTo>
                    <a:pt x="81" y="60"/>
                  </a:lnTo>
                  <a:lnTo>
                    <a:pt x="21" y="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6008594" y="4509458"/>
              <a:ext cx="458618" cy="252837"/>
            </a:xfrm>
            <a:custGeom>
              <a:avLst/>
              <a:gdLst/>
              <a:ahLst/>
              <a:cxnLst/>
              <a:rect l="l" t="t" r="r" b="b"/>
              <a:pathLst>
                <a:path w="22358" h="12326" extrusionOk="0">
                  <a:moveTo>
                    <a:pt x="1" y="0"/>
                  </a:moveTo>
                  <a:lnTo>
                    <a:pt x="120" y="240"/>
                  </a:lnTo>
                  <a:lnTo>
                    <a:pt x="479" y="918"/>
                  </a:lnTo>
                  <a:lnTo>
                    <a:pt x="599" y="1157"/>
                  </a:lnTo>
                  <a:lnTo>
                    <a:pt x="759" y="1396"/>
                  </a:lnTo>
                  <a:lnTo>
                    <a:pt x="1157" y="1955"/>
                  </a:lnTo>
                  <a:lnTo>
                    <a:pt x="1377" y="2254"/>
                  </a:lnTo>
                  <a:lnTo>
                    <a:pt x="1477" y="2414"/>
                  </a:lnTo>
                  <a:lnTo>
                    <a:pt x="1616" y="2573"/>
                  </a:lnTo>
                  <a:lnTo>
                    <a:pt x="2175" y="3211"/>
                  </a:lnTo>
                  <a:lnTo>
                    <a:pt x="2494" y="3550"/>
                  </a:lnTo>
                  <a:lnTo>
                    <a:pt x="2833" y="3889"/>
                  </a:lnTo>
                  <a:lnTo>
                    <a:pt x="3571" y="4607"/>
                  </a:lnTo>
                  <a:lnTo>
                    <a:pt x="3770" y="4787"/>
                  </a:lnTo>
                  <a:lnTo>
                    <a:pt x="3969" y="4966"/>
                  </a:lnTo>
                  <a:lnTo>
                    <a:pt x="4408" y="5325"/>
                  </a:lnTo>
                  <a:lnTo>
                    <a:pt x="4847" y="5684"/>
                  </a:lnTo>
                  <a:lnTo>
                    <a:pt x="5066" y="5864"/>
                  </a:lnTo>
                  <a:lnTo>
                    <a:pt x="5306" y="6043"/>
                  </a:lnTo>
                  <a:lnTo>
                    <a:pt x="5784" y="6402"/>
                  </a:lnTo>
                  <a:lnTo>
                    <a:pt x="6303" y="6761"/>
                  </a:lnTo>
                  <a:lnTo>
                    <a:pt x="6821" y="7100"/>
                  </a:lnTo>
                  <a:lnTo>
                    <a:pt x="7360" y="7459"/>
                  </a:lnTo>
                  <a:lnTo>
                    <a:pt x="8497" y="8137"/>
                  </a:lnTo>
                  <a:lnTo>
                    <a:pt x="9673" y="8796"/>
                  </a:lnTo>
                  <a:lnTo>
                    <a:pt x="10292" y="9115"/>
                  </a:lnTo>
                  <a:lnTo>
                    <a:pt x="10890" y="9394"/>
                  </a:lnTo>
                  <a:lnTo>
                    <a:pt x="12107" y="9952"/>
                  </a:lnTo>
                  <a:lnTo>
                    <a:pt x="13283" y="10431"/>
                  </a:lnTo>
                  <a:lnTo>
                    <a:pt x="14420" y="10870"/>
                  </a:lnTo>
                  <a:lnTo>
                    <a:pt x="15517" y="11229"/>
                  </a:lnTo>
                  <a:lnTo>
                    <a:pt x="16574" y="11528"/>
                  </a:lnTo>
                  <a:lnTo>
                    <a:pt x="17571" y="11787"/>
                  </a:lnTo>
                  <a:lnTo>
                    <a:pt x="18030" y="11887"/>
                  </a:lnTo>
                  <a:lnTo>
                    <a:pt x="18489" y="11967"/>
                  </a:lnTo>
                  <a:lnTo>
                    <a:pt x="19326" y="12126"/>
                  </a:lnTo>
                  <a:lnTo>
                    <a:pt x="19725" y="12186"/>
                  </a:lnTo>
                  <a:lnTo>
                    <a:pt x="20084" y="12226"/>
                  </a:lnTo>
                  <a:lnTo>
                    <a:pt x="20762" y="12286"/>
                  </a:lnTo>
                  <a:lnTo>
                    <a:pt x="21041" y="12306"/>
                  </a:lnTo>
                  <a:lnTo>
                    <a:pt x="21321" y="12326"/>
                  </a:lnTo>
                  <a:lnTo>
                    <a:pt x="22078" y="12326"/>
                  </a:lnTo>
                  <a:lnTo>
                    <a:pt x="22358" y="12306"/>
                  </a:lnTo>
                  <a:lnTo>
                    <a:pt x="22078" y="12286"/>
                  </a:lnTo>
                  <a:lnTo>
                    <a:pt x="21321" y="12226"/>
                  </a:lnTo>
                  <a:lnTo>
                    <a:pt x="21061" y="12226"/>
                  </a:lnTo>
                  <a:lnTo>
                    <a:pt x="20762" y="12186"/>
                  </a:lnTo>
                  <a:lnTo>
                    <a:pt x="20104" y="12106"/>
                  </a:lnTo>
                  <a:lnTo>
                    <a:pt x="19745" y="12046"/>
                  </a:lnTo>
                  <a:lnTo>
                    <a:pt x="19346" y="11987"/>
                  </a:lnTo>
                  <a:lnTo>
                    <a:pt x="18528" y="11827"/>
                  </a:lnTo>
                  <a:lnTo>
                    <a:pt x="17611" y="11608"/>
                  </a:lnTo>
                  <a:lnTo>
                    <a:pt x="16614" y="11348"/>
                  </a:lnTo>
                  <a:lnTo>
                    <a:pt x="15577" y="11029"/>
                  </a:lnTo>
                  <a:lnTo>
                    <a:pt x="14480" y="10670"/>
                  </a:lnTo>
                  <a:lnTo>
                    <a:pt x="13363" y="10231"/>
                  </a:lnTo>
                  <a:lnTo>
                    <a:pt x="12186" y="9753"/>
                  </a:lnTo>
                  <a:lnTo>
                    <a:pt x="10990" y="9194"/>
                  </a:lnTo>
                  <a:lnTo>
                    <a:pt x="9793" y="8596"/>
                  </a:lnTo>
                  <a:lnTo>
                    <a:pt x="8596" y="7938"/>
                  </a:lnTo>
                  <a:lnTo>
                    <a:pt x="7480" y="7260"/>
                  </a:lnTo>
                  <a:lnTo>
                    <a:pt x="6941" y="6921"/>
                  </a:lnTo>
                  <a:lnTo>
                    <a:pt x="6423" y="6582"/>
                  </a:lnTo>
                  <a:lnTo>
                    <a:pt x="5924" y="6223"/>
                  </a:lnTo>
                  <a:lnTo>
                    <a:pt x="5425" y="5864"/>
                  </a:lnTo>
                  <a:lnTo>
                    <a:pt x="5186" y="5704"/>
                  </a:lnTo>
                  <a:lnTo>
                    <a:pt x="4967" y="5525"/>
                  </a:lnTo>
                  <a:lnTo>
                    <a:pt x="4528" y="5166"/>
                  </a:lnTo>
                  <a:lnTo>
                    <a:pt x="4089" y="4807"/>
                  </a:lnTo>
                  <a:lnTo>
                    <a:pt x="3890" y="4647"/>
                  </a:lnTo>
                  <a:lnTo>
                    <a:pt x="3690" y="4468"/>
                  </a:lnTo>
                  <a:lnTo>
                    <a:pt x="2952" y="3770"/>
                  </a:lnTo>
                  <a:lnTo>
                    <a:pt x="2613" y="3431"/>
                  </a:lnTo>
                  <a:lnTo>
                    <a:pt x="2294" y="3092"/>
                  </a:lnTo>
                  <a:lnTo>
                    <a:pt x="1716" y="2473"/>
                  </a:lnTo>
                  <a:lnTo>
                    <a:pt x="1596" y="2314"/>
                  </a:lnTo>
                  <a:lnTo>
                    <a:pt x="1477" y="2174"/>
                  </a:lnTo>
                  <a:lnTo>
                    <a:pt x="1257" y="1875"/>
                  </a:lnTo>
                  <a:lnTo>
                    <a:pt x="858" y="1337"/>
                  </a:lnTo>
                  <a:lnTo>
                    <a:pt x="699" y="1117"/>
                  </a:lnTo>
                  <a:lnTo>
                    <a:pt x="559" y="878"/>
                  </a:lnTo>
                  <a:lnTo>
                    <a:pt x="160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6596811" y="3238102"/>
              <a:ext cx="133803" cy="75301"/>
            </a:xfrm>
            <a:custGeom>
              <a:avLst/>
              <a:gdLst/>
              <a:ahLst/>
              <a:cxnLst/>
              <a:rect l="l" t="t" r="r" b="b"/>
              <a:pathLst>
                <a:path w="6523" h="3671" extrusionOk="0">
                  <a:moveTo>
                    <a:pt x="1" y="1"/>
                  </a:moveTo>
                  <a:lnTo>
                    <a:pt x="61" y="61"/>
                  </a:lnTo>
                  <a:lnTo>
                    <a:pt x="240" y="180"/>
                  </a:lnTo>
                  <a:lnTo>
                    <a:pt x="918" y="619"/>
                  </a:lnTo>
                  <a:lnTo>
                    <a:pt x="1935" y="1217"/>
                  </a:lnTo>
                  <a:lnTo>
                    <a:pt x="3212" y="1935"/>
                  </a:lnTo>
                  <a:lnTo>
                    <a:pt x="4468" y="2653"/>
                  </a:lnTo>
                  <a:lnTo>
                    <a:pt x="5525" y="3212"/>
                  </a:lnTo>
                  <a:lnTo>
                    <a:pt x="6243" y="3571"/>
                  </a:lnTo>
                  <a:lnTo>
                    <a:pt x="6443" y="3651"/>
                  </a:lnTo>
                  <a:lnTo>
                    <a:pt x="6522" y="3670"/>
                  </a:lnTo>
                  <a:lnTo>
                    <a:pt x="6463" y="3611"/>
                  </a:lnTo>
                  <a:lnTo>
                    <a:pt x="6283" y="3491"/>
                  </a:lnTo>
                  <a:lnTo>
                    <a:pt x="5605" y="3072"/>
                  </a:lnTo>
                  <a:lnTo>
                    <a:pt x="4588" y="2454"/>
                  </a:lnTo>
                  <a:lnTo>
                    <a:pt x="3311" y="1736"/>
                  </a:lnTo>
                  <a:lnTo>
                    <a:pt x="2035" y="1038"/>
                  </a:lnTo>
                  <a:lnTo>
                    <a:pt x="998" y="479"/>
                  </a:lnTo>
                  <a:lnTo>
                    <a:pt x="280" y="101"/>
                  </a:lnTo>
                  <a:lnTo>
                    <a:pt x="81" y="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7041045" y="3872139"/>
              <a:ext cx="292939" cy="18851"/>
            </a:xfrm>
            <a:custGeom>
              <a:avLst/>
              <a:gdLst/>
              <a:ahLst/>
              <a:cxnLst/>
              <a:rect l="l" t="t" r="r" b="b"/>
              <a:pathLst>
                <a:path w="14281" h="919" extrusionOk="0">
                  <a:moveTo>
                    <a:pt x="1" y="1"/>
                  </a:moveTo>
                  <a:lnTo>
                    <a:pt x="140" y="61"/>
                  </a:lnTo>
                  <a:lnTo>
                    <a:pt x="559" y="140"/>
                  </a:lnTo>
                  <a:lnTo>
                    <a:pt x="1197" y="260"/>
                  </a:lnTo>
                  <a:lnTo>
                    <a:pt x="2075" y="400"/>
                  </a:lnTo>
                  <a:lnTo>
                    <a:pt x="3132" y="539"/>
                  </a:lnTo>
                  <a:lnTo>
                    <a:pt x="4329" y="659"/>
                  </a:lnTo>
                  <a:lnTo>
                    <a:pt x="5685" y="779"/>
                  </a:lnTo>
                  <a:lnTo>
                    <a:pt x="7121" y="878"/>
                  </a:lnTo>
                  <a:lnTo>
                    <a:pt x="8577" y="918"/>
                  </a:lnTo>
                  <a:lnTo>
                    <a:pt x="9913" y="918"/>
                  </a:lnTo>
                  <a:lnTo>
                    <a:pt x="11129" y="878"/>
                  </a:lnTo>
                  <a:lnTo>
                    <a:pt x="12206" y="799"/>
                  </a:lnTo>
                  <a:lnTo>
                    <a:pt x="13064" y="699"/>
                  </a:lnTo>
                  <a:lnTo>
                    <a:pt x="13722" y="599"/>
                  </a:lnTo>
                  <a:lnTo>
                    <a:pt x="14141" y="519"/>
                  </a:lnTo>
                  <a:lnTo>
                    <a:pt x="14280" y="479"/>
                  </a:lnTo>
                  <a:lnTo>
                    <a:pt x="14141" y="479"/>
                  </a:lnTo>
                  <a:lnTo>
                    <a:pt x="13722" y="519"/>
                  </a:lnTo>
                  <a:lnTo>
                    <a:pt x="13064" y="579"/>
                  </a:lnTo>
                  <a:lnTo>
                    <a:pt x="12186" y="639"/>
                  </a:lnTo>
                  <a:lnTo>
                    <a:pt x="11129" y="679"/>
                  </a:lnTo>
                  <a:lnTo>
                    <a:pt x="9913" y="699"/>
                  </a:lnTo>
                  <a:lnTo>
                    <a:pt x="8577" y="699"/>
                  </a:lnTo>
                  <a:lnTo>
                    <a:pt x="7141" y="639"/>
                  </a:lnTo>
                  <a:lnTo>
                    <a:pt x="5685" y="559"/>
                  </a:lnTo>
                  <a:lnTo>
                    <a:pt x="4348" y="459"/>
                  </a:lnTo>
                  <a:lnTo>
                    <a:pt x="3152" y="340"/>
                  </a:lnTo>
                  <a:lnTo>
                    <a:pt x="2095" y="240"/>
                  </a:lnTo>
                  <a:lnTo>
                    <a:pt x="559" y="61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7242313" y="3460639"/>
              <a:ext cx="130111" cy="9415"/>
            </a:xfrm>
            <a:custGeom>
              <a:avLst/>
              <a:gdLst/>
              <a:ahLst/>
              <a:cxnLst/>
              <a:rect l="l" t="t" r="r" b="b"/>
              <a:pathLst>
                <a:path w="6343" h="459" extrusionOk="0">
                  <a:moveTo>
                    <a:pt x="5405" y="0"/>
                  </a:moveTo>
                  <a:lnTo>
                    <a:pt x="4388" y="40"/>
                  </a:lnTo>
                  <a:lnTo>
                    <a:pt x="3171" y="120"/>
                  </a:lnTo>
                  <a:lnTo>
                    <a:pt x="1935" y="200"/>
                  </a:lnTo>
                  <a:lnTo>
                    <a:pt x="917" y="299"/>
                  </a:lnTo>
                  <a:lnTo>
                    <a:pt x="239" y="379"/>
                  </a:lnTo>
                  <a:lnTo>
                    <a:pt x="60" y="399"/>
                  </a:lnTo>
                  <a:lnTo>
                    <a:pt x="0" y="439"/>
                  </a:lnTo>
                  <a:lnTo>
                    <a:pt x="60" y="459"/>
                  </a:lnTo>
                  <a:lnTo>
                    <a:pt x="937" y="459"/>
                  </a:lnTo>
                  <a:lnTo>
                    <a:pt x="1935" y="419"/>
                  </a:lnTo>
                  <a:lnTo>
                    <a:pt x="3171" y="339"/>
                  </a:lnTo>
                  <a:lnTo>
                    <a:pt x="4408" y="260"/>
                  </a:lnTo>
                  <a:lnTo>
                    <a:pt x="5405" y="160"/>
                  </a:lnTo>
                  <a:lnTo>
                    <a:pt x="6083" y="80"/>
                  </a:lnTo>
                  <a:lnTo>
                    <a:pt x="6282" y="60"/>
                  </a:lnTo>
                  <a:lnTo>
                    <a:pt x="6342" y="20"/>
                  </a:lnTo>
                  <a:lnTo>
                    <a:pt x="6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7185848" y="3172653"/>
              <a:ext cx="136265" cy="56881"/>
            </a:xfrm>
            <a:custGeom>
              <a:avLst/>
              <a:gdLst/>
              <a:ahLst/>
              <a:cxnLst/>
              <a:rect l="l" t="t" r="r" b="b"/>
              <a:pathLst>
                <a:path w="6643" h="2773" extrusionOk="0">
                  <a:moveTo>
                    <a:pt x="6562" y="1"/>
                  </a:moveTo>
                  <a:lnTo>
                    <a:pt x="6363" y="61"/>
                  </a:lnTo>
                  <a:lnTo>
                    <a:pt x="5625" y="340"/>
                  </a:lnTo>
                  <a:lnTo>
                    <a:pt x="4568" y="759"/>
                  </a:lnTo>
                  <a:lnTo>
                    <a:pt x="3272" y="1277"/>
                  </a:lnTo>
                  <a:lnTo>
                    <a:pt x="1975" y="1836"/>
                  </a:lnTo>
                  <a:lnTo>
                    <a:pt x="938" y="2294"/>
                  </a:lnTo>
                  <a:lnTo>
                    <a:pt x="240" y="2633"/>
                  </a:lnTo>
                  <a:lnTo>
                    <a:pt x="61" y="2733"/>
                  </a:lnTo>
                  <a:lnTo>
                    <a:pt x="1" y="2773"/>
                  </a:lnTo>
                  <a:lnTo>
                    <a:pt x="81" y="2773"/>
                  </a:lnTo>
                  <a:lnTo>
                    <a:pt x="280" y="2713"/>
                  </a:lnTo>
                  <a:lnTo>
                    <a:pt x="998" y="2434"/>
                  </a:lnTo>
                  <a:lnTo>
                    <a:pt x="2075" y="2015"/>
                  </a:lnTo>
                  <a:lnTo>
                    <a:pt x="3351" y="1497"/>
                  </a:lnTo>
                  <a:lnTo>
                    <a:pt x="4648" y="938"/>
                  </a:lnTo>
                  <a:lnTo>
                    <a:pt x="5705" y="479"/>
                  </a:lnTo>
                  <a:lnTo>
                    <a:pt x="6403" y="140"/>
                  </a:lnTo>
                  <a:lnTo>
                    <a:pt x="6582" y="41"/>
                  </a:lnTo>
                  <a:lnTo>
                    <a:pt x="6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6816477" y="4259108"/>
              <a:ext cx="440219" cy="47076"/>
            </a:xfrm>
            <a:custGeom>
              <a:avLst/>
              <a:gdLst/>
              <a:ahLst/>
              <a:cxnLst/>
              <a:rect l="l" t="t" r="r" b="b"/>
              <a:pathLst>
                <a:path w="21461" h="2295" extrusionOk="0">
                  <a:moveTo>
                    <a:pt x="1" y="1"/>
                  </a:moveTo>
                  <a:lnTo>
                    <a:pt x="200" y="60"/>
                  </a:lnTo>
                  <a:lnTo>
                    <a:pt x="818" y="220"/>
                  </a:lnTo>
                  <a:lnTo>
                    <a:pt x="1796" y="459"/>
                  </a:lnTo>
                  <a:lnTo>
                    <a:pt x="3092" y="719"/>
                  </a:lnTo>
                  <a:lnTo>
                    <a:pt x="4667" y="1018"/>
                  </a:lnTo>
                  <a:lnTo>
                    <a:pt x="6482" y="1297"/>
                  </a:lnTo>
                  <a:lnTo>
                    <a:pt x="8497" y="1576"/>
                  </a:lnTo>
                  <a:lnTo>
                    <a:pt x="9554" y="1696"/>
                  </a:lnTo>
                  <a:lnTo>
                    <a:pt x="10651" y="1816"/>
                  </a:lnTo>
                  <a:lnTo>
                    <a:pt x="12824" y="2015"/>
                  </a:lnTo>
                  <a:lnTo>
                    <a:pt x="14859" y="2155"/>
                  </a:lnTo>
                  <a:lnTo>
                    <a:pt x="16694" y="2254"/>
                  </a:lnTo>
                  <a:lnTo>
                    <a:pt x="18289" y="2294"/>
                  </a:lnTo>
                  <a:lnTo>
                    <a:pt x="20622" y="2294"/>
                  </a:lnTo>
                  <a:lnTo>
                    <a:pt x="21241" y="2274"/>
                  </a:lnTo>
                  <a:lnTo>
                    <a:pt x="21460" y="2234"/>
                  </a:lnTo>
                  <a:lnTo>
                    <a:pt x="21241" y="2214"/>
                  </a:lnTo>
                  <a:lnTo>
                    <a:pt x="20622" y="2194"/>
                  </a:lnTo>
                  <a:lnTo>
                    <a:pt x="19625" y="2175"/>
                  </a:lnTo>
                  <a:lnTo>
                    <a:pt x="18309" y="2135"/>
                  </a:lnTo>
                  <a:lnTo>
                    <a:pt x="16694" y="2055"/>
                  </a:lnTo>
                  <a:lnTo>
                    <a:pt x="14879" y="1955"/>
                  </a:lnTo>
                  <a:lnTo>
                    <a:pt x="12844" y="1796"/>
                  </a:lnTo>
                  <a:lnTo>
                    <a:pt x="10671" y="1596"/>
                  </a:lnTo>
                  <a:lnTo>
                    <a:pt x="8517" y="1357"/>
                  </a:lnTo>
                  <a:lnTo>
                    <a:pt x="6502" y="1098"/>
                  </a:lnTo>
                  <a:lnTo>
                    <a:pt x="4687" y="838"/>
                  </a:lnTo>
                  <a:lnTo>
                    <a:pt x="3112" y="579"/>
                  </a:lnTo>
                  <a:lnTo>
                    <a:pt x="1816" y="340"/>
                  </a:lnTo>
                  <a:lnTo>
                    <a:pt x="838" y="140"/>
                  </a:lnTo>
                  <a:lnTo>
                    <a:pt x="220" y="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6245858" y="4826056"/>
              <a:ext cx="1085337" cy="101065"/>
            </a:xfrm>
            <a:custGeom>
              <a:avLst/>
              <a:gdLst/>
              <a:ahLst/>
              <a:cxnLst/>
              <a:rect l="l" t="t" r="r" b="b"/>
              <a:pathLst>
                <a:path w="52911" h="4927" extrusionOk="0">
                  <a:moveTo>
                    <a:pt x="52911" y="1"/>
                  </a:moveTo>
                  <a:lnTo>
                    <a:pt x="52771" y="41"/>
                  </a:lnTo>
                  <a:lnTo>
                    <a:pt x="52372" y="140"/>
                  </a:lnTo>
                  <a:lnTo>
                    <a:pt x="50877" y="539"/>
                  </a:lnTo>
                  <a:lnTo>
                    <a:pt x="49800" y="838"/>
                  </a:lnTo>
                  <a:lnTo>
                    <a:pt x="48503" y="1138"/>
                  </a:lnTo>
                  <a:lnTo>
                    <a:pt x="47008" y="1497"/>
                  </a:lnTo>
                  <a:lnTo>
                    <a:pt x="46190" y="1676"/>
                  </a:lnTo>
                  <a:lnTo>
                    <a:pt x="45312" y="1856"/>
                  </a:lnTo>
                  <a:lnTo>
                    <a:pt x="43458" y="2235"/>
                  </a:lnTo>
                  <a:lnTo>
                    <a:pt x="41443" y="2594"/>
                  </a:lnTo>
                  <a:lnTo>
                    <a:pt x="40386" y="2773"/>
                  </a:lnTo>
                  <a:lnTo>
                    <a:pt x="39269" y="2933"/>
                  </a:lnTo>
                  <a:lnTo>
                    <a:pt x="36976" y="3272"/>
                  </a:lnTo>
                  <a:lnTo>
                    <a:pt x="34543" y="3571"/>
                  </a:lnTo>
                  <a:lnTo>
                    <a:pt x="31990" y="3850"/>
                  </a:lnTo>
                  <a:lnTo>
                    <a:pt x="29357" y="4089"/>
                  </a:lnTo>
                  <a:lnTo>
                    <a:pt x="26645" y="4309"/>
                  </a:lnTo>
                  <a:lnTo>
                    <a:pt x="23933" y="4468"/>
                  </a:lnTo>
                  <a:lnTo>
                    <a:pt x="21280" y="4588"/>
                  </a:lnTo>
                  <a:lnTo>
                    <a:pt x="18727" y="4668"/>
                  </a:lnTo>
                  <a:lnTo>
                    <a:pt x="16274" y="4728"/>
                  </a:lnTo>
                  <a:lnTo>
                    <a:pt x="11747" y="4728"/>
                  </a:lnTo>
                  <a:lnTo>
                    <a:pt x="9693" y="4708"/>
                  </a:lnTo>
                  <a:lnTo>
                    <a:pt x="7798" y="4668"/>
                  </a:lnTo>
                  <a:lnTo>
                    <a:pt x="6083" y="4608"/>
                  </a:lnTo>
                  <a:lnTo>
                    <a:pt x="4547" y="4548"/>
                  </a:lnTo>
                  <a:lnTo>
                    <a:pt x="3211" y="4508"/>
                  </a:lnTo>
                  <a:lnTo>
                    <a:pt x="2094" y="4448"/>
                  </a:lnTo>
                  <a:lnTo>
                    <a:pt x="539" y="4369"/>
                  </a:lnTo>
                  <a:lnTo>
                    <a:pt x="140" y="4349"/>
                  </a:lnTo>
                  <a:lnTo>
                    <a:pt x="0" y="4369"/>
                  </a:lnTo>
                  <a:lnTo>
                    <a:pt x="140" y="4388"/>
                  </a:lnTo>
                  <a:lnTo>
                    <a:pt x="539" y="4408"/>
                  </a:lnTo>
                  <a:lnTo>
                    <a:pt x="2094" y="4528"/>
                  </a:lnTo>
                  <a:lnTo>
                    <a:pt x="3211" y="4608"/>
                  </a:lnTo>
                  <a:lnTo>
                    <a:pt x="4547" y="4688"/>
                  </a:lnTo>
                  <a:lnTo>
                    <a:pt x="6083" y="4767"/>
                  </a:lnTo>
                  <a:lnTo>
                    <a:pt x="7798" y="4827"/>
                  </a:lnTo>
                  <a:lnTo>
                    <a:pt x="9693" y="4887"/>
                  </a:lnTo>
                  <a:lnTo>
                    <a:pt x="11747" y="4907"/>
                  </a:lnTo>
                  <a:lnTo>
                    <a:pt x="13941" y="4927"/>
                  </a:lnTo>
                  <a:lnTo>
                    <a:pt x="16274" y="4927"/>
                  </a:lnTo>
                  <a:lnTo>
                    <a:pt x="18727" y="4887"/>
                  </a:lnTo>
                  <a:lnTo>
                    <a:pt x="21280" y="4807"/>
                  </a:lnTo>
                  <a:lnTo>
                    <a:pt x="23933" y="4688"/>
                  </a:lnTo>
                  <a:lnTo>
                    <a:pt x="26665" y="4528"/>
                  </a:lnTo>
                  <a:lnTo>
                    <a:pt x="29377" y="4309"/>
                  </a:lnTo>
                  <a:lnTo>
                    <a:pt x="32010" y="4069"/>
                  </a:lnTo>
                  <a:lnTo>
                    <a:pt x="34563" y="3790"/>
                  </a:lnTo>
                  <a:lnTo>
                    <a:pt x="36996" y="3471"/>
                  </a:lnTo>
                  <a:lnTo>
                    <a:pt x="39309" y="3132"/>
                  </a:lnTo>
                  <a:lnTo>
                    <a:pt x="40406" y="2953"/>
                  </a:lnTo>
                  <a:lnTo>
                    <a:pt x="41483" y="2773"/>
                  </a:lnTo>
                  <a:lnTo>
                    <a:pt x="43497" y="2394"/>
                  </a:lnTo>
                  <a:lnTo>
                    <a:pt x="44435" y="2215"/>
                  </a:lnTo>
                  <a:lnTo>
                    <a:pt x="45352" y="2015"/>
                  </a:lnTo>
                  <a:lnTo>
                    <a:pt x="47027" y="1636"/>
                  </a:lnTo>
                  <a:lnTo>
                    <a:pt x="48523" y="1277"/>
                  </a:lnTo>
                  <a:lnTo>
                    <a:pt x="49820" y="938"/>
                  </a:lnTo>
                  <a:lnTo>
                    <a:pt x="50897" y="619"/>
                  </a:lnTo>
                  <a:lnTo>
                    <a:pt x="51754" y="380"/>
                  </a:lnTo>
                  <a:lnTo>
                    <a:pt x="52392" y="180"/>
                  </a:lnTo>
                  <a:lnTo>
                    <a:pt x="52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6762883" y="2073112"/>
              <a:ext cx="722491" cy="1099265"/>
            </a:xfrm>
            <a:custGeom>
              <a:avLst/>
              <a:gdLst/>
              <a:ahLst/>
              <a:cxnLst/>
              <a:rect l="l" t="t" r="r" b="b"/>
              <a:pathLst>
                <a:path w="35222" h="53590" extrusionOk="0">
                  <a:moveTo>
                    <a:pt x="33008" y="1"/>
                  </a:moveTo>
                  <a:lnTo>
                    <a:pt x="16873" y="1875"/>
                  </a:lnTo>
                  <a:lnTo>
                    <a:pt x="17352" y="4528"/>
                  </a:lnTo>
                  <a:lnTo>
                    <a:pt x="17791" y="7200"/>
                  </a:lnTo>
                  <a:lnTo>
                    <a:pt x="18010" y="8537"/>
                  </a:lnTo>
                  <a:lnTo>
                    <a:pt x="18210" y="9873"/>
                  </a:lnTo>
                  <a:lnTo>
                    <a:pt x="18389" y="11209"/>
                  </a:lnTo>
                  <a:lnTo>
                    <a:pt x="18549" y="12545"/>
                  </a:lnTo>
                  <a:lnTo>
                    <a:pt x="18668" y="13902"/>
                  </a:lnTo>
                  <a:lnTo>
                    <a:pt x="18788" y="15238"/>
                  </a:lnTo>
                  <a:lnTo>
                    <a:pt x="18868" y="16574"/>
                  </a:lnTo>
                  <a:lnTo>
                    <a:pt x="18908" y="17930"/>
                  </a:lnTo>
                  <a:lnTo>
                    <a:pt x="18928" y="19266"/>
                  </a:lnTo>
                  <a:lnTo>
                    <a:pt x="18888" y="20603"/>
                  </a:lnTo>
                  <a:lnTo>
                    <a:pt x="18828" y="21959"/>
                  </a:lnTo>
                  <a:lnTo>
                    <a:pt x="18708" y="23295"/>
                  </a:lnTo>
                  <a:lnTo>
                    <a:pt x="18648" y="23973"/>
                  </a:lnTo>
                  <a:lnTo>
                    <a:pt x="18549" y="24651"/>
                  </a:lnTo>
                  <a:lnTo>
                    <a:pt x="18449" y="25309"/>
                  </a:lnTo>
                  <a:lnTo>
                    <a:pt x="18349" y="25988"/>
                  </a:lnTo>
                  <a:lnTo>
                    <a:pt x="18210" y="26646"/>
                  </a:lnTo>
                  <a:lnTo>
                    <a:pt x="18070" y="27324"/>
                  </a:lnTo>
                  <a:lnTo>
                    <a:pt x="17910" y="27982"/>
                  </a:lnTo>
                  <a:lnTo>
                    <a:pt x="17751" y="28640"/>
                  </a:lnTo>
                  <a:lnTo>
                    <a:pt x="17571" y="29298"/>
                  </a:lnTo>
                  <a:lnTo>
                    <a:pt x="17372" y="29936"/>
                  </a:lnTo>
                  <a:lnTo>
                    <a:pt x="17153" y="30595"/>
                  </a:lnTo>
                  <a:lnTo>
                    <a:pt x="16933" y="31233"/>
                  </a:lnTo>
                  <a:lnTo>
                    <a:pt x="16694" y="31871"/>
                  </a:lnTo>
                  <a:lnTo>
                    <a:pt x="16435" y="32489"/>
                  </a:lnTo>
                  <a:lnTo>
                    <a:pt x="16155" y="33108"/>
                  </a:lnTo>
                  <a:lnTo>
                    <a:pt x="15876" y="33726"/>
                  </a:lnTo>
                  <a:lnTo>
                    <a:pt x="15577" y="34324"/>
                  </a:lnTo>
                  <a:lnTo>
                    <a:pt x="15258" y="34922"/>
                  </a:lnTo>
                  <a:lnTo>
                    <a:pt x="14919" y="35501"/>
                  </a:lnTo>
                  <a:lnTo>
                    <a:pt x="14580" y="36079"/>
                  </a:lnTo>
                  <a:lnTo>
                    <a:pt x="14221" y="36638"/>
                  </a:lnTo>
                  <a:lnTo>
                    <a:pt x="13842" y="37196"/>
                  </a:lnTo>
                  <a:lnTo>
                    <a:pt x="13463" y="37734"/>
                  </a:lnTo>
                  <a:lnTo>
                    <a:pt x="13044" y="38273"/>
                  </a:lnTo>
                  <a:lnTo>
                    <a:pt x="12625" y="38792"/>
                  </a:lnTo>
                  <a:lnTo>
                    <a:pt x="12187" y="39290"/>
                  </a:lnTo>
                  <a:lnTo>
                    <a:pt x="11728" y="39769"/>
                  </a:lnTo>
                  <a:lnTo>
                    <a:pt x="11269" y="40247"/>
                  </a:lnTo>
                  <a:lnTo>
                    <a:pt x="10771" y="40706"/>
                  </a:lnTo>
                  <a:lnTo>
                    <a:pt x="10272" y="41145"/>
                  </a:lnTo>
                  <a:lnTo>
                    <a:pt x="9753" y="41584"/>
                  </a:lnTo>
                  <a:lnTo>
                    <a:pt x="9235" y="41983"/>
                  </a:lnTo>
                  <a:lnTo>
                    <a:pt x="8417" y="42561"/>
                  </a:lnTo>
                  <a:lnTo>
                    <a:pt x="7580" y="43099"/>
                  </a:lnTo>
                  <a:lnTo>
                    <a:pt x="5904" y="44156"/>
                  </a:lnTo>
                  <a:lnTo>
                    <a:pt x="5067" y="44695"/>
                  </a:lnTo>
                  <a:lnTo>
                    <a:pt x="4249" y="45253"/>
                  </a:lnTo>
                  <a:lnTo>
                    <a:pt x="3850" y="45552"/>
                  </a:lnTo>
                  <a:lnTo>
                    <a:pt x="3451" y="45852"/>
                  </a:lnTo>
                  <a:lnTo>
                    <a:pt x="3072" y="46171"/>
                  </a:lnTo>
                  <a:lnTo>
                    <a:pt x="2713" y="46510"/>
                  </a:lnTo>
                  <a:lnTo>
                    <a:pt x="2354" y="46849"/>
                  </a:lnTo>
                  <a:lnTo>
                    <a:pt x="2015" y="47228"/>
                  </a:lnTo>
                  <a:lnTo>
                    <a:pt x="1696" y="47607"/>
                  </a:lnTo>
                  <a:lnTo>
                    <a:pt x="1377" y="48026"/>
                  </a:lnTo>
                  <a:lnTo>
                    <a:pt x="1098" y="48444"/>
                  </a:lnTo>
                  <a:lnTo>
                    <a:pt x="859" y="48883"/>
                  </a:lnTo>
                  <a:lnTo>
                    <a:pt x="619" y="49322"/>
                  </a:lnTo>
                  <a:lnTo>
                    <a:pt x="420" y="49781"/>
                  </a:lnTo>
                  <a:lnTo>
                    <a:pt x="260" y="50259"/>
                  </a:lnTo>
                  <a:lnTo>
                    <a:pt x="141" y="50718"/>
                  </a:lnTo>
                  <a:lnTo>
                    <a:pt x="41" y="51197"/>
                  </a:lnTo>
                  <a:lnTo>
                    <a:pt x="1" y="51675"/>
                  </a:lnTo>
                  <a:lnTo>
                    <a:pt x="1" y="52154"/>
                  </a:lnTo>
                  <a:lnTo>
                    <a:pt x="41" y="52633"/>
                  </a:lnTo>
                  <a:lnTo>
                    <a:pt x="61" y="52872"/>
                  </a:lnTo>
                  <a:lnTo>
                    <a:pt x="121" y="53111"/>
                  </a:lnTo>
                  <a:lnTo>
                    <a:pt x="180" y="53351"/>
                  </a:lnTo>
                  <a:lnTo>
                    <a:pt x="260" y="53590"/>
                  </a:lnTo>
                  <a:lnTo>
                    <a:pt x="1577" y="53251"/>
                  </a:lnTo>
                  <a:lnTo>
                    <a:pt x="2893" y="52932"/>
                  </a:lnTo>
                  <a:lnTo>
                    <a:pt x="4229" y="52652"/>
                  </a:lnTo>
                  <a:lnTo>
                    <a:pt x="4907" y="52513"/>
                  </a:lnTo>
                  <a:lnTo>
                    <a:pt x="5565" y="52413"/>
                  </a:lnTo>
                  <a:lnTo>
                    <a:pt x="6243" y="52313"/>
                  </a:lnTo>
                  <a:lnTo>
                    <a:pt x="6921" y="52214"/>
                  </a:lnTo>
                  <a:lnTo>
                    <a:pt x="7580" y="52154"/>
                  </a:lnTo>
                  <a:lnTo>
                    <a:pt x="8258" y="52114"/>
                  </a:lnTo>
                  <a:lnTo>
                    <a:pt x="8936" y="52074"/>
                  </a:lnTo>
                  <a:lnTo>
                    <a:pt x="9614" y="52074"/>
                  </a:lnTo>
                  <a:lnTo>
                    <a:pt x="10272" y="52114"/>
                  </a:lnTo>
                  <a:lnTo>
                    <a:pt x="10950" y="52154"/>
                  </a:lnTo>
                  <a:lnTo>
                    <a:pt x="11668" y="52234"/>
                  </a:lnTo>
                  <a:lnTo>
                    <a:pt x="12366" y="52333"/>
                  </a:lnTo>
                  <a:lnTo>
                    <a:pt x="13064" y="52433"/>
                  </a:lnTo>
                  <a:lnTo>
                    <a:pt x="13762" y="52533"/>
                  </a:lnTo>
                  <a:lnTo>
                    <a:pt x="14460" y="52593"/>
                  </a:lnTo>
                  <a:lnTo>
                    <a:pt x="14819" y="52613"/>
                  </a:lnTo>
                  <a:lnTo>
                    <a:pt x="15517" y="52613"/>
                  </a:lnTo>
                  <a:lnTo>
                    <a:pt x="15856" y="52573"/>
                  </a:lnTo>
                  <a:lnTo>
                    <a:pt x="16215" y="52533"/>
                  </a:lnTo>
                  <a:lnTo>
                    <a:pt x="16554" y="52473"/>
                  </a:lnTo>
                  <a:lnTo>
                    <a:pt x="16933" y="52373"/>
                  </a:lnTo>
                  <a:lnTo>
                    <a:pt x="17312" y="52254"/>
                  </a:lnTo>
                  <a:lnTo>
                    <a:pt x="17691" y="52114"/>
                  </a:lnTo>
                  <a:lnTo>
                    <a:pt x="18050" y="51974"/>
                  </a:lnTo>
                  <a:lnTo>
                    <a:pt x="18409" y="51795"/>
                  </a:lnTo>
                  <a:lnTo>
                    <a:pt x="18768" y="51615"/>
                  </a:lnTo>
                  <a:lnTo>
                    <a:pt x="19446" y="51217"/>
                  </a:lnTo>
                  <a:lnTo>
                    <a:pt x="20144" y="50758"/>
                  </a:lnTo>
                  <a:lnTo>
                    <a:pt x="20822" y="50299"/>
                  </a:lnTo>
                  <a:lnTo>
                    <a:pt x="21500" y="49820"/>
                  </a:lnTo>
                  <a:lnTo>
                    <a:pt x="22139" y="49302"/>
                  </a:lnTo>
                  <a:lnTo>
                    <a:pt x="22777" y="48783"/>
                  </a:lnTo>
                  <a:lnTo>
                    <a:pt x="23395" y="48245"/>
                  </a:lnTo>
                  <a:lnTo>
                    <a:pt x="23993" y="47667"/>
                  </a:lnTo>
                  <a:lnTo>
                    <a:pt x="24572" y="47088"/>
                  </a:lnTo>
                  <a:lnTo>
                    <a:pt x="25130" y="46490"/>
                  </a:lnTo>
                  <a:lnTo>
                    <a:pt x="25689" y="45872"/>
                  </a:lnTo>
                  <a:lnTo>
                    <a:pt x="26207" y="45253"/>
                  </a:lnTo>
                  <a:lnTo>
                    <a:pt x="26726" y="44595"/>
                  </a:lnTo>
                  <a:lnTo>
                    <a:pt x="27224" y="43937"/>
                  </a:lnTo>
                  <a:lnTo>
                    <a:pt x="27703" y="43279"/>
                  </a:lnTo>
                  <a:lnTo>
                    <a:pt x="28162" y="42581"/>
                  </a:lnTo>
                  <a:lnTo>
                    <a:pt x="28600" y="41883"/>
                  </a:lnTo>
                  <a:lnTo>
                    <a:pt x="29039" y="41165"/>
                  </a:lnTo>
                  <a:lnTo>
                    <a:pt x="29438" y="40447"/>
                  </a:lnTo>
                  <a:lnTo>
                    <a:pt x="29837" y="39709"/>
                  </a:lnTo>
                  <a:lnTo>
                    <a:pt x="30216" y="38971"/>
                  </a:lnTo>
                  <a:lnTo>
                    <a:pt x="30595" y="38213"/>
                  </a:lnTo>
                  <a:lnTo>
                    <a:pt x="30934" y="37455"/>
                  </a:lnTo>
                  <a:lnTo>
                    <a:pt x="31273" y="36697"/>
                  </a:lnTo>
                  <a:lnTo>
                    <a:pt x="31572" y="35920"/>
                  </a:lnTo>
                  <a:lnTo>
                    <a:pt x="31871" y="35122"/>
                  </a:lnTo>
                  <a:lnTo>
                    <a:pt x="32150" y="34344"/>
                  </a:lnTo>
                  <a:lnTo>
                    <a:pt x="32430" y="33546"/>
                  </a:lnTo>
                  <a:lnTo>
                    <a:pt x="32669" y="32749"/>
                  </a:lnTo>
                  <a:lnTo>
                    <a:pt x="32908" y="31951"/>
                  </a:lnTo>
                  <a:lnTo>
                    <a:pt x="33128" y="31153"/>
                  </a:lnTo>
                  <a:lnTo>
                    <a:pt x="33327" y="30335"/>
                  </a:lnTo>
                  <a:lnTo>
                    <a:pt x="33526" y="29518"/>
                  </a:lnTo>
                  <a:lnTo>
                    <a:pt x="33865" y="27902"/>
                  </a:lnTo>
                  <a:lnTo>
                    <a:pt x="34185" y="26287"/>
                  </a:lnTo>
                  <a:lnTo>
                    <a:pt x="34464" y="24671"/>
                  </a:lnTo>
                  <a:lnTo>
                    <a:pt x="34703" y="23056"/>
                  </a:lnTo>
                  <a:lnTo>
                    <a:pt x="34823" y="22238"/>
                  </a:lnTo>
                  <a:lnTo>
                    <a:pt x="34923" y="21400"/>
                  </a:lnTo>
                  <a:lnTo>
                    <a:pt x="35002" y="20583"/>
                  </a:lnTo>
                  <a:lnTo>
                    <a:pt x="35062" y="19725"/>
                  </a:lnTo>
                  <a:lnTo>
                    <a:pt x="35122" y="18888"/>
                  </a:lnTo>
                  <a:lnTo>
                    <a:pt x="35182" y="18030"/>
                  </a:lnTo>
                  <a:lnTo>
                    <a:pt x="35202" y="17172"/>
                  </a:lnTo>
                  <a:lnTo>
                    <a:pt x="35222" y="16295"/>
                  </a:lnTo>
                  <a:lnTo>
                    <a:pt x="35222" y="15397"/>
                  </a:lnTo>
                  <a:lnTo>
                    <a:pt x="35202" y="14500"/>
                  </a:lnTo>
                  <a:lnTo>
                    <a:pt x="35182" y="13582"/>
                  </a:lnTo>
                  <a:lnTo>
                    <a:pt x="35122" y="12645"/>
                  </a:lnTo>
                  <a:lnTo>
                    <a:pt x="35062" y="11708"/>
                  </a:lnTo>
                  <a:lnTo>
                    <a:pt x="34982" y="10731"/>
                  </a:lnTo>
                  <a:lnTo>
                    <a:pt x="34883" y="9753"/>
                  </a:lnTo>
                  <a:lnTo>
                    <a:pt x="34743" y="8756"/>
                  </a:lnTo>
                  <a:lnTo>
                    <a:pt x="34603" y="7739"/>
                  </a:lnTo>
                  <a:lnTo>
                    <a:pt x="34444" y="6702"/>
                  </a:lnTo>
                  <a:lnTo>
                    <a:pt x="34264" y="5645"/>
                  </a:lnTo>
                  <a:lnTo>
                    <a:pt x="34045" y="4568"/>
                  </a:lnTo>
                  <a:lnTo>
                    <a:pt x="33826" y="3471"/>
                  </a:lnTo>
                  <a:lnTo>
                    <a:pt x="33566" y="2334"/>
                  </a:lnTo>
                  <a:lnTo>
                    <a:pt x="33307" y="1177"/>
                  </a:lnTo>
                  <a:lnTo>
                    <a:pt x="330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6794387" y="1759365"/>
              <a:ext cx="500341" cy="1374604"/>
            </a:xfrm>
            <a:custGeom>
              <a:avLst/>
              <a:gdLst/>
              <a:ahLst/>
              <a:cxnLst/>
              <a:rect l="l" t="t" r="r" b="b"/>
              <a:pathLst>
                <a:path w="24392" h="67013" extrusionOk="0">
                  <a:moveTo>
                    <a:pt x="13024" y="1"/>
                  </a:moveTo>
                  <a:lnTo>
                    <a:pt x="13144" y="160"/>
                  </a:lnTo>
                  <a:lnTo>
                    <a:pt x="13542" y="619"/>
                  </a:lnTo>
                  <a:lnTo>
                    <a:pt x="14181" y="1337"/>
                  </a:lnTo>
                  <a:lnTo>
                    <a:pt x="14599" y="1816"/>
                  </a:lnTo>
                  <a:lnTo>
                    <a:pt x="15038" y="2354"/>
                  </a:lnTo>
                  <a:lnTo>
                    <a:pt x="15537" y="2972"/>
                  </a:lnTo>
                  <a:lnTo>
                    <a:pt x="16055" y="3670"/>
                  </a:lnTo>
                  <a:lnTo>
                    <a:pt x="16614" y="4428"/>
                  </a:lnTo>
                  <a:lnTo>
                    <a:pt x="17192" y="5286"/>
                  </a:lnTo>
                  <a:lnTo>
                    <a:pt x="17790" y="6203"/>
                  </a:lnTo>
                  <a:lnTo>
                    <a:pt x="18409" y="7201"/>
                  </a:lnTo>
                  <a:lnTo>
                    <a:pt x="19007" y="8258"/>
                  </a:lnTo>
                  <a:lnTo>
                    <a:pt x="19625" y="9414"/>
                  </a:lnTo>
                  <a:lnTo>
                    <a:pt x="19924" y="10013"/>
                  </a:lnTo>
                  <a:lnTo>
                    <a:pt x="20224" y="10651"/>
                  </a:lnTo>
                  <a:lnTo>
                    <a:pt x="20523" y="11289"/>
                  </a:lnTo>
                  <a:lnTo>
                    <a:pt x="20822" y="11947"/>
                  </a:lnTo>
                  <a:lnTo>
                    <a:pt x="21101" y="12625"/>
                  </a:lnTo>
                  <a:lnTo>
                    <a:pt x="21380" y="13323"/>
                  </a:lnTo>
                  <a:lnTo>
                    <a:pt x="21660" y="14041"/>
                  </a:lnTo>
                  <a:lnTo>
                    <a:pt x="21919" y="14759"/>
                  </a:lnTo>
                  <a:lnTo>
                    <a:pt x="22158" y="15517"/>
                  </a:lnTo>
                  <a:lnTo>
                    <a:pt x="22398" y="16295"/>
                  </a:lnTo>
                  <a:lnTo>
                    <a:pt x="22637" y="17073"/>
                  </a:lnTo>
                  <a:lnTo>
                    <a:pt x="22856" y="17870"/>
                  </a:lnTo>
                  <a:lnTo>
                    <a:pt x="23056" y="18688"/>
                  </a:lnTo>
                  <a:lnTo>
                    <a:pt x="23235" y="19526"/>
                  </a:lnTo>
                  <a:lnTo>
                    <a:pt x="23415" y="20363"/>
                  </a:lnTo>
                  <a:lnTo>
                    <a:pt x="23574" y="21241"/>
                  </a:lnTo>
                  <a:lnTo>
                    <a:pt x="23714" y="22099"/>
                  </a:lnTo>
                  <a:lnTo>
                    <a:pt x="23853" y="22996"/>
                  </a:lnTo>
                  <a:lnTo>
                    <a:pt x="23953" y="23894"/>
                  </a:lnTo>
                  <a:lnTo>
                    <a:pt x="24033" y="24811"/>
                  </a:lnTo>
                  <a:lnTo>
                    <a:pt x="24093" y="25748"/>
                  </a:lnTo>
                  <a:lnTo>
                    <a:pt x="24153" y="26686"/>
                  </a:lnTo>
                  <a:lnTo>
                    <a:pt x="24153" y="27623"/>
                  </a:lnTo>
                  <a:lnTo>
                    <a:pt x="24153" y="28580"/>
                  </a:lnTo>
                  <a:lnTo>
                    <a:pt x="24133" y="29538"/>
                  </a:lnTo>
                  <a:lnTo>
                    <a:pt x="24073" y="30515"/>
                  </a:lnTo>
                  <a:lnTo>
                    <a:pt x="23993" y="31492"/>
                  </a:lnTo>
                  <a:lnTo>
                    <a:pt x="23893" y="32469"/>
                  </a:lnTo>
                  <a:lnTo>
                    <a:pt x="23774" y="33467"/>
                  </a:lnTo>
                  <a:lnTo>
                    <a:pt x="23614" y="34444"/>
                  </a:lnTo>
                  <a:lnTo>
                    <a:pt x="23435" y="35441"/>
                  </a:lnTo>
                  <a:lnTo>
                    <a:pt x="23235" y="36438"/>
                  </a:lnTo>
                  <a:lnTo>
                    <a:pt x="22996" y="37415"/>
                  </a:lnTo>
                  <a:lnTo>
                    <a:pt x="22737" y="38393"/>
                  </a:lnTo>
                  <a:lnTo>
                    <a:pt x="22457" y="39350"/>
                  </a:lnTo>
                  <a:lnTo>
                    <a:pt x="22158" y="40307"/>
                  </a:lnTo>
                  <a:lnTo>
                    <a:pt x="21839" y="41245"/>
                  </a:lnTo>
                  <a:lnTo>
                    <a:pt x="21500" y="42162"/>
                  </a:lnTo>
                  <a:lnTo>
                    <a:pt x="21141" y="43060"/>
                  </a:lnTo>
                  <a:lnTo>
                    <a:pt x="20762" y="43957"/>
                  </a:lnTo>
                  <a:lnTo>
                    <a:pt x="20363" y="44815"/>
                  </a:lnTo>
                  <a:lnTo>
                    <a:pt x="19964" y="45672"/>
                  </a:lnTo>
                  <a:lnTo>
                    <a:pt x="19526" y="46510"/>
                  </a:lnTo>
                  <a:lnTo>
                    <a:pt x="19087" y="47328"/>
                  </a:lnTo>
                  <a:lnTo>
                    <a:pt x="18628" y="48125"/>
                  </a:lnTo>
                  <a:lnTo>
                    <a:pt x="18169" y="48903"/>
                  </a:lnTo>
                  <a:lnTo>
                    <a:pt x="17691" y="49661"/>
                  </a:lnTo>
                  <a:lnTo>
                    <a:pt x="17192" y="50399"/>
                  </a:lnTo>
                  <a:lnTo>
                    <a:pt x="16694" y="51137"/>
                  </a:lnTo>
                  <a:lnTo>
                    <a:pt x="16195" y="51835"/>
                  </a:lnTo>
                  <a:lnTo>
                    <a:pt x="15676" y="52513"/>
                  </a:lnTo>
                  <a:lnTo>
                    <a:pt x="15158" y="53171"/>
                  </a:lnTo>
                  <a:lnTo>
                    <a:pt x="14639" y="53809"/>
                  </a:lnTo>
                  <a:lnTo>
                    <a:pt x="14101" y="54428"/>
                  </a:lnTo>
                  <a:lnTo>
                    <a:pt x="13562" y="55046"/>
                  </a:lnTo>
                  <a:lnTo>
                    <a:pt x="13044" y="55624"/>
                  </a:lnTo>
                  <a:lnTo>
                    <a:pt x="11947" y="56721"/>
                  </a:lnTo>
                  <a:lnTo>
                    <a:pt x="11408" y="57240"/>
                  </a:lnTo>
                  <a:lnTo>
                    <a:pt x="10870" y="57738"/>
                  </a:lnTo>
                  <a:lnTo>
                    <a:pt x="10332" y="58217"/>
                  </a:lnTo>
                  <a:lnTo>
                    <a:pt x="9793" y="58676"/>
                  </a:lnTo>
                  <a:lnTo>
                    <a:pt x="8736" y="59533"/>
                  </a:lnTo>
                  <a:lnTo>
                    <a:pt x="8217" y="59952"/>
                  </a:lnTo>
                  <a:lnTo>
                    <a:pt x="7699" y="60331"/>
                  </a:lnTo>
                  <a:lnTo>
                    <a:pt x="6702" y="61069"/>
                  </a:lnTo>
                  <a:lnTo>
                    <a:pt x="5744" y="61747"/>
                  </a:lnTo>
                  <a:lnTo>
                    <a:pt x="4847" y="62385"/>
                  </a:lnTo>
                  <a:lnTo>
                    <a:pt x="4029" y="63003"/>
                  </a:lnTo>
                  <a:lnTo>
                    <a:pt x="3291" y="63582"/>
                  </a:lnTo>
                  <a:lnTo>
                    <a:pt x="2613" y="64160"/>
                  </a:lnTo>
                  <a:lnTo>
                    <a:pt x="2035" y="64679"/>
                  </a:lnTo>
                  <a:lnTo>
                    <a:pt x="1516" y="65177"/>
                  </a:lnTo>
                  <a:lnTo>
                    <a:pt x="1098" y="65636"/>
                  </a:lnTo>
                  <a:lnTo>
                    <a:pt x="739" y="66035"/>
                  </a:lnTo>
                  <a:lnTo>
                    <a:pt x="459" y="66374"/>
                  </a:lnTo>
                  <a:lnTo>
                    <a:pt x="260" y="66653"/>
                  </a:lnTo>
                  <a:lnTo>
                    <a:pt x="120" y="66853"/>
                  </a:lnTo>
                  <a:lnTo>
                    <a:pt x="1" y="67012"/>
                  </a:lnTo>
                  <a:lnTo>
                    <a:pt x="120" y="66873"/>
                  </a:lnTo>
                  <a:lnTo>
                    <a:pt x="280" y="66673"/>
                  </a:lnTo>
                  <a:lnTo>
                    <a:pt x="499" y="66394"/>
                  </a:lnTo>
                  <a:lnTo>
                    <a:pt x="798" y="66055"/>
                  </a:lnTo>
                  <a:lnTo>
                    <a:pt x="1137" y="65676"/>
                  </a:lnTo>
                  <a:lnTo>
                    <a:pt x="1576" y="65237"/>
                  </a:lnTo>
                  <a:lnTo>
                    <a:pt x="2095" y="64739"/>
                  </a:lnTo>
                  <a:lnTo>
                    <a:pt x="2673" y="64220"/>
                  </a:lnTo>
                  <a:lnTo>
                    <a:pt x="3351" y="63682"/>
                  </a:lnTo>
                  <a:lnTo>
                    <a:pt x="4109" y="63103"/>
                  </a:lnTo>
                  <a:lnTo>
                    <a:pt x="4927" y="62485"/>
                  </a:lnTo>
                  <a:lnTo>
                    <a:pt x="5824" y="61847"/>
                  </a:lnTo>
                  <a:lnTo>
                    <a:pt x="6782" y="61189"/>
                  </a:lnTo>
                  <a:lnTo>
                    <a:pt x="7799" y="60451"/>
                  </a:lnTo>
                  <a:lnTo>
                    <a:pt x="8317" y="60072"/>
                  </a:lnTo>
                  <a:lnTo>
                    <a:pt x="8836" y="59673"/>
                  </a:lnTo>
                  <a:lnTo>
                    <a:pt x="9913" y="58815"/>
                  </a:lnTo>
                  <a:lnTo>
                    <a:pt x="10451" y="58337"/>
                  </a:lnTo>
                  <a:lnTo>
                    <a:pt x="10990" y="57858"/>
                  </a:lnTo>
                  <a:lnTo>
                    <a:pt x="11528" y="57379"/>
                  </a:lnTo>
                  <a:lnTo>
                    <a:pt x="12067" y="56841"/>
                  </a:lnTo>
                  <a:lnTo>
                    <a:pt x="13164" y="55744"/>
                  </a:lnTo>
                  <a:lnTo>
                    <a:pt x="13702" y="55165"/>
                  </a:lnTo>
                  <a:lnTo>
                    <a:pt x="14241" y="54567"/>
                  </a:lnTo>
                  <a:lnTo>
                    <a:pt x="14779" y="53949"/>
                  </a:lnTo>
                  <a:lnTo>
                    <a:pt x="15317" y="53291"/>
                  </a:lnTo>
                  <a:lnTo>
                    <a:pt x="15836" y="52633"/>
                  </a:lnTo>
                  <a:lnTo>
                    <a:pt x="16355" y="51955"/>
                  </a:lnTo>
                  <a:lnTo>
                    <a:pt x="16873" y="51237"/>
                  </a:lnTo>
                  <a:lnTo>
                    <a:pt x="17372" y="50519"/>
                  </a:lnTo>
                  <a:lnTo>
                    <a:pt x="17870" y="49781"/>
                  </a:lnTo>
                  <a:lnTo>
                    <a:pt x="18349" y="49023"/>
                  </a:lnTo>
                  <a:lnTo>
                    <a:pt x="18828" y="48225"/>
                  </a:lnTo>
                  <a:lnTo>
                    <a:pt x="19286" y="47427"/>
                  </a:lnTo>
                  <a:lnTo>
                    <a:pt x="19725" y="46610"/>
                  </a:lnTo>
                  <a:lnTo>
                    <a:pt x="20144" y="45772"/>
                  </a:lnTo>
                  <a:lnTo>
                    <a:pt x="20563" y="44914"/>
                  </a:lnTo>
                  <a:lnTo>
                    <a:pt x="20962" y="44037"/>
                  </a:lnTo>
                  <a:lnTo>
                    <a:pt x="21340" y="43139"/>
                  </a:lnTo>
                  <a:lnTo>
                    <a:pt x="21699" y="42242"/>
                  </a:lnTo>
                  <a:lnTo>
                    <a:pt x="22039" y="41324"/>
                  </a:lnTo>
                  <a:lnTo>
                    <a:pt x="22378" y="40367"/>
                  </a:lnTo>
                  <a:lnTo>
                    <a:pt x="22677" y="39430"/>
                  </a:lnTo>
                  <a:lnTo>
                    <a:pt x="22956" y="38453"/>
                  </a:lnTo>
                  <a:lnTo>
                    <a:pt x="23215" y="37475"/>
                  </a:lnTo>
                  <a:lnTo>
                    <a:pt x="23455" y="36478"/>
                  </a:lnTo>
                  <a:lnTo>
                    <a:pt x="23654" y="35481"/>
                  </a:lnTo>
                  <a:lnTo>
                    <a:pt x="23833" y="34484"/>
                  </a:lnTo>
                  <a:lnTo>
                    <a:pt x="23993" y="33487"/>
                  </a:lnTo>
                  <a:lnTo>
                    <a:pt x="24113" y="32489"/>
                  </a:lnTo>
                  <a:lnTo>
                    <a:pt x="24232" y="31512"/>
                  </a:lnTo>
                  <a:lnTo>
                    <a:pt x="24292" y="30535"/>
                  </a:lnTo>
                  <a:lnTo>
                    <a:pt x="24352" y="29558"/>
                  </a:lnTo>
                  <a:lnTo>
                    <a:pt x="24372" y="28580"/>
                  </a:lnTo>
                  <a:lnTo>
                    <a:pt x="24392" y="27623"/>
                  </a:lnTo>
                  <a:lnTo>
                    <a:pt x="24352" y="26666"/>
                  </a:lnTo>
                  <a:lnTo>
                    <a:pt x="24312" y="25728"/>
                  </a:lnTo>
                  <a:lnTo>
                    <a:pt x="24252" y="24791"/>
                  </a:lnTo>
                  <a:lnTo>
                    <a:pt x="24172" y="23874"/>
                  </a:lnTo>
                  <a:lnTo>
                    <a:pt x="24053" y="22976"/>
                  </a:lnTo>
                  <a:lnTo>
                    <a:pt x="23933" y="22079"/>
                  </a:lnTo>
                  <a:lnTo>
                    <a:pt x="23774" y="21201"/>
                  </a:lnTo>
                  <a:lnTo>
                    <a:pt x="23614" y="20324"/>
                  </a:lnTo>
                  <a:lnTo>
                    <a:pt x="23435" y="19486"/>
                  </a:lnTo>
                  <a:lnTo>
                    <a:pt x="23255" y="18648"/>
                  </a:lnTo>
                  <a:lnTo>
                    <a:pt x="23036" y="17831"/>
                  </a:lnTo>
                  <a:lnTo>
                    <a:pt x="22816" y="17013"/>
                  </a:lnTo>
                  <a:lnTo>
                    <a:pt x="22597" y="16235"/>
                  </a:lnTo>
                  <a:lnTo>
                    <a:pt x="22338" y="15457"/>
                  </a:lnTo>
                  <a:lnTo>
                    <a:pt x="22098" y="14699"/>
                  </a:lnTo>
                  <a:lnTo>
                    <a:pt x="21819" y="13981"/>
                  </a:lnTo>
                  <a:lnTo>
                    <a:pt x="21560" y="13263"/>
                  </a:lnTo>
                  <a:lnTo>
                    <a:pt x="21261" y="12565"/>
                  </a:lnTo>
                  <a:lnTo>
                    <a:pt x="20981" y="11867"/>
                  </a:lnTo>
                  <a:lnTo>
                    <a:pt x="20682" y="11209"/>
                  </a:lnTo>
                  <a:lnTo>
                    <a:pt x="20383" y="10571"/>
                  </a:lnTo>
                  <a:lnTo>
                    <a:pt x="20084" y="9953"/>
                  </a:lnTo>
                  <a:lnTo>
                    <a:pt x="19765" y="9354"/>
                  </a:lnTo>
                  <a:lnTo>
                    <a:pt x="19147" y="8198"/>
                  </a:lnTo>
                  <a:lnTo>
                    <a:pt x="18528" y="7121"/>
                  </a:lnTo>
                  <a:lnTo>
                    <a:pt x="17910" y="6124"/>
                  </a:lnTo>
                  <a:lnTo>
                    <a:pt x="17292" y="5206"/>
                  </a:lnTo>
                  <a:lnTo>
                    <a:pt x="16714" y="4369"/>
                  </a:lnTo>
                  <a:lnTo>
                    <a:pt x="16135" y="3611"/>
                  </a:lnTo>
                  <a:lnTo>
                    <a:pt x="15597" y="2913"/>
                  </a:lnTo>
                  <a:lnTo>
                    <a:pt x="15098" y="2294"/>
                  </a:lnTo>
                  <a:lnTo>
                    <a:pt x="14659" y="1756"/>
                  </a:lnTo>
                  <a:lnTo>
                    <a:pt x="14241" y="1297"/>
                  </a:lnTo>
                  <a:lnTo>
                    <a:pt x="13582" y="579"/>
                  </a:lnTo>
                  <a:lnTo>
                    <a:pt x="13164" y="160"/>
                  </a:lnTo>
                  <a:lnTo>
                    <a:pt x="13024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8" name="Google Shape;768;p40"/>
          <p:cNvSpPr txBox="1">
            <a:spLocks noGrp="1"/>
          </p:cNvSpPr>
          <p:nvPr>
            <p:ph type="title" idx="2"/>
          </p:nvPr>
        </p:nvSpPr>
        <p:spPr>
          <a:xfrm>
            <a:off x="2489625" y="1483891"/>
            <a:ext cx="801900" cy="4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/>
          <p:nvPr/>
        </p:nvSpPr>
        <p:spPr>
          <a:xfrm>
            <a:off x="4904269" y="1327000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8"/>
          <p:cNvSpPr/>
          <p:nvPr/>
        </p:nvSpPr>
        <p:spPr>
          <a:xfrm>
            <a:off x="4904269" y="2480313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8"/>
          <p:cNvSpPr/>
          <p:nvPr/>
        </p:nvSpPr>
        <p:spPr>
          <a:xfrm>
            <a:off x="4904269" y="3633625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8"/>
          <p:cNvSpPr/>
          <p:nvPr/>
        </p:nvSpPr>
        <p:spPr>
          <a:xfrm>
            <a:off x="989042" y="1327000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dirty="0"/>
          </a:p>
        </p:txBody>
      </p:sp>
      <p:sp>
        <p:nvSpPr>
          <p:cNvPr id="502" name="Google Shape;502;p38"/>
          <p:cNvSpPr txBox="1">
            <a:spLocks noGrp="1"/>
          </p:cNvSpPr>
          <p:nvPr>
            <p:ph type="subTitle" idx="1"/>
          </p:nvPr>
        </p:nvSpPr>
        <p:spPr>
          <a:xfrm>
            <a:off x="1597853" y="1327000"/>
            <a:ext cx="2984680" cy="7392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600" b="0" i="0" dirty="0" err="1">
                <a:effectLst/>
                <a:latin typeface="Fredoka One" panose="02000000000000000000" pitchFamily="2" charset="0"/>
              </a:rPr>
              <a:t>Mengidentifikasi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fenomena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</a:p>
          <a:p>
            <a:r>
              <a:rPr lang="en-ID" sz="1600" b="0" i="0" dirty="0" err="1">
                <a:effectLst/>
                <a:latin typeface="Fredoka One" panose="02000000000000000000" pitchFamily="2" charset="0"/>
              </a:rPr>
              <a:t>pemborosan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air dan </a:t>
            </a:r>
          </a:p>
          <a:p>
            <a:r>
              <a:rPr lang="en-ID" sz="1600" b="0" i="0" dirty="0" err="1">
                <a:effectLst/>
                <a:latin typeface="Fredoka One" panose="02000000000000000000" pitchFamily="2" charset="0"/>
              </a:rPr>
              <a:t>kebocoran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air</a:t>
            </a:r>
            <a:r>
              <a:rPr lang="en-ID" sz="1600" b="0" i="0" dirty="0">
                <a:effectLst/>
                <a:latin typeface="+mj-lt"/>
              </a:rPr>
              <a:t> </a:t>
            </a:r>
          </a:p>
        </p:txBody>
      </p:sp>
      <p:sp>
        <p:nvSpPr>
          <p:cNvPr id="504" name="Google Shape;504;p38"/>
          <p:cNvSpPr txBox="1">
            <a:spLocks noGrp="1"/>
          </p:cNvSpPr>
          <p:nvPr>
            <p:ph type="title"/>
          </p:nvPr>
        </p:nvSpPr>
        <p:spPr>
          <a:xfrm>
            <a:off x="1047992" y="1568800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5" name="Google Shape;505;p38"/>
          <p:cNvSpPr txBox="1">
            <a:spLocks noGrp="1"/>
          </p:cNvSpPr>
          <p:nvPr>
            <p:ph type="subTitle" idx="3"/>
          </p:nvPr>
        </p:nvSpPr>
        <p:spPr>
          <a:xfrm>
            <a:off x="5650707" y="1482812"/>
            <a:ext cx="2780017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 b="0" i="0" dirty="0" err="1">
                <a:effectLst/>
                <a:latin typeface="Fredoka One" panose="02000000000000000000" pitchFamily="2" charset="0"/>
              </a:rPr>
              <a:t>Mengkaji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konsep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penutup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keran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otomatis</a:t>
            </a:r>
            <a:endParaRPr sz="1600" dirty="0">
              <a:latin typeface="Fredoka One" panose="02000000000000000000" pitchFamily="2" charset="0"/>
            </a:endParaRPr>
          </a:p>
        </p:txBody>
      </p:sp>
      <p:sp>
        <p:nvSpPr>
          <p:cNvPr id="507" name="Google Shape;507;p38"/>
          <p:cNvSpPr txBox="1">
            <a:spLocks noGrp="1"/>
          </p:cNvSpPr>
          <p:nvPr>
            <p:ph type="title" idx="5"/>
          </p:nvPr>
        </p:nvSpPr>
        <p:spPr>
          <a:xfrm>
            <a:off x="4963219" y="1568800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9" name="Google Shape;509;p38"/>
          <p:cNvSpPr/>
          <p:nvPr/>
        </p:nvSpPr>
        <p:spPr>
          <a:xfrm>
            <a:off x="989042" y="2480313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8"/>
          <p:cNvSpPr txBox="1">
            <a:spLocks noGrp="1"/>
          </p:cNvSpPr>
          <p:nvPr>
            <p:ph type="title" idx="8"/>
          </p:nvPr>
        </p:nvSpPr>
        <p:spPr>
          <a:xfrm>
            <a:off x="1047992" y="2722113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2" name="Google Shape;512;p38"/>
          <p:cNvSpPr txBox="1">
            <a:spLocks noGrp="1"/>
          </p:cNvSpPr>
          <p:nvPr>
            <p:ph type="subTitle" idx="9"/>
          </p:nvPr>
        </p:nvSpPr>
        <p:spPr>
          <a:xfrm>
            <a:off x="5132393" y="2485938"/>
            <a:ext cx="3783755" cy="7523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600" b="0" i="0" dirty="0">
                <a:effectLst/>
                <a:latin typeface="Fredoka One" panose="02000000000000000000" pitchFamily="2" charset="0"/>
              </a:rPr>
              <a:t>	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Mengidentifikasi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pemanfaatan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total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putaran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turbin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sebagai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batas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waktu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kran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berputar</a:t>
            </a:r>
            <a:endParaRPr lang="en-ID" sz="1600" b="0" i="0" dirty="0">
              <a:effectLst/>
              <a:latin typeface="Fredoka One" panose="02000000000000000000" pitchFamily="2" charset="0"/>
            </a:endParaRPr>
          </a:p>
        </p:txBody>
      </p:sp>
      <p:sp>
        <p:nvSpPr>
          <p:cNvPr id="514" name="Google Shape;514;p38"/>
          <p:cNvSpPr txBox="1">
            <a:spLocks noGrp="1"/>
          </p:cNvSpPr>
          <p:nvPr>
            <p:ph type="title" idx="14"/>
          </p:nvPr>
        </p:nvSpPr>
        <p:spPr>
          <a:xfrm>
            <a:off x="4963219" y="2722113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5" name="Google Shape;515;p38"/>
          <p:cNvSpPr txBox="1">
            <a:spLocks noGrp="1"/>
          </p:cNvSpPr>
          <p:nvPr>
            <p:ph type="subTitle" idx="15"/>
          </p:nvPr>
        </p:nvSpPr>
        <p:spPr>
          <a:xfrm>
            <a:off x="1655642" y="3966925"/>
            <a:ext cx="3189677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D" sz="1600" b="0" i="0" dirty="0" err="1">
                <a:effectLst/>
                <a:latin typeface="Fredoka One" panose="02000000000000000000" pitchFamily="2" charset="0"/>
              </a:rPr>
              <a:t>Mengidentifikasi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kebutuhan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akan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solusi</a:t>
            </a:r>
            <a:endParaRPr lang="en-ID" sz="1600" dirty="0">
              <a:latin typeface="Fredoka One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sz="1600" dirty="0">
              <a:latin typeface="Fredoka One" panose="02000000000000000000" pitchFamily="2" charset="0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989042" y="3633625"/>
            <a:ext cx="666600" cy="6666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8"/>
          <p:cNvSpPr txBox="1">
            <a:spLocks noGrp="1"/>
          </p:cNvSpPr>
          <p:nvPr>
            <p:ph type="title" idx="17"/>
          </p:nvPr>
        </p:nvSpPr>
        <p:spPr>
          <a:xfrm>
            <a:off x="1047992" y="3875425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9" name="Google Shape;519;p38"/>
          <p:cNvSpPr txBox="1">
            <a:spLocks noGrp="1"/>
          </p:cNvSpPr>
          <p:nvPr>
            <p:ph type="subTitle" idx="18"/>
          </p:nvPr>
        </p:nvSpPr>
        <p:spPr>
          <a:xfrm>
            <a:off x="5511919" y="3875425"/>
            <a:ext cx="4314253" cy="2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600" b="0" i="0" dirty="0" err="1">
                <a:effectLst/>
                <a:latin typeface="Fredoka One" panose="02000000000000000000" pitchFamily="2" charset="0"/>
              </a:rPr>
              <a:t>Merancang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alat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penutup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keran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</a:p>
          <a:p>
            <a:r>
              <a:rPr lang="en-ID" sz="1600" b="0" i="0" dirty="0" err="1">
                <a:effectLst/>
                <a:latin typeface="Fredoka One" panose="02000000000000000000" pitchFamily="2" charset="0"/>
              </a:rPr>
              <a:t>otomatis</a:t>
            </a:r>
            <a:endParaRPr lang="en-ID" sz="1600" b="0" i="0" dirty="0">
              <a:effectLst/>
              <a:latin typeface="Fredoka One" panose="02000000000000000000" pitchFamily="2" charset="0"/>
            </a:endParaRPr>
          </a:p>
        </p:txBody>
      </p:sp>
      <p:sp>
        <p:nvSpPr>
          <p:cNvPr id="521" name="Google Shape;521;p38"/>
          <p:cNvSpPr txBox="1">
            <a:spLocks noGrp="1"/>
          </p:cNvSpPr>
          <p:nvPr>
            <p:ph type="title" idx="20"/>
          </p:nvPr>
        </p:nvSpPr>
        <p:spPr>
          <a:xfrm>
            <a:off x="4963219" y="3875425"/>
            <a:ext cx="548700" cy="183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" name="Google Shape;502;p38">
            <a:extLst>
              <a:ext uri="{FF2B5EF4-FFF2-40B4-BE49-F238E27FC236}">
                <a16:creationId xmlns:a16="http://schemas.microsoft.com/office/drawing/2014/main" id="{389247F2-1589-5D5A-CDC9-00D2A8F2A477}"/>
              </a:ext>
            </a:extLst>
          </p:cNvPr>
          <p:cNvSpPr txBox="1">
            <a:spLocks/>
          </p:cNvSpPr>
          <p:nvPr/>
        </p:nvSpPr>
        <p:spPr>
          <a:xfrm>
            <a:off x="1198315" y="2577921"/>
            <a:ext cx="3783755" cy="73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2000" b="0" i="0" u="none" strike="noStrike" cap="none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ID" sz="1600" b="0" i="0" dirty="0">
                <a:effectLst/>
                <a:latin typeface="Fredoka One" panose="02000000000000000000" pitchFamily="2" charset="0"/>
              </a:rPr>
              <a:t>	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Studi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literatur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tentang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teknologi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penghematan</a:t>
            </a:r>
            <a:r>
              <a:rPr lang="en-ID" sz="1600" dirty="0">
                <a:latin typeface="Fredoka One" panose="02000000000000000000" pitchFamily="2" charset="0"/>
              </a:rPr>
              <a:t> 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air dan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pengendalian</a:t>
            </a:r>
            <a:r>
              <a:rPr lang="en-ID" sz="1600" dirty="0"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otomatis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effectLst/>
                <a:latin typeface="Fredoka One" panose="02000000000000000000" pitchFamily="2" charset="0"/>
              </a:rPr>
              <a:t>aliran</a:t>
            </a:r>
            <a:r>
              <a:rPr lang="en-ID" sz="1600" b="0" i="0" dirty="0">
                <a:effectLst/>
                <a:latin typeface="Fredoka One" panose="02000000000000000000" pitchFamily="2" charset="0"/>
              </a:rPr>
              <a:t> air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Perumusan Masalah</a:t>
            </a:r>
            <a:endParaRPr dirty="0"/>
          </a:p>
        </p:txBody>
      </p:sp>
      <p:sp>
        <p:nvSpPr>
          <p:cNvPr id="845" name="Google Shape;845;p44"/>
          <p:cNvSpPr txBox="1">
            <a:spLocks noGrp="1"/>
          </p:cNvSpPr>
          <p:nvPr>
            <p:ph type="subTitle" idx="1"/>
          </p:nvPr>
        </p:nvSpPr>
        <p:spPr>
          <a:xfrm>
            <a:off x="5776125" y="1453901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46" name="Google Shape;846;p44"/>
          <p:cNvSpPr txBox="1">
            <a:spLocks noGrp="1"/>
          </p:cNvSpPr>
          <p:nvPr>
            <p:ph type="subTitle" idx="2"/>
          </p:nvPr>
        </p:nvSpPr>
        <p:spPr>
          <a:xfrm>
            <a:off x="5749263" y="1729045"/>
            <a:ext cx="2981080" cy="846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Bagaimana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desain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rancangan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otomatis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ini dapat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direalisasikan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r>
              <a:rPr lang="en-US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sz="1200" dirty="0">
              <a:solidFill>
                <a:schemeClr val="accent6"/>
              </a:solidFill>
              <a:latin typeface="Fredoka O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47" name="Google Shape;847;p44"/>
          <p:cNvSpPr txBox="1">
            <a:spLocks noGrp="1"/>
          </p:cNvSpPr>
          <p:nvPr>
            <p:ph type="subTitle" idx="3"/>
          </p:nvPr>
        </p:nvSpPr>
        <p:spPr>
          <a:xfrm>
            <a:off x="1994200" y="1453901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01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48" name="Google Shape;848;p44"/>
          <p:cNvSpPr txBox="1">
            <a:spLocks noGrp="1"/>
          </p:cNvSpPr>
          <p:nvPr>
            <p:ph type="subTitle" idx="4"/>
          </p:nvPr>
        </p:nvSpPr>
        <p:spPr>
          <a:xfrm>
            <a:off x="1985175" y="1677421"/>
            <a:ext cx="2461138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Bagaimana cara kerja alat penutup keran otomatis dengan total putaran turbin sebagai batas waktu kran berputar?</a:t>
            </a:r>
            <a:r>
              <a:rPr lang="sv-SE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sz="1400" dirty="0">
              <a:solidFill>
                <a:schemeClr val="accent6"/>
              </a:solidFill>
              <a:latin typeface="Fredoka O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49" name="Google Shape;849;p44"/>
          <p:cNvSpPr txBox="1">
            <a:spLocks noGrp="1"/>
          </p:cNvSpPr>
          <p:nvPr>
            <p:ph type="subTitle" idx="5"/>
          </p:nvPr>
        </p:nvSpPr>
        <p:spPr>
          <a:xfrm>
            <a:off x="5776125" y="3079226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50" name="Google Shape;850;p44"/>
          <p:cNvSpPr txBox="1">
            <a:spLocks noGrp="1"/>
          </p:cNvSpPr>
          <p:nvPr>
            <p:ph type="subTitle" idx="6"/>
          </p:nvPr>
        </p:nvSpPr>
        <p:spPr>
          <a:xfrm>
            <a:off x="5815888" y="3372013"/>
            <a:ext cx="24321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Apakah alat digunakan pada masyarakat hemat energi?</a:t>
            </a:r>
            <a:r>
              <a:rPr lang="fi-FI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sz="1400" dirty="0">
              <a:solidFill>
                <a:schemeClr val="accent6"/>
              </a:solidFill>
              <a:latin typeface="Fredoka O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51" name="Google Shape;851;p44"/>
          <p:cNvSpPr txBox="1">
            <a:spLocks noGrp="1"/>
          </p:cNvSpPr>
          <p:nvPr>
            <p:ph type="subTitle" idx="7"/>
          </p:nvPr>
        </p:nvSpPr>
        <p:spPr>
          <a:xfrm>
            <a:off x="1994200" y="3079226"/>
            <a:ext cx="24321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52" name="Google Shape;852;p44"/>
          <p:cNvSpPr txBox="1">
            <a:spLocks noGrp="1"/>
          </p:cNvSpPr>
          <p:nvPr>
            <p:ph type="subTitle" idx="8"/>
          </p:nvPr>
        </p:nvSpPr>
        <p:spPr>
          <a:xfrm>
            <a:off x="1994199" y="3327908"/>
            <a:ext cx="2678102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Apa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aplikasi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mekanisme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kerja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alat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apa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manfaatnya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penghematan</a:t>
            </a:r>
            <a:r>
              <a:rPr lang="en-ID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air?</a:t>
            </a:r>
            <a:endParaRPr sz="1400" dirty="0">
              <a:solidFill>
                <a:schemeClr val="accent6"/>
              </a:solidFill>
              <a:latin typeface="Fredoka O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53" name="Google Shape;853;p44"/>
          <p:cNvSpPr/>
          <p:nvPr/>
        </p:nvSpPr>
        <p:spPr>
          <a:xfrm>
            <a:off x="939013" y="1474425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4"/>
          <p:cNvSpPr/>
          <p:nvPr/>
        </p:nvSpPr>
        <p:spPr>
          <a:xfrm>
            <a:off x="939013" y="3099750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44"/>
          <p:cNvSpPr/>
          <p:nvPr/>
        </p:nvSpPr>
        <p:spPr>
          <a:xfrm>
            <a:off x="4729963" y="1474425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44"/>
          <p:cNvSpPr/>
          <p:nvPr/>
        </p:nvSpPr>
        <p:spPr>
          <a:xfrm>
            <a:off x="4729963" y="3099750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7" name="Google Shape;857;p44"/>
          <p:cNvGrpSpPr/>
          <p:nvPr/>
        </p:nvGrpSpPr>
        <p:grpSpPr>
          <a:xfrm>
            <a:off x="1222688" y="1741750"/>
            <a:ext cx="421175" cy="453850"/>
            <a:chOff x="1222688" y="1741750"/>
            <a:chExt cx="421175" cy="453850"/>
          </a:xfrm>
        </p:grpSpPr>
        <p:sp>
          <p:nvSpPr>
            <p:cNvPr id="858" name="Google Shape;858;p44"/>
            <p:cNvSpPr/>
            <p:nvPr/>
          </p:nvSpPr>
          <p:spPr>
            <a:xfrm>
              <a:off x="1267313" y="1741750"/>
              <a:ext cx="311800" cy="311175"/>
            </a:xfrm>
            <a:custGeom>
              <a:avLst/>
              <a:gdLst/>
              <a:ahLst/>
              <a:cxnLst/>
              <a:rect l="l" t="t" r="r" b="b"/>
              <a:pathLst>
                <a:path w="12472" h="12447" extrusionOk="0">
                  <a:moveTo>
                    <a:pt x="6236" y="3998"/>
                  </a:moveTo>
                  <a:lnTo>
                    <a:pt x="6463" y="4024"/>
                  </a:lnTo>
                  <a:lnTo>
                    <a:pt x="6689" y="4049"/>
                  </a:lnTo>
                  <a:lnTo>
                    <a:pt x="6915" y="4099"/>
                  </a:lnTo>
                  <a:lnTo>
                    <a:pt x="7116" y="4200"/>
                  </a:lnTo>
                  <a:lnTo>
                    <a:pt x="7317" y="4275"/>
                  </a:lnTo>
                  <a:lnTo>
                    <a:pt x="7493" y="4401"/>
                  </a:lnTo>
                  <a:lnTo>
                    <a:pt x="7669" y="4526"/>
                  </a:lnTo>
                  <a:lnTo>
                    <a:pt x="7820" y="4677"/>
                  </a:lnTo>
                  <a:lnTo>
                    <a:pt x="7971" y="4828"/>
                  </a:lnTo>
                  <a:lnTo>
                    <a:pt x="8097" y="5004"/>
                  </a:lnTo>
                  <a:lnTo>
                    <a:pt x="8223" y="5180"/>
                  </a:lnTo>
                  <a:lnTo>
                    <a:pt x="8323" y="5381"/>
                  </a:lnTo>
                  <a:lnTo>
                    <a:pt x="8399" y="5608"/>
                  </a:lnTo>
                  <a:lnTo>
                    <a:pt x="8449" y="5809"/>
                  </a:lnTo>
                  <a:lnTo>
                    <a:pt x="8474" y="6035"/>
                  </a:lnTo>
                  <a:lnTo>
                    <a:pt x="8499" y="6261"/>
                  </a:lnTo>
                  <a:lnTo>
                    <a:pt x="8474" y="6488"/>
                  </a:lnTo>
                  <a:lnTo>
                    <a:pt x="8449" y="6714"/>
                  </a:lnTo>
                  <a:lnTo>
                    <a:pt x="8399" y="6940"/>
                  </a:lnTo>
                  <a:lnTo>
                    <a:pt x="8323" y="7141"/>
                  </a:lnTo>
                  <a:lnTo>
                    <a:pt x="8223" y="7342"/>
                  </a:lnTo>
                  <a:lnTo>
                    <a:pt x="8097" y="7518"/>
                  </a:lnTo>
                  <a:lnTo>
                    <a:pt x="7971" y="7694"/>
                  </a:lnTo>
                  <a:lnTo>
                    <a:pt x="7820" y="7870"/>
                  </a:lnTo>
                  <a:lnTo>
                    <a:pt x="7669" y="8021"/>
                  </a:lnTo>
                  <a:lnTo>
                    <a:pt x="7493" y="8147"/>
                  </a:lnTo>
                  <a:lnTo>
                    <a:pt x="7317" y="8248"/>
                  </a:lnTo>
                  <a:lnTo>
                    <a:pt x="7116" y="8348"/>
                  </a:lnTo>
                  <a:lnTo>
                    <a:pt x="6915" y="8424"/>
                  </a:lnTo>
                  <a:lnTo>
                    <a:pt x="6689" y="8474"/>
                  </a:lnTo>
                  <a:lnTo>
                    <a:pt x="6463" y="8524"/>
                  </a:lnTo>
                  <a:lnTo>
                    <a:pt x="6010" y="8524"/>
                  </a:lnTo>
                  <a:lnTo>
                    <a:pt x="5784" y="8474"/>
                  </a:lnTo>
                  <a:lnTo>
                    <a:pt x="5557" y="8424"/>
                  </a:lnTo>
                  <a:lnTo>
                    <a:pt x="5356" y="8348"/>
                  </a:lnTo>
                  <a:lnTo>
                    <a:pt x="5155" y="8248"/>
                  </a:lnTo>
                  <a:lnTo>
                    <a:pt x="4979" y="8147"/>
                  </a:lnTo>
                  <a:lnTo>
                    <a:pt x="4803" y="8021"/>
                  </a:lnTo>
                  <a:lnTo>
                    <a:pt x="4627" y="7870"/>
                  </a:lnTo>
                  <a:lnTo>
                    <a:pt x="4501" y="7694"/>
                  </a:lnTo>
                  <a:lnTo>
                    <a:pt x="4351" y="7518"/>
                  </a:lnTo>
                  <a:lnTo>
                    <a:pt x="4250" y="7342"/>
                  </a:lnTo>
                  <a:lnTo>
                    <a:pt x="4149" y="7141"/>
                  </a:lnTo>
                  <a:lnTo>
                    <a:pt x="4074" y="6940"/>
                  </a:lnTo>
                  <a:lnTo>
                    <a:pt x="4024" y="6714"/>
                  </a:lnTo>
                  <a:lnTo>
                    <a:pt x="3999" y="6488"/>
                  </a:lnTo>
                  <a:lnTo>
                    <a:pt x="3973" y="6261"/>
                  </a:lnTo>
                  <a:lnTo>
                    <a:pt x="3999" y="6035"/>
                  </a:lnTo>
                  <a:lnTo>
                    <a:pt x="4024" y="5809"/>
                  </a:lnTo>
                  <a:lnTo>
                    <a:pt x="4074" y="5608"/>
                  </a:lnTo>
                  <a:lnTo>
                    <a:pt x="4149" y="5381"/>
                  </a:lnTo>
                  <a:lnTo>
                    <a:pt x="4250" y="5180"/>
                  </a:lnTo>
                  <a:lnTo>
                    <a:pt x="4351" y="5004"/>
                  </a:lnTo>
                  <a:lnTo>
                    <a:pt x="4501" y="4828"/>
                  </a:lnTo>
                  <a:lnTo>
                    <a:pt x="4627" y="4677"/>
                  </a:lnTo>
                  <a:lnTo>
                    <a:pt x="4803" y="4526"/>
                  </a:lnTo>
                  <a:lnTo>
                    <a:pt x="4979" y="4401"/>
                  </a:lnTo>
                  <a:lnTo>
                    <a:pt x="5155" y="4275"/>
                  </a:lnTo>
                  <a:lnTo>
                    <a:pt x="5356" y="4200"/>
                  </a:lnTo>
                  <a:lnTo>
                    <a:pt x="5557" y="4099"/>
                  </a:lnTo>
                  <a:lnTo>
                    <a:pt x="5784" y="4049"/>
                  </a:lnTo>
                  <a:lnTo>
                    <a:pt x="6010" y="4024"/>
                  </a:lnTo>
                  <a:lnTo>
                    <a:pt x="6236" y="3998"/>
                  </a:lnTo>
                  <a:close/>
                  <a:moveTo>
                    <a:pt x="5004" y="1"/>
                  </a:moveTo>
                  <a:lnTo>
                    <a:pt x="5004" y="1333"/>
                  </a:lnTo>
                  <a:lnTo>
                    <a:pt x="4652" y="1434"/>
                  </a:lnTo>
                  <a:lnTo>
                    <a:pt x="4300" y="1560"/>
                  </a:lnTo>
                  <a:lnTo>
                    <a:pt x="3973" y="1710"/>
                  </a:lnTo>
                  <a:lnTo>
                    <a:pt x="3647" y="1886"/>
                  </a:lnTo>
                  <a:lnTo>
                    <a:pt x="2691" y="956"/>
                  </a:lnTo>
                  <a:lnTo>
                    <a:pt x="956" y="2691"/>
                  </a:lnTo>
                  <a:lnTo>
                    <a:pt x="1887" y="3621"/>
                  </a:lnTo>
                  <a:lnTo>
                    <a:pt x="1711" y="3948"/>
                  </a:lnTo>
                  <a:lnTo>
                    <a:pt x="1560" y="4275"/>
                  </a:lnTo>
                  <a:lnTo>
                    <a:pt x="1434" y="4627"/>
                  </a:lnTo>
                  <a:lnTo>
                    <a:pt x="1333" y="5004"/>
                  </a:lnTo>
                  <a:lnTo>
                    <a:pt x="1" y="5004"/>
                  </a:lnTo>
                  <a:lnTo>
                    <a:pt x="1" y="7443"/>
                  </a:lnTo>
                  <a:lnTo>
                    <a:pt x="1308" y="7443"/>
                  </a:lnTo>
                  <a:lnTo>
                    <a:pt x="1434" y="7820"/>
                  </a:lnTo>
                  <a:lnTo>
                    <a:pt x="1560" y="8172"/>
                  </a:lnTo>
                  <a:lnTo>
                    <a:pt x="1711" y="8499"/>
                  </a:lnTo>
                  <a:lnTo>
                    <a:pt x="1887" y="8826"/>
                  </a:lnTo>
                  <a:lnTo>
                    <a:pt x="956" y="9756"/>
                  </a:lnTo>
                  <a:lnTo>
                    <a:pt x="2691" y="11491"/>
                  </a:lnTo>
                  <a:lnTo>
                    <a:pt x="3621" y="10561"/>
                  </a:lnTo>
                  <a:lnTo>
                    <a:pt x="3948" y="10737"/>
                  </a:lnTo>
                  <a:lnTo>
                    <a:pt x="4300" y="10913"/>
                  </a:lnTo>
                  <a:lnTo>
                    <a:pt x="4652" y="11038"/>
                  </a:lnTo>
                  <a:lnTo>
                    <a:pt x="5004" y="11139"/>
                  </a:lnTo>
                  <a:lnTo>
                    <a:pt x="5004" y="12446"/>
                  </a:lnTo>
                  <a:lnTo>
                    <a:pt x="7468" y="12446"/>
                  </a:lnTo>
                  <a:lnTo>
                    <a:pt x="7468" y="11139"/>
                  </a:lnTo>
                  <a:lnTo>
                    <a:pt x="7820" y="11038"/>
                  </a:lnTo>
                  <a:lnTo>
                    <a:pt x="8172" y="10888"/>
                  </a:lnTo>
                  <a:lnTo>
                    <a:pt x="8499" y="10737"/>
                  </a:lnTo>
                  <a:lnTo>
                    <a:pt x="8826" y="10561"/>
                  </a:lnTo>
                  <a:lnTo>
                    <a:pt x="9756" y="11491"/>
                  </a:lnTo>
                  <a:lnTo>
                    <a:pt x="11516" y="9756"/>
                  </a:lnTo>
                  <a:lnTo>
                    <a:pt x="10561" y="8826"/>
                  </a:lnTo>
                  <a:lnTo>
                    <a:pt x="10737" y="8499"/>
                  </a:lnTo>
                  <a:lnTo>
                    <a:pt x="10888" y="8172"/>
                  </a:lnTo>
                  <a:lnTo>
                    <a:pt x="11013" y="7820"/>
                  </a:lnTo>
                  <a:lnTo>
                    <a:pt x="11114" y="7443"/>
                  </a:lnTo>
                  <a:lnTo>
                    <a:pt x="12472" y="7443"/>
                  </a:lnTo>
                  <a:lnTo>
                    <a:pt x="12472" y="5004"/>
                  </a:lnTo>
                  <a:lnTo>
                    <a:pt x="11114" y="5004"/>
                  </a:lnTo>
                  <a:lnTo>
                    <a:pt x="11013" y="4627"/>
                  </a:lnTo>
                  <a:lnTo>
                    <a:pt x="10888" y="4300"/>
                  </a:lnTo>
                  <a:lnTo>
                    <a:pt x="10737" y="3948"/>
                  </a:lnTo>
                  <a:lnTo>
                    <a:pt x="10561" y="3646"/>
                  </a:lnTo>
                  <a:lnTo>
                    <a:pt x="11516" y="2691"/>
                  </a:lnTo>
                  <a:lnTo>
                    <a:pt x="9756" y="956"/>
                  </a:lnTo>
                  <a:lnTo>
                    <a:pt x="8826" y="1912"/>
                  </a:lnTo>
                  <a:lnTo>
                    <a:pt x="8499" y="1736"/>
                  </a:lnTo>
                  <a:lnTo>
                    <a:pt x="8172" y="1560"/>
                  </a:lnTo>
                  <a:lnTo>
                    <a:pt x="7820" y="1434"/>
                  </a:lnTo>
                  <a:lnTo>
                    <a:pt x="7468" y="1333"/>
                  </a:lnTo>
                  <a:lnTo>
                    <a:pt x="7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4"/>
            <p:cNvSpPr/>
            <p:nvPr/>
          </p:nvSpPr>
          <p:spPr>
            <a:xfrm>
              <a:off x="1222688" y="1854275"/>
              <a:ext cx="372150" cy="341325"/>
            </a:xfrm>
            <a:custGeom>
              <a:avLst/>
              <a:gdLst/>
              <a:ahLst/>
              <a:cxnLst/>
              <a:rect l="l" t="t" r="r" b="b"/>
              <a:pathLst>
                <a:path w="14886" h="13653" extrusionOk="0">
                  <a:moveTo>
                    <a:pt x="1635" y="0"/>
                  </a:moveTo>
                  <a:lnTo>
                    <a:pt x="1459" y="553"/>
                  </a:lnTo>
                  <a:lnTo>
                    <a:pt x="1333" y="1132"/>
                  </a:lnTo>
                  <a:lnTo>
                    <a:pt x="1258" y="1710"/>
                  </a:lnTo>
                  <a:lnTo>
                    <a:pt x="1233" y="2313"/>
                  </a:lnTo>
                  <a:lnTo>
                    <a:pt x="1233" y="2766"/>
                  </a:lnTo>
                  <a:lnTo>
                    <a:pt x="1" y="6311"/>
                  </a:lnTo>
                  <a:lnTo>
                    <a:pt x="1233" y="6487"/>
                  </a:lnTo>
                  <a:lnTo>
                    <a:pt x="1233" y="8524"/>
                  </a:lnTo>
                  <a:lnTo>
                    <a:pt x="1233" y="8725"/>
                  </a:lnTo>
                  <a:lnTo>
                    <a:pt x="1258" y="8926"/>
                  </a:lnTo>
                  <a:lnTo>
                    <a:pt x="1308" y="9127"/>
                  </a:lnTo>
                  <a:lnTo>
                    <a:pt x="1384" y="9303"/>
                  </a:lnTo>
                  <a:lnTo>
                    <a:pt x="1459" y="9479"/>
                  </a:lnTo>
                  <a:lnTo>
                    <a:pt x="1560" y="9630"/>
                  </a:lnTo>
                  <a:lnTo>
                    <a:pt x="1685" y="9806"/>
                  </a:lnTo>
                  <a:lnTo>
                    <a:pt x="1811" y="9932"/>
                  </a:lnTo>
                  <a:lnTo>
                    <a:pt x="1937" y="10057"/>
                  </a:lnTo>
                  <a:lnTo>
                    <a:pt x="2113" y="10183"/>
                  </a:lnTo>
                  <a:lnTo>
                    <a:pt x="2264" y="10284"/>
                  </a:lnTo>
                  <a:lnTo>
                    <a:pt x="2440" y="10359"/>
                  </a:lnTo>
                  <a:lnTo>
                    <a:pt x="2616" y="10435"/>
                  </a:lnTo>
                  <a:lnTo>
                    <a:pt x="2817" y="10485"/>
                  </a:lnTo>
                  <a:lnTo>
                    <a:pt x="3018" y="10510"/>
                  </a:lnTo>
                  <a:lnTo>
                    <a:pt x="4753" y="10510"/>
                  </a:lnTo>
                  <a:lnTo>
                    <a:pt x="4753" y="13653"/>
                  </a:lnTo>
                  <a:lnTo>
                    <a:pt x="11064" y="13653"/>
                  </a:lnTo>
                  <a:lnTo>
                    <a:pt x="11064" y="8373"/>
                  </a:lnTo>
                  <a:lnTo>
                    <a:pt x="11466" y="8147"/>
                  </a:lnTo>
                  <a:lnTo>
                    <a:pt x="11868" y="7895"/>
                  </a:lnTo>
                  <a:lnTo>
                    <a:pt x="12245" y="7619"/>
                  </a:lnTo>
                  <a:lnTo>
                    <a:pt x="12597" y="7317"/>
                  </a:lnTo>
                  <a:lnTo>
                    <a:pt x="12949" y="6990"/>
                  </a:lnTo>
                  <a:lnTo>
                    <a:pt x="13251" y="6663"/>
                  </a:lnTo>
                  <a:lnTo>
                    <a:pt x="13553" y="6286"/>
                  </a:lnTo>
                  <a:lnTo>
                    <a:pt x="13804" y="5909"/>
                  </a:lnTo>
                  <a:lnTo>
                    <a:pt x="14056" y="5507"/>
                  </a:lnTo>
                  <a:lnTo>
                    <a:pt x="14257" y="5079"/>
                  </a:lnTo>
                  <a:lnTo>
                    <a:pt x="14458" y="4627"/>
                  </a:lnTo>
                  <a:lnTo>
                    <a:pt x="14609" y="4174"/>
                  </a:lnTo>
                  <a:lnTo>
                    <a:pt x="14709" y="3721"/>
                  </a:lnTo>
                  <a:lnTo>
                    <a:pt x="14810" y="3244"/>
                  </a:lnTo>
                  <a:lnTo>
                    <a:pt x="14860" y="2741"/>
                  </a:lnTo>
                  <a:lnTo>
                    <a:pt x="14885" y="2238"/>
                  </a:lnTo>
                  <a:lnTo>
                    <a:pt x="14860" y="1660"/>
                  </a:lnTo>
                  <a:lnTo>
                    <a:pt x="14785" y="1081"/>
                  </a:lnTo>
                  <a:lnTo>
                    <a:pt x="14659" y="528"/>
                  </a:lnTo>
                  <a:lnTo>
                    <a:pt x="145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4"/>
            <p:cNvSpPr/>
            <p:nvPr/>
          </p:nvSpPr>
          <p:spPr>
            <a:xfrm>
              <a:off x="1449613" y="1920275"/>
              <a:ext cx="194250" cy="194875"/>
            </a:xfrm>
            <a:custGeom>
              <a:avLst/>
              <a:gdLst/>
              <a:ahLst/>
              <a:cxnLst/>
              <a:rect l="l" t="t" r="r" b="b"/>
              <a:pathLst>
                <a:path w="7770" h="7795" extrusionOk="0">
                  <a:moveTo>
                    <a:pt x="3872" y="2515"/>
                  </a:moveTo>
                  <a:lnTo>
                    <a:pt x="4174" y="2540"/>
                  </a:lnTo>
                  <a:lnTo>
                    <a:pt x="4425" y="2615"/>
                  </a:lnTo>
                  <a:lnTo>
                    <a:pt x="4677" y="2741"/>
                  </a:lnTo>
                  <a:lnTo>
                    <a:pt x="4878" y="2917"/>
                  </a:lnTo>
                  <a:lnTo>
                    <a:pt x="5054" y="3118"/>
                  </a:lnTo>
                  <a:lnTo>
                    <a:pt x="5180" y="3369"/>
                  </a:lnTo>
                  <a:lnTo>
                    <a:pt x="5280" y="3646"/>
                  </a:lnTo>
                  <a:lnTo>
                    <a:pt x="5305" y="3923"/>
                  </a:lnTo>
                  <a:lnTo>
                    <a:pt x="5280" y="4199"/>
                  </a:lnTo>
                  <a:lnTo>
                    <a:pt x="5180" y="4476"/>
                  </a:lnTo>
                  <a:lnTo>
                    <a:pt x="5054" y="4702"/>
                  </a:lnTo>
                  <a:lnTo>
                    <a:pt x="4878" y="4928"/>
                  </a:lnTo>
                  <a:lnTo>
                    <a:pt x="4677" y="5079"/>
                  </a:lnTo>
                  <a:lnTo>
                    <a:pt x="4425" y="5230"/>
                  </a:lnTo>
                  <a:lnTo>
                    <a:pt x="4174" y="5305"/>
                  </a:lnTo>
                  <a:lnTo>
                    <a:pt x="3872" y="5331"/>
                  </a:lnTo>
                  <a:lnTo>
                    <a:pt x="3596" y="5305"/>
                  </a:lnTo>
                  <a:lnTo>
                    <a:pt x="3344" y="5230"/>
                  </a:lnTo>
                  <a:lnTo>
                    <a:pt x="3093" y="5079"/>
                  </a:lnTo>
                  <a:lnTo>
                    <a:pt x="2892" y="4928"/>
                  </a:lnTo>
                  <a:lnTo>
                    <a:pt x="2716" y="4702"/>
                  </a:lnTo>
                  <a:lnTo>
                    <a:pt x="2590" y="4476"/>
                  </a:lnTo>
                  <a:lnTo>
                    <a:pt x="2489" y="4199"/>
                  </a:lnTo>
                  <a:lnTo>
                    <a:pt x="2464" y="3923"/>
                  </a:lnTo>
                  <a:lnTo>
                    <a:pt x="2489" y="3646"/>
                  </a:lnTo>
                  <a:lnTo>
                    <a:pt x="2590" y="3369"/>
                  </a:lnTo>
                  <a:lnTo>
                    <a:pt x="2716" y="3118"/>
                  </a:lnTo>
                  <a:lnTo>
                    <a:pt x="2892" y="2917"/>
                  </a:lnTo>
                  <a:lnTo>
                    <a:pt x="3093" y="2741"/>
                  </a:lnTo>
                  <a:lnTo>
                    <a:pt x="3344" y="2615"/>
                  </a:lnTo>
                  <a:lnTo>
                    <a:pt x="3596" y="2540"/>
                  </a:lnTo>
                  <a:lnTo>
                    <a:pt x="3872" y="2515"/>
                  </a:lnTo>
                  <a:close/>
                  <a:moveTo>
                    <a:pt x="3118" y="0"/>
                  </a:moveTo>
                  <a:lnTo>
                    <a:pt x="3118" y="830"/>
                  </a:lnTo>
                  <a:lnTo>
                    <a:pt x="2892" y="905"/>
                  </a:lnTo>
                  <a:lnTo>
                    <a:pt x="2665" y="981"/>
                  </a:lnTo>
                  <a:lnTo>
                    <a:pt x="2464" y="1081"/>
                  </a:lnTo>
                  <a:lnTo>
                    <a:pt x="2263" y="1182"/>
                  </a:lnTo>
                  <a:lnTo>
                    <a:pt x="1685" y="604"/>
                  </a:lnTo>
                  <a:lnTo>
                    <a:pt x="579" y="1685"/>
                  </a:lnTo>
                  <a:lnTo>
                    <a:pt x="1182" y="2263"/>
                  </a:lnTo>
                  <a:lnTo>
                    <a:pt x="1056" y="2464"/>
                  </a:lnTo>
                  <a:lnTo>
                    <a:pt x="956" y="2691"/>
                  </a:lnTo>
                  <a:lnTo>
                    <a:pt x="880" y="2892"/>
                  </a:lnTo>
                  <a:lnTo>
                    <a:pt x="805" y="3118"/>
                  </a:lnTo>
                  <a:lnTo>
                    <a:pt x="0" y="3118"/>
                  </a:lnTo>
                  <a:lnTo>
                    <a:pt x="0" y="4652"/>
                  </a:lnTo>
                  <a:lnTo>
                    <a:pt x="805" y="4652"/>
                  </a:lnTo>
                  <a:lnTo>
                    <a:pt x="880" y="4878"/>
                  </a:lnTo>
                  <a:lnTo>
                    <a:pt x="956" y="5104"/>
                  </a:lnTo>
                  <a:lnTo>
                    <a:pt x="1056" y="5331"/>
                  </a:lnTo>
                  <a:lnTo>
                    <a:pt x="1157" y="5532"/>
                  </a:lnTo>
                  <a:lnTo>
                    <a:pt x="579" y="6110"/>
                  </a:lnTo>
                  <a:lnTo>
                    <a:pt x="1685" y="7191"/>
                  </a:lnTo>
                  <a:lnTo>
                    <a:pt x="2263" y="6613"/>
                  </a:lnTo>
                  <a:lnTo>
                    <a:pt x="2464" y="6713"/>
                  </a:lnTo>
                  <a:lnTo>
                    <a:pt x="2665" y="6814"/>
                  </a:lnTo>
                  <a:lnTo>
                    <a:pt x="2892" y="6889"/>
                  </a:lnTo>
                  <a:lnTo>
                    <a:pt x="3118" y="6965"/>
                  </a:lnTo>
                  <a:lnTo>
                    <a:pt x="3118" y="7795"/>
                  </a:lnTo>
                  <a:lnTo>
                    <a:pt x="4652" y="7795"/>
                  </a:lnTo>
                  <a:lnTo>
                    <a:pt x="4652" y="6965"/>
                  </a:lnTo>
                  <a:lnTo>
                    <a:pt x="4878" y="6889"/>
                  </a:lnTo>
                  <a:lnTo>
                    <a:pt x="5104" y="6814"/>
                  </a:lnTo>
                  <a:lnTo>
                    <a:pt x="5305" y="6713"/>
                  </a:lnTo>
                  <a:lnTo>
                    <a:pt x="5507" y="6613"/>
                  </a:lnTo>
                  <a:lnTo>
                    <a:pt x="6085" y="7191"/>
                  </a:lnTo>
                  <a:lnTo>
                    <a:pt x="7191" y="6110"/>
                  </a:lnTo>
                  <a:lnTo>
                    <a:pt x="6588" y="5507"/>
                  </a:lnTo>
                  <a:lnTo>
                    <a:pt x="6713" y="5305"/>
                  </a:lnTo>
                  <a:lnTo>
                    <a:pt x="6789" y="5104"/>
                  </a:lnTo>
                  <a:lnTo>
                    <a:pt x="6889" y="4878"/>
                  </a:lnTo>
                  <a:lnTo>
                    <a:pt x="6940" y="4652"/>
                  </a:lnTo>
                  <a:lnTo>
                    <a:pt x="7769" y="4652"/>
                  </a:lnTo>
                  <a:lnTo>
                    <a:pt x="7769" y="3118"/>
                  </a:lnTo>
                  <a:lnTo>
                    <a:pt x="6940" y="3118"/>
                  </a:lnTo>
                  <a:lnTo>
                    <a:pt x="6864" y="2892"/>
                  </a:lnTo>
                  <a:lnTo>
                    <a:pt x="6789" y="2691"/>
                  </a:lnTo>
                  <a:lnTo>
                    <a:pt x="6688" y="2464"/>
                  </a:lnTo>
                  <a:lnTo>
                    <a:pt x="6588" y="2288"/>
                  </a:lnTo>
                  <a:lnTo>
                    <a:pt x="7191" y="1685"/>
                  </a:lnTo>
                  <a:lnTo>
                    <a:pt x="6085" y="604"/>
                  </a:lnTo>
                  <a:lnTo>
                    <a:pt x="5507" y="1182"/>
                  </a:lnTo>
                  <a:lnTo>
                    <a:pt x="5305" y="1081"/>
                  </a:lnTo>
                  <a:lnTo>
                    <a:pt x="5104" y="981"/>
                  </a:lnTo>
                  <a:lnTo>
                    <a:pt x="4878" y="905"/>
                  </a:lnTo>
                  <a:lnTo>
                    <a:pt x="4652" y="830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44"/>
          <p:cNvGrpSpPr/>
          <p:nvPr/>
        </p:nvGrpSpPr>
        <p:grpSpPr>
          <a:xfrm>
            <a:off x="5089688" y="1763438"/>
            <a:ext cx="269075" cy="410475"/>
            <a:chOff x="5089688" y="1763438"/>
            <a:chExt cx="269075" cy="410475"/>
          </a:xfrm>
        </p:grpSpPr>
        <p:sp>
          <p:nvSpPr>
            <p:cNvPr id="862" name="Google Shape;862;p44"/>
            <p:cNvSpPr/>
            <p:nvPr/>
          </p:nvSpPr>
          <p:spPr>
            <a:xfrm>
              <a:off x="5102263" y="1789188"/>
              <a:ext cx="243925" cy="358950"/>
            </a:xfrm>
            <a:custGeom>
              <a:avLst/>
              <a:gdLst/>
              <a:ahLst/>
              <a:cxnLst/>
              <a:rect l="l" t="t" r="r" b="b"/>
              <a:pathLst>
                <a:path w="9757" h="14358" extrusionOk="0">
                  <a:moveTo>
                    <a:pt x="1" y="1"/>
                  </a:moveTo>
                  <a:lnTo>
                    <a:pt x="1" y="2666"/>
                  </a:lnTo>
                  <a:lnTo>
                    <a:pt x="26" y="3043"/>
                  </a:lnTo>
                  <a:lnTo>
                    <a:pt x="51" y="3420"/>
                  </a:lnTo>
                  <a:lnTo>
                    <a:pt x="126" y="3772"/>
                  </a:lnTo>
                  <a:lnTo>
                    <a:pt x="227" y="4124"/>
                  </a:lnTo>
                  <a:lnTo>
                    <a:pt x="353" y="4476"/>
                  </a:lnTo>
                  <a:lnTo>
                    <a:pt x="504" y="4803"/>
                  </a:lnTo>
                  <a:lnTo>
                    <a:pt x="654" y="5105"/>
                  </a:lnTo>
                  <a:lnTo>
                    <a:pt x="856" y="5407"/>
                  </a:lnTo>
                  <a:lnTo>
                    <a:pt x="1057" y="5708"/>
                  </a:lnTo>
                  <a:lnTo>
                    <a:pt x="1283" y="5960"/>
                  </a:lnTo>
                  <a:lnTo>
                    <a:pt x="1534" y="6211"/>
                  </a:lnTo>
                  <a:lnTo>
                    <a:pt x="1811" y="6463"/>
                  </a:lnTo>
                  <a:lnTo>
                    <a:pt x="2088" y="6664"/>
                  </a:lnTo>
                  <a:lnTo>
                    <a:pt x="2389" y="6865"/>
                  </a:lnTo>
                  <a:lnTo>
                    <a:pt x="2691" y="7041"/>
                  </a:lnTo>
                  <a:lnTo>
                    <a:pt x="3018" y="7192"/>
                  </a:lnTo>
                  <a:lnTo>
                    <a:pt x="2691" y="7317"/>
                  </a:lnTo>
                  <a:lnTo>
                    <a:pt x="2389" y="7493"/>
                  </a:lnTo>
                  <a:lnTo>
                    <a:pt x="2088" y="7695"/>
                  </a:lnTo>
                  <a:lnTo>
                    <a:pt x="1811" y="7896"/>
                  </a:lnTo>
                  <a:lnTo>
                    <a:pt x="1534" y="8147"/>
                  </a:lnTo>
                  <a:lnTo>
                    <a:pt x="1283" y="8399"/>
                  </a:lnTo>
                  <a:lnTo>
                    <a:pt x="1057" y="8650"/>
                  </a:lnTo>
                  <a:lnTo>
                    <a:pt x="856" y="8952"/>
                  </a:lnTo>
                  <a:lnTo>
                    <a:pt x="654" y="9253"/>
                  </a:lnTo>
                  <a:lnTo>
                    <a:pt x="504" y="9555"/>
                  </a:lnTo>
                  <a:lnTo>
                    <a:pt x="353" y="9882"/>
                  </a:lnTo>
                  <a:lnTo>
                    <a:pt x="227" y="10234"/>
                  </a:lnTo>
                  <a:lnTo>
                    <a:pt x="126" y="10586"/>
                  </a:lnTo>
                  <a:lnTo>
                    <a:pt x="51" y="10938"/>
                  </a:lnTo>
                  <a:lnTo>
                    <a:pt x="26" y="11315"/>
                  </a:lnTo>
                  <a:lnTo>
                    <a:pt x="1" y="11692"/>
                  </a:lnTo>
                  <a:lnTo>
                    <a:pt x="1" y="14357"/>
                  </a:lnTo>
                  <a:lnTo>
                    <a:pt x="9756" y="14357"/>
                  </a:lnTo>
                  <a:lnTo>
                    <a:pt x="9756" y="11692"/>
                  </a:lnTo>
                  <a:lnTo>
                    <a:pt x="9756" y="11315"/>
                  </a:lnTo>
                  <a:lnTo>
                    <a:pt x="9706" y="10938"/>
                  </a:lnTo>
                  <a:lnTo>
                    <a:pt x="9631" y="10586"/>
                  </a:lnTo>
                  <a:lnTo>
                    <a:pt x="9530" y="10234"/>
                  </a:lnTo>
                  <a:lnTo>
                    <a:pt x="9429" y="9882"/>
                  </a:lnTo>
                  <a:lnTo>
                    <a:pt x="9279" y="9555"/>
                  </a:lnTo>
                  <a:lnTo>
                    <a:pt x="9103" y="9253"/>
                  </a:lnTo>
                  <a:lnTo>
                    <a:pt x="8927" y="8952"/>
                  </a:lnTo>
                  <a:lnTo>
                    <a:pt x="8700" y="8650"/>
                  </a:lnTo>
                  <a:lnTo>
                    <a:pt x="8474" y="8399"/>
                  </a:lnTo>
                  <a:lnTo>
                    <a:pt x="8223" y="8147"/>
                  </a:lnTo>
                  <a:lnTo>
                    <a:pt x="7971" y="7896"/>
                  </a:lnTo>
                  <a:lnTo>
                    <a:pt x="7695" y="7695"/>
                  </a:lnTo>
                  <a:lnTo>
                    <a:pt x="7393" y="7493"/>
                  </a:lnTo>
                  <a:lnTo>
                    <a:pt x="7091" y="7317"/>
                  </a:lnTo>
                  <a:lnTo>
                    <a:pt x="6764" y="7192"/>
                  </a:lnTo>
                  <a:lnTo>
                    <a:pt x="7091" y="7041"/>
                  </a:lnTo>
                  <a:lnTo>
                    <a:pt x="7393" y="6865"/>
                  </a:lnTo>
                  <a:lnTo>
                    <a:pt x="7695" y="6664"/>
                  </a:lnTo>
                  <a:lnTo>
                    <a:pt x="7971" y="6463"/>
                  </a:lnTo>
                  <a:lnTo>
                    <a:pt x="8223" y="6211"/>
                  </a:lnTo>
                  <a:lnTo>
                    <a:pt x="8474" y="5960"/>
                  </a:lnTo>
                  <a:lnTo>
                    <a:pt x="8700" y="5708"/>
                  </a:lnTo>
                  <a:lnTo>
                    <a:pt x="8927" y="5407"/>
                  </a:lnTo>
                  <a:lnTo>
                    <a:pt x="9103" y="5105"/>
                  </a:lnTo>
                  <a:lnTo>
                    <a:pt x="9279" y="4803"/>
                  </a:lnTo>
                  <a:lnTo>
                    <a:pt x="9429" y="4476"/>
                  </a:lnTo>
                  <a:lnTo>
                    <a:pt x="9530" y="4124"/>
                  </a:lnTo>
                  <a:lnTo>
                    <a:pt x="9631" y="3772"/>
                  </a:lnTo>
                  <a:lnTo>
                    <a:pt x="9706" y="3420"/>
                  </a:lnTo>
                  <a:lnTo>
                    <a:pt x="9756" y="3043"/>
                  </a:lnTo>
                  <a:lnTo>
                    <a:pt x="9756" y="2666"/>
                  </a:lnTo>
                  <a:lnTo>
                    <a:pt x="97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4"/>
            <p:cNvSpPr/>
            <p:nvPr/>
          </p:nvSpPr>
          <p:spPr>
            <a:xfrm>
              <a:off x="5133063" y="2002288"/>
              <a:ext cx="182325" cy="164075"/>
            </a:xfrm>
            <a:custGeom>
              <a:avLst/>
              <a:gdLst/>
              <a:ahLst/>
              <a:cxnLst/>
              <a:rect l="l" t="t" r="r" b="b"/>
              <a:pathLst>
                <a:path w="7293" h="6563" extrusionOk="0">
                  <a:moveTo>
                    <a:pt x="3647" y="0"/>
                  </a:moveTo>
                  <a:lnTo>
                    <a:pt x="3320" y="51"/>
                  </a:lnTo>
                  <a:lnTo>
                    <a:pt x="2968" y="126"/>
                  </a:lnTo>
                  <a:lnTo>
                    <a:pt x="2641" y="252"/>
                  </a:lnTo>
                  <a:lnTo>
                    <a:pt x="2314" y="453"/>
                  </a:lnTo>
                  <a:lnTo>
                    <a:pt x="2012" y="679"/>
                  </a:lnTo>
                  <a:lnTo>
                    <a:pt x="1711" y="931"/>
                  </a:lnTo>
                  <a:lnTo>
                    <a:pt x="1434" y="1232"/>
                  </a:lnTo>
                  <a:lnTo>
                    <a:pt x="1183" y="1559"/>
                  </a:lnTo>
                  <a:lnTo>
                    <a:pt x="931" y="1886"/>
                  </a:lnTo>
                  <a:lnTo>
                    <a:pt x="705" y="2263"/>
                  </a:lnTo>
                  <a:lnTo>
                    <a:pt x="504" y="2615"/>
                  </a:lnTo>
                  <a:lnTo>
                    <a:pt x="353" y="2992"/>
                  </a:lnTo>
                  <a:lnTo>
                    <a:pt x="202" y="3369"/>
                  </a:lnTo>
                  <a:lnTo>
                    <a:pt x="101" y="3747"/>
                  </a:lnTo>
                  <a:lnTo>
                    <a:pt x="51" y="4124"/>
                  </a:lnTo>
                  <a:lnTo>
                    <a:pt x="1" y="4476"/>
                  </a:lnTo>
                  <a:lnTo>
                    <a:pt x="1" y="4576"/>
                  </a:lnTo>
                  <a:lnTo>
                    <a:pt x="1" y="6563"/>
                  </a:lnTo>
                  <a:lnTo>
                    <a:pt x="7292" y="6563"/>
                  </a:lnTo>
                  <a:lnTo>
                    <a:pt x="7292" y="4576"/>
                  </a:lnTo>
                  <a:lnTo>
                    <a:pt x="7292" y="4476"/>
                  </a:lnTo>
                  <a:lnTo>
                    <a:pt x="7267" y="4124"/>
                  </a:lnTo>
                  <a:lnTo>
                    <a:pt x="7192" y="3747"/>
                  </a:lnTo>
                  <a:lnTo>
                    <a:pt x="7091" y="3369"/>
                  </a:lnTo>
                  <a:lnTo>
                    <a:pt x="6965" y="2992"/>
                  </a:lnTo>
                  <a:lnTo>
                    <a:pt x="6789" y="2615"/>
                  </a:lnTo>
                  <a:lnTo>
                    <a:pt x="6588" y="2263"/>
                  </a:lnTo>
                  <a:lnTo>
                    <a:pt x="6387" y="1886"/>
                  </a:lnTo>
                  <a:lnTo>
                    <a:pt x="6136" y="1559"/>
                  </a:lnTo>
                  <a:lnTo>
                    <a:pt x="5859" y="1232"/>
                  </a:lnTo>
                  <a:lnTo>
                    <a:pt x="5583" y="931"/>
                  </a:lnTo>
                  <a:lnTo>
                    <a:pt x="5281" y="679"/>
                  </a:lnTo>
                  <a:lnTo>
                    <a:pt x="4979" y="453"/>
                  </a:lnTo>
                  <a:lnTo>
                    <a:pt x="4652" y="252"/>
                  </a:lnTo>
                  <a:lnTo>
                    <a:pt x="4325" y="126"/>
                  </a:lnTo>
                  <a:lnTo>
                    <a:pt x="3999" y="51"/>
                  </a:lnTo>
                  <a:lnTo>
                    <a:pt x="3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4"/>
            <p:cNvSpPr/>
            <p:nvPr/>
          </p:nvSpPr>
          <p:spPr>
            <a:xfrm>
              <a:off x="5089688" y="1763438"/>
              <a:ext cx="269075" cy="40875"/>
            </a:xfrm>
            <a:custGeom>
              <a:avLst/>
              <a:gdLst/>
              <a:ahLst/>
              <a:cxnLst/>
              <a:rect l="l" t="t" r="r" b="b"/>
              <a:pathLst>
                <a:path w="10763" h="1635" extrusionOk="0">
                  <a:moveTo>
                    <a:pt x="1" y="0"/>
                  </a:moveTo>
                  <a:lnTo>
                    <a:pt x="1" y="1634"/>
                  </a:lnTo>
                  <a:lnTo>
                    <a:pt x="10762" y="1634"/>
                  </a:lnTo>
                  <a:lnTo>
                    <a:pt x="10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4"/>
            <p:cNvSpPr/>
            <p:nvPr/>
          </p:nvSpPr>
          <p:spPr>
            <a:xfrm>
              <a:off x="5089688" y="2133038"/>
              <a:ext cx="269075" cy="40875"/>
            </a:xfrm>
            <a:custGeom>
              <a:avLst/>
              <a:gdLst/>
              <a:ahLst/>
              <a:cxnLst/>
              <a:rect l="l" t="t" r="r" b="b"/>
              <a:pathLst>
                <a:path w="10763" h="1635" extrusionOk="0">
                  <a:moveTo>
                    <a:pt x="1" y="0"/>
                  </a:moveTo>
                  <a:lnTo>
                    <a:pt x="1" y="1634"/>
                  </a:lnTo>
                  <a:lnTo>
                    <a:pt x="10762" y="1634"/>
                  </a:lnTo>
                  <a:lnTo>
                    <a:pt x="10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6" name="Google Shape;866;p44"/>
          <p:cNvGrpSpPr/>
          <p:nvPr/>
        </p:nvGrpSpPr>
        <p:grpSpPr>
          <a:xfrm>
            <a:off x="1247513" y="3364250"/>
            <a:ext cx="371525" cy="459500"/>
            <a:chOff x="1247513" y="3364250"/>
            <a:chExt cx="371525" cy="459500"/>
          </a:xfrm>
        </p:grpSpPr>
        <p:sp>
          <p:nvSpPr>
            <p:cNvPr id="867" name="Google Shape;867;p44"/>
            <p:cNvSpPr/>
            <p:nvPr/>
          </p:nvSpPr>
          <p:spPr>
            <a:xfrm>
              <a:off x="1295288" y="3448475"/>
              <a:ext cx="47800" cy="47800"/>
            </a:xfrm>
            <a:custGeom>
              <a:avLst/>
              <a:gdLst/>
              <a:ahLst/>
              <a:cxnLst/>
              <a:rect l="l" t="t" r="r" b="b"/>
              <a:pathLst>
                <a:path w="1912" h="1912" extrusionOk="0">
                  <a:moveTo>
                    <a:pt x="1" y="0"/>
                  </a:moveTo>
                  <a:lnTo>
                    <a:pt x="1" y="1911"/>
                  </a:lnTo>
                  <a:lnTo>
                    <a:pt x="1912" y="1911"/>
                  </a:lnTo>
                  <a:lnTo>
                    <a:pt x="19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4"/>
            <p:cNvSpPr/>
            <p:nvPr/>
          </p:nvSpPr>
          <p:spPr>
            <a:xfrm>
              <a:off x="1343063" y="3401325"/>
              <a:ext cx="47800" cy="47175"/>
            </a:xfrm>
            <a:custGeom>
              <a:avLst/>
              <a:gdLst/>
              <a:ahLst/>
              <a:cxnLst/>
              <a:rect l="l" t="t" r="r" b="b"/>
              <a:pathLst>
                <a:path w="1912" h="1887" extrusionOk="0">
                  <a:moveTo>
                    <a:pt x="1" y="1"/>
                  </a:moveTo>
                  <a:lnTo>
                    <a:pt x="1" y="1886"/>
                  </a:lnTo>
                  <a:lnTo>
                    <a:pt x="1912" y="1886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4"/>
            <p:cNvSpPr/>
            <p:nvPr/>
          </p:nvSpPr>
          <p:spPr>
            <a:xfrm>
              <a:off x="1555538" y="3401325"/>
              <a:ext cx="47775" cy="47175"/>
            </a:xfrm>
            <a:custGeom>
              <a:avLst/>
              <a:gdLst/>
              <a:ahLst/>
              <a:cxnLst/>
              <a:rect l="l" t="t" r="r" b="b"/>
              <a:pathLst>
                <a:path w="1911" h="1887" extrusionOk="0">
                  <a:moveTo>
                    <a:pt x="0" y="1"/>
                  </a:moveTo>
                  <a:lnTo>
                    <a:pt x="0" y="1886"/>
                  </a:lnTo>
                  <a:lnTo>
                    <a:pt x="1911" y="1886"/>
                  </a:lnTo>
                  <a:lnTo>
                    <a:pt x="1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4"/>
            <p:cNvSpPr/>
            <p:nvPr/>
          </p:nvSpPr>
          <p:spPr>
            <a:xfrm>
              <a:off x="1464388" y="3364250"/>
              <a:ext cx="47800" cy="47150"/>
            </a:xfrm>
            <a:custGeom>
              <a:avLst/>
              <a:gdLst/>
              <a:ahLst/>
              <a:cxnLst/>
              <a:rect l="l" t="t" r="r" b="b"/>
              <a:pathLst>
                <a:path w="1912" h="1886" extrusionOk="0">
                  <a:moveTo>
                    <a:pt x="0" y="0"/>
                  </a:moveTo>
                  <a:lnTo>
                    <a:pt x="0" y="1886"/>
                  </a:lnTo>
                  <a:lnTo>
                    <a:pt x="1911" y="1886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4"/>
            <p:cNvSpPr/>
            <p:nvPr/>
          </p:nvSpPr>
          <p:spPr>
            <a:xfrm>
              <a:off x="1507763" y="3448475"/>
              <a:ext cx="47800" cy="47800"/>
            </a:xfrm>
            <a:custGeom>
              <a:avLst/>
              <a:gdLst/>
              <a:ahLst/>
              <a:cxnLst/>
              <a:rect l="l" t="t" r="r" b="b"/>
              <a:pathLst>
                <a:path w="1912" h="1912" extrusionOk="0">
                  <a:moveTo>
                    <a:pt x="0" y="0"/>
                  </a:moveTo>
                  <a:lnTo>
                    <a:pt x="0" y="1911"/>
                  </a:lnTo>
                  <a:lnTo>
                    <a:pt x="1911" y="1911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4"/>
            <p:cNvSpPr/>
            <p:nvPr/>
          </p:nvSpPr>
          <p:spPr>
            <a:xfrm>
              <a:off x="1390838" y="3448475"/>
              <a:ext cx="47800" cy="47800"/>
            </a:xfrm>
            <a:custGeom>
              <a:avLst/>
              <a:gdLst/>
              <a:ahLst/>
              <a:cxnLst/>
              <a:rect l="l" t="t" r="r" b="b"/>
              <a:pathLst>
                <a:path w="1912" h="1912" extrusionOk="0">
                  <a:moveTo>
                    <a:pt x="1" y="0"/>
                  </a:moveTo>
                  <a:lnTo>
                    <a:pt x="1" y="1911"/>
                  </a:lnTo>
                  <a:lnTo>
                    <a:pt x="1911" y="1911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4"/>
            <p:cNvSpPr/>
            <p:nvPr/>
          </p:nvSpPr>
          <p:spPr>
            <a:xfrm>
              <a:off x="1247513" y="3481775"/>
              <a:ext cx="371525" cy="341975"/>
            </a:xfrm>
            <a:custGeom>
              <a:avLst/>
              <a:gdLst/>
              <a:ahLst/>
              <a:cxnLst/>
              <a:rect l="l" t="t" r="r" b="b"/>
              <a:pathLst>
                <a:path w="14861" h="13679" extrusionOk="0">
                  <a:moveTo>
                    <a:pt x="1610" y="1"/>
                  </a:moveTo>
                  <a:lnTo>
                    <a:pt x="1434" y="554"/>
                  </a:lnTo>
                  <a:lnTo>
                    <a:pt x="1308" y="1132"/>
                  </a:lnTo>
                  <a:lnTo>
                    <a:pt x="1233" y="1736"/>
                  </a:lnTo>
                  <a:lnTo>
                    <a:pt x="1208" y="2339"/>
                  </a:lnTo>
                  <a:lnTo>
                    <a:pt x="1208" y="2767"/>
                  </a:lnTo>
                  <a:lnTo>
                    <a:pt x="1" y="6337"/>
                  </a:lnTo>
                  <a:lnTo>
                    <a:pt x="1208" y="6513"/>
                  </a:lnTo>
                  <a:lnTo>
                    <a:pt x="1208" y="8549"/>
                  </a:lnTo>
                  <a:lnTo>
                    <a:pt x="1233" y="8751"/>
                  </a:lnTo>
                  <a:lnTo>
                    <a:pt x="1258" y="8952"/>
                  </a:lnTo>
                  <a:lnTo>
                    <a:pt x="1308" y="9128"/>
                  </a:lnTo>
                  <a:lnTo>
                    <a:pt x="1384" y="9329"/>
                  </a:lnTo>
                  <a:lnTo>
                    <a:pt x="1459" y="9505"/>
                  </a:lnTo>
                  <a:lnTo>
                    <a:pt x="1560" y="9656"/>
                  </a:lnTo>
                  <a:lnTo>
                    <a:pt x="1660" y="9807"/>
                  </a:lnTo>
                  <a:lnTo>
                    <a:pt x="1811" y="9957"/>
                  </a:lnTo>
                  <a:lnTo>
                    <a:pt x="1937" y="10083"/>
                  </a:lnTo>
                  <a:lnTo>
                    <a:pt x="2088" y="10184"/>
                  </a:lnTo>
                  <a:lnTo>
                    <a:pt x="2264" y="10284"/>
                  </a:lnTo>
                  <a:lnTo>
                    <a:pt x="2440" y="10385"/>
                  </a:lnTo>
                  <a:lnTo>
                    <a:pt x="2616" y="10435"/>
                  </a:lnTo>
                  <a:lnTo>
                    <a:pt x="2817" y="10485"/>
                  </a:lnTo>
                  <a:lnTo>
                    <a:pt x="2993" y="10536"/>
                  </a:lnTo>
                  <a:lnTo>
                    <a:pt x="4728" y="10536"/>
                  </a:lnTo>
                  <a:lnTo>
                    <a:pt x="4728" y="13679"/>
                  </a:lnTo>
                  <a:lnTo>
                    <a:pt x="11039" y="13679"/>
                  </a:lnTo>
                  <a:lnTo>
                    <a:pt x="11039" y="8399"/>
                  </a:lnTo>
                  <a:lnTo>
                    <a:pt x="11466" y="8172"/>
                  </a:lnTo>
                  <a:lnTo>
                    <a:pt x="11868" y="7921"/>
                  </a:lnTo>
                  <a:lnTo>
                    <a:pt x="12246" y="7644"/>
                  </a:lnTo>
                  <a:lnTo>
                    <a:pt x="12598" y="7343"/>
                  </a:lnTo>
                  <a:lnTo>
                    <a:pt x="12924" y="7016"/>
                  </a:lnTo>
                  <a:lnTo>
                    <a:pt x="13251" y="6664"/>
                  </a:lnTo>
                  <a:lnTo>
                    <a:pt x="13553" y="6312"/>
                  </a:lnTo>
                  <a:lnTo>
                    <a:pt x="13804" y="5909"/>
                  </a:lnTo>
                  <a:lnTo>
                    <a:pt x="14056" y="5507"/>
                  </a:lnTo>
                  <a:lnTo>
                    <a:pt x="14257" y="5080"/>
                  </a:lnTo>
                  <a:lnTo>
                    <a:pt x="14433" y="4652"/>
                  </a:lnTo>
                  <a:lnTo>
                    <a:pt x="14584" y="4200"/>
                  </a:lnTo>
                  <a:lnTo>
                    <a:pt x="14710" y="3722"/>
                  </a:lnTo>
                  <a:lnTo>
                    <a:pt x="14810" y="3244"/>
                  </a:lnTo>
                  <a:lnTo>
                    <a:pt x="14860" y="2767"/>
                  </a:lnTo>
                  <a:lnTo>
                    <a:pt x="14860" y="2264"/>
                  </a:lnTo>
                  <a:lnTo>
                    <a:pt x="14835" y="1685"/>
                  </a:lnTo>
                  <a:lnTo>
                    <a:pt x="14785" y="1107"/>
                  </a:lnTo>
                  <a:lnTo>
                    <a:pt x="14659" y="554"/>
                  </a:lnTo>
                  <a:lnTo>
                    <a:pt x="144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" name="Google Shape;874;p44"/>
          <p:cNvGrpSpPr/>
          <p:nvPr/>
        </p:nvGrpSpPr>
        <p:grpSpPr>
          <a:xfrm>
            <a:off x="5029625" y="3367388"/>
            <a:ext cx="375900" cy="441275"/>
            <a:chOff x="5029625" y="3367388"/>
            <a:chExt cx="375900" cy="441275"/>
          </a:xfrm>
        </p:grpSpPr>
        <p:sp>
          <p:nvSpPr>
            <p:cNvPr id="875" name="Google Shape;875;p44"/>
            <p:cNvSpPr/>
            <p:nvPr/>
          </p:nvSpPr>
          <p:spPr>
            <a:xfrm>
              <a:off x="5297400" y="3606238"/>
              <a:ext cx="108125" cy="202425"/>
            </a:xfrm>
            <a:custGeom>
              <a:avLst/>
              <a:gdLst/>
              <a:ahLst/>
              <a:cxnLst/>
              <a:rect l="l" t="t" r="r" b="b"/>
              <a:pathLst>
                <a:path w="4325" h="8097" extrusionOk="0">
                  <a:moveTo>
                    <a:pt x="1157" y="1"/>
                  </a:moveTo>
                  <a:lnTo>
                    <a:pt x="930" y="26"/>
                  </a:lnTo>
                  <a:lnTo>
                    <a:pt x="704" y="76"/>
                  </a:lnTo>
                  <a:lnTo>
                    <a:pt x="503" y="202"/>
                  </a:lnTo>
                  <a:lnTo>
                    <a:pt x="327" y="328"/>
                  </a:lnTo>
                  <a:lnTo>
                    <a:pt x="201" y="504"/>
                  </a:lnTo>
                  <a:lnTo>
                    <a:pt x="101" y="705"/>
                  </a:lnTo>
                  <a:lnTo>
                    <a:pt x="25" y="906"/>
                  </a:lnTo>
                  <a:lnTo>
                    <a:pt x="0" y="1157"/>
                  </a:lnTo>
                  <a:lnTo>
                    <a:pt x="0" y="6940"/>
                  </a:lnTo>
                  <a:lnTo>
                    <a:pt x="25" y="7192"/>
                  </a:lnTo>
                  <a:lnTo>
                    <a:pt x="101" y="7393"/>
                  </a:lnTo>
                  <a:lnTo>
                    <a:pt x="201" y="7594"/>
                  </a:lnTo>
                  <a:lnTo>
                    <a:pt x="327" y="7770"/>
                  </a:lnTo>
                  <a:lnTo>
                    <a:pt x="503" y="7896"/>
                  </a:lnTo>
                  <a:lnTo>
                    <a:pt x="704" y="8021"/>
                  </a:lnTo>
                  <a:lnTo>
                    <a:pt x="930" y="8072"/>
                  </a:lnTo>
                  <a:lnTo>
                    <a:pt x="1157" y="8097"/>
                  </a:lnTo>
                  <a:lnTo>
                    <a:pt x="1358" y="8097"/>
                  </a:lnTo>
                  <a:lnTo>
                    <a:pt x="1559" y="8021"/>
                  </a:lnTo>
                  <a:lnTo>
                    <a:pt x="1735" y="7946"/>
                  </a:lnTo>
                  <a:lnTo>
                    <a:pt x="1886" y="7845"/>
                  </a:lnTo>
                  <a:lnTo>
                    <a:pt x="2037" y="7695"/>
                  </a:lnTo>
                  <a:lnTo>
                    <a:pt x="2137" y="7544"/>
                  </a:lnTo>
                  <a:lnTo>
                    <a:pt x="2238" y="7368"/>
                  </a:lnTo>
                  <a:lnTo>
                    <a:pt x="2288" y="7167"/>
                  </a:lnTo>
                  <a:lnTo>
                    <a:pt x="2540" y="7116"/>
                  </a:lnTo>
                  <a:lnTo>
                    <a:pt x="2791" y="7016"/>
                  </a:lnTo>
                  <a:lnTo>
                    <a:pt x="3017" y="6865"/>
                  </a:lnTo>
                  <a:lnTo>
                    <a:pt x="3218" y="6664"/>
                  </a:lnTo>
                  <a:lnTo>
                    <a:pt x="3369" y="6463"/>
                  </a:lnTo>
                  <a:lnTo>
                    <a:pt x="3470" y="6211"/>
                  </a:lnTo>
                  <a:lnTo>
                    <a:pt x="3545" y="5960"/>
                  </a:lnTo>
                  <a:lnTo>
                    <a:pt x="3570" y="5683"/>
                  </a:lnTo>
                  <a:lnTo>
                    <a:pt x="3570" y="5532"/>
                  </a:lnTo>
                  <a:lnTo>
                    <a:pt x="3545" y="5356"/>
                  </a:lnTo>
                  <a:lnTo>
                    <a:pt x="3721" y="5256"/>
                  </a:lnTo>
                  <a:lnTo>
                    <a:pt x="3872" y="5130"/>
                  </a:lnTo>
                  <a:lnTo>
                    <a:pt x="3998" y="4979"/>
                  </a:lnTo>
                  <a:lnTo>
                    <a:pt x="4098" y="4828"/>
                  </a:lnTo>
                  <a:lnTo>
                    <a:pt x="4199" y="4652"/>
                  </a:lnTo>
                  <a:lnTo>
                    <a:pt x="4274" y="4451"/>
                  </a:lnTo>
                  <a:lnTo>
                    <a:pt x="4300" y="4250"/>
                  </a:lnTo>
                  <a:lnTo>
                    <a:pt x="4325" y="4049"/>
                  </a:lnTo>
                  <a:lnTo>
                    <a:pt x="4300" y="3873"/>
                  </a:lnTo>
                  <a:lnTo>
                    <a:pt x="4274" y="3697"/>
                  </a:lnTo>
                  <a:lnTo>
                    <a:pt x="4224" y="3546"/>
                  </a:lnTo>
                  <a:lnTo>
                    <a:pt x="4174" y="3370"/>
                  </a:lnTo>
                  <a:lnTo>
                    <a:pt x="4073" y="3244"/>
                  </a:lnTo>
                  <a:lnTo>
                    <a:pt x="3998" y="3093"/>
                  </a:lnTo>
                  <a:lnTo>
                    <a:pt x="3872" y="2968"/>
                  </a:lnTo>
                  <a:lnTo>
                    <a:pt x="3746" y="2867"/>
                  </a:lnTo>
                  <a:lnTo>
                    <a:pt x="3797" y="2641"/>
                  </a:lnTo>
                  <a:lnTo>
                    <a:pt x="3822" y="2414"/>
                  </a:lnTo>
                  <a:lnTo>
                    <a:pt x="3822" y="2264"/>
                  </a:lnTo>
                  <a:lnTo>
                    <a:pt x="3797" y="2113"/>
                  </a:lnTo>
                  <a:lnTo>
                    <a:pt x="3696" y="1836"/>
                  </a:lnTo>
                  <a:lnTo>
                    <a:pt x="3570" y="1560"/>
                  </a:lnTo>
                  <a:lnTo>
                    <a:pt x="3369" y="1358"/>
                  </a:lnTo>
                  <a:lnTo>
                    <a:pt x="3143" y="1157"/>
                  </a:lnTo>
                  <a:lnTo>
                    <a:pt x="2892" y="1032"/>
                  </a:lnTo>
                  <a:lnTo>
                    <a:pt x="2615" y="931"/>
                  </a:lnTo>
                  <a:lnTo>
                    <a:pt x="2464" y="906"/>
                  </a:lnTo>
                  <a:lnTo>
                    <a:pt x="2288" y="906"/>
                  </a:lnTo>
                  <a:lnTo>
                    <a:pt x="2213" y="705"/>
                  </a:lnTo>
                  <a:lnTo>
                    <a:pt x="2137" y="554"/>
                  </a:lnTo>
                  <a:lnTo>
                    <a:pt x="2011" y="378"/>
                  </a:lnTo>
                  <a:lnTo>
                    <a:pt x="1886" y="252"/>
                  </a:lnTo>
                  <a:lnTo>
                    <a:pt x="1735" y="152"/>
                  </a:lnTo>
                  <a:lnTo>
                    <a:pt x="1559" y="51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4"/>
            <p:cNvSpPr/>
            <p:nvPr/>
          </p:nvSpPr>
          <p:spPr>
            <a:xfrm>
              <a:off x="5186125" y="3606238"/>
              <a:ext cx="108150" cy="202425"/>
            </a:xfrm>
            <a:custGeom>
              <a:avLst/>
              <a:gdLst/>
              <a:ahLst/>
              <a:cxnLst/>
              <a:rect l="l" t="t" r="r" b="b"/>
              <a:pathLst>
                <a:path w="4326" h="8097" extrusionOk="0">
                  <a:moveTo>
                    <a:pt x="2968" y="1"/>
                  </a:moveTo>
                  <a:lnTo>
                    <a:pt x="2766" y="51"/>
                  </a:lnTo>
                  <a:lnTo>
                    <a:pt x="2590" y="152"/>
                  </a:lnTo>
                  <a:lnTo>
                    <a:pt x="2414" y="252"/>
                  </a:lnTo>
                  <a:lnTo>
                    <a:pt x="2289" y="403"/>
                  </a:lnTo>
                  <a:lnTo>
                    <a:pt x="2163" y="554"/>
                  </a:lnTo>
                  <a:lnTo>
                    <a:pt x="2088" y="730"/>
                  </a:lnTo>
                  <a:lnTo>
                    <a:pt x="2037" y="931"/>
                  </a:lnTo>
                  <a:lnTo>
                    <a:pt x="1761" y="981"/>
                  </a:lnTo>
                  <a:lnTo>
                    <a:pt x="1509" y="1082"/>
                  </a:lnTo>
                  <a:lnTo>
                    <a:pt x="1308" y="1233"/>
                  </a:lnTo>
                  <a:lnTo>
                    <a:pt x="1107" y="1434"/>
                  </a:lnTo>
                  <a:lnTo>
                    <a:pt x="956" y="1635"/>
                  </a:lnTo>
                  <a:lnTo>
                    <a:pt x="830" y="1886"/>
                  </a:lnTo>
                  <a:lnTo>
                    <a:pt x="755" y="2138"/>
                  </a:lnTo>
                  <a:lnTo>
                    <a:pt x="730" y="2414"/>
                  </a:lnTo>
                  <a:lnTo>
                    <a:pt x="730" y="2565"/>
                  </a:lnTo>
                  <a:lnTo>
                    <a:pt x="755" y="2741"/>
                  </a:lnTo>
                  <a:lnTo>
                    <a:pt x="604" y="2842"/>
                  </a:lnTo>
                  <a:lnTo>
                    <a:pt x="453" y="2968"/>
                  </a:lnTo>
                  <a:lnTo>
                    <a:pt x="328" y="3118"/>
                  </a:lnTo>
                  <a:lnTo>
                    <a:pt x="202" y="3269"/>
                  </a:lnTo>
                  <a:lnTo>
                    <a:pt x="126" y="3445"/>
                  </a:lnTo>
                  <a:lnTo>
                    <a:pt x="51" y="3647"/>
                  </a:lnTo>
                  <a:lnTo>
                    <a:pt x="1" y="3848"/>
                  </a:lnTo>
                  <a:lnTo>
                    <a:pt x="1" y="4049"/>
                  </a:lnTo>
                  <a:lnTo>
                    <a:pt x="1" y="4225"/>
                  </a:lnTo>
                  <a:lnTo>
                    <a:pt x="26" y="4401"/>
                  </a:lnTo>
                  <a:lnTo>
                    <a:pt x="76" y="4552"/>
                  </a:lnTo>
                  <a:lnTo>
                    <a:pt x="152" y="4703"/>
                  </a:lnTo>
                  <a:lnTo>
                    <a:pt x="227" y="4853"/>
                  </a:lnTo>
                  <a:lnTo>
                    <a:pt x="328" y="5004"/>
                  </a:lnTo>
                  <a:lnTo>
                    <a:pt x="428" y="5130"/>
                  </a:lnTo>
                  <a:lnTo>
                    <a:pt x="554" y="5231"/>
                  </a:lnTo>
                  <a:lnTo>
                    <a:pt x="504" y="5457"/>
                  </a:lnTo>
                  <a:lnTo>
                    <a:pt x="504" y="5683"/>
                  </a:lnTo>
                  <a:lnTo>
                    <a:pt x="504" y="5834"/>
                  </a:lnTo>
                  <a:lnTo>
                    <a:pt x="529" y="5985"/>
                  </a:lnTo>
                  <a:lnTo>
                    <a:pt x="604" y="6261"/>
                  </a:lnTo>
                  <a:lnTo>
                    <a:pt x="755" y="6513"/>
                  </a:lnTo>
                  <a:lnTo>
                    <a:pt x="931" y="6739"/>
                  </a:lnTo>
                  <a:lnTo>
                    <a:pt x="1157" y="6940"/>
                  </a:lnTo>
                  <a:lnTo>
                    <a:pt x="1409" y="7066"/>
                  </a:lnTo>
                  <a:lnTo>
                    <a:pt x="1710" y="7167"/>
                  </a:lnTo>
                  <a:lnTo>
                    <a:pt x="1861" y="7192"/>
                  </a:lnTo>
                  <a:lnTo>
                    <a:pt x="2037" y="7192"/>
                  </a:lnTo>
                  <a:lnTo>
                    <a:pt x="2088" y="7368"/>
                  </a:lnTo>
                  <a:lnTo>
                    <a:pt x="2188" y="7544"/>
                  </a:lnTo>
                  <a:lnTo>
                    <a:pt x="2289" y="7720"/>
                  </a:lnTo>
                  <a:lnTo>
                    <a:pt x="2440" y="7845"/>
                  </a:lnTo>
                  <a:lnTo>
                    <a:pt x="2590" y="7946"/>
                  </a:lnTo>
                  <a:lnTo>
                    <a:pt x="2766" y="8021"/>
                  </a:lnTo>
                  <a:lnTo>
                    <a:pt x="2968" y="8097"/>
                  </a:lnTo>
                  <a:lnTo>
                    <a:pt x="3169" y="8097"/>
                  </a:lnTo>
                  <a:lnTo>
                    <a:pt x="3395" y="8072"/>
                  </a:lnTo>
                  <a:lnTo>
                    <a:pt x="3621" y="8021"/>
                  </a:lnTo>
                  <a:lnTo>
                    <a:pt x="3797" y="7896"/>
                  </a:lnTo>
                  <a:lnTo>
                    <a:pt x="3973" y="7770"/>
                  </a:lnTo>
                  <a:lnTo>
                    <a:pt x="4124" y="7594"/>
                  </a:lnTo>
                  <a:lnTo>
                    <a:pt x="4225" y="7393"/>
                  </a:lnTo>
                  <a:lnTo>
                    <a:pt x="4300" y="7192"/>
                  </a:lnTo>
                  <a:lnTo>
                    <a:pt x="4325" y="6940"/>
                  </a:lnTo>
                  <a:lnTo>
                    <a:pt x="4325" y="1157"/>
                  </a:lnTo>
                  <a:lnTo>
                    <a:pt x="4300" y="906"/>
                  </a:lnTo>
                  <a:lnTo>
                    <a:pt x="4225" y="705"/>
                  </a:lnTo>
                  <a:lnTo>
                    <a:pt x="4124" y="504"/>
                  </a:lnTo>
                  <a:lnTo>
                    <a:pt x="3973" y="328"/>
                  </a:lnTo>
                  <a:lnTo>
                    <a:pt x="3797" y="202"/>
                  </a:lnTo>
                  <a:lnTo>
                    <a:pt x="3621" y="76"/>
                  </a:lnTo>
                  <a:lnTo>
                    <a:pt x="3395" y="26"/>
                  </a:lnTo>
                  <a:lnTo>
                    <a:pt x="31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4"/>
            <p:cNvSpPr/>
            <p:nvPr/>
          </p:nvSpPr>
          <p:spPr>
            <a:xfrm>
              <a:off x="5127050" y="3367388"/>
              <a:ext cx="97450" cy="412375"/>
            </a:xfrm>
            <a:custGeom>
              <a:avLst/>
              <a:gdLst/>
              <a:ahLst/>
              <a:cxnLst/>
              <a:rect l="l" t="t" r="r" b="b"/>
              <a:pathLst>
                <a:path w="3898" h="16495" extrusionOk="0">
                  <a:moveTo>
                    <a:pt x="3395" y="0"/>
                  </a:moveTo>
                  <a:lnTo>
                    <a:pt x="3319" y="26"/>
                  </a:lnTo>
                  <a:lnTo>
                    <a:pt x="3269" y="76"/>
                  </a:lnTo>
                  <a:lnTo>
                    <a:pt x="3193" y="126"/>
                  </a:lnTo>
                  <a:lnTo>
                    <a:pt x="3143" y="176"/>
                  </a:lnTo>
                  <a:lnTo>
                    <a:pt x="3118" y="252"/>
                  </a:lnTo>
                  <a:lnTo>
                    <a:pt x="3093" y="327"/>
                  </a:lnTo>
                  <a:lnTo>
                    <a:pt x="3068" y="403"/>
                  </a:lnTo>
                  <a:lnTo>
                    <a:pt x="3068" y="14558"/>
                  </a:lnTo>
                  <a:lnTo>
                    <a:pt x="3043" y="14785"/>
                  </a:lnTo>
                  <a:lnTo>
                    <a:pt x="2992" y="14986"/>
                  </a:lnTo>
                  <a:lnTo>
                    <a:pt x="2892" y="15187"/>
                  </a:lnTo>
                  <a:lnTo>
                    <a:pt x="2741" y="15338"/>
                  </a:lnTo>
                  <a:lnTo>
                    <a:pt x="2565" y="15489"/>
                  </a:lnTo>
                  <a:lnTo>
                    <a:pt x="2389" y="15589"/>
                  </a:lnTo>
                  <a:lnTo>
                    <a:pt x="2163" y="15665"/>
                  </a:lnTo>
                  <a:lnTo>
                    <a:pt x="1936" y="15690"/>
                  </a:lnTo>
                  <a:lnTo>
                    <a:pt x="1710" y="15665"/>
                  </a:lnTo>
                  <a:lnTo>
                    <a:pt x="1509" y="15589"/>
                  </a:lnTo>
                  <a:lnTo>
                    <a:pt x="1308" y="15489"/>
                  </a:lnTo>
                  <a:lnTo>
                    <a:pt x="1132" y="15338"/>
                  </a:lnTo>
                  <a:lnTo>
                    <a:pt x="1006" y="15187"/>
                  </a:lnTo>
                  <a:lnTo>
                    <a:pt x="905" y="14986"/>
                  </a:lnTo>
                  <a:lnTo>
                    <a:pt x="830" y="14785"/>
                  </a:lnTo>
                  <a:lnTo>
                    <a:pt x="805" y="14558"/>
                  </a:lnTo>
                  <a:lnTo>
                    <a:pt x="805" y="12999"/>
                  </a:lnTo>
                  <a:lnTo>
                    <a:pt x="805" y="12924"/>
                  </a:lnTo>
                  <a:lnTo>
                    <a:pt x="780" y="12848"/>
                  </a:lnTo>
                  <a:lnTo>
                    <a:pt x="729" y="12773"/>
                  </a:lnTo>
                  <a:lnTo>
                    <a:pt x="679" y="12723"/>
                  </a:lnTo>
                  <a:lnTo>
                    <a:pt x="629" y="12672"/>
                  </a:lnTo>
                  <a:lnTo>
                    <a:pt x="553" y="12622"/>
                  </a:lnTo>
                  <a:lnTo>
                    <a:pt x="478" y="12597"/>
                  </a:lnTo>
                  <a:lnTo>
                    <a:pt x="327" y="12597"/>
                  </a:lnTo>
                  <a:lnTo>
                    <a:pt x="252" y="12622"/>
                  </a:lnTo>
                  <a:lnTo>
                    <a:pt x="176" y="12672"/>
                  </a:lnTo>
                  <a:lnTo>
                    <a:pt x="101" y="12723"/>
                  </a:lnTo>
                  <a:lnTo>
                    <a:pt x="51" y="12773"/>
                  </a:lnTo>
                  <a:lnTo>
                    <a:pt x="25" y="12848"/>
                  </a:lnTo>
                  <a:lnTo>
                    <a:pt x="0" y="12924"/>
                  </a:lnTo>
                  <a:lnTo>
                    <a:pt x="0" y="12999"/>
                  </a:lnTo>
                  <a:lnTo>
                    <a:pt x="0" y="14558"/>
                  </a:lnTo>
                  <a:lnTo>
                    <a:pt x="0" y="14734"/>
                  </a:lnTo>
                  <a:lnTo>
                    <a:pt x="25" y="14935"/>
                  </a:lnTo>
                  <a:lnTo>
                    <a:pt x="76" y="15137"/>
                  </a:lnTo>
                  <a:lnTo>
                    <a:pt x="151" y="15313"/>
                  </a:lnTo>
                  <a:lnTo>
                    <a:pt x="227" y="15489"/>
                  </a:lnTo>
                  <a:lnTo>
                    <a:pt x="327" y="15639"/>
                  </a:lnTo>
                  <a:lnTo>
                    <a:pt x="428" y="15790"/>
                  </a:lnTo>
                  <a:lnTo>
                    <a:pt x="553" y="15941"/>
                  </a:lnTo>
                  <a:lnTo>
                    <a:pt x="704" y="16067"/>
                  </a:lnTo>
                  <a:lnTo>
                    <a:pt x="855" y="16167"/>
                  </a:lnTo>
                  <a:lnTo>
                    <a:pt x="1006" y="16268"/>
                  </a:lnTo>
                  <a:lnTo>
                    <a:pt x="1182" y="16343"/>
                  </a:lnTo>
                  <a:lnTo>
                    <a:pt x="1358" y="16419"/>
                  </a:lnTo>
                  <a:lnTo>
                    <a:pt x="1559" y="16469"/>
                  </a:lnTo>
                  <a:lnTo>
                    <a:pt x="1735" y="16494"/>
                  </a:lnTo>
                  <a:lnTo>
                    <a:pt x="2137" y="16494"/>
                  </a:lnTo>
                  <a:lnTo>
                    <a:pt x="2339" y="16469"/>
                  </a:lnTo>
                  <a:lnTo>
                    <a:pt x="2515" y="16419"/>
                  </a:lnTo>
                  <a:lnTo>
                    <a:pt x="2716" y="16343"/>
                  </a:lnTo>
                  <a:lnTo>
                    <a:pt x="2867" y="16268"/>
                  </a:lnTo>
                  <a:lnTo>
                    <a:pt x="3043" y="16167"/>
                  </a:lnTo>
                  <a:lnTo>
                    <a:pt x="3193" y="16067"/>
                  </a:lnTo>
                  <a:lnTo>
                    <a:pt x="3319" y="15941"/>
                  </a:lnTo>
                  <a:lnTo>
                    <a:pt x="3445" y="15790"/>
                  </a:lnTo>
                  <a:lnTo>
                    <a:pt x="3571" y="15639"/>
                  </a:lnTo>
                  <a:lnTo>
                    <a:pt x="3671" y="15489"/>
                  </a:lnTo>
                  <a:lnTo>
                    <a:pt x="3747" y="15313"/>
                  </a:lnTo>
                  <a:lnTo>
                    <a:pt x="3822" y="15137"/>
                  </a:lnTo>
                  <a:lnTo>
                    <a:pt x="3872" y="14935"/>
                  </a:lnTo>
                  <a:lnTo>
                    <a:pt x="3897" y="14734"/>
                  </a:lnTo>
                  <a:lnTo>
                    <a:pt x="3897" y="14558"/>
                  </a:lnTo>
                  <a:lnTo>
                    <a:pt x="3897" y="403"/>
                  </a:lnTo>
                  <a:lnTo>
                    <a:pt x="3897" y="327"/>
                  </a:lnTo>
                  <a:lnTo>
                    <a:pt x="3872" y="252"/>
                  </a:lnTo>
                  <a:lnTo>
                    <a:pt x="3822" y="176"/>
                  </a:lnTo>
                  <a:lnTo>
                    <a:pt x="3772" y="126"/>
                  </a:lnTo>
                  <a:lnTo>
                    <a:pt x="3721" y="76"/>
                  </a:lnTo>
                  <a:lnTo>
                    <a:pt x="3646" y="26"/>
                  </a:lnTo>
                  <a:lnTo>
                    <a:pt x="35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4"/>
            <p:cNvSpPr/>
            <p:nvPr/>
          </p:nvSpPr>
          <p:spPr>
            <a:xfrm>
              <a:off x="5029625" y="3391263"/>
              <a:ext cx="184200" cy="184825"/>
            </a:xfrm>
            <a:custGeom>
              <a:avLst/>
              <a:gdLst/>
              <a:ahLst/>
              <a:cxnLst/>
              <a:rect l="l" t="t" r="r" b="b"/>
              <a:pathLst>
                <a:path w="7368" h="7393" extrusionOk="0">
                  <a:moveTo>
                    <a:pt x="7367" y="1"/>
                  </a:moveTo>
                  <a:lnTo>
                    <a:pt x="6990" y="26"/>
                  </a:lnTo>
                  <a:lnTo>
                    <a:pt x="6613" y="51"/>
                  </a:lnTo>
                  <a:lnTo>
                    <a:pt x="6236" y="101"/>
                  </a:lnTo>
                  <a:lnTo>
                    <a:pt x="5884" y="152"/>
                  </a:lnTo>
                  <a:lnTo>
                    <a:pt x="5506" y="252"/>
                  </a:lnTo>
                  <a:lnTo>
                    <a:pt x="5154" y="353"/>
                  </a:lnTo>
                  <a:lnTo>
                    <a:pt x="4828" y="453"/>
                  </a:lnTo>
                  <a:lnTo>
                    <a:pt x="4501" y="579"/>
                  </a:lnTo>
                  <a:lnTo>
                    <a:pt x="4174" y="730"/>
                  </a:lnTo>
                  <a:lnTo>
                    <a:pt x="3847" y="906"/>
                  </a:lnTo>
                  <a:lnTo>
                    <a:pt x="3545" y="1082"/>
                  </a:lnTo>
                  <a:lnTo>
                    <a:pt x="3244" y="1283"/>
                  </a:lnTo>
                  <a:lnTo>
                    <a:pt x="2942" y="1484"/>
                  </a:lnTo>
                  <a:lnTo>
                    <a:pt x="2665" y="1711"/>
                  </a:lnTo>
                  <a:lnTo>
                    <a:pt x="2414" y="1937"/>
                  </a:lnTo>
                  <a:lnTo>
                    <a:pt x="2137" y="2188"/>
                  </a:lnTo>
                  <a:lnTo>
                    <a:pt x="1911" y="2440"/>
                  </a:lnTo>
                  <a:lnTo>
                    <a:pt x="1685" y="2691"/>
                  </a:lnTo>
                  <a:lnTo>
                    <a:pt x="1458" y="2968"/>
                  </a:lnTo>
                  <a:lnTo>
                    <a:pt x="1257" y="3269"/>
                  </a:lnTo>
                  <a:lnTo>
                    <a:pt x="1056" y="3571"/>
                  </a:lnTo>
                  <a:lnTo>
                    <a:pt x="880" y="3873"/>
                  </a:lnTo>
                  <a:lnTo>
                    <a:pt x="729" y="4200"/>
                  </a:lnTo>
                  <a:lnTo>
                    <a:pt x="578" y="4527"/>
                  </a:lnTo>
                  <a:lnTo>
                    <a:pt x="428" y="4853"/>
                  </a:lnTo>
                  <a:lnTo>
                    <a:pt x="327" y="5205"/>
                  </a:lnTo>
                  <a:lnTo>
                    <a:pt x="226" y="5557"/>
                  </a:lnTo>
                  <a:lnTo>
                    <a:pt x="151" y="5909"/>
                  </a:lnTo>
                  <a:lnTo>
                    <a:pt x="76" y="6261"/>
                  </a:lnTo>
                  <a:lnTo>
                    <a:pt x="25" y="6639"/>
                  </a:lnTo>
                  <a:lnTo>
                    <a:pt x="0" y="7016"/>
                  </a:lnTo>
                  <a:lnTo>
                    <a:pt x="0" y="7393"/>
                  </a:lnTo>
                  <a:lnTo>
                    <a:pt x="7367" y="7393"/>
                  </a:lnTo>
                  <a:lnTo>
                    <a:pt x="73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4"/>
            <p:cNvSpPr/>
            <p:nvPr/>
          </p:nvSpPr>
          <p:spPr>
            <a:xfrm>
              <a:off x="5213800" y="3391263"/>
              <a:ext cx="185450" cy="184825"/>
            </a:xfrm>
            <a:custGeom>
              <a:avLst/>
              <a:gdLst/>
              <a:ahLst/>
              <a:cxnLst/>
              <a:rect l="l" t="t" r="r" b="b"/>
              <a:pathLst>
                <a:path w="7418" h="7393" extrusionOk="0">
                  <a:moveTo>
                    <a:pt x="0" y="1"/>
                  </a:moveTo>
                  <a:lnTo>
                    <a:pt x="0" y="7393"/>
                  </a:lnTo>
                  <a:lnTo>
                    <a:pt x="7417" y="7393"/>
                  </a:lnTo>
                  <a:lnTo>
                    <a:pt x="7392" y="7016"/>
                  </a:lnTo>
                  <a:lnTo>
                    <a:pt x="7367" y="6639"/>
                  </a:lnTo>
                  <a:lnTo>
                    <a:pt x="7317" y="6261"/>
                  </a:lnTo>
                  <a:lnTo>
                    <a:pt x="7266" y="5909"/>
                  </a:lnTo>
                  <a:lnTo>
                    <a:pt x="7166" y="5557"/>
                  </a:lnTo>
                  <a:lnTo>
                    <a:pt x="7065" y="5205"/>
                  </a:lnTo>
                  <a:lnTo>
                    <a:pt x="6965" y="4853"/>
                  </a:lnTo>
                  <a:lnTo>
                    <a:pt x="6839" y="4527"/>
                  </a:lnTo>
                  <a:lnTo>
                    <a:pt x="6688" y="4200"/>
                  </a:lnTo>
                  <a:lnTo>
                    <a:pt x="6512" y="3873"/>
                  </a:lnTo>
                  <a:lnTo>
                    <a:pt x="6336" y="3571"/>
                  </a:lnTo>
                  <a:lnTo>
                    <a:pt x="6135" y="3269"/>
                  </a:lnTo>
                  <a:lnTo>
                    <a:pt x="5934" y="2968"/>
                  </a:lnTo>
                  <a:lnTo>
                    <a:pt x="5733" y="2691"/>
                  </a:lnTo>
                  <a:lnTo>
                    <a:pt x="5481" y="2415"/>
                  </a:lnTo>
                  <a:lnTo>
                    <a:pt x="5255" y="2163"/>
                  </a:lnTo>
                  <a:lnTo>
                    <a:pt x="4978" y="1912"/>
                  </a:lnTo>
                  <a:lnTo>
                    <a:pt x="4727" y="1685"/>
                  </a:lnTo>
                  <a:lnTo>
                    <a:pt x="4450" y="1459"/>
                  </a:lnTo>
                  <a:lnTo>
                    <a:pt x="4149" y="1258"/>
                  </a:lnTo>
                  <a:lnTo>
                    <a:pt x="3847" y="1082"/>
                  </a:lnTo>
                  <a:lnTo>
                    <a:pt x="3545" y="906"/>
                  </a:lnTo>
                  <a:lnTo>
                    <a:pt x="3218" y="730"/>
                  </a:lnTo>
                  <a:lnTo>
                    <a:pt x="2891" y="579"/>
                  </a:lnTo>
                  <a:lnTo>
                    <a:pt x="2565" y="453"/>
                  </a:lnTo>
                  <a:lnTo>
                    <a:pt x="2213" y="328"/>
                  </a:lnTo>
                  <a:lnTo>
                    <a:pt x="1861" y="227"/>
                  </a:lnTo>
                  <a:lnTo>
                    <a:pt x="1509" y="152"/>
                  </a:lnTo>
                  <a:lnTo>
                    <a:pt x="1131" y="76"/>
                  </a:lnTo>
                  <a:lnTo>
                    <a:pt x="779" y="51"/>
                  </a:lnTo>
                  <a:lnTo>
                    <a:pt x="4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4"/>
            <p:cNvSpPr/>
            <p:nvPr/>
          </p:nvSpPr>
          <p:spPr>
            <a:xfrm>
              <a:off x="5108825" y="3391263"/>
              <a:ext cx="105000" cy="184825"/>
            </a:xfrm>
            <a:custGeom>
              <a:avLst/>
              <a:gdLst/>
              <a:ahLst/>
              <a:cxnLst/>
              <a:rect l="l" t="t" r="r" b="b"/>
              <a:pathLst>
                <a:path w="4200" h="7393" extrusionOk="0">
                  <a:moveTo>
                    <a:pt x="4199" y="1"/>
                  </a:moveTo>
                  <a:lnTo>
                    <a:pt x="3973" y="26"/>
                  </a:lnTo>
                  <a:lnTo>
                    <a:pt x="3772" y="51"/>
                  </a:lnTo>
                  <a:lnTo>
                    <a:pt x="3545" y="101"/>
                  </a:lnTo>
                  <a:lnTo>
                    <a:pt x="3344" y="152"/>
                  </a:lnTo>
                  <a:lnTo>
                    <a:pt x="3143" y="252"/>
                  </a:lnTo>
                  <a:lnTo>
                    <a:pt x="2942" y="353"/>
                  </a:lnTo>
                  <a:lnTo>
                    <a:pt x="2741" y="453"/>
                  </a:lnTo>
                  <a:lnTo>
                    <a:pt x="2565" y="604"/>
                  </a:lnTo>
                  <a:lnTo>
                    <a:pt x="2188" y="906"/>
                  </a:lnTo>
                  <a:lnTo>
                    <a:pt x="1836" y="1283"/>
                  </a:lnTo>
                  <a:lnTo>
                    <a:pt x="1534" y="1711"/>
                  </a:lnTo>
                  <a:lnTo>
                    <a:pt x="1232" y="2188"/>
                  </a:lnTo>
                  <a:lnTo>
                    <a:pt x="956" y="2716"/>
                  </a:lnTo>
                  <a:lnTo>
                    <a:pt x="704" y="3269"/>
                  </a:lnTo>
                  <a:lnTo>
                    <a:pt x="503" y="3873"/>
                  </a:lnTo>
                  <a:lnTo>
                    <a:pt x="327" y="4527"/>
                  </a:lnTo>
                  <a:lnTo>
                    <a:pt x="176" y="5205"/>
                  </a:lnTo>
                  <a:lnTo>
                    <a:pt x="76" y="5909"/>
                  </a:lnTo>
                  <a:lnTo>
                    <a:pt x="25" y="6639"/>
                  </a:lnTo>
                  <a:lnTo>
                    <a:pt x="0" y="7393"/>
                  </a:lnTo>
                  <a:lnTo>
                    <a:pt x="4199" y="7393"/>
                  </a:lnTo>
                  <a:lnTo>
                    <a:pt x="41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4"/>
            <p:cNvSpPr/>
            <p:nvPr/>
          </p:nvSpPr>
          <p:spPr>
            <a:xfrm>
              <a:off x="5213800" y="3391263"/>
              <a:ext cx="105625" cy="184825"/>
            </a:xfrm>
            <a:custGeom>
              <a:avLst/>
              <a:gdLst/>
              <a:ahLst/>
              <a:cxnLst/>
              <a:rect l="l" t="t" r="r" b="b"/>
              <a:pathLst>
                <a:path w="4225" h="7393" extrusionOk="0">
                  <a:moveTo>
                    <a:pt x="0" y="1"/>
                  </a:moveTo>
                  <a:lnTo>
                    <a:pt x="0" y="7393"/>
                  </a:lnTo>
                  <a:lnTo>
                    <a:pt x="4224" y="7393"/>
                  </a:lnTo>
                  <a:lnTo>
                    <a:pt x="4224" y="6639"/>
                  </a:lnTo>
                  <a:lnTo>
                    <a:pt x="4149" y="5909"/>
                  </a:lnTo>
                  <a:lnTo>
                    <a:pt x="4048" y="5205"/>
                  </a:lnTo>
                  <a:lnTo>
                    <a:pt x="3897" y="4527"/>
                  </a:lnTo>
                  <a:lnTo>
                    <a:pt x="3721" y="3873"/>
                  </a:lnTo>
                  <a:lnTo>
                    <a:pt x="3520" y="3269"/>
                  </a:lnTo>
                  <a:lnTo>
                    <a:pt x="3269" y="2691"/>
                  </a:lnTo>
                  <a:lnTo>
                    <a:pt x="2992" y="2163"/>
                  </a:lnTo>
                  <a:lnTo>
                    <a:pt x="2690" y="1685"/>
                  </a:lnTo>
                  <a:lnTo>
                    <a:pt x="2363" y="1258"/>
                  </a:lnTo>
                  <a:lnTo>
                    <a:pt x="2037" y="906"/>
                  </a:lnTo>
                  <a:lnTo>
                    <a:pt x="1659" y="579"/>
                  </a:lnTo>
                  <a:lnTo>
                    <a:pt x="1458" y="453"/>
                  </a:lnTo>
                  <a:lnTo>
                    <a:pt x="1282" y="328"/>
                  </a:lnTo>
                  <a:lnTo>
                    <a:pt x="1081" y="227"/>
                  </a:lnTo>
                  <a:lnTo>
                    <a:pt x="855" y="152"/>
                  </a:lnTo>
                  <a:lnTo>
                    <a:pt x="654" y="76"/>
                  </a:lnTo>
                  <a:lnTo>
                    <a:pt x="453" y="5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4"/>
            <p:cNvSpPr/>
            <p:nvPr/>
          </p:nvSpPr>
          <p:spPr>
            <a:xfrm>
              <a:off x="5183625" y="3391263"/>
              <a:ext cx="61625" cy="184825"/>
            </a:xfrm>
            <a:custGeom>
              <a:avLst/>
              <a:gdLst/>
              <a:ahLst/>
              <a:cxnLst/>
              <a:rect l="l" t="t" r="r" b="b"/>
              <a:pathLst>
                <a:path w="2465" h="7393" extrusionOk="0">
                  <a:moveTo>
                    <a:pt x="1157" y="1"/>
                  </a:moveTo>
                  <a:lnTo>
                    <a:pt x="1106" y="51"/>
                  </a:lnTo>
                  <a:lnTo>
                    <a:pt x="981" y="152"/>
                  </a:lnTo>
                  <a:lnTo>
                    <a:pt x="855" y="328"/>
                  </a:lnTo>
                  <a:lnTo>
                    <a:pt x="754" y="579"/>
                  </a:lnTo>
                  <a:lnTo>
                    <a:pt x="629" y="906"/>
                  </a:lnTo>
                  <a:lnTo>
                    <a:pt x="528" y="1258"/>
                  </a:lnTo>
                  <a:lnTo>
                    <a:pt x="428" y="1685"/>
                  </a:lnTo>
                  <a:lnTo>
                    <a:pt x="352" y="2163"/>
                  </a:lnTo>
                  <a:lnTo>
                    <a:pt x="201" y="3269"/>
                  </a:lnTo>
                  <a:lnTo>
                    <a:pt x="76" y="4527"/>
                  </a:lnTo>
                  <a:lnTo>
                    <a:pt x="25" y="5909"/>
                  </a:lnTo>
                  <a:lnTo>
                    <a:pt x="0" y="7393"/>
                  </a:lnTo>
                  <a:lnTo>
                    <a:pt x="2464" y="7393"/>
                  </a:lnTo>
                  <a:lnTo>
                    <a:pt x="2439" y="5909"/>
                  </a:lnTo>
                  <a:lnTo>
                    <a:pt x="2364" y="4527"/>
                  </a:lnTo>
                  <a:lnTo>
                    <a:pt x="2238" y="3269"/>
                  </a:lnTo>
                  <a:lnTo>
                    <a:pt x="2087" y="2163"/>
                  </a:lnTo>
                  <a:lnTo>
                    <a:pt x="2012" y="1685"/>
                  </a:lnTo>
                  <a:lnTo>
                    <a:pt x="1911" y="1258"/>
                  </a:lnTo>
                  <a:lnTo>
                    <a:pt x="1810" y="906"/>
                  </a:lnTo>
                  <a:lnTo>
                    <a:pt x="1710" y="579"/>
                  </a:lnTo>
                  <a:lnTo>
                    <a:pt x="1584" y="328"/>
                  </a:lnTo>
                  <a:lnTo>
                    <a:pt x="1484" y="152"/>
                  </a:lnTo>
                  <a:lnTo>
                    <a:pt x="1358" y="51"/>
                  </a:lnTo>
                  <a:lnTo>
                    <a:pt x="12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4"/>
            <p:cNvSpPr/>
            <p:nvPr/>
          </p:nvSpPr>
          <p:spPr>
            <a:xfrm>
              <a:off x="5213800" y="3391263"/>
              <a:ext cx="31450" cy="184825"/>
            </a:xfrm>
            <a:custGeom>
              <a:avLst/>
              <a:gdLst/>
              <a:ahLst/>
              <a:cxnLst/>
              <a:rect l="l" t="t" r="r" b="b"/>
              <a:pathLst>
                <a:path w="1258" h="7393" extrusionOk="0">
                  <a:moveTo>
                    <a:pt x="0" y="1"/>
                  </a:moveTo>
                  <a:lnTo>
                    <a:pt x="0" y="7393"/>
                  </a:lnTo>
                  <a:lnTo>
                    <a:pt x="1257" y="7393"/>
                  </a:lnTo>
                  <a:lnTo>
                    <a:pt x="1232" y="5909"/>
                  </a:lnTo>
                  <a:lnTo>
                    <a:pt x="1157" y="4527"/>
                  </a:lnTo>
                  <a:lnTo>
                    <a:pt x="1031" y="3269"/>
                  </a:lnTo>
                  <a:lnTo>
                    <a:pt x="880" y="2163"/>
                  </a:lnTo>
                  <a:lnTo>
                    <a:pt x="805" y="1685"/>
                  </a:lnTo>
                  <a:lnTo>
                    <a:pt x="704" y="1258"/>
                  </a:lnTo>
                  <a:lnTo>
                    <a:pt x="603" y="906"/>
                  </a:lnTo>
                  <a:lnTo>
                    <a:pt x="503" y="579"/>
                  </a:lnTo>
                  <a:lnTo>
                    <a:pt x="377" y="328"/>
                  </a:lnTo>
                  <a:lnTo>
                    <a:pt x="277" y="152"/>
                  </a:lnTo>
                  <a:lnTo>
                    <a:pt x="151" y="5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Tujuan</a:t>
            </a:r>
            <a:endParaRPr dirty="0"/>
          </a:p>
        </p:txBody>
      </p:sp>
      <p:sp>
        <p:nvSpPr>
          <p:cNvPr id="817" name="Google Shape;817;p43"/>
          <p:cNvSpPr txBox="1">
            <a:spLocks noGrp="1"/>
          </p:cNvSpPr>
          <p:nvPr>
            <p:ph type="subTitle" idx="3"/>
          </p:nvPr>
        </p:nvSpPr>
        <p:spPr>
          <a:xfrm>
            <a:off x="5948712" y="2627891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18" name="Google Shape;818;p43"/>
          <p:cNvSpPr txBox="1">
            <a:spLocks noGrp="1"/>
          </p:cNvSpPr>
          <p:nvPr>
            <p:ph type="subTitle" idx="1"/>
          </p:nvPr>
        </p:nvSpPr>
        <p:spPr>
          <a:xfrm>
            <a:off x="3370882" y="2627891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19" name="Google Shape;819;p43"/>
          <p:cNvSpPr txBox="1">
            <a:spLocks noGrp="1"/>
          </p:cNvSpPr>
          <p:nvPr>
            <p:ph type="subTitle" idx="2"/>
          </p:nvPr>
        </p:nvSpPr>
        <p:spPr>
          <a:xfrm>
            <a:off x="3304762" y="2911734"/>
            <a:ext cx="255443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Mengidentifikasi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manfaat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keunggulan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ini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menghemat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air.</a:t>
            </a:r>
            <a:r>
              <a:rPr lang="en-US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</p:txBody>
      </p:sp>
      <p:sp>
        <p:nvSpPr>
          <p:cNvPr id="820" name="Google Shape;820;p43"/>
          <p:cNvSpPr txBox="1">
            <a:spLocks noGrp="1"/>
          </p:cNvSpPr>
          <p:nvPr>
            <p:ph type="subTitle" idx="4"/>
          </p:nvPr>
        </p:nvSpPr>
        <p:spPr>
          <a:xfrm>
            <a:off x="5791243" y="2872915"/>
            <a:ext cx="2714688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Merancang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desain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otomatis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efektif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efisien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</p:txBody>
      </p:sp>
      <p:sp>
        <p:nvSpPr>
          <p:cNvPr id="821" name="Google Shape;821;p43"/>
          <p:cNvSpPr txBox="1">
            <a:spLocks noGrp="1"/>
          </p:cNvSpPr>
          <p:nvPr>
            <p:ph type="subTitle" idx="5"/>
          </p:nvPr>
        </p:nvSpPr>
        <p:spPr>
          <a:xfrm>
            <a:off x="749183" y="2627891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01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22" name="Google Shape;822;p43"/>
          <p:cNvSpPr txBox="1">
            <a:spLocks noGrp="1"/>
          </p:cNvSpPr>
          <p:nvPr>
            <p:ph type="subTitle" idx="6"/>
          </p:nvPr>
        </p:nvSpPr>
        <p:spPr>
          <a:xfrm>
            <a:off x="508792" y="2872915"/>
            <a:ext cx="2795970" cy="1506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Menjelaskan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cara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kerja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otomatis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dengan total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putaran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batas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kran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berputar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sz="14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</p:txBody>
      </p:sp>
      <p:sp>
        <p:nvSpPr>
          <p:cNvPr id="823" name="Google Shape;823;p43"/>
          <p:cNvSpPr/>
          <p:nvPr/>
        </p:nvSpPr>
        <p:spPr>
          <a:xfrm>
            <a:off x="1456133" y="1561387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4" name="Google Shape;824;p43"/>
          <p:cNvGrpSpPr/>
          <p:nvPr/>
        </p:nvGrpSpPr>
        <p:grpSpPr>
          <a:xfrm>
            <a:off x="1664283" y="1819938"/>
            <a:ext cx="572200" cy="326474"/>
            <a:chOff x="1713175" y="1819938"/>
            <a:chExt cx="572200" cy="326474"/>
          </a:xfrm>
        </p:grpSpPr>
        <p:sp>
          <p:nvSpPr>
            <p:cNvPr id="825" name="Google Shape;825;p43"/>
            <p:cNvSpPr/>
            <p:nvPr/>
          </p:nvSpPr>
          <p:spPr>
            <a:xfrm>
              <a:off x="2206768" y="2055637"/>
              <a:ext cx="41666" cy="90775"/>
            </a:xfrm>
            <a:custGeom>
              <a:avLst/>
              <a:gdLst/>
              <a:ahLst/>
              <a:cxnLst/>
              <a:rect l="l" t="t" r="r" b="b"/>
              <a:pathLst>
                <a:path w="918" h="2000" extrusionOk="0">
                  <a:moveTo>
                    <a:pt x="0" y="1"/>
                  </a:moveTo>
                  <a:lnTo>
                    <a:pt x="0" y="2000"/>
                  </a:lnTo>
                  <a:lnTo>
                    <a:pt x="918" y="2000"/>
                  </a:lnTo>
                  <a:lnTo>
                    <a:pt x="9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1880112" y="2055637"/>
              <a:ext cx="41893" cy="90775"/>
            </a:xfrm>
            <a:custGeom>
              <a:avLst/>
              <a:gdLst/>
              <a:ahLst/>
              <a:cxnLst/>
              <a:rect l="l" t="t" r="r" b="b"/>
              <a:pathLst>
                <a:path w="923" h="2000" extrusionOk="0">
                  <a:moveTo>
                    <a:pt x="1" y="1"/>
                  </a:moveTo>
                  <a:lnTo>
                    <a:pt x="1" y="2000"/>
                  </a:lnTo>
                  <a:lnTo>
                    <a:pt x="923" y="2000"/>
                  </a:lnTo>
                  <a:lnTo>
                    <a:pt x="9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1713175" y="1819938"/>
              <a:ext cx="572200" cy="257756"/>
            </a:xfrm>
            <a:custGeom>
              <a:avLst/>
              <a:gdLst/>
              <a:ahLst/>
              <a:cxnLst/>
              <a:rect l="l" t="t" r="r" b="b"/>
              <a:pathLst>
                <a:path w="12607" h="5679" extrusionOk="0">
                  <a:moveTo>
                    <a:pt x="1355" y="1"/>
                  </a:moveTo>
                  <a:cubicBezTo>
                    <a:pt x="598" y="1"/>
                    <a:pt x="1" y="650"/>
                    <a:pt x="1" y="1407"/>
                  </a:cubicBezTo>
                  <a:cubicBezTo>
                    <a:pt x="1" y="2165"/>
                    <a:pt x="598" y="2757"/>
                    <a:pt x="1355" y="2757"/>
                  </a:cubicBezTo>
                  <a:cubicBezTo>
                    <a:pt x="1515" y="2757"/>
                    <a:pt x="1680" y="2705"/>
                    <a:pt x="1788" y="2705"/>
                  </a:cubicBezTo>
                  <a:lnTo>
                    <a:pt x="2978" y="5678"/>
                  </a:lnTo>
                  <a:lnTo>
                    <a:pt x="12606" y="5678"/>
                  </a:lnTo>
                  <a:lnTo>
                    <a:pt x="12606" y="3731"/>
                  </a:lnTo>
                  <a:lnTo>
                    <a:pt x="3735" y="3731"/>
                  </a:lnTo>
                  <a:lnTo>
                    <a:pt x="2653" y="918"/>
                  </a:lnTo>
                  <a:cubicBezTo>
                    <a:pt x="2437" y="377"/>
                    <a:pt x="1948" y="1"/>
                    <a:pt x="13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1745219" y="1851754"/>
              <a:ext cx="61319" cy="61545"/>
            </a:xfrm>
            <a:custGeom>
              <a:avLst/>
              <a:gdLst/>
              <a:ahLst/>
              <a:cxnLst/>
              <a:rect l="l" t="t" r="r" b="b"/>
              <a:pathLst>
                <a:path w="1351" h="1356" extrusionOk="0">
                  <a:moveTo>
                    <a:pt x="649" y="1"/>
                  </a:moveTo>
                  <a:cubicBezTo>
                    <a:pt x="325" y="1"/>
                    <a:pt x="0" y="325"/>
                    <a:pt x="0" y="706"/>
                  </a:cubicBezTo>
                  <a:cubicBezTo>
                    <a:pt x="0" y="1031"/>
                    <a:pt x="325" y="1355"/>
                    <a:pt x="649" y="1355"/>
                  </a:cubicBezTo>
                  <a:cubicBezTo>
                    <a:pt x="1026" y="1355"/>
                    <a:pt x="1350" y="1031"/>
                    <a:pt x="1350" y="706"/>
                  </a:cubicBezTo>
                  <a:cubicBezTo>
                    <a:pt x="1350" y="325"/>
                    <a:pt x="1026" y="1"/>
                    <a:pt x="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43"/>
          <p:cNvSpPr/>
          <p:nvPr/>
        </p:nvSpPr>
        <p:spPr>
          <a:xfrm>
            <a:off x="4077668" y="1548425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0" name="Google Shape;830;p43"/>
          <p:cNvGrpSpPr/>
          <p:nvPr/>
        </p:nvGrpSpPr>
        <p:grpSpPr>
          <a:xfrm>
            <a:off x="4290729" y="1854117"/>
            <a:ext cx="572204" cy="346993"/>
            <a:chOff x="4290647" y="1854117"/>
            <a:chExt cx="572204" cy="346993"/>
          </a:xfrm>
        </p:grpSpPr>
        <p:sp>
          <p:nvSpPr>
            <p:cNvPr id="831" name="Google Shape;831;p43"/>
            <p:cNvSpPr/>
            <p:nvPr/>
          </p:nvSpPr>
          <p:spPr>
            <a:xfrm>
              <a:off x="4290647" y="1854117"/>
              <a:ext cx="278522" cy="281189"/>
            </a:xfrm>
            <a:custGeom>
              <a:avLst/>
              <a:gdLst/>
              <a:ahLst/>
              <a:cxnLst/>
              <a:rect l="l" t="t" r="r" b="b"/>
              <a:pathLst>
                <a:path w="5951" h="6008" extrusionOk="0">
                  <a:moveTo>
                    <a:pt x="2272" y="1"/>
                  </a:moveTo>
                  <a:cubicBezTo>
                    <a:pt x="1840" y="1"/>
                    <a:pt x="1463" y="381"/>
                    <a:pt x="1463" y="814"/>
                  </a:cubicBezTo>
                  <a:cubicBezTo>
                    <a:pt x="1463" y="1083"/>
                    <a:pt x="1571" y="1299"/>
                    <a:pt x="1732" y="1463"/>
                  </a:cubicBezTo>
                  <a:lnTo>
                    <a:pt x="1" y="1463"/>
                  </a:lnTo>
                  <a:lnTo>
                    <a:pt x="1" y="6007"/>
                  </a:lnTo>
                  <a:lnTo>
                    <a:pt x="1680" y="6007"/>
                  </a:lnTo>
                  <a:cubicBezTo>
                    <a:pt x="1515" y="5843"/>
                    <a:pt x="1463" y="5683"/>
                    <a:pt x="1463" y="5466"/>
                  </a:cubicBezTo>
                  <a:cubicBezTo>
                    <a:pt x="1463" y="5033"/>
                    <a:pt x="1840" y="4653"/>
                    <a:pt x="2272" y="4653"/>
                  </a:cubicBezTo>
                  <a:cubicBezTo>
                    <a:pt x="2761" y="4653"/>
                    <a:pt x="3086" y="5033"/>
                    <a:pt x="3086" y="5466"/>
                  </a:cubicBezTo>
                  <a:cubicBezTo>
                    <a:pt x="3086" y="5683"/>
                    <a:pt x="3030" y="5843"/>
                    <a:pt x="2922" y="6007"/>
                  </a:cubicBezTo>
                  <a:lnTo>
                    <a:pt x="4544" y="6007"/>
                  </a:lnTo>
                  <a:lnTo>
                    <a:pt x="4544" y="4328"/>
                  </a:lnTo>
                  <a:cubicBezTo>
                    <a:pt x="4709" y="4436"/>
                    <a:pt x="4925" y="4544"/>
                    <a:pt x="5142" y="4544"/>
                  </a:cubicBezTo>
                  <a:cubicBezTo>
                    <a:pt x="5574" y="4544"/>
                    <a:pt x="5951" y="4168"/>
                    <a:pt x="5951" y="3735"/>
                  </a:cubicBezTo>
                  <a:cubicBezTo>
                    <a:pt x="5951" y="3246"/>
                    <a:pt x="5574" y="2922"/>
                    <a:pt x="5142" y="2922"/>
                  </a:cubicBezTo>
                  <a:cubicBezTo>
                    <a:pt x="4925" y="2922"/>
                    <a:pt x="4709" y="2978"/>
                    <a:pt x="4544" y="3138"/>
                  </a:cubicBezTo>
                  <a:lnTo>
                    <a:pt x="4544" y="1463"/>
                  </a:lnTo>
                  <a:lnTo>
                    <a:pt x="2870" y="1463"/>
                  </a:lnTo>
                  <a:cubicBezTo>
                    <a:pt x="3030" y="1299"/>
                    <a:pt x="3086" y="1083"/>
                    <a:pt x="3086" y="814"/>
                  </a:cubicBezTo>
                  <a:cubicBezTo>
                    <a:pt x="3086" y="381"/>
                    <a:pt x="2761" y="1"/>
                    <a:pt x="22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4581895" y="1922588"/>
              <a:ext cx="280955" cy="278522"/>
            </a:xfrm>
            <a:custGeom>
              <a:avLst/>
              <a:gdLst/>
              <a:ahLst/>
              <a:cxnLst/>
              <a:rect l="l" t="t" r="r" b="b"/>
              <a:pathLst>
                <a:path w="6003" h="5951" extrusionOk="0">
                  <a:moveTo>
                    <a:pt x="0" y="0"/>
                  </a:moveTo>
                  <a:lnTo>
                    <a:pt x="0" y="1623"/>
                  </a:lnTo>
                  <a:cubicBezTo>
                    <a:pt x="161" y="1515"/>
                    <a:pt x="325" y="1459"/>
                    <a:pt x="541" y="1459"/>
                  </a:cubicBezTo>
                  <a:cubicBezTo>
                    <a:pt x="974" y="1459"/>
                    <a:pt x="1351" y="1783"/>
                    <a:pt x="1351" y="2272"/>
                  </a:cubicBezTo>
                  <a:cubicBezTo>
                    <a:pt x="1351" y="2705"/>
                    <a:pt x="974" y="3081"/>
                    <a:pt x="541" y="3081"/>
                  </a:cubicBezTo>
                  <a:cubicBezTo>
                    <a:pt x="325" y="3081"/>
                    <a:pt x="161" y="3030"/>
                    <a:pt x="0" y="2865"/>
                  </a:cubicBezTo>
                  <a:lnTo>
                    <a:pt x="0" y="4544"/>
                  </a:lnTo>
                  <a:lnTo>
                    <a:pt x="1675" y="4544"/>
                  </a:lnTo>
                  <a:cubicBezTo>
                    <a:pt x="1567" y="4704"/>
                    <a:pt x="1459" y="4869"/>
                    <a:pt x="1459" y="5085"/>
                  </a:cubicBezTo>
                  <a:cubicBezTo>
                    <a:pt x="1459" y="5570"/>
                    <a:pt x="1840" y="5950"/>
                    <a:pt x="2272" y="5950"/>
                  </a:cubicBezTo>
                  <a:cubicBezTo>
                    <a:pt x="2757" y="5950"/>
                    <a:pt x="3081" y="5570"/>
                    <a:pt x="3081" y="5085"/>
                  </a:cubicBezTo>
                  <a:cubicBezTo>
                    <a:pt x="3081" y="4869"/>
                    <a:pt x="3030" y="4704"/>
                    <a:pt x="2865" y="4544"/>
                  </a:cubicBezTo>
                  <a:lnTo>
                    <a:pt x="4544" y="4544"/>
                  </a:lnTo>
                  <a:lnTo>
                    <a:pt x="4544" y="2813"/>
                  </a:lnTo>
                  <a:cubicBezTo>
                    <a:pt x="4704" y="2973"/>
                    <a:pt x="4921" y="3081"/>
                    <a:pt x="5193" y="3081"/>
                  </a:cubicBezTo>
                  <a:cubicBezTo>
                    <a:pt x="5626" y="3081"/>
                    <a:pt x="6002" y="2705"/>
                    <a:pt x="6002" y="2272"/>
                  </a:cubicBezTo>
                  <a:cubicBezTo>
                    <a:pt x="6002" y="1783"/>
                    <a:pt x="5626" y="1459"/>
                    <a:pt x="5193" y="1459"/>
                  </a:cubicBezTo>
                  <a:cubicBezTo>
                    <a:pt x="4921" y="1459"/>
                    <a:pt x="4704" y="1515"/>
                    <a:pt x="4544" y="1675"/>
                  </a:cubicBez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3" name="Google Shape;833;p43"/>
          <p:cNvSpPr/>
          <p:nvPr/>
        </p:nvSpPr>
        <p:spPr>
          <a:xfrm>
            <a:off x="6655662" y="1548425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4" name="Google Shape;834;p43"/>
          <p:cNvGrpSpPr/>
          <p:nvPr/>
        </p:nvGrpSpPr>
        <p:grpSpPr>
          <a:xfrm>
            <a:off x="6921111" y="1797489"/>
            <a:ext cx="457601" cy="460247"/>
            <a:chOff x="6915900" y="1797489"/>
            <a:chExt cx="457601" cy="460247"/>
          </a:xfrm>
        </p:grpSpPr>
        <p:sp>
          <p:nvSpPr>
            <p:cNvPr id="835" name="Google Shape;835;p43"/>
            <p:cNvSpPr/>
            <p:nvPr/>
          </p:nvSpPr>
          <p:spPr>
            <a:xfrm>
              <a:off x="7156210" y="1820367"/>
              <a:ext cx="194364" cy="194411"/>
            </a:xfrm>
            <a:custGeom>
              <a:avLst/>
              <a:gdLst/>
              <a:ahLst/>
              <a:cxnLst/>
              <a:rect l="l" t="t" r="r" b="b"/>
              <a:pathLst>
                <a:path w="4112" h="4113" extrusionOk="0">
                  <a:moveTo>
                    <a:pt x="3298" y="1"/>
                  </a:moveTo>
                  <a:lnTo>
                    <a:pt x="1" y="3303"/>
                  </a:lnTo>
                  <a:lnTo>
                    <a:pt x="810" y="4112"/>
                  </a:lnTo>
                  <a:lnTo>
                    <a:pt x="4112" y="815"/>
                  </a:lnTo>
                  <a:lnTo>
                    <a:pt x="3731" y="434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6915900" y="2091401"/>
              <a:ext cx="163687" cy="166334"/>
            </a:xfrm>
            <a:custGeom>
              <a:avLst/>
              <a:gdLst/>
              <a:ahLst/>
              <a:cxnLst/>
              <a:rect l="l" t="t" r="r" b="b"/>
              <a:pathLst>
                <a:path w="3463" h="3519" extrusionOk="0">
                  <a:moveTo>
                    <a:pt x="3246" y="1"/>
                  </a:moveTo>
                  <a:lnTo>
                    <a:pt x="0" y="3303"/>
                  </a:lnTo>
                  <a:lnTo>
                    <a:pt x="160" y="3519"/>
                  </a:lnTo>
                  <a:lnTo>
                    <a:pt x="3462" y="217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6997721" y="2104305"/>
              <a:ext cx="68963" cy="68963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377" y="0"/>
                  </a:moveTo>
                  <a:lnTo>
                    <a:pt x="0" y="377"/>
                  </a:lnTo>
                  <a:lnTo>
                    <a:pt x="593" y="918"/>
                  </a:lnTo>
                  <a:lnTo>
                    <a:pt x="1082" y="1459"/>
                  </a:lnTo>
                  <a:lnTo>
                    <a:pt x="1458" y="108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7000179" y="1884415"/>
              <a:ext cx="286394" cy="286394"/>
            </a:xfrm>
            <a:custGeom>
              <a:avLst/>
              <a:gdLst/>
              <a:ahLst/>
              <a:cxnLst/>
              <a:rect l="l" t="t" r="r" b="b"/>
              <a:pathLst>
                <a:path w="6059" h="6059" extrusionOk="0">
                  <a:moveTo>
                    <a:pt x="4544" y="0"/>
                  </a:moveTo>
                  <a:lnTo>
                    <a:pt x="0" y="4544"/>
                  </a:lnTo>
                  <a:lnTo>
                    <a:pt x="1515" y="6059"/>
                  </a:lnTo>
                  <a:lnTo>
                    <a:pt x="6058" y="1515"/>
                  </a:lnTo>
                  <a:lnTo>
                    <a:pt x="5301" y="758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7289175" y="1797489"/>
              <a:ext cx="84325" cy="84325"/>
            </a:xfrm>
            <a:custGeom>
              <a:avLst/>
              <a:gdLst/>
              <a:ahLst/>
              <a:cxnLst/>
              <a:rect l="l" t="t" r="r" b="b"/>
              <a:pathLst>
                <a:path w="1784" h="1784" extrusionOk="0">
                  <a:moveTo>
                    <a:pt x="269" y="0"/>
                  </a:moveTo>
                  <a:lnTo>
                    <a:pt x="1" y="269"/>
                  </a:lnTo>
                  <a:lnTo>
                    <a:pt x="758" y="1026"/>
                  </a:lnTo>
                  <a:lnTo>
                    <a:pt x="1515" y="1783"/>
                  </a:lnTo>
                  <a:lnTo>
                    <a:pt x="1784" y="1515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27046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Manfaat</a:t>
            </a:r>
            <a:endParaRPr dirty="0"/>
          </a:p>
        </p:txBody>
      </p:sp>
      <p:sp>
        <p:nvSpPr>
          <p:cNvPr id="817" name="Google Shape;817;p43"/>
          <p:cNvSpPr txBox="1">
            <a:spLocks noGrp="1"/>
          </p:cNvSpPr>
          <p:nvPr>
            <p:ph type="subTitle" idx="3"/>
          </p:nvPr>
        </p:nvSpPr>
        <p:spPr>
          <a:xfrm>
            <a:off x="5839355" y="2544136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18" name="Google Shape;818;p43"/>
          <p:cNvSpPr txBox="1">
            <a:spLocks noGrp="1"/>
          </p:cNvSpPr>
          <p:nvPr>
            <p:ph type="subTitle" idx="1"/>
          </p:nvPr>
        </p:nvSpPr>
        <p:spPr>
          <a:xfrm>
            <a:off x="3268784" y="2522065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02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19" name="Google Shape;819;p43"/>
          <p:cNvSpPr txBox="1">
            <a:spLocks noGrp="1"/>
          </p:cNvSpPr>
          <p:nvPr>
            <p:ph type="subTitle" idx="2"/>
          </p:nvPr>
        </p:nvSpPr>
        <p:spPr>
          <a:xfrm>
            <a:off x="3338182" y="2870838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Mengurangi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risiko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kerusakan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disebabkan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oleh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aliran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air yang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terus-menerus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 </a:t>
            </a:r>
          </a:p>
        </p:txBody>
      </p:sp>
      <p:sp>
        <p:nvSpPr>
          <p:cNvPr id="820" name="Google Shape;820;p43"/>
          <p:cNvSpPr txBox="1">
            <a:spLocks noGrp="1"/>
          </p:cNvSpPr>
          <p:nvPr>
            <p:ph type="subTitle" idx="4"/>
          </p:nvPr>
        </p:nvSpPr>
        <p:spPr>
          <a:xfrm>
            <a:off x="5886155" y="2870838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Kemudahan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tanpa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perlu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mengontrol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aliran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air secara manual. </a:t>
            </a:r>
          </a:p>
        </p:txBody>
      </p:sp>
      <p:sp>
        <p:nvSpPr>
          <p:cNvPr id="821" name="Google Shape;821;p43"/>
          <p:cNvSpPr txBox="1">
            <a:spLocks noGrp="1"/>
          </p:cNvSpPr>
          <p:nvPr>
            <p:ph type="subTitle" idx="5"/>
          </p:nvPr>
        </p:nvSpPr>
        <p:spPr>
          <a:xfrm>
            <a:off x="717344" y="2552555"/>
            <a:ext cx="2402400" cy="2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01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22" name="Google Shape;822;p43"/>
          <p:cNvSpPr txBox="1">
            <a:spLocks noGrp="1"/>
          </p:cNvSpPr>
          <p:nvPr>
            <p:ph type="subTitle" idx="6"/>
          </p:nvPr>
        </p:nvSpPr>
        <p:spPr>
          <a:xfrm>
            <a:off x="760025" y="2870838"/>
            <a:ext cx="23556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rtl="0" fontAlgn="base"/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Mencegah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kebocoran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tumpahan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air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karena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keran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lupa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ditutup</a:t>
            </a:r>
            <a:r>
              <a:rPr lang="en-US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 </a:t>
            </a:r>
          </a:p>
        </p:txBody>
      </p:sp>
      <p:grpSp>
        <p:nvGrpSpPr>
          <p:cNvPr id="824" name="Google Shape;824;p43"/>
          <p:cNvGrpSpPr/>
          <p:nvPr/>
        </p:nvGrpSpPr>
        <p:grpSpPr>
          <a:xfrm>
            <a:off x="1591713" y="1819938"/>
            <a:ext cx="572200" cy="326474"/>
            <a:chOff x="1713175" y="1819938"/>
            <a:chExt cx="572200" cy="326474"/>
          </a:xfrm>
        </p:grpSpPr>
        <p:sp>
          <p:nvSpPr>
            <p:cNvPr id="825" name="Google Shape;825;p43"/>
            <p:cNvSpPr/>
            <p:nvPr/>
          </p:nvSpPr>
          <p:spPr>
            <a:xfrm>
              <a:off x="2206768" y="2055637"/>
              <a:ext cx="41666" cy="90775"/>
            </a:xfrm>
            <a:custGeom>
              <a:avLst/>
              <a:gdLst/>
              <a:ahLst/>
              <a:cxnLst/>
              <a:rect l="l" t="t" r="r" b="b"/>
              <a:pathLst>
                <a:path w="918" h="2000" extrusionOk="0">
                  <a:moveTo>
                    <a:pt x="0" y="1"/>
                  </a:moveTo>
                  <a:lnTo>
                    <a:pt x="0" y="2000"/>
                  </a:lnTo>
                  <a:lnTo>
                    <a:pt x="918" y="2000"/>
                  </a:lnTo>
                  <a:lnTo>
                    <a:pt x="9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1880112" y="2055637"/>
              <a:ext cx="41893" cy="90775"/>
            </a:xfrm>
            <a:custGeom>
              <a:avLst/>
              <a:gdLst/>
              <a:ahLst/>
              <a:cxnLst/>
              <a:rect l="l" t="t" r="r" b="b"/>
              <a:pathLst>
                <a:path w="923" h="2000" extrusionOk="0">
                  <a:moveTo>
                    <a:pt x="1" y="1"/>
                  </a:moveTo>
                  <a:lnTo>
                    <a:pt x="1" y="2000"/>
                  </a:lnTo>
                  <a:lnTo>
                    <a:pt x="923" y="2000"/>
                  </a:lnTo>
                  <a:lnTo>
                    <a:pt x="9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1713175" y="1819938"/>
              <a:ext cx="572200" cy="257756"/>
            </a:xfrm>
            <a:custGeom>
              <a:avLst/>
              <a:gdLst/>
              <a:ahLst/>
              <a:cxnLst/>
              <a:rect l="l" t="t" r="r" b="b"/>
              <a:pathLst>
                <a:path w="12607" h="5679" extrusionOk="0">
                  <a:moveTo>
                    <a:pt x="1355" y="1"/>
                  </a:moveTo>
                  <a:cubicBezTo>
                    <a:pt x="598" y="1"/>
                    <a:pt x="1" y="650"/>
                    <a:pt x="1" y="1407"/>
                  </a:cubicBezTo>
                  <a:cubicBezTo>
                    <a:pt x="1" y="2165"/>
                    <a:pt x="598" y="2757"/>
                    <a:pt x="1355" y="2757"/>
                  </a:cubicBezTo>
                  <a:cubicBezTo>
                    <a:pt x="1515" y="2757"/>
                    <a:pt x="1680" y="2705"/>
                    <a:pt x="1788" y="2705"/>
                  </a:cubicBezTo>
                  <a:lnTo>
                    <a:pt x="2978" y="5678"/>
                  </a:lnTo>
                  <a:lnTo>
                    <a:pt x="12606" y="5678"/>
                  </a:lnTo>
                  <a:lnTo>
                    <a:pt x="12606" y="3731"/>
                  </a:lnTo>
                  <a:lnTo>
                    <a:pt x="3735" y="3731"/>
                  </a:lnTo>
                  <a:lnTo>
                    <a:pt x="2653" y="918"/>
                  </a:lnTo>
                  <a:cubicBezTo>
                    <a:pt x="2437" y="377"/>
                    <a:pt x="1948" y="1"/>
                    <a:pt x="13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1745219" y="1851754"/>
              <a:ext cx="61319" cy="61545"/>
            </a:xfrm>
            <a:custGeom>
              <a:avLst/>
              <a:gdLst/>
              <a:ahLst/>
              <a:cxnLst/>
              <a:rect l="l" t="t" r="r" b="b"/>
              <a:pathLst>
                <a:path w="1351" h="1356" extrusionOk="0">
                  <a:moveTo>
                    <a:pt x="649" y="1"/>
                  </a:moveTo>
                  <a:cubicBezTo>
                    <a:pt x="325" y="1"/>
                    <a:pt x="0" y="325"/>
                    <a:pt x="0" y="706"/>
                  </a:cubicBezTo>
                  <a:cubicBezTo>
                    <a:pt x="0" y="1031"/>
                    <a:pt x="325" y="1355"/>
                    <a:pt x="649" y="1355"/>
                  </a:cubicBezTo>
                  <a:cubicBezTo>
                    <a:pt x="1026" y="1355"/>
                    <a:pt x="1350" y="1031"/>
                    <a:pt x="1350" y="706"/>
                  </a:cubicBezTo>
                  <a:cubicBezTo>
                    <a:pt x="1350" y="325"/>
                    <a:pt x="1026" y="1"/>
                    <a:pt x="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43"/>
          <p:cNvGrpSpPr/>
          <p:nvPr/>
        </p:nvGrpSpPr>
        <p:grpSpPr>
          <a:xfrm>
            <a:off x="4174617" y="1854117"/>
            <a:ext cx="572204" cy="346993"/>
            <a:chOff x="4290647" y="1854117"/>
            <a:chExt cx="572204" cy="346993"/>
          </a:xfrm>
        </p:grpSpPr>
        <p:sp>
          <p:nvSpPr>
            <p:cNvPr id="831" name="Google Shape;831;p43"/>
            <p:cNvSpPr/>
            <p:nvPr/>
          </p:nvSpPr>
          <p:spPr>
            <a:xfrm>
              <a:off x="4290647" y="1854117"/>
              <a:ext cx="278522" cy="281189"/>
            </a:xfrm>
            <a:custGeom>
              <a:avLst/>
              <a:gdLst/>
              <a:ahLst/>
              <a:cxnLst/>
              <a:rect l="l" t="t" r="r" b="b"/>
              <a:pathLst>
                <a:path w="5951" h="6008" extrusionOk="0">
                  <a:moveTo>
                    <a:pt x="2272" y="1"/>
                  </a:moveTo>
                  <a:cubicBezTo>
                    <a:pt x="1840" y="1"/>
                    <a:pt x="1463" y="381"/>
                    <a:pt x="1463" y="814"/>
                  </a:cubicBezTo>
                  <a:cubicBezTo>
                    <a:pt x="1463" y="1083"/>
                    <a:pt x="1571" y="1299"/>
                    <a:pt x="1732" y="1463"/>
                  </a:cubicBezTo>
                  <a:lnTo>
                    <a:pt x="1" y="1463"/>
                  </a:lnTo>
                  <a:lnTo>
                    <a:pt x="1" y="6007"/>
                  </a:lnTo>
                  <a:lnTo>
                    <a:pt x="1680" y="6007"/>
                  </a:lnTo>
                  <a:cubicBezTo>
                    <a:pt x="1515" y="5843"/>
                    <a:pt x="1463" y="5683"/>
                    <a:pt x="1463" y="5466"/>
                  </a:cubicBezTo>
                  <a:cubicBezTo>
                    <a:pt x="1463" y="5033"/>
                    <a:pt x="1840" y="4653"/>
                    <a:pt x="2272" y="4653"/>
                  </a:cubicBezTo>
                  <a:cubicBezTo>
                    <a:pt x="2761" y="4653"/>
                    <a:pt x="3086" y="5033"/>
                    <a:pt x="3086" y="5466"/>
                  </a:cubicBezTo>
                  <a:cubicBezTo>
                    <a:pt x="3086" y="5683"/>
                    <a:pt x="3030" y="5843"/>
                    <a:pt x="2922" y="6007"/>
                  </a:cubicBezTo>
                  <a:lnTo>
                    <a:pt x="4544" y="6007"/>
                  </a:lnTo>
                  <a:lnTo>
                    <a:pt x="4544" y="4328"/>
                  </a:lnTo>
                  <a:cubicBezTo>
                    <a:pt x="4709" y="4436"/>
                    <a:pt x="4925" y="4544"/>
                    <a:pt x="5142" y="4544"/>
                  </a:cubicBezTo>
                  <a:cubicBezTo>
                    <a:pt x="5574" y="4544"/>
                    <a:pt x="5951" y="4168"/>
                    <a:pt x="5951" y="3735"/>
                  </a:cubicBezTo>
                  <a:cubicBezTo>
                    <a:pt x="5951" y="3246"/>
                    <a:pt x="5574" y="2922"/>
                    <a:pt x="5142" y="2922"/>
                  </a:cubicBezTo>
                  <a:cubicBezTo>
                    <a:pt x="4925" y="2922"/>
                    <a:pt x="4709" y="2978"/>
                    <a:pt x="4544" y="3138"/>
                  </a:cubicBezTo>
                  <a:lnTo>
                    <a:pt x="4544" y="1463"/>
                  </a:lnTo>
                  <a:lnTo>
                    <a:pt x="2870" y="1463"/>
                  </a:lnTo>
                  <a:cubicBezTo>
                    <a:pt x="3030" y="1299"/>
                    <a:pt x="3086" y="1083"/>
                    <a:pt x="3086" y="814"/>
                  </a:cubicBezTo>
                  <a:cubicBezTo>
                    <a:pt x="3086" y="381"/>
                    <a:pt x="2761" y="1"/>
                    <a:pt x="22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4581895" y="1922588"/>
              <a:ext cx="280955" cy="278522"/>
            </a:xfrm>
            <a:custGeom>
              <a:avLst/>
              <a:gdLst/>
              <a:ahLst/>
              <a:cxnLst/>
              <a:rect l="l" t="t" r="r" b="b"/>
              <a:pathLst>
                <a:path w="6003" h="5951" extrusionOk="0">
                  <a:moveTo>
                    <a:pt x="0" y="0"/>
                  </a:moveTo>
                  <a:lnTo>
                    <a:pt x="0" y="1623"/>
                  </a:lnTo>
                  <a:cubicBezTo>
                    <a:pt x="161" y="1515"/>
                    <a:pt x="325" y="1459"/>
                    <a:pt x="541" y="1459"/>
                  </a:cubicBezTo>
                  <a:cubicBezTo>
                    <a:pt x="974" y="1459"/>
                    <a:pt x="1351" y="1783"/>
                    <a:pt x="1351" y="2272"/>
                  </a:cubicBezTo>
                  <a:cubicBezTo>
                    <a:pt x="1351" y="2705"/>
                    <a:pt x="974" y="3081"/>
                    <a:pt x="541" y="3081"/>
                  </a:cubicBezTo>
                  <a:cubicBezTo>
                    <a:pt x="325" y="3081"/>
                    <a:pt x="161" y="3030"/>
                    <a:pt x="0" y="2865"/>
                  </a:cubicBezTo>
                  <a:lnTo>
                    <a:pt x="0" y="4544"/>
                  </a:lnTo>
                  <a:lnTo>
                    <a:pt x="1675" y="4544"/>
                  </a:lnTo>
                  <a:cubicBezTo>
                    <a:pt x="1567" y="4704"/>
                    <a:pt x="1459" y="4869"/>
                    <a:pt x="1459" y="5085"/>
                  </a:cubicBezTo>
                  <a:cubicBezTo>
                    <a:pt x="1459" y="5570"/>
                    <a:pt x="1840" y="5950"/>
                    <a:pt x="2272" y="5950"/>
                  </a:cubicBezTo>
                  <a:cubicBezTo>
                    <a:pt x="2757" y="5950"/>
                    <a:pt x="3081" y="5570"/>
                    <a:pt x="3081" y="5085"/>
                  </a:cubicBezTo>
                  <a:cubicBezTo>
                    <a:pt x="3081" y="4869"/>
                    <a:pt x="3030" y="4704"/>
                    <a:pt x="2865" y="4544"/>
                  </a:cubicBezTo>
                  <a:lnTo>
                    <a:pt x="4544" y="4544"/>
                  </a:lnTo>
                  <a:lnTo>
                    <a:pt x="4544" y="2813"/>
                  </a:lnTo>
                  <a:cubicBezTo>
                    <a:pt x="4704" y="2973"/>
                    <a:pt x="4921" y="3081"/>
                    <a:pt x="5193" y="3081"/>
                  </a:cubicBezTo>
                  <a:cubicBezTo>
                    <a:pt x="5626" y="3081"/>
                    <a:pt x="6002" y="2705"/>
                    <a:pt x="6002" y="2272"/>
                  </a:cubicBezTo>
                  <a:cubicBezTo>
                    <a:pt x="6002" y="1783"/>
                    <a:pt x="5626" y="1459"/>
                    <a:pt x="5193" y="1459"/>
                  </a:cubicBezTo>
                  <a:cubicBezTo>
                    <a:pt x="4921" y="1459"/>
                    <a:pt x="4704" y="1515"/>
                    <a:pt x="4544" y="1675"/>
                  </a:cubicBez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43"/>
          <p:cNvGrpSpPr/>
          <p:nvPr/>
        </p:nvGrpSpPr>
        <p:grpSpPr>
          <a:xfrm>
            <a:off x="6804999" y="1797489"/>
            <a:ext cx="457601" cy="460247"/>
            <a:chOff x="6915900" y="1797489"/>
            <a:chExt cx="457601" cy="460247"/>
          </a:xfrm>
        </p:grpSpPr>
        <p:sp>
          <p:nvSpPr>
            <p:cNvPr id="835" name="Google Shape;835;p43"/>
            <p:cNvSpPr/>
            <p:nvPr/>
          </p:nvSpPr>
          <p:spPr>
            <a:xfrm>
              <a:off x="7156210" y="1820367"/>
              <a:ext cx="194364" cy="194411"/>
            </a:xfrm>
            <a:custGeom>
              <a:avLst/>
              <a:gdLst/>
              <a:ahLst/>
              <a:cxnLst/>
              <a:rect l="l" t="t" r="r" b="b"/>
              <a:pathLst>
                <a:path w="4112" h="4113" extrusionOk="0">
                  <a:moveTo>
                    <a:pt x="3298" y="1"/>
                  </a:moveTo>
                  <a:lnTo>
                    <a:pt x="1" y="3303"/>
                  </a:lnTo>
                  <a:lnTo>
                    <a:pt x="810" y="4112"/>
                  </a:lnTo>
                  <a:lnTo>
                    <a:pt x="4112" y="815"/>
                  </a:lnTo>
                  <a:lnTo>
                    <a:pt x="3731" y="434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6915900" y="2091401"/>
              <a:ext cx="163687" cy="166334"/>
            </a:xfrm>
            <a:custGeom>
              <a:avLst/>
              <a:gdLst/>
              <a:ahLst/>
              <a:cxnLst/>
              <a:rect l="l" t="t" r="r" b="b"/>
              <a:pathLst>
                <a:path w="3463" h="3519" extrusionOk="0">
                  <a:moveTo>
                    <a:pt x="3246" y="1"/>
                  </a:moveTo>
                  <a:lnTo>
                    <a:pt x="0" y="3303"/>
                  </a:lnTo>
                  <a:lnTo>
                    <a:pt x="160" y="3519"/>
                  </a:lnTo>
                  <a:lnTo>
                    <a:pt x="3462" y="217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6997721" y="2104305"/>
              <a:ext cx="68963" cy="68963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377" y="0"/>
                  </a:moveTo>
                  <a:lnTo>
                    <a:pt x="0" y="377"/>
                  </a:lnTo>
                  <a:lnTo>
                    <a:pt x="593" y="918"/>
                  </a:lnTo>
                  <a:lnTo>
                    <a:pt x="1082" y="1459"/>
                  </a:lnTo>
                  <a:lnTo>
                    <a:pt x="1458" y="108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7000179" y="1884415"/>
              <a:ext cx="286394" cy="286394"/>
            </a:xfrm>
            <a:custGeom>
              <a:avLst/>
              <a:gdLst/>
              <a:ahLst/>
              <a:cxnLst/>
              <a:rect l="l" t="t" r="r" b="b"/>
              <a:pathLst>
                <a:path w="6059" h="6059" extrusionOk="0">
                  <a:moveTo>
                    <a:pt x="4544" y="0"/>
                  </a:moveTo>
                  <a:lnTo>
                    <a:pt x="0" y="4544"/>
                  </a:lnTo>
                  <a:lnTo>
                    <a:pt x="1515" y="6059"/>
                  </a:lnTo>
                  <a:lnTo>
                    <a:pt x="6058" y="1515"/>
                  </a:lnTo>
                  <a:lnTo>
                    <a:pt x="5301" y="758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7289175" y="1797489"/>
              <a:ext cx="84325" cy="84325"/>
            </a:xfrm>
            <a:custGeom>
              <a:avLst/>
              <a:gdLst/>
              <a:ahLst/>
              <a:cxnLst/>
              <a:rect l="l" t="t" r="r" b="b"/>
              <a:pathLst>
                <a:path w="1784" h="1784" extrusionOk="0">
                  <a:moveTo>
                    <a:pt x="269" y="0"/>
                  </a:moveTo>
                  <a:lnTo>
                    <a:pt x="1" y="269"/>
                  </a:lnTo>
                  <a:lnTo>
                    <a:pt x="758" y="1026"/>
                  </a:lnTo>
                  <a:lnTo>
                    <a:pt x="1515" y="1783"/>
                  </a:lnTo>
                  <a:lnTo>
                    <a:pt x="1784" y="1515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83;p52">
            <a:extLst>
              <a:ext uri="{FF2B5EF4-FFF2-40B4-BE49-F238E27FC236}">
                <a16:creationId xmlns:a16="http://schemas.microsoft.com/office/drawing/2014/main" id="{8D764E1D-B912-0096-5A9B-959897C6EB19}"/>
              </a:ext>
            </a:extLst>
          </p:cNvPr>
          <p:cNvSpPr/>
          <p:nvPr/>
        </p:nvSpPr>
        <p:spPr>
          <a:xfrm>
            <a:off x="3937672" y="1429938"/>
            <a:ext cx="1056386" cy="985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84;p52">
            <a:extLst>
              <a:ext uri="{FF2B5EF4-FFF2-40B4-BE49-F238E27FC236}">
                <a16:creationId xmlns:a16="http://schemas.microsoft.com/office/drawing/2014/main" id="{7B1B69F1-DD19-17B1-03EA-2E164DA13C2C}"/>
              </a:ext>
            </a:extLst>
          </p:cNvPr>
          <p:cNvSpPr/>
          <p:nvPr/>
        </p:nvSpPr>
        <p:spPr>
          <a:xfrm>
            <a:off x="6510272" y="1429938"/>
            <a:ext cx="1056386" cy="985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87;p52">
            <a:extLst>
              <a:ext uri="{FF2B5EF4-FFF2-40B4-BE49-F238E27FC236}">
                <a16:creationId xmlns:a16="http://schemas.microsoft.com/office/drawing/2014/main" id="{0F431A16-8541-D6AD-2A06-31200E7E1773}"/>
              </a:ext>
            </a:extLst>
          </p:cNvPr>
          <p:cNvSpPr/>
          <p:nvPr/>
        </p:nvSpPr>
        <p:spPr>
          <a:xfrm>
            <a:off x="1365072" y="1429938"/>
            <a:ext cx="1056386" cy="985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1288;p52">
            <a:extLst>
              <a:ext uri="{FF2B5EF4-FFF2-40B4-BE49-F238E27FC236}">
                <a16:creationId xmlns:a16="http://schemas.microsoft.com/office/drawing/2014/main" id="{E813B62B-0FBA-5FDA-14CF-C64CA9A5BA3E}"/>
              </a:ext>
            </a:extLst>
          </p:cNvPr>
          <p:cNvGrpSpPr/>
          <p:nvPr/>
        </p:nvGrpSpPr>
        <p:grpSpPr>
          <a:xfrm>
            <a:off x="1629346" y="1685130"/>
            <a:ext cx="528942" cy="460757"/>
            <a:chOff x="1814038" y="1267513"/>
            <a:chExt cx="370875" cy="346375"/>
          </a:xfrm>
        </p:grpSpPr>
        <p:sp>
          <p:nvSpPr>
            <p:cNvPr id="6" name="Google Shape;1289;p52">
              <a:extLst>
                <a:ext uri="{FF2B5EF4-FFF2-40B4-BE49-F238E27FC236}">
                  <a16:creationId xmlns:a16="http://schemas.microsoft.com/office/drawing/2014/main" id="{205E1190-56C1-EB44-FB64-1612EE54E416}"/>
                </a:ext>
              </a:extLst>
            </p:cNvPr>
            <p:cNvSpPr/>
            <p:nvPr/>
          </p:nvSpPr>
          <p:spPr>
            <a:xfrm>
              <a:off x="1814038" y="1307113"/>
              <a:ext cx="370875" cy="306775"/>
            </a:xfrm>
            <a:custGeom>
              <a:avLst/>
              <a:gdLst/>
              <a:ahLst/>
              <a:cxnLst/>
              <a:rect l="l" t="t" r="r" b="b"/>
              <a:pathLst>
                <a:path w="14835" h="12271" extrusionOk="0">
                  <a:moveTo>
                    <a:pt x="0" y="0"/>
                  </a:moveTo>
                  <a:lnTo>
                    <a:pt x="0" y="579"/>
                  </a:lnTo>
                  <a:lnTo>
                    <a:pt x="25" y="780"/>
                  </a:lnTo>
                  <a:lnTo>
                    <a:pt x="51" y="981"/>
                  </a:lnTo>
                  <a:lnTo>
                    <a:pt x="101" y="1182"/>
                  </a:lnTo>
                  <a:lnTo>
                    <a:pt x="176" y="1358"/>
                  </a:lnTo>
                  <a:lnTo>
                    <a:pt x="277" y="1534"/>
                  </a:lnTo>
                  <a:lnTo>
                    <a:pt x="403" y="1710"/>
                  </a:lnTo>
                  <a:lnTo>
                    <a:pt x="528" y="1836"/>
                  </a:lnTo>
                  <a:lnTo>
                    <a:pt x="679" y="1987"/>
                  </a:lnTo>
                  <a:lnTo>
                    <a:pt x="528" y="3017"/>
                  </a:lnTo>
                  <a:lnTo>
                    <a:pt x="403" y="4048"/>
                  </a:lnTo>
                  <a:lnTo>
                    <a:pt x="327" y="5104"/>
                  </a:lnTo>
                  <a:lnTo>
                    <a:pt x="302" y="6135"/>
                  </a:lnTo>
                  <a:lnTo>
                    <a:pt x="327" y="7191"/>
                  </a:lnTo>
                  <a:lnTo>
                    <a:pt x="403" y="8222"/>
                  </a:lnTo>
                  <a:lnTo>
                    <a:pt x="528" y="9278"/>
                  </a:lnTo>
                  <a:lnTo>
                    <a:pt x="679" y="10309"/>
                  </a:lnTo>
                  <a:lnTo>
                    <a:pt x="528" y="10435"/>
                  </a:lnTo>
                  <a:lnTo>
                    <a:pt x="403" y="10585"/>
                  </a:lnTo>
                  <a:lnTo>
                    <a:pt x="277" y="10736"/>
                  </a:lnTo>
                  <a:lnTo>
                    <a:pt x="176" y="10912"/>
                  </a:lnTo>
                  <a:lnTo>
                    <a:pt x="101" y="11088"/>
                  </a:lnTo>
                  <a:lnTo>
                    <a:pt x="51" y="11289"/>
                  </a:lnTo>
                  <a:lnTo>
                    <a:pt x="25" y="11491"/>
                  </a:lnTo>
                  <a:lnTo>
                    <a:pt x="0" y="11717"/>
                  </a:lnTo>
                  <a:lnTo>
                    <a:pt x="0" y="12270"/>
                  </a:lnTo>
                  <a:lnTo>
                    <a:pt x="780" y="12270"/>
                  </a:lnTo>
                  <a:lnTo>
                    <a:pt x="1006" y="12220"/>
                  </a:lnTo>
                  <a:lnTo>
                    <a:pt x="1207" y="12169"/>
                  </a:lnTo>
                  <a:lnTo>
                    <a:pt x="1383" y="12069"/>
                  </a:lnTo>
                  <a:lnTo>
                    <a:pt x="1559" y="11968"/>
                  </a:lnTo>
                  <a:lnTo>
                    <a:pt x="1735" y="11843"/>
                  </a:lnTo>
                  <a:lnTo>
                    <a:pt x="1886" y="11692"/>
                  </a:lnTo>
                  <a:lnTo>
                    <a:pt x="2012" y="11541"/>
                  </a:lnTo>
                  <a:lnTo>
                    <a:pt x="3369" y="11692"/>
                  </a:lnTo>
                  <a:lnTo>
                    <a:pt x="4727" y="11792"/>
                  </a:lnTo>
                  <a:lnTo>
                    <a:pt x="6060" y="11843"/>
                  </a:lnTo>
                  <a:lnTo>
                    <a:pt x="7417" y="11868"/>
                  </a:lnTo>
                  <a:lnTo>
                    <a:pt x="8775" y="11843"/>
                  </a:lnTo>
                  <a:lnTo>
                    <a:pt x="10133" y="11792"/>
                  </a:lnTo>
                  <a:lnTo>
                    <a:pt x="11491" y="11692"/>
                  </a:lnTo>
                  <a:lnTo>
                    <a:pt x="12823" y="11541"/>
                  </a:lnTo>
                  <a:lnTo>
                    <a:pt x="12974" y="11692"/>
                  </a:lnTo>
                  <a:lnTo>
                    <a:pt x="13125" y="11843"/>
                  </a:lnTo>
                  <a:lnTo>
                    <a:pt x="13276" y="11968"/>
                  </a:lnTo>
                  <a:lnTo>
                    <a:pt x="13452" y="12069"/>
                  </a:lnTo>
                  <a:lnTo>
                    <a:pt x="13653" y="12169"/>
                  </a:lnTo>
                  <a:lnTo>
                    <a:pt x="13854" y="12220"/>
                  </a:lnTo>
                  <a:lnTo>
                    <a:pt x="14055" y="12270"/>
                  </a:lnTo>
                  <a:lnTo>
                    <a:pt x="14835" y="12270"/>
                  </a:lnTo>
                  <a:lnTo>
                    <a:pt x="14835" y="11717"/>
                  </a:lnTo>
                  <a:lnTo>
                    <a:pt x="14835" y="11491"/>
                  </a:lnTo>
                  <a:lnTo>
                    <a:pt x="14784" y="11289"/>
                  </a:lnTo>
                  <a:lnTo>
                    <a:pt x="14734" y="11088"/>
                  </a:lnTo>
                  <a:lnTo>
                    <a:pt x="14659" y="10912"/>
                  </a:lnTo>
                  <a:lnTo>
                    <a:pt x="14558" y="10736"/>
                  </a:lnTo>
                  <a:lnTo>
                    <a:pt x="14432" y="10585"/>
                  </a:lnTo>
                  <a:lnTo>
                    <a:pt x="14307" y="10435"/>
                  </a:lnTo>
                  <a:lnTo>
                    <a:pt x="14156" y="10309"/>
                  </a:lnTo>
                  <a:lnTo>
                    <a:pt x="14332" y="9278"/>
                  </a:lnTo>
                  <a:lnTo>
                    <a:pt x="14432" y="8222"/>
                  </a:lnTo>
                  <a:lnTo>
                    <a:pt x="14508" y="7191"/>
                  </a:lnTo>
                  <a:lnTo>
                    <a:pt x="14533" y="6135"/>
                  </a:lnTo>
                  <a:lnTo>
                    <a:pt x="14508" y="5104"/>
                  </a:lnTo>
                  <a:lnTo>
                    <a:pt x="14432" y="4048"/>
                  </a:lnTo>
                  <a:lnTo>
                    <a:pt x="14332" y="3017"/>
                  </a:lnTo>
                  <a:lnTo>
                    <a:pt x="14156" y="1987"/>
                  </a:lnTo>
                  <a:lnTo>
                    <a:pt x="14307" y="1836"/>
                  </a:lnTo>
                  <a:lnTo>
                    <a:pt x="14432" y="1710"/>
                  </a:lnTo>
                  <a:lnTo>
                    <a:pt x="14558" y="1534"/>
                  </a:lnTo>
                  <a:lnTo>
                    <a:pt x="14659" y="1358"/>
                  </a:lnTo>
                  <a:lnTo>
                    <a:pt x="14734" y="1182"/>
                  </a:lnTo>
                  <a:lnTo>
                    <a:pt x="14784" y="981"/>
                  </a:lnTo>
                  <a:lnTo>
                    <a:pt x="14835" y="780"/>
                  </a:lnTo>
                  <a:lnTo>
                    <a:pt x="14835" y="579"/>
                  </a:lnTo>
                  <a:lnTo>
                    <a:pt x="14835" y="0"/>
                  </a:lnTo>
                  <a:lnTo>
                    <a:pt x="14281" y="0"/>
                  </a:lnTo>
                  <a:lnTo>
                    <a:pt x="14055" y="25"/>
                  </a:lnTo>
                  <a:lnTo>
                    <a:pt x="13854" y="51"/>
                  </a:lnTo>
                  <a:lnTo>
                    <a:pt x="13653" y="126"/>
                  </a:lnTo>
                  <a:lnTo>
                    <a:pt x="13452" y="201"/>
                  </a:lnTo>
                  <a:lnTo>
                    <a:pt x="13276" y="327"/>
                  </a:lnTo>
                  <a:lnTo>
                    <a:pt x="13125" y="453"/>
                  </a:lnTo>
                  <a:lnTo>
                    <a:pt x="12974" y="579"/>
                  </a:lnTo>
                  <a:lnTo>
                    <a:pt x="12823" y="755"/>
                  </a:lnTo>
                  <a:lnTo>
                    <a:pt x="11491" y="604"/>
                  </a:lnTo>
                  <a:lnTo>
                    <a:pt x="10133" y="503"/>
                  </a:lnTo>
                  <a:lnTo>
                    <a:pt x="8775" y="428"/>
                  </a:lnTo>
                  <a:lnTo>
                    <a:pt x="6060" y="428"/>
                  </a:lnTo>
                  <a:lnTo>
                    <a:pt x="4727" y="503"/>
                  </a:lnTo>
                  <a:lnTo>
                    <a:pt x="3369" y="604"/>
                  </a:lnTo>
                  <a:lnTo>
                    <a:pt x="2012" y="755"/>
                  </a:lnTo>
                  <a:lnTo>
                    <a:pt x="1886" y="579"/>
                  </a:lnTo>
                  <a:lnTo>
                    <a:pt x="1735" y="453"/>
                  </a:lnTo>
                  <a:lnTo>
                    <a:pt x="1559" y="327"/>
                  </a:lnTo>
                  <a:lnTo>
                    <a:pt x="1383" y="201"/>
                  </a:lnTo>
                  <a:lnTo>
                    <a:pt x="1207" y="126"/>
                  </a:lnTo>
                  <a:lnTo>
                    <a:pt x="1006" y="51"/>
                  </a:lnTo>
                  <a:lnTo>
                    <a:pt x="780" y="25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90;p52">
              <a:extLst>
                <a:ext uri="{FF2B5EF4-FFF2-40B4-BE49-F238E27FC236}">
                  <a16:creationId xmlns:a16="http://schemas.microsoft.com/office/drawing/2014/main" id="{7F44E1AB-114A-8DC1-3D2B-424E62D5496C}"/>
                </a:ext>
              </a:extLst>
            </p:cNvPr>
            <p:cNvSpPr/>
            <p:nvPr/>
          </p:nvSpPr>
          <p:spPr>
            <a:xfrm>
              <a:off x="1866213" y="1267513"/>
              <a:ext cx="97450" cy="105000"/>
            </a:xfrm>
            <a:custGeom>
              <a:avLst/>
              <a:gdLst/>
              <a:ahLst/>
              <a:cxnLst/>
              <a:rect l="l" t="t" r="r" b="b"/>
              <a:pathLst>
                <a:path w="3898" h="4200" extrusionOk="0">
                  <a:moveTo>
                    <a:pt x="277" y="0"/>
                  </a:moveTo>
                  <a:lnTo>
                    <a:pt x="277" y="1006"/>
                  </a:lnTo>
                  <a:lnTo>
                    <a:pt x="2313" y="1006"/>
                  </a:lnTo>
                  <a:lnTo>
                    <a:pt x="0" y="3319"/>
                  </a:lnTo>
                  <a:lnTo>
                    <a:pt x="377" y="4199"/>
                  </a:lnTo>
                  <a:lnTo>
                    <a:pt x="3545" y="4199"/>
                  </a:lnTo>
                  <a:lnTo>
                    <a:pt x="3545" y="3168"/>
                  </a:lnTo>
                  <a:lnTo>
                    <a:pt x="1584" y="3168"/>
                  </a:lnTo>
                  <a:lnTo>
                    <a:pt x="3897" y="880"/>
                  </a:lnTo>
                  <a:lnTo>
                    <a:pt x="35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91;p52">
              <a:extLst>
                <a:ext uri="{FF2B5EF4-FFF2-40B4-BE49-F238E27FC236}">
                  <a16:creationId xmlns:a16="http://schemas.microsoft.com/office/drawing/2014/main" id="{206D2A3D-CB61-EA46-0F7C-2FA3F7A1AAFF}"/>
                </a:ext>
              </a:extLst>
            </p:cNvPr>
            <p:cNvSpPr/>
            <p:nvPr/>
          </p:nvSpPr>
          <p:spPr>
            <a:xfrm>
              <a:off x="1961113" y="1390088"/>
              <a:ext cx="78600" cy="86750"/>
            </a:xfrm>
            <a:custGeom>
              <a:avLst/>
              <a:gdLst/>
              <a:ahLst/>
              <a:cxnLst/>
              <a:rect l="l" t="t" r="r" b="b"/>
              <a:pathLst>
                <a:path w="3144" h="3470" extrusionOk="0">
                  <a:moveTo>
                    <a:pt x="277" y="0"/>
                  </a:moveTo>
                  <a:lnTo>
                    <a:pt x="277" y="1031"/>
                  </a:lnTo>
                  <a:lnTo>
                    <a:pt x="1560" y="1031"/>
                  </a:lnTo>
                  <a:lnTo>
                    <a:pt x="1" y="2615"/>
                  </a:lnTo>
                  <a:lnTo>
                    <a:pt x="353" y="3470"/>
                  </a:lnTo>
                  <a:lnTo>
                    <a:pt x="2792" y="3470"/>
                  </a:lnTo>
                  <a:lnTo>
                    <a:pt x="2792" y="2464"/>
                  </a:lnTo>
                  <a:lnTo>
                    <a:pt x="1585" y="2464"/>
                  </a:lnTo>
                  <a:lnTo>
                    <a:pt x="3144" y="880"/>
                  </a:lnTo>
                  <a:lnTo>
                    <a:pt x="27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92;p52">
              <a:extLst>
                <a:ext uri="{FF2B5EF4-FFF2-40B4-BE49-F238E27FC236}">
                  <a16:creationId xmlns:a16="http://schemas.microsoft.com/office/drawing/2014/main" id="{5539038D-E862-4A5D-8334-83F412AD97CC}"/>
                </a:ext>
              </a:extLst>
            </p:cNvPr>
            <p:cNvSpPr/>
            <p:nvPr/>
          </p:nvSpPr>
          <p:spPr>
            <a:xfrm>
              <a:off x="2069238" y="1497563"/>
              <a:ext cx="60350" cy="66650"/>
            </a:xfrm>
            <a:custGeom>
              <a:avLst/>
              <a:gdLst/>
              <a:ahLst/>
              <a:cxnLst/>
              <a:rect l="l" t="t" r="r" b="b"/>
              <a:pathLst>
                <a:path w="2414" h="2666" extrusionOk="0">
                  <a:moveTo>
                    <a:pt x="227" y="1"/>
                  </a:moveTo>
                  <a:lnTo>
                    <a:pt x="227" y="830"/>
                  </a:lnTo>
                  <a:lnTo>
                    <a:pt x="1132" y="830"/>
                  </a:lnTo>
                  <a:lnTo>
                    <a:pt x="0" y="1962"/>
                  </a:lnTo>
                  <a:lnTo>
                    <a:pt x="277" y="2666"/>
                  </a:lnTo>
                  <a:lnTo>
                    <a:pt x="2112" y="2666"/>
                  </a:lnTo>
                  <a:lnTo>
                    <a:pt x="2112" y="1836"/>
                  </a:lnTo>
                  <a:lnTo>
                    <a:pt x="1283" y="1836"/>
                  </a:lnTo>
                  <a:lnTo>
                    <a:pt x="2414" y="705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293;p52">
            <a:extLst>
              <a:ext uri="{FF2B5EF4-FFF2-40B4-BE49-F238E27FC236}">
                <a16:creationId xmlns:a16="http://schemas.microsoft.com/office/drawing/2014/main" id="{CAA45715-29D0-FA55-7CED-9929012BC354}"/>
              </a:ext>
            </a:extLst>
          </p:cNvPr>
          <p:cNvGrpSpPr/>
          <p:nvPr/>
        </p:nvGrpSpPr>
        <p:grpSpPr>
          <a:xfrm>
            <a:off x="4140243" y="1658392"/>
            <a:ext cx="670563" cy="487495"/>
            <a:chOff x="4336913" y="1250238"/>
            <a:chExt cx="470175" cy="366475"/>
          </a:xfrm>
        </p:grpSpPr>
        <p:sp>
          <p:nvSpPr>
            <p:cNvPr id="11" name="Google Shape;1294;p52">
              <a:extLst>
                <a:ext uri="{FF2B5EF4-FFF2-40B4-BE49-F238E27FC236}">
                  <a16:creationId xmlns:a16="http://schemas.microsoft.com/office/drawing/2014/main" id="{6DFE43C1-C474-F43C-F547-D54F47F54308}"/>
                </a:ext>
              </a:extLst>
            </p:cNvPr>
            <p:cNvSpPr/>
            <p:nvPr/>
          </p:nvSpPr>
          <p:spPr>
            <a:xfrm>
              <a:off x="4583313" y="1342013"/>
              <a:ext cx="223775" cy="274700"/>
            </a:xfrm>
            <a:custGeom>
              <a:avLst/>
              <a:gdLst/>
              <a:ahLst/>
              <a:cxnLst/>
              <a:rect l="l" t="t" r="r" b="b"/>
              <a:pathLst>
                <a:path w="8951" h="10988" extrusionOk="0">
                  <a:moveTo>
                    <a:pt x="4828" y="0"/>
                  </a:moveTo>
                  <a:lnTo>
                    <a:pt x="4425" y="25"/>
                  </a:lnTo>
                  <a:lnTo>
                    <a:pt x="3998" y="76"/>
                  </a:lnTo>
                  <a:lnTo>
                    <a:pt x="3621" y="176"/>
                  </a:lnTo>
                  <a:lnTo>
                    <a:pt x="3244" y="327"/>
                  </a:lnTo>
                  <a:lnTo>
                    <a:pt x="2866" y="503"/>
                  </a:lnTo>
                  <a:lnTo>
                    <a:pt x="2540" y="704"/>
                  </a:lnTo>
                  <a:lnTo>
                    <a:pt x="2238" y="956"/>
                  </a:lnTo>
                  <a:lnTo>
                    <a:pt x="1936" y="1232"/>
                  </a:lnTo>
                  <a:lnTo>
                    <a:pt x="1660" y="1509"/>
                  </a:lnTo>
                  <a:lnTo>
                    <a:pt x="1433" y="1836"/>
                  </a:lnTo>
                  <a:lnTo>
                    <a:pt x="1232" y="2188"/>
                  </a:lnTo>
                  <a:lnTo>
                    <a:pt x="1056" y="2540"/>
                  </a:lnTo>
                  <a:lnTo>
                    <a:pt x="930" y="2917"/>
                  </a:lnTo>
                  <a:lnTo>
                    <a:pt x="830" y="3319"/>
                  </a:lnTo>
                  <a:lnTo>
                    <a:pt x="754" y="3721"/>
                  </a:lnTo>
                  <a:lnTo>
                    <a:pt x="729" y="4149"/>
                  </a:lnTo>
                  <a:lnTo>
                    <a:pt x="729" y="4425"/>
                  </a:lnTo>
                  <a:lnTo>
                    <a:pt x="0" y="6563"/>
                  </a:lnTo>
                  <a:lnTo>
                    <a:pt x="729" y="6663"/>
                  </a:lnTo>
                  <a:lnTo>
                    <a:pt x="729" y="7895"/>
                  </a:lnTo>
                  <a:lnTo>
                    <a:pt x="754" y="8121"/>
                  </a:lnTo>
                  <a:lnTo>
                    <a:pt x="830" y="8348"/>
                  </a:lnTo>
                  <a:lnTo>
                    <a:pt x="956" y="8574"/>
                  </a:lnTo>
                  <a:lnTo>
                    <a:pt x="1081" y="8750"/>
                  </a:lnTo>
                  <a:lnTo>
                    <a:pt x="1257" y="8876"/>
                  </a:lnTo>
                  <a:lnTo>
                    <a:pt x="1458" y="9001"/>
                  </a:lnTo>
                  <a:lnTo>
                    <a:pt x="1685" y="9077"/>
                  </a:lnTo>
                  <a:lnTo>
                    <a:pt x="1936" y="9102"/>
                  </a:lnTo>
                  <a:lnTo>
                    <a:pt x="2866" y="9102"/>
                  </a:lnTo>
                  <a:lnTo>
                    <a:pt x="2866" y="10988"/>
                  </a:lnTo>
                  <a:lnTo>
                    <a:pt x="6663" y="10988"/>
                  </a:lnTo>
                  <a:lnTo>
                    <a:pt x="6663" y="7795"/>
                  </a:lnTo>
                  <a:lnTo>
                    <a:pt x="6914" y="7669"/>
                  </a:lnTo>
                  <a:lnTo>
                    <a:pt x="7141" y="7518"/>
                  </a:lnTo>
                  <a:lnTo>
                    <a:pt x="7367" y="7342"/>
                  </a:lnTo>
                  <a:lnTo>
                    <a:pt x="7593" y="7166"/>
                  </a:lnTo>
                  <a:lnTo>
                    <a:pt x="7794" y="6965"/>
                  </a:lnTo>
                  <a:lnTo>
                    <a:pt x="7996" y="6764"/>
                  </a:lnTo>
                  <a:lnTo>
                    <a:pt x="8172" y="6537"/>
                  </a:lnTo>
                  <a:lnTo>
                    <a:pt x="8322" y="6311"/>
                  </a:lnTo>
                  <a:lnTo>
                    <a:pt x="8473" y="6060"/>
                  </a:lnTo>
                  <a:lnTo>
                    <a:pt x="8599" y="5808"/>
                  </a:lnTo>
                  <a:lnTo>
                    <a:pt x="8700" y="5557"/>
                  </a:lnTo>
                  <a:lnTo>
                    <a:pt x="8800" y="5280"/>
                  </a:lnTo>
                  <a:lnTo>
                    <a:pt x="8876" y="5004"/>
                  </a:lnTo>
                  <a:lnTo>
                    <a:pt x="8926" y="4702"/>
                  </a:lnTo>
                  <a:lnTo>
                    <a:pt x="8951" y="4400"/>
                  </a:lnTo>
                  <a:lnTo>
                    <a:pt x="8951" y="4099"/>
                  </a:lnTo>
                  <a:lnTo>
                    <a:pt x="8926" y="3696"/>
                  </a:lnTo>
                  <a:lnTo>
                    <a:pt x="8876" y="3269"/>
                  </a:lnTo>
                  <a:lnTo>
                    <a:pt x="8775" y="2892"/>
                  </a:lnTo>
                  <a:lnTo>
                    <a:pt x="8624" y="2515"/>
                  </a:lnTo>
                  <a:lnTo>
                    <a:pt x="8473" y="2137"/>
                  </a:lnTo>
                  <a:lnTo>
                    <a:pt x="8247" y="1811"/>
                  </a:lnTo>
                  <a:lnTo>
                    <a:pt x="8021" y="1484"/>
                  </a:lnTo>
                  <a:lnTo>
                    <a:pt x="7744" y="1207"/>
                  </a:lnTo>
                  <a:lnTo>
                    <a:pt x="7468" y="931"/>
                  </a:lnTo>
                  <a:lnTo>
                    <a:pt x="7141" y="704"/>
                  </a:lnTo>
                  <a:lnTo>
                    <a:pt x="6789" y="478"/>
                  </a:lnTo>
                  <a:lnTo>
                    <a:pt x="6437" y="327"/>
                  </a:lnTo>
                  <a:lnTo>
                    <a:pt x="6060" y="176"/>
                  </a:lnTo>
                  <a:lnTo>
                    <a:pt x="5657" y="76"/>
                  </a:lnTo>
                  <a:lnTo>
                    <a:pt x="5255" y="25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5;p52">
              <a:extLst>
                <a:ext uri="{FF2B5EF4-FFF2-40B4-BE49-F238E27FC236}">
                  <a16:creationId xmlns:a16="http://schemas.microsoft.com/office/drawing/2014/main" id="{7C685504-4722-17FD-FC55-FDE6D1D882E7}"/>
                </a:ext>
              </a:extLst>
            </p:cNvPr>
            <p:cNvSpPr/>
            <p:nvPr/>
          </p:nvSpPr>
          <p:spPr>
            <a:xfrm>
              <a:off x="4336913" y="1342013"/>
              <a:ext cx="223775" cy="274700"/>
            </a:xfrm>
            <a:custGeom>
              <a:avLst/>
              <a:gdLst/>
              <a:ahLst/>
              <a:cxnLst/>
              <a:rect l="l" t="t" r="r" b="b"/>
              <a:pathLst>
                <a:path w="8951" h="10988" extrusionOk="0">
                  <a:moveTo>
                    <a:pt x="4124" y="0"/>
                  </a:moveTo>
                  <a:lnTo>
                    <a:pt x="3696" y="25"/>
                  </a:lnTo>
                  <a:lnTo>
                    <a:pt x="3294" y="76"/>
                  </a:lnTo>
                  <a:lnTo>
                    <a:pt x="2892" y="176"/>
                  </a:lnTo>
                  <a:lnTo>
                    <a:pt x="2514" y="327"/>
                  </a:lnTo>
                  <a:lnTo>
                    <a:pt x="2162" y="478"/>
                  </a:lnTo>
                  <a:lnTo>
                    <a:pt x="1810" y="704"/>
                  </a:lnTo>
                  <a:lnTo>
                    <a:pt x="1484" y="931"/>
                  </a:lnTo>
                  <a:lnTo>
                    <a:pt x="1207" y="1207"/>
                  </a:lnTo>
                  <a:lnTo>
                    <a:pt x="930" y="1484"/>
                  </a:lnTo>
                  <a:lnTo>
                    <a:pt x="704" y="1811"/>
                  </a:lnTo>
                  <a:lnTo>
                    <a:pt x="503" y="2137"/>
                  </a:lnTo>
                  <a:lnTo>
                    <a:pt x="327" y="2515"/>
                  </a:lnTo>
                  <a:lnTo>
                    <a:pt x="176" y="2892"/>
                  </a:lnTo>
                  <a:lnTo>
                    <a:pt x="75" y="3269"/>
                  </a:lnTo>
                  <a:lnTo>
                    <a:pt x="25" y="3696"/>
                  </a:lnTo>
                  <a:lnTo>
                    <a:pt x="0" y="4099"/>
                  </a:lnTo>
                  <a:lnTo>
                    <a:pt x="0" y="4400"/>
                  </a:lnTo>
                  <a:lnTo>
                    <a:pt x="25" y="4702"/>
                  </a:lnTo>
                  <a:lnTo>
                    <a:pt x="101" y="5004"/>
                  </a:lnTo>
                  <a:lnTo>
                    <a:pt x="151" y="5280"/>
                  </a:lnTo>
                  <a:lnTo>
                    <a:pt x="251" y="5557"/>
                  </a:lnTo>
                  <a:lnTo>
                    <a:pt x="352" y="5808"/>
                  </a:lnTo>
                  <a:lnTo>
                    <a:pt x="478" y="6060"/>
                  </a:lnTo>
                  <a:lnTo>
                    <a:pt x="629" y="6311"/>
                  </a:lnTo>
                  <a:lnTo>
                    <a:pt x="805" y="6537"/>
                  </a:lnTo>
                  <a:lnTo>
                    <a:pt x="955" y="6764"/>
                  </a:lnTo>
                  <a:lnTo>
                    <a:pt x="1157" y="6965"/>
                  </a:lnTo>
                  <a:lnTo>
                    <a:pt x="1358" y="7166"/>
                  </a:lnTo>
                  <a:lnTo>
                    <a:pt x="1584" y="7342"/>
                  </a:lnTo>
                  <a:lnTo>
                    <a:pt x="1810" y="7518"/>
                  </a:lnTo>
                  <a:lnTo>
                    <a:pt x="2037" y="7669"/>
                  </a:lnTo>
                  <a:lnTo>
                    <a:pt x="2288" y="7795"/>
                  </a:lnTo>
                  <a:lnTo>
                    <a:pt x="2288" y="10988"/>
                  </a:lnTo>
                  <a:lnTo>
                    <a:pt x="6085" y="10988"/>
                  </a:lnTo>
                  <a:lnTo>
                    <a:pt x="6085" y="9102"/>
                  </a:lnTo>
                  <a:lnTo>
                    <a:pt x="7015" y="9102"/>
                  </a:lnTo>
                  <a:lnTo>
                    <a:pt x="7266" y="9077"/>
                  </a:lnTo>
                  <a:lnTo>
                    <a:pt x="7493" y="9001"/>
                  </a:lnTo>
                  <a:lnTo>
                    <a:pt x="7694" y="8876"/>
                  </a:lnTo>
                  <a:lnTo>
                    <a:pt x="7870" y="8750"/>
                  </a:lnTo>
                  <a:lnTo>
                    <a:pt x="8021" y="8574"/>
                  </a:lnTo>
                  <a:lnTo>
                    <a:pt x="8121" y="8348"/>
                  </a:lnTo>
                  <a:lnTo>
                    <a:pt x="8197" y="8121"/>
                  </a:lnTo>
                  <a:lnTo>
                    <a:pt x="8222" y="7895"/>
                  </a:lnTo>
                  <a:lnTo>
                    <a:pt x="8222" y="6663"/>
                  </a:lnTo>
                  <a:lnTo>
                    <a:pt x="8951" y="6563"/>
                  </a:lnTo>
                  <a:lnTo>
                    <a:pt x="8222" y="4425"/>
                  </a:lnTo>
                  <a:lnTo>
                    <a:pt x="8222" y="4149"/>
                  </a:lnTo>
                  <a:lnTo>
                    <a:pt x="8197" y="3721"/>
                  </a:lnTo>
                  <a:lnTo>
                    <a:pt x="8121" y="3319"/>
                  </a:lnTo>
                  <a:lnTo>
                    <a:pt x="8021" y="2917"/>
                  </a:lnTo>
                  <a:lnTo>
                    <a:pt x="7895" y="2540"/>
                  </a:lnTo>
                  <a:lnTo>
                    <a:pt x="7719" y="2188"/>
                  </a:lnTo>
                  <a:lnTo>
                    <a:pt x="7518" y="1836"/>
                  </a:lnTo>
                  <a:lnTo>
                    <a:pt x="7292" y="1509"/>
                  </a:lnTo>
                  <a:lnTo>
                    <a:pt x="7015" y="1232"/>
                  </a:lnTo>
                  <a:lnTo>
                    <a:pt x="6738" y="956"/>
                  </a:lnTo>
                  <a:lnTo>
                    <a:pt x="6412" y="704"/>
                  </a:lnTo>
                  <a:lnTo>
                    <a:pt x="6085" y="503"/>
                  </a:lnTo>
                  <a:lnTo>
                    <a:pt x="5708" y="327"/>
                  </a:lnTo>
                  <a:lnTo>
                    <a:pt x="5330" y="176"/>
                  </a:lnTo>
                  <a:lnTo>
                    <a:pt x="4953" y="76"/>
                  </a:lnTo>
                  <a:lnTo>
                    <a:pt x="4526" y="25"/>
                  </a:lnTo>
                  <a:lnTo>
                    <a:pt x="41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96;p52">
              <a:extLst>
                <a:ext uri="{FF2B5EF4-FFF2-40B4-BE49-F238E27FC236}">
                  <a16:creationId xmlns:a16="http://schemas.microsoft.com/office/drawing/2014/main" id="{14FC7076-4591-545F-D2D0-9A1E2A2AFFC4}"/>
                </a:ext>
              </a:extLst>
            </p:cNvPr>
            <p:cNvSpPr/>
            <p:nvPr/>
          </p:nvSpPr>
          <p:spPr>
            <a:xfrm>
              <a:off x="4543713" y="1250238"/>
              <a:ext cx="56575" cy="56600"/>
            </a:xfrm>
            <a:custGeom>
              <a:avLst/>
              <a:gdLst/>
              <a:ahLst/>
              <a:cxnLst/>
              <a:rect l="l" t="t" r="r" b="b"/>
              <a:pathLst>
                <a:path w="2263" h="2264" extrusionOk="0">
                  <a:moveTo>
                    <a:pt x="1132" y="0"/>
                  </a:moveTo>
                  <a:lnTo>
                    <a:pt x="905" y="26"/>
                  </a:lnTo>
                  <a:lnTo>
                    <a:pt x="704" y="101"/>
                  </a:lnTo>
                  <a:lnTo>
                    <a:pt x="503" y="202"/>
                  </a:lnTo>
                  <a:lnTo>
                    <a:pt x="327" y="327"/>
                  </a:lnTo>
                  <a:lnTo>
                    <a:pt x="201" y="503"/>
                  </a:lnTo>
                  <a:lnTo>
                    <a:pt x="101" y="704"/>
                  </a:lnTo>
                  <a:lnTo>
                    <a:pt x="25" y="906"/>
                  </a:lnTo>
                  <a:lnTo>
                    <a:pt x="0" y="1132"/>
                  </a:lnTo>
                  <a:lnTo>
                    <a:pt x="25" y="1358"/>
                  </a:lnTo>
                  <a:lnTo>
                    <a:pt x="101" y="1584"/>
                  </a:lnTo>
                  <a:lnTo>
                    <a:pt x="201" y="1760"/>
                  </a:lnTo>
                  <a:lnTo>
                    <a:pt x="327" y="1936"/>
                  </a:lnTo>
                  <a:lnTo>
                    <a:pt x="503" y="2062"/>
                  </a:lnTo>
                  <a:lnTo>
                    <a:pt x="704" y="2163"/>
                  </a:lnTo>
                  <a:lnTo>
                    <a:pt x="905" y="2238"/>
                  </a:lnTo>
                  <a:lnTo>
                    <a:pt x="1132" y="2263"/>
                  </a:lnTo>
                  <a:lnTo>
                    <a:pt x="1358" y="2238"/>
                  </a:lnTo>
                  <a:lnTo>
                    <a:pt x="1559" y="2163"/>
                  </a:lnTo>
                  <a:lnTo>
                    <a:pt x="1760" y="2062"/>
                  </a:lnTo>
                  <a:lnTo>
                    <a:pt x="1936" y="1936"/>
                  </a:lnTo>
                  <a:lnTo>
                    <a:pt x="2062" y="1760"/>
                  </a:lnTo>
                  <a:lnTo>
                    <a:pt x="2162" y="1584"/>
                  </a:lnTo>
                  <a:lnTo>
                    <a:pt x="2238" y="1358"/>
                  </a:lnTo>
                  <a:lnTo>
                    <a:pt x="2263" y="1132"/>
                  </a:lnTo>
                  <a:lnTo>
                    <a:pt x="2238" y="906"/>
                  </a:lnTo>
                  <a:lnTo>
                    <a:pt x="2162" y="704"/>
                  </a:lnTo>
                  <a:lnTo>
                    <a:pt x="2062" y="503"/>
                  </a:lnTo>
                  <a:lnTo>
                    <a:pt x="1936" y="327"/>
                  </a:lnTo>
                  <a:lnTo>
                    <a:pt x="1760" y="202"/>
                  </a:lnTo>
                  <a:lnTo>
                    <a:pt x="1559" y="101"/>
                  </a:lnTo>
                  <a:lnTo>
                    <a:pt x="1358" y="26"/>
                  </a:lnTo>
                  <a:lnTo>
                    <a:pt x="11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7;p52">
              <a:extLst>
                <a:ext uri="{FF2B5EF4-FFF2-40B4-BE49-F238E27FC236}">
                  <a16:creationId xmlns:a16="http://schemas.microsoft.com/office/drawing/2014/main" id="{EB42662B-AC13-F2DC-844C-09E2FBE64C86}"/>
                </a:ext>
              </a:extLst>
            </p:cNvPr>
            <p:cNvSpPr/>
            <p:nvPr/>
          </p:nvSpPr>
          <p:spPr>
            <a:xfrm>
              <a:off x="4483363" y="1274763"/>
              <a:ext cx="41500" cy="41500"/>
            </a:xfrm>
            <a:custGeom>
              <a:avLst/>
              <a:gdLst/>
              <a:ahLst/>
              <a:cxnLst/>
              <a:rect l="l" t="t" r="r" b="b"/>
              <a:pathLst>
                <a:path w="1660" h="1660" extrusionOk="0">
                  <a:moveTo>
                    <a:pt x="830" y="0"/>
                  </a:moveTo>
                  <a:lnTo>
                    <a:pt x="654" y="25"/>
                  </a:lnTo>
                  <a:lnTo>
                    <a:pt x="503" y="75"/>
                  </a:lnTo>
                  <a:lnTo>
                    <a:pt x="378" y="151"/>
                  </a:lnTo>
                  <a:lnTo>
                    <a:pt x="252" y="251"/>
                  </a:lnTo>
                  <a:lnTo>
                    <a:pt x="151" y="377"/>
                  </a:lnTo>
                  <a:lnTo>
                    <a:pt x="76" y="503"/>
                  </a:lnTo>
                  <a:lnTo>
                    <a:pt x="26" y="654"/>
                  </a:lnTo>
                  <a:lnTo>
                    <a:pt x="0" y="830"/>
                  </a:lnTo>
                  <a:lnTo>
                    <a:pt x="26" y="1006"/>
                  </a:lnTo>
                  <a:lnTo>
                    <a:pt x="76" y="1157"/>
                  </a:lnTo>
                  <a:lnTo>
                    <a:pt x="151" y="1282"/>
                  </a:lnTo>
                  <a:lnTo>
                    <a:pt x="252" y="1408"/>
                  </a:lnTo>
                  <a:lnTo>
                    <a:pt x="378" y="1509"/>
                  </a:lnTo>
                  <a:lnTo>
                    <a:pt x="503" y="1584"/>
                  </a:lnTo>
                  <a:lnTo>
                    <a:pt x="654" y="1634"/>
                  </a:lnTo>
                  <a:lnTo>
                    <a:pt x="830" y="1659"/>
                  </a:lnTo>
                  <a:lnTo>
                    <a:pt x="981" y="1634"/>
                  </a:lnTo>
                  <a:lnTo>
                    <a:pt x="1157" y="1584"/>
                  </a:lnTo>
                  <a:lnTo>
                    <a:pt x="1283" y="1509"/>
                  </a:lnTo>
                  <a:lnTo>
                    <a:pt x="1408" y="1408"/>
                  </a:lnTo>
                  <a:lnTo>
                    <a:pt x="1509" y="1282"/>
                  </a:lnTo>
                  <a:lnTo>
                    <a:pt x="1584" y="1157"/>
                  </a:lnTo>
                  <a:lnTo>
                    <a:pt x="1635" y="1006"/>
                  </a:lnTo>
                  <a:lnTo>
                    <a:pt x="1660" y="830"/>
                  </a:lnTo>
                  <a:lnTo>
                    <a:pt x="1635" y="654"/>
                  </a:lnTo>
                  <a:lnTo>
                    <a:pt x="1584" y="503"/>
                  </a:lnTo>
                  <a:lnTo>
                    <a:pt x="1509" y="377"/>
                  </a:lnTo>
                  <a:lnTo>
                    <a:pt x="1408" y="251"/>
                  </a:lnTo>
                  <a:lnTo>
                    <a:pt x="1283" y="151"/>
                  </a:lnTo>
                  <a:lnTo>
                    <a:pt x="1157" y="75"/>
                  </a:lnTo>
                  <a:lnTo>
                    <a:pt x="981" y="25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98;p52">
              <a:extLst>
                <a:ext uri="{FF2B5EF4-FFF2-40B4-BE49-F238E27FC236}">
                  <a16:creationId xmlns:a16="http://schemas.microsoft.com/office/drawing/2014/main" id="{9DCDFB36-7C59-A8D4-DAF6-1F6A01A99F68}"/>
                </a:ext>
              </a:extLst>
            </p:cNvPr>
            <p:cNvSpPr/>
            <p:nvPr/>
          </p:nvSpPr>
          <p:spPr>
            <a:xfrm>
              <a:off x="4440613" y="1308063"/>
              <a:ext cx="25175" cy="25800"/>
            </a:xfrm>
            <a:custGeom>
              <a:avLst/>
              <a:gdLst/>
              <a:ahLst/>
              <a:cxnLst/>
              <a:rect l="l" t="t" r="r" b="b"/>
              <a:pathLst>
                <a:path w="1007" h="1032" extrusionOk="0">
                  <a:moveTo>
                    <a:pt x="504" y="1"/>
                  </a:moveTo>
                  <a:lnTo>
                    <a:pt x="403" y="26"/>
                  </a:lnTo>
                  <a:lnTo>
                    <a:pt x="302" y="51"/>
                  </a:lnTo>
                  <a:lnTo>
                    <a:pt x="227" y="101"/>
                  </a:lnTo>
                  <a:lnTo>
                    <a:pt x="152" y="151"/>
                  </a:lnTo>
                  <a:lnTo>
                    <a:pt x="76" y="227"/>
                  </a:lnTo>
                  <a:lnTo>
                    <a:pt x="26" y="327"/>
                  </a:lnTo>
                  <a:lnTo>
                    <a:pt x="1" y="403"/>
                  </a:lnTo>
                  <a:lnTo>
                    <a:pt x="1" y="529"/>
                  </a:lnTo>
                  <a:lnTo>
                    <a:pt x="1" y="629"/>
                  </a:lnTo>
                  <a:lnTo>
                    <a:pt x="26" y="705"/>
                  </a:lnTo>
                  <a:lnTo>
                    <a:pt x="76" y="805"/>
                  </a:lnTo>
                  <a:lnTo>
                    <a:pt x="152" y="881"/>
                  </a:lnTo>
                  <a:lnTo>
                    <a:pt x="227" y="931"/>
                  </a:lnTo>
                  <a:lnTo>
                    <a:pt x="302" y="981"/>
                  </a:lnTo>
                  <a:lnTo>
                    <a:pt x="403" y="1006"/>
                  </a:lnTo>
                  <a:lnTo>
                    <a:pt x="504" y="1031"/>
                  </a:lnTo>
                  <a:lnTo>
                    <a:pt x="604" y="1006"/>
                  </a:lnTo>
                  <a:lnTo>
                    <a:pt x="705" y="981"/>
                  </a:lnTo>
                  <a:lnTo>
                    <a:pt x="780" y="931"/>
                  </a:lnTo>
                  <a:lnTo>
                    <a:pt x="856" y="881"/>
                  </a:lnTo>
                  <a:lnTo>
                    <a:pt x="931" y="805"/>
                  </a:lnTo>
                  <a:lnTo>
                    <a:pt x="956" y="705"/>
                  </a:lnTo>
                  <a:lnTo>
                    <a:pt x="1006" y="629"/>
                  </a:lnTo>
                  <a:lnTo>
                    <a:pt x="1006" y="529"/>
                  </a:lnTo>
                  <a:lnTo>
                    <a:pt x="1006" y="403"/>
                  </a:lnTo>
                  <a:lnTo>
                    <a:pt x="956" y="327"/>
                  </a:lnTo>
                  <a:lnTo>
                    <a:pt x="931" y="227"/>
                  </a:lnTo>
                  <a:lnTo>
                    <a:pt x="856" y="151"/>
                  </a:lnTo>
                  <a:lnTo>
                    <a:pt x="780" y="101"/>
                  </a:lnTo>
                  <a:lnTo>
                    <a:pt x="705" y="51"/>
                  </a:lnTo>
                  <a:lnTo>
                    <a:pt x="604" y="2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9;p52">
              <a:extLst>
                <a:ext uri="{FF2B5EF4-FFF2-40B4-BE49-F238E27FC236}">
                  <a16:creationId xmlns:a16="http://schemas.microsoft.com/office/drawing/2014/main" id="{A5720C8D-1801-B892-DE96-41FE903D705D}"/>
                </a:ext>
              </a:extLst>
            </p:cNvPr>
            <p:cNvSpPr/>
            <p:nvPr/>
          </p:nvSpPr>
          <p:spPr>
            <a:xfrm>
              <a:off x="4619763" y="1274763"/>
              <a:ext cx="40875" cy="41500"/>
            </a:xfrm>
            <a:custGeom>
              <a:avLst/>
              <a:gdLst/>
              <a:ahLst/>
              <a:cxnLst/>
              <a:rect l="l" t="t" r="r" b="b"/>
              <a:pathLst>
                <a:path w="1635" h="1660" extrusionOk="0">
                  <a:moveTo>
                    <a:pt x="805" y="0"/>
                  </a:moveTo>
                  <a:lnTo>
                    <a:pt x="654" y="25"/>
                  </a:lnTo>
                  <a:lnTo>
                    <a:pt x="478" y="75"/>
                  </a:lnTo>
                  <a:lnTo>
                    <a:pt x="352" y="151"/>
                  </a:lnTo>
                  <a:lnTo>
                    <a:pt x="227" y="251"/>
                  </a:lnTo>
                  <a:lnTo>
                    <a:pt x="126" y="377"/>
                  </a:lnTo>
                  <a:lnTo>
                    <a:pt x="51" y="503"/>
                  </a:lnTo>
                  <a:lnTo>
                    <a:pt x="0" y="654"/>
                  </a:lnTo>
                  <a:lnTo>
                    <a:pt x="0" y="830"/>
                  </a:lnTo>
                  <a:lnTo>
                    <a:pt x="0" y="1006"/>
                  </a:lnTo>
                  <a:lnTo>
                    <a:pt x="51" y="1157"/>
                  </a:lnTo>
                  <a:lnTo>
                    <a:pt x="126" y="1282"/>
                  </a:lnTo>
                  <a:lnTo>
                    <a:pt x="227" y="1408"/>
                  </a:lnTo>
                  <a:lnTo>
                    <a:pt x="352" y="1509"/>
                  </a:lnTo>
                  <a:lnTo>
                    <a:pt x="478" y="1584"/>
                  </a:lnTo>
                  <a:lnTo>
                    <a:pt x="654" y="1634"/>
                  </a:lnTo>
                  <a:lnTo>
                    <a:pt x="805" y="1659"/>
                  </a:lnTo>
                  <a:lnTo>
                    <a:pt x="981" y="1634"/>
                  </a:lnTo>
                  <a:lnTo>
                    <a:pt x="1132" y="1584"/>
                  </a:lnTo>
                  <a:lnTo>
                    <a:pt x="1258" y="1509"/>
                  </a:lnTo>
                  <a:lnTo>
                    <a:pt x="1383" y="1408"/>
                  </a:lnTo>
                  <a:lnTo>
                    <a:pt x="1484" y="1282"/>
                  </a:lnTo>
                  <a:lnTo>
                    <a:pt x="1559" y="1157"/>
                  </a:lnTo>
                  <a:lnTo>
                    <a:pt x="1610" y="1006"/>
                  </a:lnTo>
                  <a:lnTo>
                    <a:pt x="1635" y="830"/>
                  </a:lnTo>
                  <a:lnTo>
                    <a:pt x="1610" y="654"/>
                  </a:lnTo>
                  <a:lnTo>
                    <a:pt x="1559" y="503"/>
                  </a:lnTo>
                  <a:lnTo>
                    <a:pt x="1484" y="377"/>
                  </a:lnTo>
                  <a:lnTo>
                    <a:pt x="1383" y="251"/>
                  </a:lnTo>
                  <a:lnTo>
                    <a:pt x="1258" y="151"/>
                  </a:lnTo>
                  <a:lnTo>
                    <a:pt x="1132" y="75"/>
                  </a:lnTo>
                  <a:lnTo>
                    <a:pt x="981" y="25"/>
                  </a:lnTo>
                  <a:lnTo>
                    <a:pt x="8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00;p52">
              <a:extLst>
                <a:ext uri="{FF2B5EF4-FFF2-40B4-BE49-F238E27FC236}">
                  <a16:creationId xmlns:a16="http://schemas.microsoft.com/office/drawing/2014/main" id="{2ACD84C8-49C5-B6DD-FDF2-EED3A862AF9E}"/>
                </a:ext>
              </a:extLst>
            </p:cNvPr>
            <p:cNvSpPr/>
            <p:nvPr/>
          </p:nvSpPr>
          <p:spPr>
            <a:xfrm>
              <a:off x="4678213" y="1308063"/>
              <a:ext cx="25175" cy="25800"/>
            </a:xfrm>
            <a:custGeom>
              <a:avLst/>
              <a:gdLst/>
              <a:ahLst/>
              <a:cxnLst/>
              <a:rect l="l" t="t" r="r" b="b"/>
              <a:pathLst>
                <a:path w="1007" h="1032" extrusionOk="0">
                  <a:moveTo>
                    <a:pt x="504" y="1"/>
                  </a:moveTo>
                  <a:lnTo>
                    <a:pt x="403" y="26"/>
                  </a:lnTo>
                  <a:lnTo>
                    <a:pt x="302" y="51"/>
                  </a:lnTo>
                  <a:lnTo>
                    <a:pt x="227" y="101"/>
                  </a:lnTo>
                  <a:lnTo>
                    <a:pt x="152" y="151"/>
                  </a:lnTo>
                  <a:lnTo>
                    <a:pt x="101" y="227"/>
                  </a:lnTo>
                  <a:lnTo>
                    <a:pt x="51" y="327"/>
                  </a:lnTo>
                  <a:lnTo>
                    <a:pt x="26" y="403"/>
                  </a:lnTo>
                  <a:lnTo>
                    <a:pt x="1" y="529"/>
                  </a:lnTo>
                  <a:lnTo>
                    <a:pt x="26" y="629"/>
                  </a:lnTo>
                  <a:lnTo>
                    <a:pt x="51" y="705"/>
                  </a:lnTo>
                  <a:lnTo>
                    <a:pt x="101" y="805"/>
                  </a:lnTo>
                  <a:lnTo>
                    <a:pt x="152" y="881"/>
                  </a:lnTo>
                  <a:lnTo>
                    <a:pt x="227" y="931"/>
                  </a:lnTo>
                  <a:lnTo>
                    <a:pt x="302" y="981"/>
                  </a:lnTo>
                  <a:lnTo>
                    <a:pt x="403" y="1006"/>
                  </a:lnTo>
                  <a:lnTo>
                    <a:pt x="504" y="1031"/>
                  </a:lnTo>
                  <a:lnTo>
                    <a:pt x="604" y="1006"/>
                  </a:lnTo>
                  <a:lnTo>
                    <a:pt x="705" y="981"/>
                  </a:lnTo>
                  <a:lnTo>
                    <a:pt x="805" y="931"/>
                  </a:lnTo>
                  <a:lnTo>
                    <a:pt x="881" y="881"/>
                  </a:lnTo>
                  <a:lnTo>
                    <a:pt x="931" y="805"/>
                  </a:lnTo>
                  <a:lnTo>
                    <a:pt x="981" y="705"/>
                  </a:lnTo>
                  <a:lnTo>
                    <a:pt x="1006" y="629"/>
                  </a:lnTo>
                  <a:lnTo>
                    <a:pt x="1006" y="529"/>
                  </a:lnTo>
                  <a:lnTo>
                    <a:pt x="1006" y="403"/>
                  </a:lnTo>
                  <a:lnTo>
                    <a:pt x="981" y="327"/>
                  </a:lnTo>
                  <a:lnTo>
                    <a:pt x="931" y="227"/>
                  </a:lnTo>
                  <a:lnTo>
                    <a:pt x="881" y="151"/>
                  </a:lnTo>
                  <a:lnTo>
                    <a:pt x="805" y="101"/>
                  </a:lnTo>
                  <a:lnTo>
                    <a:pt x="705" y="51"/>
                  </a:lnTo>
                  <a:lnTo>
                    <a:pt x="604" y="2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301;p52">
            <a:extLst>
              <a:ext uri="{FF2B5EF4-FFF2-40B4-BE49-F238E27FC236}">
                <a16:creationId xmlns:a16="http://schemas.microsoft.com/office/drawing/2014/main" id="{17648582-8EAF-3CA3-5DFD-953291A2C592}"/>
              </a:ext>
            </a:extLst>
          </p:cNvPr>
          <p:cNvGrpSpPr/>
          <p:nvPr/>
        </p:nvGrpSpPr>
        <p:grpSpPr>
          <a:xfrm>
            <a:off x="6850474" y="1658392"/>
            <a:ext cx="364002" cy="515928"/>
            <a:chOff x="7014550" y="1246788"/>
            <a:chExt cx="255225" cy="387850"/>
          </a:xfrm>
        </p:grpSpPr>
        <p:sp>
          <p:nvSpPr>
            <p:cNvPr id="19" name="Google Shape;1302;p52">
              <a:extLst>
                <a:ext uri="{FF2B5EF4-FFF2-40B4-BE49-F238E27FC236}">
                  <a16:creationId xmlns:a16="http://schemas.microsoft.com/office/drawing/2014/main" id="{870CE2BC-1EA2-1330-59F4-17D548DF2B26}"/>
                </a:ext>
              </a:extLst>
            </p:cNvPr>
            <p:cNvSpPr/>
            <p:nvPr/>
          </p:nvSpPr>
          <p:spPr>
            <a:xfrm>
              <a:off x="7014550" y="1246788"/>
              <a:ext cx="255225" cy="387850"/>
            </a:xfrm>
            <a:custGeom>
              <a:avLst/>
              <a:gdLst/>
              <a:ahLst/>
              <a:cxnLst/>
              <a:rect l="l" t="t" r="r" b="b"/>
              <a:pathLst>
                <a:path w="10209" h="15514" extrusionOk="0">
                  <a:moveTo>
                    <a:pt x="1" y="0"/>
                  </a:moveTo>
                  <a:lnTo>
                    <a:pt x="1" y="15514"/>
                  </a:lnTo>
                  <a:lnTo>
                    <a:pt x="10209" y="15514"/>
                  </a:lnTo>
                  <a:lnTo>
                    <a:pt x="10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3;p52">
              <a:extLst>
                <a:ext uri="{FF2B5EF4-FFF2-40B4-BE49-F238E27FC236}">
                  <a16:creationId xmlns:a16="http://schemas.microsoft.com/office/drawing/2014/main" id="{E7C3994E-051D-53A8-A629-F81C1E60407B}"/>
                </a:ext>
              </a:extLst>
            </p:cNvPr>
            <p:cNvSpPr/>
            <p:nvPr/>
          </p:nvSpPr>
          <p:spPr>
            <a:xfrm>
              <a:off x="7040950" y="1275688"/>
              <a:ext cx="202425" cy="294200"/>
            </a:xfrm>
            <a:custGeom>
              <a:avLst/>
              <a:gdLst/>
              <a:ahLst/>
              <a:cxnLst/>
              <a:rect l="l" t="t" r="r" b="b"/>
              <a:pathLst>
                <a:path w="8097" h="11768" extrusionOk="0">
                  <a:moveTo>
                    <a:pt x="1" y="1"/>
                  </a:moveTo>
                  <a:lnTo>
                    <a:pt x="1" y="11768"/>
                  </a:lnTo>
                  <a:lnTo>
                    <a:pt x="8097" y="11768"/>
                  </a:lnTo>
                  <a:lnTo>
                    <a:pt x="80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4;p52">
              <a:extLst>
                <a:ext uri="{FF2B5EF4-FFF2-40B4-BE49-F238E27FC236}">
                  <a16:creationId xmlns:a16="http://schemas.microsoft.com/office/drawing/2014/main" id="{71B8B0CA-B450-1254-DD63-FFE1A12537E1}"/>
                </a:ext>
              </a:extLst>
            </p:cNvPr>
            <p:cNvSpPr/>
            <p:nvPr/>
          </p:nvSpPr>
          <p:spPr>
            <a:xfrm>
              <a:off x="7051650" y="1312788"/>
              <a:ext cx="181050" cy="181050"/>
            </a:xfrm>
            <a:custGeom>
              <a:avLst/>
              <a:gdLst/>
              <a:ahLst/>
              <a:cxnLst/>
              <a:rect l="l" t="t" r="r" b="b"/>
              <a:pathLst>
                <a:path w="7242" h="7242" extrusionOk="0">
                  <a:moveTo>
                    <a:pt x="3621" y="0"/>
                  </a:moveTo>
                  <a:lnTo>
                    <a:pt x="3243" y="26"/>
                  </a:lnTo>
                  <a:lnTo>
                    <a:pt x="2891" y="76"/>
                  </a:lnTo>
                  <a:lnTo>
                    <a:pt x="2539" y="151"/>
                  </a:lnTo>
                  <a:lnTo>
                    <a:pt x="2213" y="277"/>
                  </a:lnTo>
                  <a:lnTo>
                    <a:pt x="1886" y="428"/>
                  </a:lnTo>
                  <a:lnTo>
                    <a:pt x="1609" y="604"/>
                  </a:lnTo>
                  <a:lnTo>
                    <a:pt x="1307" y="830"/>
                  </a:lnTo>
                  <a:lnTo>
                    <a:pt x="1056" y="1056"/>
                  </a:lnTo>
                  <a:lnTo>
                    <a:pt x="830" y="1308"/>
                  </a:lnTo>
                  <a:lnTo>
                    <a:pt x="629" y="1584"/>
                  </a:lnTo>
                  <a:lnTo>
                    <a:pt x="427" y="1886"/>
                  </a:lnTo>
                  <a:lnTo>
                    <a:pt x="277" y="2213"/>
                  </a:lnTo>
                  <a:lnTo>
                    <a:pt x="151" y="2540"/>
                  </a:lnTo>
                  <a:lnTo>
                    <a:pt x="75" y="2892"/>
                  </a:lnTo>
                  <a:lnTo>
                    <a:pt x="25" y="3244"/>
                  </a:lnTo>
                  <a:lnTo>
                    <a:pt x="0" y="3621"/>
                  </a:lnTo>
                  <a:lnTo>
                    <a:pt x="25" y="3998"/>
                  </a:lnTo>
                  <a:lnTo>
                    <a:pt x="75" y="4350"/>
                  </a:lnTo>
                  <a:lnTo>
                    <a:pt x="151" y="4702"/>
                  </a:lnTo>
                  <a:lnTo>
                    <a:pt x="277" y="5029"/>
                  </a:lnTo>
                  <a:lnTo>
                    <a:pt x="427" y="5356"/>
                  </a:lnTo>
                  <a:lnTo>
                    <a:pt x="629" y="5658"/>
                  </a:lnTo>
                  <a:lnTo>
                    <a:pt x="830" y="5934"/>
                  </a:lnTo>
                  <a:lnTo>
                    <a:pt x="1056" y="6186"/>
                  </a:lnTo>
                  <a:lnTo>
                    <a:pt x="1307" y="6412"/>
                  </a:lnTo>
                  <a:lnTo>
                    <a:pt x="1609" y="6613"/>
                  </a:lnTo>
                  <a:lnTo>
                    <a:pt x="1886" y="6814"/>
                  </a:lnTo>
                  <a:lnTo>
                    <a:pt x="2213" y="6965"/>
                  </a:lnTo>
                  <a:lnTo>
                    <a:pt x="2539" y="7091"/>
                  </a:lnTo>
                  <a:lnTo>
                    <a:pt x="2891" y="7166"/>
                  </a:lnTo>
                  <a:lnTo>
                    <a:pt x="3243" y="7216"/>
                  </a:lnTo>
                  <a:lnTo>
                    <a:pt x="3621" y="7242"/>
                  </a:lnTo>
                  <a:lnTo>
                    <a:pt x="3998" y="7216"/>
                  </a:lnTo>
                  <a:lnTo>
                    <a:pt x="4350" y="7166"/>
                  </a:lnTo>
                  <a:lnTo>
                    <a:pt x="4702" y="7091"/>
                  </a:lnTo>
                  <a:lnTo>
                    <a:pt x="5029" y="6965"/>
                  </a:lnTo>
                  <a:lnTo>
                    <a:pt x="5356" y="6814"/>
                  </a:lnTo>
                  <a:lnTo>
                    <a:pt x="5657" y="6613"/>
                  </a:lnTo>
                  <a:lnTo>
                    <a:pt x="5934" y="6412"/>
                  </a:lnTo>
                  <a:lnTo>
                    <a:pt x="6185" y="6186"/>
                  </a:lnTo>
                  <a:lnTo>
                    <a:pt x="6412" y="5934"/>
                  </a:lnTo>
                  <a:lnTo>
                    <a:pt x="6638" y="5658"/>
                  </a:lnTo>
                  <a:lnTo>
                    <a:pt x="6814" y="5356"/>
                  </a:lnTo>
                  <a:lnTo>
                    <a:pt x="6965" y="5029"/>
                  </a:lnTo>
                  <a:lnTo>
                    <a:pt x="7090" y="4702"/>
                  </a:lnTo>
                  <a:lnTo>
                    <a:pt x="7166" y="4350"/>
                  </a:lnTo>
                  <a:lnTo>
                    <a:pt x="7216" y="3998"/>
                  </a:lnTo>
                  <a:lnTo>
                    <a:pt x="7241" y="3621"/>
                  </a:lnTo>
                  <a:lnTo>
                    <a:pt x="7216" y="3244"/>
                  </a:lnTo>
                  <a:lnTo>
                    <a:pt x="7166" y="2892"/>
                  </a:lnTo>
                  <a:lnTo>
                    <a:pt x="7090" y="2540"/>
                  </a:lnTo>
                  <a:lnTo>
                    <a:pt x="6965" y="2213"/>
                  </a:lnTo>
                  <a:lnTo>
                    <a:pt x="6814" y="1886"/>
                  </a:lnTo>
                  <a:lnTo>
                    <a:pt x="6638" y="1584"/>
                  </a:lnTo>
                  <a:lnTo>
                    <a:pt x="6412" y="1308"/>
                  </a:lnTo>
                  <a:lnTo>
                    <a:pt x="6185" y="1056"/>
                  </a:lnTo>
                  <a:lnTo>
                    <a:pt x="5934" y="830"/>
                  </a:lnTo>
                  <a:lnTo>
                    <a:pt x="5657" y="604"/>
                  </a:lnTo>
                  <a:lnTo>
                    <a:pt x="5356" y="428"/>
                  </a:lnTo>
                  <a:lnTo>
                    <a:pt x="5029" y="277"/>
                  </a:lnTo>
                  <a:lnTo>
                    <a:pt x="4702" y="151"/>
                  </a:lnTo>
                  <a:lnTo>
                    <a:pt x="4350" y="76"/>
                  </a:lnTo>
                  <a:lnTo>
                    <a:pt x="3998" y="26"/>
                  </a:lnTo>
                  <a:lnTo>
                    <a:pt x="36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5;p52">
              <a:extLst>
                <a:ext uri="{FF2B5EF4-FFF2-40B4-BE49-F238E27FC236}">
                  <a16:creationId xmlns:a16="http://schemas.microsoft.com/office/drawing/2014/main" id="{16662719-6AB7-4363-46FB-80FB3B559372}"/>
                </a:ext>
              </a:extLst>
            </p:cNvPr>
            <p:cNvSpPr/>
            <p:nvPr/>
          </p:nvSpPr>
          <p:spPr>
            <a:xfrm>
              <a:off x="7089350" y="1338563"/>
              <a:ext cx="105625" cy="135800"/>
            </a:xfrm>
            <a:custGeom>
              <a:avLst/>
              <a:gdLst/>
              <a:ahLst/>
              <a:cxnLst/>
              <a:rect l="l" t="t" r="r" b="b"/>
              <a:pathLst>
                <a:path w="4225" h="5432" extrusionOk="0">
                  <a:moveTo>
                    <a:pt x="1" y="0"/>
                  </a:moveTo>
                  <a:lnTo>
                    <a:pt x="1" y="2188"/>
                  </a:lnTo>
                  <a:lnTo>
                    <a:pt x="26" y="2464"/>
                  </a:lnTo>
                  <a:lnTo>
                    <a:pt x="126" y="2716"/>
                  </a:lnTo>
                  <a:lnTo>
                    <a:pt x="227" y="2942"/>
                  </a:lnTo>
                  <a:lnTo>
                    <a:pt x="403" y="3143"/>
                  </a:lnTo>
                  <a:lnTo>
                    <a:pt x="604" y="3319"/>
                  </a:lnTo>
                  <a:lnTo>
                    <a:pt x="830" y="3445"/>
                  </a:lnTo>
                  <a:lnTo>
                    <a:pt x="1082" y="3520"/>
                  </a:lnTo>
                  <a:lnTo>
                    <a:pt x="1358" y="3545"/>
                  </a:lnTo>
                  <a:lnTo>
                    <a:pt x="1635" y="3545"/>
                  </a:lnTo>
                  <a:lnTo>
                    <a:pt x="1635" y="4451"/>
                  </a:lnTo>
                  <a:lnTo>
                    <a:pt x="1258" y="4451"/>
                  </a:lnTo>
                  <a:lnTo>
                    <a:pt x="1258" y="5431"/>
                  </a:lnTo>
                  <a:lnTo>
                    <a:pt x="2967" y="5431"/>
                  </a:lnTo>
                  <a:lnTo>
                    <a:pt x="2967" y="4451"/>
                  </a:lnTo>
                  <a:lnTo>
                    <a:pt x="2590" y="4451"/>
                  </a:lnTo>
                  <a:lnTo>
                    <a:pt x="2590" y="3545"/>
                  </a:lnTo>
                  <a:lnTo>
                    <a:pt x="2867" y="3545"/>
                  </a:lnTo>
                  <a:lnTo>
                    <a:pt x="3143" y="3520"/>
                  </a:lnTo>
                  <a:lnTo>
                    <a:pt x="3395" y="3445"/>
                  </a:lnTo>
                  <a:lnTo>
                    <a:pt x="3621" y="3319"/>
                  </a:lnTo>
                  <a:lnTo>
                    <a:pt x="3822" y="3143"/>
                  </a:lnTo>
                  <a:lnTo>
                    <a:pt x="3998" y="2942"/>
                  </a:lnTo>
                  <a:lnTo>
                    <a:pt x="4124" y="2716"/>
                  </a:lnTo>
                  <a:lnTo>
                    <a:pt x="4200" y="2464"/>
                  </a:lnTo>
                  <a:lnTo>
                    <a:pt x="4225" y="2188"/>
                  </a:lnTo>
                  <a:lnTo>
                    <a:pt x="4225" y="0"/>
                  </a:lnTo>
                  <a:lnTo>
                    <a:pt x="3244" y="0"/>
                  </a:lnTo>
                  <a:lnTo>
                    <a:pt x="3244" y="2188"/>
                  </a:lnTo>
                  <a:lnTo>
                    <a:pt x="3244" y="2263"/>
                  </a:lnTo>
                  <a:lnTo>
                    <a:pt x="3219" y="2339"/>
                  </a:lnTo>
                  <a:lnTo>
                    <a:pt x="3143" y="2464"/>
                  </a:lnTo>
                  <a:lnTo>
                    <a:pt x="3018" y="2540"/>
                  </a:lnTo>
                  <a:lnTo>
                    <a:pt x="2942" y="2565"/>
                  </a:lnTo>
                  <a:lnTo>
                    <a:pt x="2867" y="2590"/>
                  </a:lnTo>
                  <a:lnTo>
                    <a:pt x="2590" y="2590"/>
                  </a:lnTo>
                  <a:lnTo>
                    <a:pt x="2590" y="0"/>
                  </a:lnTo>
                  <a:lnTo>
                    <a:pt x="1635" y="0"/>
                  </a:lnTo>
                  <a:lnTo>
                    <a:pt x="1635" y="2590"/>
                  </a:lnTo>
                  <a:lnTo>
                    <a:pt x="1358" y="2590"/>
                  </a:lnTo>
                  <a:lnTo>
                    <a:pt x="1283" y="2565"/>
                  </a:lnTo>
                  <a:lnTo>
                    <a:pt x="1207" y="2540"/>
                  </a:lnTo>
                  <a:lnTo>
                    <a:pt x="1082" y="2464"/>
                  </a:lnTo>
                  <a:lnTo>
                    <a:pt x="1006" y="2339"/>
                  </a:lnTo>
                  <a:lnTo>
                    <a:pt x="981" y="2263"/>
                  </a:lnTo>
                  <a:lnTo>
                    <a:pt x="981" y="2188"/>
                  </a:lnTo>
                  <a:lnTo>
                    <a:pt x="9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6;p52">
              <a:extLst>
                <a:ext uri="{FF2B5EF4-FFF2-40B4-BE49-F238E27FC236}">
                  <a16:creationId xmlns:a16="http://schemas.microsoft.com/office/drawing/2014/main" id="{C1A2AA10-ADC9-DFDC-3D4D-BDB9D2EEF209}"/>
                </a:ext>
              </a:extLst>
            </p:cNvPr>
            <p:cNvSpPr/>
            <p:nvPr/>
          </p:nvSpPr>
          <p:spPr>
            <a:xfrm>
              <a:off x="7123925" y="1583063"/>
              <a:ext cx="36475" cy="35875"/>
            </a:xfrm>
            <a:custGeom>
              <a:avLst/>
              <a:gdLst/>
              <a:ahLst/>
              <a:cxnLst/>
              <a:rect l="l" t="t" r="r" b="b"/>
              <a:pathLst>
                <a:path w="1459" h="1435" extrusionOk="0">
                  <a:moveTo>
                    <a:pt x="579" y="1"/>
                  </a:moveTo>
                  <a:lnTo>
                    <a:pt x="453" y="51"/>
                  </a:lnTo>
                  <a:lnTo>
                    <a:pt x="327" y="127"/>
                  </a:lnTo>
                  <a:lnTo>
                    <a:pt x="227" y="202"/>
                  </a:lnTo>
                  <a:lnTo>
                    <a:pt x="126" y="328"/>
                  </a:lnTo>
                  <a:lnTo>
                    <a:pt x="76" y="428"/>
                  </a:lnTo>
                  <a:lnTo>
                    <a:pt x="26" y="579"/>
                  </a:lnTo>
                  <a:lnTo>
                    <a:pt x="0" y="730"/>
                  </a:lnTo>
                  <a:lnTo>
                    <a:pt x="26" y="856"/>
                  </a:lnTo>
                  <a:lnTo>
                    <a:pt x="76" y="1007"/>
                  </a:lnTo>
                  <a:lnTo>
                    <a:pt x="126" y="1132"/>
                  </a:lnTo>
                  <a:lnTo>
                    <a:pt x="227" y="1233"/>
                  </a:lnTo>
                  <a:lnTo>
                    <a:pt x="327" y="1333"/>
                  </a:lnTo>
                  <a:lnTo>
                    <a:pt x="453" y="1384"/>
                  </a:lnTo>
                  <a:lnTo>
                    <a:pt x="579" y="1434"/>
                  </a:lnTo>
                  <a:lnTo>
                    <a:pt x="880" y="1434"/>
                  </a:lnTo>
                  <a:lnTo>
                    <a:pt x="1006" y="1384"/>
                  </a:lnTo>
                  <a:lnTo>
                    <a:pt x="1132" y="1333"/>
                  </a:lnTo>
                  <a:lnTo>
                    <a:pt x="1232" y="1233"/>
                  </a:lnTo>
                  <a:lnTo>
                    <a:pt x="1333" y="1132"/>
                  </a:lnTo>
                  <a:lnTo>
                    <a:pt x="1408" y="1007"/>
                  </a:lnTo>
                  <a:lnTo>
                    <a:pt x="1434" y="856"/>
                  </a:lnTo>
                  <a:lnTo>
                    <a:pt x="1459" y="730"/>
                  </a:lnTo>
                  <a:lnTo>
                    <a:pt x="1434" y="579"/>
                  </a:lnTo>
                  <a:lnTo>
                    <a:pt x="1408" y="428"/>
                  </a:lnTo>
                  <a:lnTo>
                    <a:pt x="1333" y="328"/>
                  </a:lnTo>
                  <a:lnTo>
                    <a:pt x="1232" y="202"/>
                  </a:lnTo>
                  <a:lnTo>
                    <a:pt x="1132" y="127"/>
                  </a:lnTo>
                  <a:lnTo>
                    <a:pt x="1006" y="51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7"/>
          <p:cNvSpPr/>
          <p:nvPr/>
        </p:nvSpPr>
        <p:spPr>
          <a:xfrm>
            <a:off x="5398350" y="1240816"/>
            <a:ext cx="947100" cy="947100"/>
          </a:xfrm>
          <a:prstGeom prst="ellipse">
            <a:avLst/>
          </a:prstGeom>
          <a:solidFill>
            <a:srgbClr val="6688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8" name="Google Shape;1028;p47"/>
          <p:cNvGrpSpPr/>
          <p:nvPr/>
        </p:nvGrpSpPr>
        <p:grpSpPr>
          <a:xfrm>
            <a:off x="-519250" y="629388"/>
            <a:ext cx="4405458" cy="4045170"/>
            <a:chOff x="-900250" y="629388"/>
            <a:chExt cx="4405458" cy="4045170"/>
          </a:xfrm>
        </p:grpSpPr>
        <p:sp>
          <p:nvSpPr>
            <p:cNvPr id="1029" name="Google Shape;1029;p47"/>
            <p:cNvSpPr/>
            <p:nvPr/>
          </p:nvSpPr>
          <p:spPr>
            <a:xfrm>
              <a:off x="2726408" y="4185198"/>
              <a:ext cx="236886" cy="76978"/>
            </a:xfrm>
            <a:custGeom>
              <a:avLst/>
              <a:gdLst/>
              <a:ahLst/>
              <a:cxnLst/>
              <a:rect l="l" t="t" r="r" b="b"/>
              <a:pathLst>
                <a:path w="7564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64" y="2458"/>
                  </a:lnTo>
                  <a:lnTo>
                    <a:pt x="7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-900250" y="838565"/>
              <a:ext cx="4405458" cy="3626806"/>
            </a:xfrm>
            <a:custGeom>
              <a:avLst/>
              <a:gdLst/>
              <a:ahLst/>
              <a:cxnLst/>
              <a:rect l="l" t="t" r="r" b="b"/>
              <a:pathLst>
                <a:path w="191064" h="157294" extrusionOk="0">
                  <a:moveTo>
                    <a:pt x="113237" y="0"/>
                  </a:moveTo>
                  <a:cubicBezTo>
                    <a:pt x="104842" y="0"/>
                    <a:pt x="96326" y="4897"/>
                    <a:pt x="89808" y="10733"/>
                  </a:cubicBezTo>
                  <a:cubicBezTo>
                    <a:pt x="81189" y="18547"/>
                    <a:pt x="73752" y="28339"/>
                    <a:pt x="63049" y="32727"/>
                  </a:cubicBezTo>
                  <a:cubicBezTo>
                    <a:pt x="53201" y="36794"/>
                    <a:pt x="42014" y="35617"/>
                    <a:pt x="31366" y="36422"/>
                  </a:cubicBezTo>
                  <a:cubicBezTo>
                    <a:pt x="20714" y="37171"/>
                    <a:pt x="8996" y="40917"/>
                    <a:pt x="4338" y="50709"/>
                  </a:cubicBezTo>
                  <a:cubicBezTo>
                    <a:pt x="1" y="59914"/>
                    <a:pt x="3537" y="71637"/>
                    <a:pt x="10225" y="79609"/>
                  </a:cubicBezTo>
                  <a:cubicBezTo>
                    <a:pt x="19430" y="90582"/>
                    <a:pt x="24409" y="104548"/>
                    <a:pt x="20770" y="119160"/>
                  </a:cubicBezTo>
                  <a:cubicBezTo>
                    <a:pt x="19323" y="124992"/>
                    <a:pt x="16595" y="130720"/>
                    <a:pt x="17345" y="136659"/>
                  </a:cubicBezTo>
                  <a:cubicBezTo>
                    <a:pt x="18252" y="143457"/>
                    <a:pt x="23767" y="148968"/>
                    <a:pt x="30189" y="151271"/>
                  </a:cubicBezTo>
                  <a:cubicBezTo>
                    <a:pt x="33271" y="152374"/>
                    <a:pt x="36512" y="152838"/>
                    <a:pt x="39779" y="152838"/>
                  </a:cubicBezTo>
                  <a:cubicBezTo>
                    <a:pt x="43318" y="152838"/>
                    <a:pt x="46887" y="152294"/>
                    <a:pt x="50312" y="151430"/>
                  </a:cubicBezTo>
                  <a:cubicBezTo>
                    <a:pt x="57259" y="149716"/>
                    <a:pt x="64784" y="147567"/>
                    <a:pt x="72116" y="147567"/>
                  </a:cubicBezTo>
                  <a:cubicBezTo>
                    <a:pt x="73708" y="147567"/>
                    <a:pt x="75291" y="147668"/>
                    <a:pt x="76856" y="147897"/>
                  </a:cubicBezTo>
                  <a:cubicBezTo>
                    <a:pt x="84777" y="149075"/>
                    <a:pt x="91036" y="155231"/>
                    <a:pt x="99334" y="156623"/>
                  </a:cubicBezTo>
                  <a:cubicBezTo>
                    <a:pt x="101955" y="157053"/>
                    <a:pt x="104623" y="157293"/>
                    <a:pt x="107281" y="157293"/>
                  </a:cubicBezTo>
                  <a:cubicBezTo>
                    <a:pt x="112219" y="157293"/>
                    <a:pt x="117126" y="156464"/>
                    <a:pt x="121648" y="154482"/>
                  </a:cubicBezTo>
                  <a:cubicBezTo>
                    <a:pt x="127270" y="151965"/>
                    <a:pt x="133101" y="147790"/>
                    <a:pt x="139365" y="145971"/>
                  </a:cubicBezTo>
                  <a:cubicBezTo>
                    <a:pt x="142212" y="145190"/>
                    <a:pt x="144975" y="144895"/>
                    <a:pt x="147715" y="144895"/>
                  </a:cubicBezTo>
                  <a:cubicBezTo>
                    <a:pt x="148733" y="144895"/>
                    <a:pt x="149747" y="144935"/>
                    <a:pt x="150762" y="145007"/>
                  </a:cubicBezTo>
                  <a:cubicBezTo>
                    <a:pt x="154829" y="145328"/>
                    <a:pt x="158952" y="146133"/>
                    <a:pt x="163127" y="146776"/>
                  </a:cubicBezTo>
                  <a:cubicBezTo>
                    <a:pt x="165495" y="147147"/>
                    <a:pt x="168164" y="147443"/>
                    <a:pt x="170829" y="147443"/>
                  </a:cubicBezTo>
                  <a:cubicBezTo>
                    <a:pt x="177374" y="147443"/>
                    <a:pt x="183892" y="145661"/>
                    <a:pt x="185870" y="138855"/>
                  </a:cubicBezTo>
                  <a:cubicBezTo>
                    <a:pt x="188815" y="128794"/>
                    <a:pt x="184371" y="118570"/>
                    <a:pt x="179876" y="109848"/>
                  </a:cubicBezTo>
                  <a:cubicBezTo>
                    <a:pt x="176934" y="104175"/>
                    <a:pt x="173561" y="97270"/>
                    <a:pt x="174687" y="90689"/>
                  </a:cubicBezTo>
                  <a:cubicBezTo>
                    <a:pt x="175864" y="83783"/>
                    <a:pt x="181430" y="77309"/>
                    <a:pt x="184585" y="71208"/>
                  </a:cubicBezTo>
                  <a:cubicBezTo>
                    <a:pt x="188225" y="64195"/>
                    <a:pt x="191063" y="55740"/>
                    <a:pt x="187903" y="48461"/>
                  </a:cubicBezTo>
                  <a:cubicBezTo>
                    <a:pt x="184585" y="40810"/>
                    <a:pt x="174738" y="35510"/>
                    <a:pt x="167301" y="32834"/>
                  </a:cubicBezTo>
                  <a:cubicBezTo>
                    <a:pt x="158738" y="29730"/>
                    <a:pt x="149585" y="27482"/>
                    <a:pt x="142469" y="21595"/>
                  </a:cubicBezTo>
                  <a:cubicBezTo>
                    <a:pt x="134977" y="15443"/>
                    <a:pt x="130160" y="5703"/>
                    <a:pt x="121434" y="1742"/>
                  </a:cubicBezTo>
                  <a:cubicBezTo>
                    <a:pt x="118766" y="533"/>
                    <a:pt x="116008" y="0"/>
                    <a:pt x="113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2065932" y="1593964"/>
              <a:ext cx="897372" cy="2591304"/>
            </a:xfrm>
            <a:custGeom>
              <a:avLst/>
              <a:gdLst/>
              <a:ahLst/>
              <a:cxnLst/>
              <a:rect l="l" t="t" r="r" b="b"/>
              <a:pathLst>
                <a:path w="28654" h="82743" extrusionOk="0">
                  <a:moveTo>
                    <a:pt x="0" y="1"/>
                  </a:moveTo>
                  <a:lnTo>
                    <a:pt x="0" y="82742"/>
                  </a:lnTo>
                  <a:lnTo>
                    <a:pt x="28654" y="82742"/>
                  </a:lnTo>
                  <a:lnTo>
                    <a:pt x="28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2134547" y="1664960"/>
              <a:ext cx="760170" cy="760170"/>
            </a:xfrm>
            <a:custGeom>
              <a:avLst/>
              <a:gdLst/>
              <a:ahLst/>
              <a:cxnLst/>
              <a:rect l="l" t="t" r="r" b="b"/>
              <a:pathLst>
                <a:path w="24273" h="24273" extrusionOk="0">
                  <a:moveTo>
                    <a:pt x="0" y="1"/>
                  </a:moveTo>
                  <a:lnTo>
                    <a:pt x="0" y="24273"/>
                  </a:lnTo>
                  <a:lnTo>
                    <a:pt x="24272" y="24273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2134547" y="2515186"/>
              <a:ext cx="760170" cy="760765"/>
            </a:xfrm>
            <a:custGeom>
              <a:avLst/>
              <a:gdLst/>
              <a:ahLst/>
              <a:cxnLst/>
              <a:rect l="l" t="t" r="r" b="b"/>
              <a:pathLst>
                <a:path w="24273" h="24292" extrusionOk="0">
                  <a:moveTo>
                    <a:pt x="0" y="1"/>
                  </a:moveTo>
                  <a:lnTo>
                    <a:pt x="0" y="24291"/>
                  </a:lnTo>
                  <a:lnTo>
                    <a:pt x="24272" y="24291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2134547" y="3396416"/>
              <a:ext cx="760170" cy="327612"/>
            </a:xfrm>
            <a:custGeom>
              <a:avLst/>
              <a:gdLst/>
              <a:ahLst/>
              <a:cxnLst/>
              <a:rect l="l" t="t" r="r" b="b"/>
              <a:pathLst>
                <a:path w="24273" h="10461" extrusionOk="0">
                  <a:moveTo>
                    <a:pt x="0" y="1"/>
                  </a:moveTo>
                  <a:lnTo>
                    <a:pt x="0" y="10460"/>
                  </a:lnTo>
                  <a:lnTo>
                    <a:pt x="24272" y="10460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2365448" y="3535432"/>
              <a:ext cx="298362" cy="49576"/>
            </a:xfrm>
            <a:custGeom>
              <a:avLst/>
              <a:gdLst/>
              <a:ahLst/>
              <a:cxnLst/>
              <a:rect l="l" t="t" r="r" b="b"/>
              <a:pathLst>
                <a:path w="9527" h="1583" extrusionOk="0">
                  <a:moveTo>
                    <a:pt x="0" y="1"/>
                  </a:moveTo>
                  <a:lnTo>
                    <a:pt x="0" y="1582"/>
                  </a:lnTo>
                  <a:lnTo>
                    <a:pt x="9526" y="1582"/>
                  </a:lnTo>
                  <a:lnTo>
                    <a:pt x="9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2134547" y="3757408"/>
              <a:ext cx="760170" cy="326986"/>
            </a:xfrm>
            <a:custGeom>
              <a:avLst/>
              <a:gdLst/>
              <a:ahLst/>
              <a:cxnLst/>
              <a:rect l="l" t="t" r="r" b="b"/>
              <a:pathLst>
                <a:path w="24273" h="10441" extrusionOk="0">
                  <a:moveTo>
                    <a:pt x="0" y="0"/>
                  </a:moveTo>
                  <a:lnTo>
                    <a:pt x="0" y="10441"/>
                  </a:lnTo>
                  <a:lnTo>
                    <a:pt x="24272" y="10441"/>
                  </a:lnTo>
                  <a:lnTo>
                    <a:pt x="24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2365448" y="3895829"/>
              <a:ext cx="298362" cy="50139"/>
            </a:xfrm>
            <a:custGeom>
              <a:avLst/>
              <a:gdLst/>
              <a:ahLst/>
              <a:cxnLst/>
              <a:rect l="l" t="t" r="r" b="b"/>
              <a:pathLst>
                <a:path w="9527" h="1601" extrusionOk="0">
                  <a:moveTo>
                    <a:pt x="0" y="0"/>
                  </a:moveTo>
                  <a:lnTo>
                    <a:pt x="0" y="1601"/>
                  </a:lnTo>
                  <a:lnTo>
                    <a:pt x="9526" y="1601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2065932" y="4185198"/>
              <a:ext cx="237481" cy="76978"/>
            </a:xfrm>
            <a:custGeom>
              <a:avLst/>
              <a:gdLst/>
              <a:ahLst/>
              <a:cxnLst/>
              <a:rect l="l" t="t" r="r" b="b"/>
              <a:pathLst>
                <a:path w="7583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83" y="2458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2174508" y="2804555"/>
              <a:ext cx="125333" cy="471391"/>
            </a:xfrm>
            <a:custGeom>
              <a:avLst/>
              <a:gdLst/>
              <a:ahLst/>
              <a:cxnLst/>
              <a:rect l="l" t="t" r="r" b="b"/>
              <a:pathLst>
                <a:path w="4002" h="15052" extrusionOk="0">
                  <a:moveTo>
                    <a:pt x="1" y="1"/>
                  </a:moveTo>
                  <a:lnTo>
                    <a:pt x="1" y="15051"/>
                  </a:lnTo>
                  <a:lnTo>
                    <a:pt x="4001" y="15051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2174508" y="2858264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4001" y="1124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2174508" y="2927475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0"/>
                  </a:moveTo>
                  <a:lnTo>
                    <a:pt x="1" y="1143"/>
                  </a:lnTo>
                  <a:lnTo>
                    <a:pt x="4001" y="114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2174508" y="3117193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1"/>
                  </a:moveTo>
                  <a:lnTo>
                    <a:pt x="1" y="1144"/>
                  </a:lnTo>
                  <a:lnTo>
                    <a:pt x="4001" y="1144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2174508" y="3186999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1"/>
                  </a:moveTo>
                  <a:lnTo>
                    <a:pt x="1" y="1125"/>
                  </a:lnTo>
                  <a:lnTo>
                    <a:pt x="4001" y="1125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2299807" y="2721628"/>
              <a:ext cx="86530" cy="554320"/>
            </a:xfrm>
            <a:custGeom>
              <a:avLst/>
              <a:gdLst/>
              <a:ahLst/>
              <a:cxnLst/>
              <a:rect l="l" t="t" r="r" b="b"/>
              <a:pathLst>
                <a:path w="2763" h="17700" extrusionOk="0">
                  <a:moveTo>
                    <a:pt x="0" y="0"/>
                  </a:moveTo>
                  <a:lnTo>
                    <a:pt x="0" y="17699"/>
                  </a:lnTo>
                  <a:lnTo>
                    <a:pt x="2763" y="17699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2322481" y="2768165"/>
              <a:ext cx="41183" cy="49544"/>
            </a:xfrm>
            <a:custGeom>
              <a:avLst/>
              <a:gdLst/>
              <a:ahLst/>
              <a:cxnLst/>
              <a:rect l="l" t="t" r="r" b="b"/>
              <a:pathLst>
                <a:path w="1315" h="1582" extrusionOk="0">
                  <a:moveTo>
                    <a:pt x="0" y="0"/>
                  </a:moveTo>
                  <a:lnTo>
                    <a:pt x="0" y="1582"/>
                  </a:lnTo>
                  <a:lnTo>
                    <a:pt x="1315" y="1582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7"/>
            <p:cNvSpPr/>
            <p:nvPr/>
          </p:nvSpPr>
          <p:spPr>
            <a:xfrm>
              <a:off x="2386305" y="2858264"/>
              <a:ext cx="89537" cy="417681"/>
            </a:xfrm>
            <a:custGeom>
              <a:avLst/>
              <a:gdLst/>
              <a:ahLst/>
              <a:cxnLst/>
              <a:rect l="l" t="t" r="r" b="b"/>
              <a:pathLst>
                <a:path w="2859" h="13337" extrusionOk="0">
                  <a:moveTo>
                    <a:pt x="1" y="0"/>
                  </a:moveTo>
                  <a:lnTo>
                    <a:pt x="1" y="13336"/>
                  </a:lnTo>
                  <a:lnTo>
                    <a:pt x="2859" y="13336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7"/>
            <p:cNvSpPr/>
            <p:nvPr/>
          </p:nvSpPr>
          <p:spPr>
            <a:xfrm>
              <a:off x="2475809" y="2735345"/>
              <a:ext cx="125333" cy="540603"/>
            </a:xfrm>
            <a:custGeom>
              <a:avLst/>
              <a:gdLst/>
              <a:ahLst/>
              <a:cxnLst/>
              <a:rect l="l" t="t" r="r" b="b"/>
              <a:pathLst>
                <a:path w="4002" h="17262" extrusionOk="0">
                  <a:moveTo>
                    <a:pt x="1" y="1"/>
                  </a:moveTo>
                  <a:lnTo>
                    <a:pt x="1" y="17261"/>
                  </a:lnTo>
                  <a:lnTo>
                    <a:pt x="4002" y="17261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7"/>
            <p:cNvSpPr/>
            <p:nvPr/>
          </p:nvSpPr>
          <p:spPr>
            <a:xfrm>
              <a:off x="2475809" y="2796789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6"/>
                  </a:lnTo>
                  <a:lnTo>
                    <a:pt x="4002" y="131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7"/>
            <p:cNvSpPr/>
            <p:nvPr/>
          </p:nvSpPr>
          <p:spPr>
            <a:xfrm>
              <a:off x="2475809" y="2876741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2475809" y="3093925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5"/>
                  </a:lnTo>
                  <a:lnTo>
                    <a:pt x="4002" y="1315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2475809" y="3173877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2601108" y="2641081"/>
              <a:ext cx="86562" cy="634868"/>
            </a:xfrm>
            <a:custGeom>
              <a:avLst/>
              <a:gdLst/>
              <a:ahLst/>
              <a:cxnLst/>
              <a:rect l="l" t="t" r="r" b="b"/>
              <a:pathLst>
                <a:path w="2764" h="20272" extrusionOk="0">
                  <a:moveTo>
                    <a:pt x="1" y="0"/>
                  </a:moveTo>
                  <a:lnTo>
                    <a:pt x="1" y="20271"/>
                  </a:lnTo>
                  <a:lnTo>
                    <a:pt x="2763" y="20271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2623782" y="2693599"/>
              <a:ext cx="41214" cy="57280"/>
            </a:xfrm>
            <a:custGeom>
              <a:avLst/>
              <a:gdLst/>
              <a:ahLst/>
              <a:cxnLst/>
              <a:rect l="l" t="t" r="r" b="b"/>
              <a:pathLst>
                <a:path w="1316" h="1829" extrusionOk="0">
                  <a:moveTo>
                    <a:pt x="1" y="0"/>
                  </a:moveTo>
                  <a:lnTo>
                    <a:pt x="1" y="1829"/>
                  </a:lnTo>
                  <a:lnTo>
                    <a:pt x="1315" y="1829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300997" y="1863040"/>
              <a:ext cx="427233" cy="562086"/>
            </a:xfrm>
            <a:custGeom>
              <a:avLst/>
              <a:gdLst/>
              <a:ahLst/>
              <a:cxnLst/>
              <a:rect l="l" t="t" r="r" b="b"/>
              <a:pathLst>
                <a:path w="13642" h="17948" extrusionOk="0">
                  <a:moveTo>
                    <a:pt x="1" y="1"/>
                  </a:moveTo>
                  <a:lnTo>
                    <a:pt x="1" y="17948"/>
                  </a:lnTo>
                  <a:lnTo>
                    <a:pt x="13642" y="17948"/>
                  </a:lnTo>
                  <a:lnTo>
                    <a:pt x="136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2343369" y="1899462"/>
              <a:ext cx="343083" cy="489868"/>
            </a:xfrm>
            <a:custGeom>
              <a:avLst/>
              <a:gdLst/>
              <a:ahLst/>
              <a:cxnLst/>
              <a:rect l="l" t="t" r="r" b="b"/>
              <a:pathLst>
                <a:path w="10955" h="15642" extrusionOk="0">
                  <a:moveTo>
                    <a:pt x="0" y="0"/>
                  </a:moveTo>
                  <a:lnTo>
                    <a:pt x="0" y="15642"/>
                  </a:lnTo>
                  <a:lnTo>
                    <a:pt x="10955" y="15642"/>
                  </a:lnTo>
                  <a:lnTo>
                    <a:pt x="109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2401243" y="1982389"/>
              <a:ext cx="226739" cy="323416"/>
            </a:xfrm>
            <a:custGeom>
              <a:avLst/>
              <a:gdLst/>
              <a:ahLst/>
              <a:cxnLst/>
              <a:rect l="l" t="t" r="r" b="b"/>
              <a:pathLst>
                <a:path w="7240" h="10327" extrusionOk="0">
                  <a:moveTo>
                    <a:pt x="0" y="0"/>
                  </a:moveTo>
                  <a:lnTo>
                    <a:pt x="0" y="10326"/>
                  </a:lnTo>
                  <a:lnTo>
                    <a:pt x="7240" y="10326"/>
                  </a:lnTo>
                  <a:lnTo>
                    <a:pt x="724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2547400" y="2047403"/>
              <a:ext cx="287025" cy="377720"/>
            </a:xfrm>
            <a:custGeom>
              <a:avLst/>
              <a:gdLst/>
              <a:ahLst/>
              <a:cxnLst/>
              <a:rect l="l" t="t" r="r" b="b"/>
              <a:pathLst>
                <a:path w="9165" h="12061" extrusionOk="0">
                  <a:moveTo>
                    <a:pt x="1" y="1"/>
                  </a:moveTo>
                  <a:lnTo>
                    <a:pt x="1" y="12061"/>
                  </a:lnTo>
                  <a:lnTo>
                    <a:pt x="9165" y="12061"/>
                  </a:lnTo>
                  <a:lnTo>
                    <a:pt x="9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2576055" y="2071893"/>
              <a:ext cx="230340" cy="329366"/>
            </a:xfrm>
            <a:custGeom>
              <a:avLst/>
              <a:gdLst/>
              <a:ahLst/>
              <a:cxnLst/>
              <a:rect l="l" t="t" r="r" b="b"/>
              <a:pathLst>
                <a:path w="7355" h="10517" extrusionOk="0">
                  <a:moveTo>
                    <a:pt x="0" y="0"/>
                  </a:moveTo>
                  <a:lnTo>
                    <a:pt x="0" y="10517"/>
                  </a:lnTo>
                  <a:lnTo>
                    <a:pt x="7354" y="10517"/>
                  </a:lnTo>
                  <a:lnTo>
                    <a:pt x="7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7"/>
            <p:cNvSpPr/>
            <p:nvPr/>
          </p:nvSpPr>
          <p:spPr>
            <a:xfrm>
              <a:off x="2614825" y="2127951"/>
              <a:ext cx="152172" cy="217218"/>
            </a:xfrm>
            <a:custGeom>
              <a:avLst/>
              <a:gdLst/>
              <a:ahLst/>
              <a:cxnLst/>
              <a:rect l="l" t="t" r="r" b="b"/>
              <a:pathLst>
                <a:path w="4859" h="6936" extrusionOk="0">
                  <a:moveTo>
                    <a:pt x="1" y="1"/>
                  </a:moveTo>
                  <a:lnTo>
                    <a:pt x="1" y="6936"/>
                  </a:lnTo>
                  <a:lnTo>
                    <a:pt x="4859" y="6936"/>
                  </a:lnTo>
                  <a:lnTo>
                    <a:pt x="48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7"/>
            <p:cNvSpPr/>
            <p:nvPr/>
          </p:nvSpPr>
          <p:spPr>
            <a:xfrm>
              <a:off x="2230002" y="2198978"/>
              <a:ext cx="171275" cy="226144"/>
            </a:xfrm>
            <a:custGeom>
              <a:avLst/>
              <a:gdLst/>
              <a:ahLst/>
              <a:cxnLst/>
              <a:rect l="l" t="t" r="r" b="b"/>
              <a:pathLst>
                <a:path w="5469" h="7221" extrusionOk="0">
                  <a:moveTo>
                    <a:pt x="0" y="0"/>
                  </a:moveTo>
                  <a:lnTo>
                    <a:pt x="0" y="7221"/>
                  </a:lnTo>
                  <a:lnTo>
                    <a:pt x="5468" y="7221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7"/>
            <p:cNvSpPr/>
            <p:nvPr/>
          </p:nvSpPr>
          <p:spPr>
            <a:xfrm>
              <a:off x="2246694" y="2213885"/>
              <a:ext cx="137860" cy="196924"/>
            </a:xfrm>
            <a:custGeom>
              <a:avLst/>
              <a:gdLst/>
              <a:ahLst/>
              <a:cxnLst/>
              <a:rect l="l" t="t" r="r" b="b"/>
              <a:pathLst>
                <a:path w="4402" h="6288" extrusionOk="0">
                  <a:moveTo>
                    <a:pt x="1" y="0"/>
                  </a:moveTo>
                  <a:lnTo>
                    <a:pt x="1" y="6287"/>
                  </a:lnTo>
                  <a:lnTo>
                    <a:pt x="4402" y="6287"/>
                  </a:lnTo>
                  <a:lnTo>
                    <a:pt x="4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7"/>
            <p:cNvSpPr/>
            <p:nvPr/>
          </p:nvSpPr>
          <p:spPr>
            <a:xfrm>
              <a:off x="2269962" y="2247300"/>
              <a:ext cx="91322" cy="130093"/>
            </a:xfrm>
            <a:custGeom>
              <a:avLst/>
              <a:gdLst/>
              <a:ahLst/>
              <a:cxnLst/>
              <a:rect l="l" t="t" r="r" b="b"/>
              <a:pathLst>
                <a:path w="2916" h="4154" extrusionOk="0">
                  <a:moveTo>
                    <a:pt x="1" y="0"/>
                  </a:moveTo>
                  <a:lnTo>
                    <a:pt x="1" y="4154"/>
                  </a:lnTo>
                  <a:lnTo>
                    <a:pt x="2916" y="4154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7"/>
            <p:cNvSpPr/>
            <p:nvPr/>
          </p:nvSpPr>
          <p:spPr>
            <a:xfrm flipH="1">
              <a:off x="735827" y="4326835"/>
              <a:ext cx="939748" cy="347722"/>
            </a:xfrm>
            <a:custGeom>
              <a:avLst/>
              <a:gdLst/>
              <a:ahLst/>
              <a:cxnLst/>
              <a:rect l="l" t="t" r="r" b="b"/>
              <a:pathLst>
                <a:path w="48679" h="18012" extrusionOk="0">
                  <a:moveTo>
                    <a:pt x="8362" y="0"/>
                  </a:moveTo>
                  <a:lnTo>
                    <a:pt x="7690" y="19"/>
                  </a:lnTo>
                  <a:lnTo>
                    <a:pt x="7000" y="56"/>
                  </a:lnTo>
                  <a:lnTo>
                    <a:pt x="6328" y="112"/>
                  </a:lnTo>
                  <a:lnTo>
                    <a:pt x="5656" y="187"/>
                  </a:lnTo>
                  <a:lnTo>
                    <a:pt x="4984" y="318"/>
                  </a:lnTo>
                  <a:lnTo>
                    <a:pt x="4349" y="467"/>
                  </a:lnTo>
                  <a:lnTo>
                    <a:pt x="4032" y="542"/>
                  </a:lnTo>
                  <a:lnTo>
                    <a:pt x="3733" y="654"/>
                  </a:lnTo>
                  <a:lnTo>
                    <a:pt x="3435" y="766"/>
                  </a:lnTo>
                  <a:lnTo>
                    <a:pt x="3136" y="878"/>
                  </a:lnTo>
                  <a:lnTo>
                    <a:pt x="2856" y="1008"/>
                  </a:lnTo>
                  <a:lnTo>
                    <a:pt x="2576" y="1158"/>
                  </a:lnTo>
                  <a:lnTo>
                    <a:pt x="2315" y="1307"/>
                  </a:lnTo>
                  <a:lnTo>
                    <a:pt x="2054" y="1475"/>
                  </a:lnTo>
                  <a:lnTo>
                    <a:pt x="1811" y="1662"/>
                  </a:lnTo>
                  <a:lnTo>
                    <a:pt x="1587" y="1848"/>
                  </a:lnTo>
                  <a:lnTo>
                    <a:pt x="1363" y="2072"/>
                  </a:lnTo>
                  <a:lnTo>
                    <a:pt x="1158" y="2296"/>
                  </a:lnTo>
                  <a:lnTo>
                    <a:pt x="971" y="2520"/>
                  </a:lnTo>
                  <a:lnTo>
                    <a:pt x="784" y="2782"/>
                  </a:lnTo>
                  <a:lnTo>
                    <a:pt x="616" y="3043"/>
                  </a:lnTo>
                  <a:lnTo>
                    <a:pt x="467" y="3323"/>
                  </a:lnTo>
                  <a:lnTo>
                    <a:pt x="374" y="3547"/>
                  </a:lnTo>
                  <a:lnTo>
                    <a:pt x="280" y="3789"/>
                  </a:lnTo>
                  <a:lnTo>
                    <a:pt x="206" y="4013"/>
                  </a:lnTo>
                  <a:lnTo>
                    <a:pt x="150" y="4237"/>
                  </a:lnTo>
                  <a:lnTo>
                    <a:pt x="94" y="4480"/>
                  </a:lnTo>
                  <a:lnTo>
                    <a:pt x="56" y="4704"/>
                  </a:lnTo>
                  <a:lnTo>
                    <a:pt x="19" y="4947"/>
                  </a:lnTo>
                  <a:lnTo>
                    <a:pt x="0" y="5189"/>
                  </a:lnTo>
                  <a:lnTo>
                    <a:pt x="0" y="5656"/>
                  </a:lnTo>
                  <a:lnTo>
                    <a:pt x="38" y="6141"/>
                  </a:lnTo>
                  <a:lnTo>
                    <a:pt x="112" y="6626"/>
                  </a:lnTo>
                  <a:lnTo>
                    <a:pt x="224" y="7112"/>
                  </a:lnTo>
                  <a:lnTo>
                    <a:pt x="374" y="7578"/>
                  </a:lnTo>
                  <a:lnTo>
                    <a:pt x="542" y="8045"/>
                  </a:lnTo>
                  <a:lnTo>
                    <a:pt x="747" y="8512"/>
                  </a:lnTo>
                  <a:lnTo>
                    <a:pt x="971" y="8978"/>
                  </a:lnTo>
                  <a:lnTo>
                    <a:pt x="1214" y="9408"/>
                  </a:lnTo>
                  <a:lnTo>
                    <a:pt x="1494" y="9837"/>
                  </a:lnTo>
                  <a:lnTo>
                    <a:pt x="1774" y="10266"/>
                  </a:lnTo>
                  <a:lnTo>
                    <a:pt x="2072" y="10658"/>
                  </a:lnTo>
                  <a:lnTo>
                    <a:pt x="2371" y="11031"/>
                  </a:lnTo>
                  <a:lnTo>
                    <a:pt x="2670" y="11386"/>
                  </a:lnTo>
                  <a:lnTo>
                    <a:pt x="2987" y="11741"/>
                  </a:lnTo>
                  <a:lnTo>
                    <a:pt x="3323" y="12077"/>
                  </a:lnTo>
                  <a:lnTo>
                    <a:pt x="3659" y="12413"/>
                  </a:lnTo>
                  <a:lnTo>
                    <a:pt x="3995" y="12730"/>
                  </a:lnTo>
                  <a:lnTo>
                    <a:pt x="4349" y="13047"/>
                  </a:lnTo>
                  <a:lnTo>
                    <a:pt x="4704" y="13346"/>
                  </a:lnTo>
                  <a:lnTo>
                    <a:pt x="5077" y="13644"/>
                  </a:lnTo>
                  <a:lnTo>
                    <a:pt x="5451" y="13924"/>
                  </a:lnTo>
                  <a:lnTo>
                    <a:pt x="5843" y="14204"/>
                  </a:lnTo>
                  <a:lnTo>
                    <a:pt x="6235" y="14466"/>
                  </a:lnTo>
                  <a:lnTo>
                    <a:pt x="6626" y="14727"/>
                  </a:lnTo>
                  <a:lnTo>
                    <a:pt x="7037" y="14970"/>
                  </a:lnTo>
                  <a:lnTo>
                    <a:pt x="7448" y="15212"/>
                  </a:lnTo>
                  <a:lnTo>
                    <a:pt x="7858" y="15436"/>
                  </a:lnTo>
                  <a:lnTo>
                    <a:pt x="8698" y="15866"/>
                  </a:lnTo>
                  <a:lnTo>
                    <a:pt x="9576" y="16258"/>
                  </a:lnTo>
                  <a:lnTo>
                    <a:pt x="10453" y="16612"/>
                  </a:lnTo>
                  <a:lnTo>
                    <a:pt x="11367" y="16929"/>
                  </a:lnTo>
                  <a:lnTo>
                    <a:pt x="12282" y="17191"/>
                  </a:lnTo>
                  <a:lnTo>
                    <a:pt x="13196" y="17415"/>
                  </a:lnTo>
                  <a:lnTo>
                    <a:pt x="14130" y="17620"/>
                  </a:lnTo>
                  <a:lnTo>
                    <a:pt x="15063" y="17769"/>
                  </a:lnTo>
                  <a:lnTo>
                    <a:pt x="16015" y="17881"/>
                  </a:lnTo>
                  <a:lnTo>
                    <a:pt x="16948" y="17956"/>
                  </a:lnTo>
                  <a:lnTo>
                    <a:pt x="17900" y="17993"/>
                  </a:lnTo>
                  <a:lnTo>
                    <a:pt x="18833" y="18012"/>
                  </a:lnTo>
                  <a:lnTo>
                    <a:pt x="19785" y="17975"/>
                  </a:lnTo>
                  <a:lnTo>
                    <a:pt x="20737" y="17919"/>
                  </a:lnTo>
                  <a:lnTo>
                    <a:pt x="21670" y="17825"/>
                  </a:lnTo>
                  <a:lnTo>
                    <a:pt x="22622" y="17713"/>
                  </a:lnTo>
                  <a:lnTo>
                    <a:pt x="23555" y="17564"/>
                  </a:lnTo>
                  <a:lnTo>
                    <a:pt x="24489" y="17377"/>
                  </a:lnTo>
                  <a:lnTo>
                    <a:pt x="25422" y="17172"/>
                  </a:lnTo>
                  <a:lnTo>
                    <a:pt x="26337" y="16948"/>
                  </a:lnTo>
                  <a:lnTo>
                    <a:pt x="27251" y="16687"/>
                  </a:lnTo>
                  <a:lnTo>
                    <a:pt x="28166" y="16407"/>
                  </a:lnTo>
                  <a:lnTo>
                    <a:pt x="29062" y="16108"/>
                  </a:lnTo>
                  <a:lnTo>
                    <a:pt x="29958" y="15791"/>
                  </a:lnTo>
                  <a:lnTo>
                    <a:pt x="31693" y="15119"/>
                  </a:lnTo>
                  <a:lnTo>
                    <a:pt x="32552" y="14802"/>
                  </a:lnTo>
                  <a:lnTo>
                    <a:pt x="33429" y="14484"/>
                  </a:lnTo>
                  <a:lnTo>
                    <a:pt x="34306" y="14204"/>
                  </a:lnTo>
                  <a:lnTo>
                    <a:pt x="34754" y="14092"/>
                  </a:lnTo>
                  <a:lnTo>
                    <a:pt x="35202" y="13980"/>
                  </a:lnTo>
                  <a:lnTo>
                    <a:pt x="35650" y="13887"/>
                  </a:lnTo>
                  <a:lnTo>
                    <a:pt x="36098" y="13831"/>
                  </a:lnTo>
                  <a:lnTo>
                    <a:pt x="36546" y="13775"/>
                  </a:lnTo>
                  <a:lnTo>
                    <a:pt x="37013" y="13738"/>
                  </a:lnTo>
                  <a:lnTo>
                    <a:pt x="37423" y="13719"/>
                  </a:lnTo>
                  <a:lnTo>
                    <a:pt x="37853" y="13738"/>
                  </a:lnTo>
                  <a:lnTo>
                    <a:pt x="38263" y="13756"/>
                  </a:lnTo>
                  <a:lnTo>
                    <a:pt x="38674" y="13775"/>
                  </a:lnTo>
                  <a:lnTo>
                    <a:pt x="39514" y="13868"/>
                  </a:lnTo>
                  <a:lnTo>
                    <a:pt x="40335" y="13980"/>
                  </a:lnTo>
                  <a:lnTo>
                    <a:pt x="41175" y="14092"/>
                  </a:lnTo>
                  <a:lnTo>
                    <a:pt x="41996" y="14167"/>
                  </a:lnTo>
                  <a:lnTo>
                    <a:pt x="42407" y="14204"/>
                  </a:lnTo>
                  <a:lnTo>
                    <a:pt x="42836" y="14223"/>
                  </a:lnTo>
                  <a:lnTo>
                    <a:pt x="43247" y="14242"/>
                  </a:lnTo>
                  <a:lnTo>
                    <a:pt x="43657" y="14242"/>
                  </a:lnTo>
                  <a:lnTo>
                    <a:pt x="44087" y="14204"/>
                  </a:lnTo>
                  <a:lnTo>
                    <a:pt x="44497" y="14148"/>
                  </a:lnTo>
                  <a:lnTo>
                    <a:pt x="44927" y="14055"/>
                  </a:lnTo>
                  <a:lnTo>
                    <a:pt x="45337" y="13943"/>
                  </a:lnTo>
                  <a:lnTo>
                    <a:pt x="45748" y="13812"/>
                  </a:lnTo>
                  <a:lnTo>
                    <a:pt x="46140" y="13644"/>
                  </a:lnTo>
                  <a:lnTo>
                    <a:pt x="46532" y="13458"/>
                  </a:lnTo>
                  <a:lnTo>
                    <a:pt x="46887" y="13252"/>
                  </a:lnTo>
                  <a:lnTo>
                    <a:pt x="47222" y="13010"/>
                  </a:lnTo>
                  <a:lnTo>
                    <a:pt x="47540" y="12749"/>
                  </a:lnTo>
                  <a:lnTo>
                    <a:pt x="47820" y="12450"/>
                  </a:lnTo>
                  <a:lnTo>
                    <a:pt x="48062" y="12151"/>
                  </a:lnTo>
                  <a:lnTo>
                    <a:pt x="48174" y="11983"/>
                  </a:lnTo>
                  <a:lnTo>
                    <a:pt x="48286" y="11815"/>
                  </a:lnTo>
                  <a:lnTo>
                    <a:pt x="48380" y="11629"/>
                  </a:lnTo>
                  <a:lnTo>
                    <a:pt x="48454" y="11461"/>
                  </a:lnTo>
                  <a:lnTo>
                    <a:pt x="48529" y="11274"/>
                  </a:lnTo>
                  <a:lnTo>
                    <a:pt x="48585" y="11069"/>
                  </a:lnTo>
                  <a:lnTo>
                    <a:pt x="48622" y="10882"/>
                  </a:lnTo>
                  <a:lnTo>
                    <a:pt x="48660" y="10677"/>
                  </a:lnTo>
                  <a:lnTo>
                    <a:pt x="48678" y="10415"/>
                  </a:lnTo>
                  <a:lnTo>
                    <a:pt x="48678" y="10173"/>
                  </a:lnTo>
                  <a:lnTo>
                    <a:pt x="48660" y="9949"/>
                  </a:lnTo>
                  <a:lnTo>
                    <a:pt x="48641" y="9706"/>
                  </a:lnTo>
                  <a:lnTo>
                    <a:pt x="48585" y="9482"/>
                  </a:lnTo>
                  <a:lnTo>
                    <a:pt x="48529" y="9258"/>
                  </a:lnTo>
                  <a:lnTo>
                    <a:pt x="48454" y="9034"/>
                  </a:lnTo>
                  <a:lnTo>
                    <a:pt x="48361" y="8829"/>
                  </a:lnTo>
                  <a:lnTo>
                    <a:pt x="48249" y="8624"/>
                  </a:lnTo>
                  <a:lnTo>
                    <a:pt x="48137" y="8418"/>
                  </a:lnTo>
                  <a:lnTo>
                    <a:pt x="48006" y="8213"/>
                  </a:lnTo>
                  <a:lnTo>
                    <a:pt x="47857" y="8026"/>
                  </a:lnTo>
                  <a:lnTo>
                    <a:pt x="47540" y="7653"/>
                  </a:lnTo>
                  <a:lnTo>
                    <a:pt x="47185" y="7298"/>
                  </a:lnTo>
                  <a:lnTo>
                    <a:pt x="46793" y="6944"/>
                  </a:lnTo>
                  <a:lnTo>
                    <a:pt x="46383" y="6626"/>
                  </a:lnTo>
                  <a:lnTo>
                    <a:pt x="45935" y="6328"/>
                  </a:lnTo>
                  <a:lnTo>
                    <a:pt x="45487" y="6048"/>
                  </a:lnTo>
                  <a:lnTo>
                    <a:pt x="45020" y="5787"/>
                  </a:lnTo>
                  <a:lnTo>
                    <a:pt x="44553" y="5544"/>
                  </a:lnTo>
                  <a:lnTo>
                    <a:pt x="44087" y="5320"/>
                  </a:lnTo>
                  <a:lnTo>
                    <a:pt x="43601" y="5096"/>
                  </a:lnTo>
                  <a:lnTo>
                    <a:pt x="39607" y="3341"/>
                  </a:lnTo>
                  <a:lnTo>
                    <a:pt x="38058" y="2670"/>
                  </a:lnTo>
                  <a:lnTo>
                    <a:pt x="37274" y="2352"/>
                  </a:lnTo>
                  <a:lnTo>
                    <a:pt x="36490" y="2054"/>
                  </a:lnTo>
                  <a:lnTo>
                    <a:pt x="35688" y="1755"/>
                  </a:lnTo>
                  <a:lnTo>
                    <a:pt x="34885" y="1512"/>
                  </a:lnTo>
                  <a:lnTo>
                    <a:pt x="34064" y="1288"/>
                  </a:lnTo>
                  <a:lnTo>
                    <a:pt x="33653" y="1195"/>
                  </a:lnTo>
                  <a:lnTo>
                    <a:pt x="33243" y="1120"/>
                  </a:lnTo>
                  <a:lnTo>
                    <a:pt x="32589" y="1008"/>
                  </a:lnTo>
                  <a:lnTo>
                    <a:pt x="31936" y="934"/>
                  </a:lnTo>
                  <a:lnTo>
                    <a:pt x="31264" y="859"/>
                  </a:lnTo>
                  <a:lnTo>
                    <a:pt x="30611" y="822"/>
                  </a:lnTo>
                  <a:lnTo>
                    <a:pt x="29939" y="803"/>
                  </a:lnTo>
                  <a:lnTo>
                    <a:pt x="29286" y="784"/>
                  </a:lnTo>
                  <a:lnTo>
                    <a:pt x="27960" y="784"/>
                  </a:lnTo>
                  <a:lnTo>
                    <a:pt x="26672" y="766"/>
                  </a:lnTo>
                  <a:lnTo>
                    <a:pt x="25441" y="728"/>
                  </a:lnTo>
                  <a:lnTo>
                    <a:pt x="24265" y="691"/>
                  </a:lnTo>
                  <a:lnTo>
                    <a:pt x="23126" y="635"/>
                  </a:lnTo>
                  <a:lnTo>
                    <a:pt x="20942" y="504"/>
                  </a:lnTo>
                  <a:lnTo>
                    <a:pt x="18815" y="336"/>
                  </a:lnTo>
                  <a:lnTo>
                    <a:pt x="16705" y="187"/>
                  </a:lnTo>
                  <a:lnTo>
                    <a:pt x="15623" y="131"/>
                  </a:lnTo>
                  <a:lnTo>
                    <a:pt x="14522" y="75"/>
                  </a:lnTo>
                  <a:lnTo>
                    <a:pt x="13383" y="38"/>
                  </a:lnTo>
                  <a:lnTo>
                    <a:pt x="12207" y="19"/>
                  </a:lnTo>
                  <a:lnTo>
                    <a:pt x="9688" y="19"/>
                  </a:lnTo>
                  <a:lnTo>
                    <a:pt x="9034" y="0"/>
                  </a:lnTo>
                  <a:close/>
                </a:path>
              </a:pathLst>
            </a:custGeom>
            <a:solidFill>
              <a:srgbClr val="668899">
                <a:alpha val="22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7"/>
            <p:cNvSpPr/>
            <p:nvPr/>
          </p:nvSpPr>
          <p:spPr>
            <a:xfrm flipH="1">
              <a:off x="735827" y="4326835"/>
              <a:ext cx="939748" cy="347722"/>
            </a:xfrm>
            <a:custGeom>
              <a:avLst/>
              <a:gdLst/>
              <a:ahLst/>
              <a:cxnLst/>
              <a:rect l="l" t="t" r="r" b="b"/>
              <a:pathLst>
                <a:path w="48679" h="18012" fill="none" extrusionOk="0">
                  <a:moveTo>
                    <a:pt x="9688" y="19"/>
                  </a:moveTo>
                  <a:lnTo>
                    <a:pt x="9688" y="19"/>
                  </a:lnTo>
                  <a:lnTo>
                    <a:pt x="10975" y="19"/>
                  </a:lnTo>
                  <a:lnTo>
                    <a:pt x="12207" y="19"/>
                  </a:lnTo>
                  <a:lnTo>
                    <a:pt x="13383" y="38"/>
                  </a:lnTo>
                  <a:lnTo>
                    <a:pt x="14522" y="75"/>
                  </a:lnTo>
                  <a:lnTo>
                    <a:pt x="15623" y="131"/>
                  </a:lnTo>
                  <a:lnTo>
                    <a:pt x="16705" y="187"/>
                  </a:lnTo>
                  <a:lnTo>
                    <a:pt x="18815" y="336"/>
                  </a:lnTo>
                  <a:lnTo>
                    <a:pt x="20942" y="504"/>
                  </a:lnTo>
                  <a:lnTo>
                    <a:pt x="23126" y="635"/>
                  </a:lnTo>
                  <a:lnTo>
                    <a:pt x="24265" y="691"/>
                  </a:lnTo>
                  <a:lnTo>
                    <a:pt x="25441" y="728"/>
                  </a:lnTo>
                  <a:lnTo>
                    <a:pt x="26672" y="766"/>
                  </a:lnTo>
                  <a:lnTo>
                    <a:pt x="27960" y="784"/>
                  </a:lnTo>
                  <a:lnTo>
                    <a:pt x="27960" y="784"/>
                  </a:lnTo>
                  <a:lnTo>
                    <a:pt x="29286" y="784"/>
                  </a:lnTo>
                  <a:lnTo>
                    <a:pt x="29939" y="803"/>
                  </a:lnTo>
                  <a:lnTo>
                    <a:pt x="30611" y="822"/>
                  </a:lnTo>
                  <a:lnTo>
                    <a:pt x="31264" y="859"/>
                  </a:lnTo>
                  <a:lnTo>
                    <a:pt x="31936" y="934"/>
                  </a:lnTo>
                  <a:lnTo>
                    <a:pt x="32589" y="1008"/>
                  </a:lnTo>
                  <a:lnTo>
                    <a:pt x="33243" y="1120"/>
                  </a:lnTo>
                  <a:lnTo>
                    <a:pt x="33243" y="1120"/>
                  </a:lnTo>
                  <a:lnTo>
                    <a:pt x="33653" y="1195"/>
                  </a:lnTo>
                  <a:lnTo>
                    <a:pt x="34064" y="1288"/>
                  </a:lnTo>
                  <a:lnTo>
                    <a:pt x="34885" y="1512"/>
                  </a:lnTo>
                  <a:lnTo>
                    <a:pt x="35688" y="1755"/>
                  </a:lnTo>
                  <a:lnTo>
                    <a:pt x="36490" y="2054"/>
                  </a:lnTo>
                  <a:lnTo>
                    <a:pt x="37274" y="2352"/>
                  </a:lnTo>
                  <a:lnTo>
                    <a:pt x="38058" y="2670"/>
                  </a:lnTo>
                  <a:lnTo>
                    <a:pt x="39607" y="3341"/>
                  </a:lnTo>
                  <a:lnTo>
                    <a:pt x="39607" y="3341"/>
                  </a:lnTo>
                  <a:lnTo>
                    <a:pt x="43601" y="5096"/>
                  </a:lnTo>
                  <a:lnTo>
                    <a:pt x="43601" y="5096"/>
                  </a:lnTo>
                  <a:lnTo>
                    <a:pt x="44087" y="5320"/>
                  </a:lnTo>
                  <a:lnTo>
                    <a:pt x="44553" y="5544"/>
                  </a:lnTo>
                  <a:lnTo>
                    <a:pt x="45020" y="5787"/>
                  </a:lnTo>
                  <a:lnTo>
                    <a:pt x="45487" y="6048"/>
                  </a:lnTo>
                  <a:lnTo>
                    <a:pt x="45935" y="6328"/>
                  </a:lnTo>
                  <a:lnTo>
                    <a:pt x="46383" y="6626"/>
                  </a:lnTo>
                  <a:lnTo>
                    <a:pt x="46793" y="6944"/>
                  </a:lnTo>
                  <a:lnTo>
                    <a:pt x="47185" y="7298"/>
                  </a:lnTo>
                  <a:lnTo>
                    <a:pt x="47540" y="7653"/>
                  </a:lnTo>
                  <a:lnTo>
                    <a:pt x="47857" y="8026"/>
                  </a:lnTo>
                  <a:lnTo>
                    <a:pt x="48006" y="8213"/>
                  </a:lnTo>
                  <a:lnTo>
                    <a:pt x="48137" y="8418"/>
                  </a:lnTo>
                  <a:lnTo>
                    <a:pt x="48249" y="8624"/>
                  </a:lnTo>
                  <a:lnTo>
                    <a:pt x="48361" y="8829"/>
                  </a:lnTo>
                  <a:lnTo>
                    <a:pt x="48454" y="9034"/>
                  </a:lnTo>
                  <a:lnTo>
                    <a:pt x="48529" y="9258"/>
                  </a:lnTo>
                  <a:lnTo>
                    <a:pt x="48585" y="9482"/>
                  </a:lnTo>
                  <a:lnTo>
                    <a:pt x="48641" y="9706"/>
                  </a:lnTo>
                  <a:lnTo>
                    <a:pt x="48660" y="9949"/>
                  </a:lnTo>
                  <a:lnTo>
                    <a:pt x="48678" y="10173"/>
                  </a:lnTo>
                  <a:lnTo>
                    <a:pt x="48678" y="10415"/>
                  </a:lnTo>
                  <a:lnTo>
                    <a:pt x="48660" y="10677"/>
                  </a:lnTo>
                  <a:lnTo>
                    <a:pt x="48660" y="10677"/>
                  </a:lnTo>
                  <a:lnTo>
                    <a:pt x="48622" y="10882"/>
                  </a:lnTo>
                  <a:lnTo>
                    <a:pt x="48585" y="11069"/>
                  </a:lnTo>
                  <a:lnTo>
                    <a:pt x="48529" y="11274"/>
                  </a:lnTo>
                  <a:lnTo>
                    <a:pt x="48454" y="11461"/>
                  </a:lnTo>
                  <a:lnTo>
                    <a:pt x="48380" y="11629"/>
                  </a:lnTo>
                  <a:lnTo>
                    <a:pt x="48286" y="11815"/>
                  </a:lnTo>
                  <a:lnTo>
                    <a:pt x="48174" y="11983"/>
                  </a:lnTo>
                  <a:lnTo>
                    <a:pt x="48062" y="12151"/>
                  </a:lnTo>
                  <a:lnTo>
                    <a:pt x="47820" y="12450"/>
                  </a:lnTo>
                  <a:lnTo>
                    <a:pt x="47540" y="12749"/>
                  </a:lnTo>
                  <a:lnTo>
                    <a:pt x="47222" y="13010"/>
                  </a:lnTo>
                  <a:lnTo>
                    <a:pt x="46887" y="13252"/>
                  </a:lnTo>
                  <a:lnTo>
                    <a:pt x="46532" y="13458"/>
                  </a:lnTo>
                  <a:lnTo>
                    <a:pt x="46140" y="13644"/>
                  </a:lnTo>
                  <a:lnTo>
                    <a:pt x="45748" y="13812"/>
                  </a:lnTo>
                  <a:lnTo>
                    <a:pt x="45337" y="13943"/>
                  </a:lnTo>
                  <a:lnTo>
                    <a:pt x="44927" y="14055"/>
                  </a:lnTo>
                  <a:lnTo>
                    <a:pt x="44497" y="14148"/>
                  </a:lnTo>
                  <a:lnTo>
                    <a:pt x="44087" y="14204"/>
                  </a:lnTo>
                  <a:lnTo>
                    <a:pt x="43657" y="14242"/>
                  </a:lnTo>
                  <a:lnTo>
                    <a:pt x="43657" y="14242"/>
                  </a:lnTo>
                  <a:lnTo>
                    <a:pt x="43247" y="14242"/>
                  </a:lnTo>
                  <a:lnTo>
                    <a:pt x="42836" y="14223"/>
                  </a:lnTo>
                  <a:lnTo>
                    <a:pt x="42407" y="14204"/>
                  </a:lnTo>
                  <a:lnTo>
                    <a:pt x="41996" y="14167"/>
                  </a:lnTo>
                  <a:lnTo>
                    <a:pt x="41175" y="14092"/>
                  </a:lnTo>
                  <a:lnTo>
                    <a:pt x="40335" y="13980"/>
                  </a:lnTo>
                  <a:lnTo>
                    <a:pt x="39514" y="13868"/>
                  </a:lnTo>
                  <a:lnTo>
                    <a:pt x="38674" y="13775"/>
                  </a:lnTo>
                  <a:lnTo>
                    <a:pt x="38263" y="13756"/>
                  </a:lnTo>
                  <a:lnTo>
                    <a:pt x="37853" y="13738"/>
                  </a:lnTo>
                  <a:lnTo>
                    <a:pt x="37423" y="13719"/>
                  </a:lnTo>
                  <a:lnTo>
                    <a:pt x="37013" y="13738"/>
                  </a:lnTo>
                  <a:lnTo>
                    <a:pt x="37013" y="13738"/>
                  </a:lnTo>
                  <a:lnTo>
                    <a:pt x="36546" y="13775"/>
                  </a:lnTo>
                  <a:lnTo>
                    <a:pt x="36098" y="13831"/>
                  </a:lnTo>
                  <a:lnTo>
                    <a:pt x="35650" y="13887"/>
                  </a:lnTo>
                  <a:lnTo>
                    <a:pt x="35202" y="13980"/>
                  </a:lnTo>
                  <a:lnTo>
                    <a:pt x="34754" y="14092"/>
                  </a:lnTo>
                  <a:lnTo>
                    <a:pt x="34306" y="14204"/>
                  </a:lnTo>
                  <a:lnTo>
                    <a:pt x="33429" y="14484"/>
                  </a:lnTo>
                  <a:lnTo>
                    <a:pt x="32552" y="14802"/>
                  </a:lnTo>
                  <a:lnTo>
                    <a:pt x="31693" y="15119"/>
                  </a:lnTo>
                  <a:lnTo>
                    <a:pt x="29958" y="15791"/>
                  </a:lnTo>
                  <a:lnTo>
                    <a:pt x="29958" y="15791"/>
                  </a:lnTo>
                  <a:lnTo>
                    <a:pt x="29062" y="16108"/>
                  </a:lnTo>
                  <a:lnTo>
                    <a:pt x="28166" y="16407"/>
                  </a:lnTo>
                  <a:lnTo>
                    <a:pt x="27251" y="16687"/>
                  </a:lnTo>
                  <a:lnTo>
                    <a:pt x="26337" y="16948"/>
                  </a:lnTo>
                  <a:lnTo>
                    <a:pt x="25422" y="17172"/>
                  </a:lnTo>
                  <a:lnTo>
                    <a:pt x="24489" y="17377"/>
                  </a:lnTo>
                  <a:lnTo>
                    <a:pt x="23555" y="17564"/>
                  </a:lnTo>
                  <a:lnTo>
                    <a:pt x="22622" y="17713"/>
                  </a:lnTo>
                  <a:lnTo>
                    <a:pt x="21670" y="17825"/>
                  </a:lnTo>
                  <a:lnTo>
                    <a:pt x="20737" y="17919"/>
                  </a:lnTo>
                  <a:lnTo>
                    <a:pt x="19785" y="17975"/>
                  </a:lnTo>
                  <a:lnTo>
                    <a:pt x="18833" y="18012"/>
                  </a:lnTo>
                  <a:lnTo>
                    <a:pt x="17900" y="17993"/>
                  </a:lnTo>
                  <a:lnTo>
                    <a:pt x="16948" y="17956"/>
                  </a:lnTo>
                  <a:lnTo>
                    <a:pt x="16015" y="17881"/>
                  </a:lnTo>
                  <a:lnTo>
                    <a:pt x="15063" y="17769"/>
                  </a:lnTo>
                  <a:lnTo>
                    <a:pt x="15063" y="17769"/>
                  </a:lnTo>
                  <a:lnTo>
                    <a:pt x="14130" y="17620"/>
                  </a:lnTo>
                  <a:lnTo>
                    <a:pt x="13196" y="17415"/>
                  </a:lnTo>
                  <a:lnTo>
                    <a:pt x="12282" y="17191"/>
                  </a:lnTo>
                  <a:lnTo>
                    <a:pt x="11367" y="16929"/>
                  </a:lnTo>
                  <a:lnTo>
                    <a:pt x="10453" y="16612"/>
                  </a:lnTo>
                  <a:lnTo>
                    <a:pt x="9576" y="16258"/>
                  </a:lnTo>
                  <a:lnTo>
                    <a:pt x="8698" y="15866"/>
                  </a:lnTo>
                  <a:lnTo>
                    <a:pt x="7858" y="15436"/>
                  </a:lnTo>
                  <a:lnTo>
                    <a:pt x="7448" y="15212"/>
                  </a:lnTo>
                  <a:lnTo>
                    <a:pt x="7037" y="14970"/>
                  </a:lnTo>
                  <a:lnTo>
                    <a:pt x="6626" y="14727"/>
                  </a:lnTo>
                  <a:lnTo>
                    <a:pt x="6235" y="14466"/>
                  </a:lnTo>
                  <a:lnTo>
                    <a:pt x="5843" y="14204"/>
                  </a:lnTo>
                  <a:lnTo>
                    <a:pt x="5451" y="13924"/>
                  </a:lnTo>
                  <a:lnTo>
                    <a:pt x="5077" y="13644"/>
                  </a:lnTo>
                  <a:lnTo>
                    <a:pt x="4704" y="13346"/>
                  </a:lnTo>
                  <a:lnTo>
                    <a:pt x="4349" y="13047"/>
                  </a:lnTo>
                  <a:lnTo>
                    <a:pt x="3995" y="12730"/>
                  </a:lnTo>
                  <a:lnTo>
                    <a:pt x="3659" y="12413"/>
                  </a:lnTo>
                  <a:lnTo>
                    <a:pt x="3323" y="12077"/>
                  </a:lnTo>
                  <a:lnTo>
                    <a:pt x="2987" y="11741"/>
                  </a:lnTo>
                  <a:lnTo>
                    <a:pt x="2670" y="11386"/>
                  </a:lnTo>
                  <a:lnTo>
                    <a:pt x="2371" y="11031"/>
                  </a:lnTo>
                  <a:lnTo>
                    <a:pt x="2072" y="10658"/>
                  </a:lnTo>
                  <a:lnTo>
                    <a:pt x="2072" y="10658"/>
                  </a:lnTo>
                  <a:lnTo>
                    <a:pt x="1774" y="10266"/>
                  </a:lnTo>
                  <a:lnTo>
                    <a:pt x="1494" y="9837"/>
                  </a:lnTo>
                  <a:lnTo>
                    <a:pt x="1214" y="9408"/>
                  </a:lnTo>
                  <a:lnTo>
                    <a:pt x="971" y="8978"/>
                  </a:lnTo>
                  <a:lnTo>
                    <a:pt x="747" y="8512"/>
                  </a:lnTo>
                  <a:lnTo>
                    <a:pt x="542" y="8045"/>
                  </a:lnTo>
                  <a:lnTo>
                    <a:pt x="374" y="7578"/>
                  </a:lnTo>
                  <a:lnTo>
                    <a:pt x="224" y="7112"/>
                  </a:lnTo>
                  <a:lnTo>
                    <a:pt x="112" y="6626"/>
                  </a:lnTo>
                  <a:lnTo>
                    <a:pt x="38" y="6141"/>
                  </a:lnTo>
                  <a:lnTo>
                    <a:pt x="0" y="5656"/>
                  </a:lnTo>
                  <a:lnTo>
                    <a:pt x="0" y="5189"/>
                  </a:lnTo>
                  <a:lnTo>
                    <a:pt x="19" y="4947"/>
                  </a:lnTo>
                  <a:lnTo>
                    <a:pt x="56" y="4704"/>
                  </a:lnTo>
                  <a:lnTo>
                    <a:pt x="94" y="4480"/>
                  </a:lnTo>
                  <a:lnTo>
                    <a:pt x="150" y="4237"/>
                  </a:lnTo>
                  <a:lnTo>
                    <a:pt x="206" y="4013"/>
                  </a:lnTo>
                  <a:lnTo>
                    <a:pt x="280" y="3789"/>
                  </a:lnTo>
                  <a:lnTo>
                    <a:pt x="374" y="3547"/>
                  </a:lnTo>
                  <a:lnTo>
                    <a:pt x="467" y="3323"/>
                  </a:lnTo>
                  <a:lnTo>
                    <a:pt x="467" y="3323"/>
                  </a:lnTo>
                  <a:lnTo>
                    <a:pt x="616" y="3043"/>
                  </a:lnTo>
                  <a:lnTo>
                    <a:pt x="784" y="2782"/>
                  </a:lnTo>
                  <a:lnTo>
                    <a:pt x="971" y="2520"/>
                  </a:lnTo>
                  <a:lnTo>
                    <a:pt x="1158" y="2296"/>
                  </a:lnTo>
                  <a:lnTo>
                    <a:pt x="1363" y="2072"/>
                  </a:lnTo>
                  <a:lnTo>
                    <a:pt x="1587" y="1848"/>
                  </a:lnTo>
                  <a:lnTo>
                    <a:pt x="1811" y="1662"/>
                  </a:lnTo>
                  <a:lnTo>
                    <a:pt x="2054" y="1475"/>
                  </a:lnTo>
                  <a:lnTo>
                    <a:pt x="2315" y="1307"/>
                  </a:lnTo>
                  <a:lnTo>
                    <a:pt x="2576" y="1158"/>
                  </a:lnTo>
                  <a:lnTo>
                    <a:pt x="2856" y="1008"/>
                  </a:lnTo>
                  <a:lnTo>
                    <a:pt x="3136" y="878"/>
                  </a:lnTo>
                  <a:lnTo>
                    <a:pt x="3435" y="766"/>
                  </a:lnTo>
                  <a:lnTo>
                    <a:pt x="3733" y="654"/>
                  </a:lnTo>
                  <a:lnTo>
                    <a:pt x="4032" y="542"/>
                  </a:lnTo>
                  <a:lnTo>
                    <a:pt x="4349" y="467"/>
                  </a:lnTo>
                  <a:lnTo>
                    <a:pt x="4984" y="318"/>
                  </a:lnTo>
                  <a:lnTo>
                    <a:pt x="5656" y="187"/>
                  </a:lnTo>
                  <a:lnTo>
                    <a:pt x="6328" y="112"/>
                  </a:lnTo>
                  <a:lnTo>
                    <a:pt x="7000" y="56"/>
                  </a:lnTo>
                  <a:lnTo>
                    <a:pt x="7690" y="19"/>
                  </a:lnTo>
                  <a:lnTo>
                    <a:pt x="8362" y="0"/>
                  </a:lnTo>
                  <a:lnTo>
                    <a:pt x="9034" y="0"/>
                  </a:lnTo>
                  <a:lnTo>
                    <a:pt x="9688" y="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7"/>
            <p:cNvSpPr/>
            <p:nvPr/>
          </p:nvSpPr>
          <p:spPr>
            <a:xfrm flipH="1">
              <a:off x="813330" y="4110283"/>
              <a:ext cx="359980" cy="497625"/>
            </a:xfrm>
            <a:custGeom>
              <a:avLst/>
              <a:gdLst/>
              <a:ahLst/>
              <a:cxnLst/>
              <a:rect l="l" t="t" r="r" b="b"/>
              <a:pathLst>
                <a:path w="18647" h="25777" extrusionOk="0">
                  <a:moveTo>
                    <a:pt x="8418" y="1"/>
                  </a:moveTo>
                  <a:lnTo>
                    <a:pt x="8530" y="2521"/>
                  </a:lnTo>
                  <a:lnTo>
                    <a:pt x="8642" y="5022"/>
                  </a:lnTo>
                  <a:lnTo>
                    <a:pt x="8735" y="7429"/>
                  </a:lnTo>
                  <a:lnTo>
                    <a:pt x="8791" y="9632"/>
                  </a:lnTo>
                  <a:lnTo>
                    <a:pt x="8810" y="11573"/>
                  </a:lnTo>
                  <a:lnTo>
                    <a:pt x="8791" y="12413"/>
                  </a:lnTo>
                  <a:lnTo>
                    <a:pt x="8773" y="13160"/>
                  </a:lnTo>
                  <a:lnTo>
                    <a:pt x="8735" y="13794"/>
                  </a:lnTo>
                  <a:lnTo>
                    <a:pt x="8698" y="14317"/>
                  </a:lnTo>
                  <a:lnTo>
                    <a:pt x="8642" y="14709"/>
                  </a:lnTo>
                  <a:lnTo>
                    <a:pt x="8605" y="14858"/>
                  </a:lnTo>
                  <a:lnTo>
                    <a:pt x="8567" y="14970"/>
                  </a:lnTo>
                  <a:lnTo>
                    <a:pt x="8455" y="15138"/>
                  </a:lnTo>
                  <a:lnTo>
                    <a:pt x="8306" y="15343"/>
                  </a:lnTo>
                  <a:lnTo>
                    <a:pt x="8119" y="15567"/>
                  </a:lnTo>
                  <a:lnTo>
                    <a:pt x="7895" y="15810"/>
                  </a:lnTo>
                  <a:lnTo>
                    <a:pt x="7354" y="16351"/>
                  </a:lnTo>
                  <a:lnTo>
                    <a:pt x="6701" y="16930"/>
                  </a:lnTo>
                  <a:lnTo>
                    <a:pt x="5152" y="18255"/>
                  </a:lnTo>
                  <a:lnTo>
                    <a:pt x="4330" y="18983"/>
                  </a:lnTo>
                  <a:lnTo>
                    <a:pt x="3509" y="19711"/>
                  </a:lnTo>
                  <a:lnTo>
                    <a:pt x="2725" y="20439"/>
                  </a:lnTo>
                  <a:lnTo>
                    <a:pt x="2333" y="20812"/>
                  </a:lnTo>
                  <a:lnTo>
                    <a:pt x="1979" y="21185"/>
                  </a:lnTo>
                  <a:lnTo>
                    <a:pt x="1643" y="21559"/>
                  </a:lnTo>
                  <a:lnTo>
                    <a:pt x="1307" y="21913"/>
                  </a:lnTo>
                  <a:lnTo>
                    <a:pt x="1027" y="22287"/>
                  </a:lnTo>
                  <a:lnTo>
                    <a:pt x="765" y="22623"/>
                  </a:lnTo>
                  <a:lnTo>
                    <a:pt x="523" y="22977"/>
                  </a:lnTo>
                  <a:lnTo>
                    <a:pt x="336" y="23313"/>
                  </a:lnTo>
                  <a:lnTo>
                    <a:pt x="187" y="23631"/>
                  </a:lnTo>
                  <a:lnTo>
                    <a:pt x="75" y="23948"/>
                  </a:lnTo>
                  <a:lnTo>
                    <a:pt x="38" y="24097"/>
                  </a:lnTo>
                  <a:lnTo>
                    <a:pt x="19" y="24246"/>
                  </a:lnTo>
                  <a:lnTo>
                    <a:pt x="0" y="24396"/>
                  </a:lnTo>
                  <a:lnTo>
                    <a:pt x="0" y="24545"/>
                  </a:lnTo>
                  <a:lnTo>
                    <a:pt x="19" y="24676"/>
                  </a:lnTo>
                  <a:lnTo>
                    <a:pt x="38" y="24806"/>
                  </a:lnTo>
                  <a:lnTo>
                    <a:pt x="94" y="24937"/>
                  </a:lnTo>
                  <a:lnTo>
                    <a:pt x="150" y="25068"/>
                  </a:lnTo>
                  <a:lnTo>
                    <a:pt x="224" y="25198"/>
                  </a:lnTo>
                  <a:lnTo>
                    <a:pt x="318" y="25292"/>
                  </a:lnTo>
                  <a:lnTo>
                    <a:pt x="430" y="25385"/>
                  </a:lnTo>
                  <a:lnTo>
                    <a:pt x="542" y="25478"/>
                  </a:lnTo>
                  <a:lnTo>
                    <a:pt x="691" y="25553"/>
                  </a:lnTo>
                  <a:lnTo>
                    <a:pt x="859" y="25609"/>
                  </a:lnTo>
                  <a:lnTo>
                    <a:pt x="1027" y="25665"/>
                  </a:lnTo>
                  <a:lnTo>
                    <a:pt x="1213" y="25702"/>
                  </a:lnTo>
                  <a:lnTo>
                    <a:pt x="1419" y="25740"/>
                  </a:lnTo>
                  <a:lnTo>
                    <a:pt x="1643" y="25758"/>
                  </a:lnTo>
                  <a:lnTo>
                    <a:pt x="2128" y="25777"/>
                  </a:lnTo>
                  <a:lnTo>
                    <a:pt x="2651" y="25758"/>
                  </a:lnTo>
                  <a:lnTo>
                    <a:pt x="3211" y="25684"/>
                  </a:lnTo>
                  <a:lnTo>
                    <a:pt x="3827" y="25609"/>
                  </a:lnTo>
                  <a:lnTo>
                    <a:pt x="4480" y="25478"/>
                  </a:lnTo>
                  <a:lnTo>
                    <a:pt x="5152" y="25329"/>
                  </a:lnTo>
                  <a:lnTo>
                    <a:pt x="5842" y="25161"/>
                  </a:lnTo>
                  <a:lnTo>
                    <a:pt x="6570" y="24956"/>
                  </a:lnTo>
                  <a:lnTo>
                    <a:pt x="7298" y="24713"/>
                  </a:lnTo>
                  <a:lnTo>
                    <a:pt x="8045" y="24470"/>
                  </a:lnTo>
                  <a:lnTo>
                    <a:pt x="8791" y="24209"/>
                  </a:lnTo>
                  <a:lnTo>
                    <a:pt x="9557" y="23911"/>
                  </a:lnTo>
                  <a:lnTo>
                    <a:pt x="10303" y="23612"/>
                  </a:lnTo>
                  <a:lnTo>
                    <a:pt x="11050" y="23295"/>
                  </a:lnTo>
                  <a:lnTo>
                    <a:pt x="11778" y="22959"/>
                  </a:lnTo>
                  <a:lnTo>
                    <a:pt x="12487" y="22604"/>
                  </a:lnTo>
                  <a:lnTo>
                    <a:pt x="13178" y="22249"/>
                  </a:lnTo>
                  <a:lnTo>
                    <a:pt x="13850" y="21895"/>
                  </a:lnTo>
                  <a:lnTo>
                    <a:pt x="14484" y="21521"/>
                  </a:lnTo>
                  <a:lnTo>
                    <a:pt x="15081" y="21167"/>
                  </a:lnTo>
                  <a:lnTo>
                    <a:pt x="15660" y="20794"/>
                  </a:lnTo>
                  <a:lnTo>
                    <a:pt x="16164" y="20420"/>
                  </a:lnTo>
                  <a:lnTo>
                    <a:pt x="16631" y="20047"/>
                  </a:lnTo>
                  <a:lnTo>
                    <a:pt x="17041" y="19674"/>
                  </a:lnTo>
                  <a:lnTo>
                    <a:pt x="17396" y="19319"/>
                  </a:lnTo>
                  <a:lnTo>
                    <a:pt x="17564" y="19132"/>
                  </a:lnTo>
                  <a:lnTo>
                    <a:pt x="17694" y="18964"/>
                  </a:lnTo>
                  <a:lnTo>
                    <a:pt x="17825" y="18778"/>
                  </a:lnTo>
                  <a:lnTo>
                    <a:pt x="17918" y="18610"/>
                  </a:lnTo>
                  <a:lnTo>
                    <a:pt x="18030" y="18404"/>
                  </a:lnTo>
                  <a:lnTo>
                    <a:pt x="18124" y="18162"/>
                  </a:lnTo>
                  <a:lnTo>
                    <a:pt x="18198" y="17882"/>
                  </a:lnTo>
                  <a:lnTo>
                    <a:pt x="18273" y="17583"/>
                  </a:lnTo>
                  <a:lnTo>
                    <a:pt x="18348" y="17229"/>
                  </a:lnTo>
                  <a:lnTo>
                    <a:pt x="18404" y="16874"/>
                  </a:lnTo>
                  <a:lnTo>
                    <a:pt x="18497" y="16053"/>
                  </a:lnTo>
                  <a:lnTo>
                    <a:pt x="18572" y="15119"/>
                  </a:lnTo>
                  <a:lnTo>
                    <a:pt x="18609" y="14093"/>
                  </a:lnTo>
                  <a:lnTo>
                    <a:pt x="18646" y="12973"/>
                  </a:lnTo>
                  <a:lnTo>
                    <a:pt x="18628" y="11760"/>
                  </a:lnTo>
                  <a:lnTo>
                    <a:pt x="18609" y="10491"/>
                  </a:lnTo>
                  <a:lnTo>
                    <a:pt x="18572" y="9128"/>
                  </a:lnTo>
                  <a:lnTo>
                    <a:pt x="18516" y="7709"/>
                  </a:lnTo>
                  <a:lnTo>
                    <a:pt x="18460" y="6254"/>
                  </a:lnTo>
                  <a:lnTo>
                    <a:pt x="18292" y="3193"/>
                  </a:lnTo>
                  <a:lnTo>
                    <a:pt x="1808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7"/>
            <p:cNvSpPr/>
            <p:nvPr/>
          </p:nvSpPr>
          <p:spPr>
            <a:xfrm flipH="1">
              <a:off x="813697" y="4335484"/>
              <a:ext cx="359614" cy="272413"/>
            </a:xfrm>
            <a:custGeom>
              <a:avLst/>
              <a:gdLst/>
              <a:ahLst/>
              <a:cxnLst/>
              <a:rect l="l" t="t" r="r" b="b"/>
              <a:pathLst>
                <a:path w="18628" h="14111" extrusionOk="0">
                  <a:moveTo>
                    <a:pt x="11274" y="0"/>
                  </a:moveTo>
                  <a:lnTo>
                    <a:pt x="10658" y="19"/>
                  </a:lnTo>
                  <a:lnTo>
                    <a:pt x="10042" y="38"/>
                  </a:lnTo>
                  <a:lnTo>
                    <a:pt x="9426" y="94"/>
                  </a:lnTo>
                  <a:lnTo>
                    <a:pt x="8810" y="150"/>
                  </a:lnTo>
                  <a:lnTo>
                    <a:pt x="8791" y="1288"/>
                  </a:lnTo>
                  <a:lnTo>
                    <a:pt x="8735" y="2222"/>
                  </a:lnTo>
                  <a:lnTo>
                    <a:pt x="8698" y="2576"/>
                  </a:lnTo>
                  <a:lnTo>
                    <a:pt x="8661" y="2893"/>
                  </a:lnTo>
                  <a:lnTo>
                    <a:pt x="8623" y="3136"/>
                  </a:lnTo>
                  <a:lnTo>
                    <a:pt x="8567" y="3304"/>
                  </a:lnTo>
                  <a:lnTo>
                    <a:pt x="8455" y="3472"/>
                  </a:lnTo>
                  <a:lnTo>
                    <a:pt x="8306" y="3677"/>
                  </a:lnTo>
                  <a:lnTo>
                    <a:pt x="8119" y="3901"/>
                  </a:lnTo>
                  <a:lnTo>
                    <a:pt x="7895" y="4144"/>
                  </a:lnTo>
                  <a:lnTo>
                    <a:pt x="7354" y="4685"/>
                  </a:lnTo>
                  <a:lnTo>
                    <a:pt x="6701" y="5264"/>
                  </a:lnTo>
                  <a:lnTo>
                    <a:pt x="5152" y="6589"/>
                  </a:lnTo>
                  <a:lnTo>
                    <a:pt x="4330" y="7317"/>
                  </a:lnTo>
                  <a:lnTo>
                    <a:pt x="3509" y="8045"/>
                  </a:lnTo>
                  <a:lnTo>
                    <a:pt x="2725" y="8773"/>
                  </a:lnTo>
                  <a:lnTo>
                    <a:pt x="2333" y="9146"/>
                  </a:lnTo>
                  <a:lnTo>
                    <a:pt x="1979" y="9519"/>
                  </a:lnTo>
                  <a:lnTo>
                    <a:pt x="1643" y="9893"/>
                  </a:lnTo>
                  <a:lnTo>
                    <a:pt x="1307" y="10247"/>
                  </a:lnTo>
                  <a:lnTo>
                    <a:pt x="1027" y="10621"/>
                  </a:lnTo>
                  <a:lnTo>
                    <a:pt x="765" y="10957"/>
                  </a:lnTo>
                  <a:lnTo>
                    <a:pt x="523" y="11311"/>
                  </a:lnTo>
                  <a:lnTo>
                    <a:pt x="336" y="11647"/>
                  </a:lnTo>
                  <a:lnTo>
                    <a:pt x="187" y="11965"/>
                  </a:lnTo>
                  <a:lnTo>
                    <a:pt x="75" y="12282"/>
                  </a:lnTo>
                  <a:lnTo>
                    <a:pt x="38" y="12431"/>
                  </a:lnTo>
                  <a:lnTo>
                    <a:pt x="19" y="12580"/>
                  </a:lnTo>
                  <a:lnTo>
                    <a:pt x="0" y="12730"/>
                  </a:lnTo>
                  <a:lnTo>
                    <a:pt x="0" y="12879"/>
                  </a:lnTo>
                  <a:lnTo>
                    <a:pt x="19" y="13010"/>
                  </a:lnTo>
                  <a:lnTo>
                    <a:pt x="38" y="13140"/>
                  </a:lnTo>
                  <a:lnTo>
                    <a:pt x="94" y="13271"/>
                  </a:lnTo>
                  <a:lnTo>
                    <a:pt x="150" y="13402"/>
                  </a:lnTo>
                  <a:lnTo>
                    <a:pt x="224" y="13532"/>
                  </a:lnTo>
                  <a:lnTo>
                    <a:pt x="318" y="13626"/>
                  </a:lnTo>
                  <a:lnTo>
                    <a:pt x="430" y="13719"/>
                  </a:lnTo>
                  <a:lnTo>
                    <a:pt x="542" y="13812"/>
                  </a:lnTo>
                  <a:lnTo>
                    <a:pt x="691" y="13887"/>
                  </a:lnTo>
                  <a:lnTo>
                    <a:pt x="859" y="13943"/>
                  </a:lnTo>
                  <a:lnTo>
                    <a:pt x="1027" y="13999"/>
                  </a:lnTo>
                  <a:lnTo>
                    <a:pt x="1213" y="14036"/>
                  </a:lnTo>
                  <a:lnTo>
                    <a:pt x="1419" y="14074"/>
                  </a:lnTo>
                  <a:lnTo>
                    <a:pt x="1643" y="14092"/>
                  </a:lnTo>
                  <a:lnTo>
                    <a:pt x="2128" y="14111"/>
                  </a:lnTo>
                  <a:lnTo>
                    <a:pt x="2651" y="14092"/>
                  </a:lnTo>
                  <a:lnTo>
                    <a:pt x="3211" y="14018"/>
                  </a:lnTo>
                  <a:lnTo>
                    <a:pt x="3827" y="13943"/>
                  </a:lnTo>
                  <a:lnTo>
                    <a:pt x="4480" y="13812"/>
                  </a:lnTo>
                  <a:lnTo>
                    <a:pt x="5152" y="13663"/>
                  </a:lnTo>
                  <a:lnTo>
                    <a:pt x="5842" y="13495"/>
                  </a:lnTo>
                  <a:lnTo>
                    <a:pt x="6570" y="13290"/>
                  </a:lnTo>
                  <a:lnTo>
                    <a:pt x="7298" y="13047"/>
                  </a:lnTo>
                  <a:lnTo>
                    <a:pt x="8045" y="12804"/>
                  </a:lnTo>
                  <a:lnTo>
                    <a:pt x="8791" y="12543"/>
                  </a:lnTo>
                  <a:lnTo>
                    <a:pt x="9557" y="12245"/>
                  </a:lnTo>
                  <a:lnTo>
                    <a:pt x="10303" y="11946"/>
                  </a:lnTo>
                  <a:lnTo>
                    <a:pt x="11050" y="11629"/>
                  </a:lnTo>
                  <a:lnTo>
                    <a:pt x="11778" y="11293"/>
                  </a:lnTo>
                  <a:lnTo>
                    <a:pt x="12487" y="10938"/>
                  </a:lnTo>
                  <a:lnTo>
                    <a:pt x="13178" y="10583"/>
                  </a:lnTo>
                  <a:lnTo>
                    <a:pt x="13850" y="10229"/>
                  </a:lnTo>
                  <a:lnTo>
                    <a:pt x="14484" y="9855"/>
                  </a:lnTo>
                  <a:lnTo>
                    <a:pt x="15081" y="9501"/>
                  </a:lnTo>
                  <a:lnTo>
                    <a:pt x="15660" y="9128"/>
                  </a:lnTo>
                  <a:lnTo>
                    <a:pt x="16164" y="8754"/>
                  </a:lnTo>
                  <a:lnTo>
                    <a:pt x="16631" y="8381"/>
                  </a:lnTo>
                  <a:lnTo>
                    <a:pt x="17041" y="8008"/>
                  </a:lnTo>
                  <a:lnTo>
                    <a:pt x="17396" y="7653"/>
                  </a:lnTo>
                  <a:lnTo>
                    <a:pt x="17564" y="7466"/>
                  </a:lnTo>
                  <a:lnTo>
                    <a:pt x="17694" y="7298"/>
                  </a:lnTo>
                  <a:lnTo>
                    <a:pt x="17825" y="7112"/>
                  </a:lnTo>
                  <a:lnTo>
                    <a:pt x="17918" y="6944"/>
                  </a:lnTo>
                  <a:lnTo>
                    <a:pt x="18012" y="6757"/>
                  </a:lnTo>
                  <a:lnTo>
                    <a:pt x="18105" y="6533"/>
                  </a:lnTo>
                  <a:lnTo>
                    <a:pt x="18180" y="6290"/>
                  </a:lnTo>
                  <a:lnTo>
                    <a:pt x="18254" y="6029"/>
                  </a:lnTo>
                  <a:lnTo>
                    <a:pt x="18310" y="5731"/>
                  </a:lnTo>
                  <a:lnTo>
                    <a:pt x="18366" y="5413"/>
                  </a:lnTo>
                  <a:lnTo>
                    <a:pt x="18460" y="4704"/>
                  </a:lnTo>
                  <a:lnTo>
                    <a:pt x="18534" y="3901"/>
                  </a:lnTo>
                  <a:lnTo>
                    <a:pt x="18590" y="3024"/>
                  </a:lnTo>
                  <a:lnTo>
                    <a:pt x="18628" y="2054"/>
                  </a:lnTo>
                  <a:lnTo>
                    <a:pt x="18628" y="1008"/>
                  </a:lnTo>
                  <a:lnTo>
                    <a:pt x="17415" y="747"/>
                  </a:lnTo>
                  <a:lnTo>
                    <a:pt x="16201" y="486"/>
                  </a:lnTo>
                  <a:lnTo>
                    <a:pt x="15585" y="392"/>
                  </a:lnTo>
                  <a:lnTo>
                    <a:pt x="14969" y="299"/>
                  </a:lnTo>
                  <a:lnTo>
                    <a:pt x="14353" y="206"/>
                  </a:lnTo>
                  <a:lnTo>
                    <a:pt x="13738" y="131"/>
                  </a:lnTo>
                  <a:lnTo>
                    <a:pt x="13122" y="75"/>
                  </a:lnTo>
                  <a:lnTo>
                    <a:pt x="12506" y="38"/>
                  </a:lnTo>
                  <a:lnTo>
                    <a:pt x="11890" y="19"/>
                  </a:lnTo>
                  <a:lnTo>
                    <a:pt x="112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7"/>
            <p:cNvSpPr/>
            <p:nvPr/>
          </p:nvSpPr>
          <p:spPr>
            <a:xfrm flipH="1">
              <a:off x="815125" y="4393492"/>
              <a:ext cx="358185" cy="214401"/>
            </a:xfrm>
            <a:custGeom>
              <a:avLst/>
              <a:gdLst/>
              <a:ahLst/>
              <a:cxnLst/>
              <a:rect l="l" t="t" r="r" b="b"/>
              <a:pathLst>
                <a:path w="18554" h="11106" extrusionOk="0">
                  <a:moveTo>
                    <a:pt x="8642" y="0"/>
                  </a:moveTo>
                  <a:lnTo>
                    <a:pt x="8605" y="168"/>
                  </a:lnTo>
                  <a:lnTo>
                    <a:pt x="8567" y="299"/>
                  </a:lnTo>
                  <a:lnTo>
                    <a:pt x="8455" y="467"/>
                  </a:lnTo>
                  <a:lnTo>
                    <a:pt x="8306" y="672"/>
                  </a:lnTo>
                  <a:lnTo>
                    <a:pt x="8119" y="896"/>
                  </a:lnTo>
                  <a:lnTo>
                    <a:pt x="7895" y="1139"/>
                  </a:lnTo>
                  <a:lnTo>
                    <a:pt x="7354" y="1680"/>
                  </a:lnTo>
                  <a:lnTo>
                    <a:pt x="6701" y="2259"/>
                  </a:lnTo>
                  <a:lnTo>
                    <a:pt x="5152" y="3584"/>
                  </a:lnTo>
                  <a:lnTo>
                    <a:pt x="4330" y="4312"/>
                  </a:lnTo>
                  <a:lnTo>
                    <a:pt x="3509" y="5040"/>
                  </a:lnTo>
                  <a:lnTo>
                    <a:pt x="2725" y="5768"/>
                  </a:lnTo>
                  <a:lnTo>
                    <a:pt x="2333" y="6141"/>
                  </a:lnTo>
                  <a:lnTo>
                    <a:pt x="1979" y="6514"/>
                  </a:lnTo>
                  <a:lnTo>
                    <a:pt x="1643" y="6888"/>
                  </a:lnTo>
                  <a:lnTo>
                    <a:pt x="1307" y="7242"/>
                  </a:lnTo>
                  <a:lnTo>
                    <a:pt x="1027" y="7616"/>
                  </a:lnTo>
                  <a:lnTo>
                    <a:pt x="765" y="7952"/>
                  </a:lnTo>
                  <a:lnTo>
                    <a:pt x="523" y="8306"/>
                  </a:lnTo>
                  <a:lnTo>
                    <a:pt x="336" y="8642"/>
                  </a:lnTo>
                  <a:lnTo>
                    <a:pt x="187" y="8960"/>
                  </a:lnTo>
                  <a:lnTo>
                    <a:pt x="75" y="9277"/>
                  </a:lnTo>
                  <a:lnTo>
                    <a:pt x="38" y="9426"/>
                  </a:lnTo>
                  <a:lnTo>
                    <a:pt x="19" y="9575"/>
                  </a:lnTo>
                  <a:lnTo>
                    <a:pt x="0" y="9725"/>
                  </a:lnTo>
                  <a:lnTo>
                    <a:pt x="0" y="9874"/>
                  </a:lnTo>
                  <a:lnTo>
                    <a:pt x="19" y="10005"/>
                  </a:lnTo>
                  <a:lnTo>
                    <a:pt x="38" y="10135"/>
                  </a:lnTo>
                  <a:lnTo>
                    <a:pt x="94" y="10266"/>
                  </a:lnTo>
                  <a:lnTo>
                    <a:pt x="150" y="10397"/>
                  </a:lnTo>
                  <a:lnTo>
                    <a:pt x="224" y="10527"/>
                  </a:lnTo>
                  <a:lnTo>
                    <a:pt x="318" y="10621"/>
                  </a:lnTo>
                  <a:lnTo>
                    <a:pt x="430" y="10714"/>
                  </a:lnTo>
                  <a:lnTo>
                    <a:pt x="542" y="10807"/>
                  </a:lnTo>
                  <a:lnTo>
                    <a:pt x="691" y="10882"/>
                  </a:lnTo>
                  <a:lnTo>
                    <a:pt x="859" y="10938"/>
                  </a:lnTo>
                  <a:lnTo>
                    <a:pt x="1027" y="10994"/>
                  </a:lnTo>
                  <a:lnTo>
                    <a:pt x="1213" y="11031"/>
                  </a:lnTo>
                  <a:lnTo>
                    <a:pt x="1419" y="11069"/>
                  </a:lnTo>
                  <a:lnTo>
                    <a:pt x="1643" y="11087"/>
                  </a:lnTo>
                  <a:lnTo>
                    <a:pt x="2128" y="11106"/>
                  </a:lnTo>
                  <a:lnTo>
                    <a:pt x="2651" y="11087"/>
                  </a:lnTo>
                  <a:lnTo>
                    <a:pt x="3211" y="11013"/>
                  </a:lnTo>
                  <a:lnTo>
                    <a:pt x="3827" y="10938"/>
                  </a:lnTo>
                  <a:lnTo>
                    <a:pt x="4480" y="10807"/>
                  </a:lnTo>
                  <a:lnTo>
                    <a:pt x="5152" y="10658"/>
                  </a:lnTo>
                  <a:lnTo>
                    <a:pt x="5842" y="10490"/>
                  </a:lnTo>
                  <a:lnTo>
                    <a:pt x="6570" y="10285"/>
                  </a:lnTo>
                  <a:lnTo>
                    <a:pt x="7298" y="10042"/>
                  </a:lnTo>
                  <a:lnTo>
                    <a:pt x="8045" y="9799"/>
                  </a:lnTo>
                  <a:lnTo>
                    <a:pt x="8791" y="9538"/>
                  </a:lnTo>
                  <a:lnTo>
                    <a:pt x="9557" y="9240"/>
                  </a:lnTo>
                  <a:lnTo>
                    <a:pt x="10303" y="8941"/>
                  </a:lnTo>
                  <a:lnTo>
                    <a:pt x="11050" y="8624"/>
                  </a:lnTo>
                  <a:lnTo>
                    <a:pt x="11778" y="8288"/>
                  </a:lnTo>
                  <a:lnTo>
                    <a:pt x="12487" y="7933"/>
                  </a:lnTo>
                  <a:lnTo>
                    <a:pt x="13178" y="7578"/>
                  </a:lnTo>
                  <a:lnTo>
                    <a:pt x="13850" y="7224"/>
                  </a:lnTo>
                  <a:lnTo>
                    <a:pt x="14484" y="6850"/>
                  </a:lnTo>
                  <a:lnTo>
                    <a:pt x="15081" y="6496"/>
                  </a:lnTo>
                  <a:lnTo>
                    <a:pt x="15660" y="6123"/>
                  </a:lnTo>
                  <a:lnTo>
                    <a:pt x="16164" y="5749"/>
                  </a:lnTo>
                  <a:lnTo>
                    <a:pt x="16631" y="5376"/>
                  </a:lnTo>
                  <a:lnTo>
                    <a:pt x="17041" y="5003"/>
                  </a:lnTo>
                  <a:lnTo>
                    <a:pt x="17396" y="4648"/>
                  </a:lnTo>
                  <a:lnTo>
                    <a:pt x="17564" y="4461"/>
                  </a:lnTo>
                  <a:lnTo>
                    <a:pt x="17694" y="4293"/>
                  </a:lnTo>
                  <a:lnTo>
                    <a:pt x="17825" y="4107"/>
                  </a:lnTo>
                  <a:lnTo>
                    <a:pt x="17918" y="3939"/>
                  </a:lnTo>
                  <a:lnTo>
                    <a:pt x="18030" y="3696"/>
                  </a:lnTo>
                  <a:lnTo>
                    <a:pt x="18142" y="3397"/>
                  </a:lnTo>
                  <a:lnTo>
                    <a:pt x="18236" y="3061"/>
                  </a:lnTo>
                  <a:lnTo>
                    <a:pt x="18329" y="2688"/>
                  </a:lnTo>
                  <a:lnTo>
                    <a:pt x="18385" y="2259"/>
                  </a:lnTo>
                  <a:lnTo>
                    <a:pt x="18460" y="1811"/>
                  </a:lnTo>
                  <a:lnTo>
                    <a:pt x="18516" y="1307"/>
                  </a:lnTo>
                  <a:lnTo>
                    <a:pt x="18553" y="784"/>
                  </a:lnTo>
                  <a:lnTo>
                    <a:pt x="17974" y="1046"/>
                  </a:lnTo>
                  <a:lnTo>
                    <a:pt x="17377" y="1288"/>
                  </a:lnTo>
                  <a:lnTo>
                    <a:pt x="16780" y="1475"/>
                  </a:lnTo>
                  <a:lnTo>
                    <a:pt x="16463" y="1568"/>
                  </a:lnTo>
                  <a:lnTo>
                    <a:pt x="16164" y="1643"/>
                  </a:lnTo>
                  <a:lnTo>
                    <a:pt x="15847" y="1699"/>
                  </a:lnTo>
                  <a:lnTo>
                    <a:pt x="15548" y="1755"/>
                  </a:lnTo>
                  <a:lnTo>
                    <a:pt x="15231" y="1792"/>
                  </a:lnTo>
                  <a:lnTo>
                    <a:pt x="14913" y="1811"/>
                  </a:lnTo>
                  <a:lnTo>
                    <a:pt x="14596" y="1830"/>
                  </a:lnTo>
                  <a:lnTo>
                    <a:pt x="14260" y="1811"/>
                  </a:lnTo>
                  <a:lnTo>
                    <a:pt x="13943" y="1792"/>
                  </a:lnTo>
                  <a:lnTo>
                    <a:pt x="13607" y="1755"/>
                  </a:lnTo>
                  <a:lnTo>
                    <a:pt x="13271" y="1699"/>
                  </a:lnTo>
                  <a:lnTo>
                    <a:pt x="12935" y="1624"/>
                  </a:lnTo>
                  <a:lnTo>
                    <a:pt x="12599" y="1512"/>
                  </a:lnTo>
                  <a:lnTo>
                    <a:pt x="12282" y="1382"/>
                  </a:lnTo>
                  <a:lnTo>
                    <a:pt x="11964" y="1251"/>
                  </a:lnTo>
                  <a:lnTo>
                    <a:pt x="11647" y="1102"/>
                  </a:lnTo>
                  <a:lnTo>
                    <a:pt x="11031" y="803"/>
                  </a:lnTo>
                  <a:lnTo>
                    <a:pt x="10415" y="504"/>
                  </a:lnTo>
                  <a:lnTo>
                    <a:pt x="10117" y="374"/>
                  </a:lnTo>
                  <a:lnTo>
                    <a:pt x="9818" y="262"/>
                  </a:lnTo>
                  <a:lnTo>
                    <a:pt x="9538" y="168"/>
                  </a:lnTo>
                  <a:lnTo>
                    <a:pt x="9239" y="75"/>
                  </a:lnTo>
                  <a:lnTo>
                    <a:pt x="8941" y="19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7"/>
            <p:cNvSpPr/>
            <p:nvPr/>
          </p:nvSpPr>
          <p:spPr>
            <a:xfrm flipH="1">
              <a:off x="1295422" y="4049032"/>
              <a:ext cx="359980" cy="497625"/>
            </a:xfrm>
            <a:custGeom>
              <a:avLst/>
              <a:gdLst/>
              <a:ahLst/>
              <a:cxnLst/>
              <a:rect l="l" t="t" r="r" b="b"/>
              <a:pathLst>
                <a:path w="18647" h="25777" extrusionOk="0">
                  <a:moveTo>
                    <a:pt x="8419" y="1"/>
                  </a:moveTo>
                  <a:lnTo>
                    <a:pt x="8549" y="2539"/>
                  </a:lnTo>
                  <a:lnTo>
                    <a:pt x="8643" y="5040"/>
                  </a:lnTo>
                  <a:lnTo>
                    <a:pt x="8736" y="7429"/>
                  </a:lnTo>
                  <a:lnTo>
                    <a:pt x="8792" y="9632"/>
                  </a:lnTo>
                  <a:lnTo>
                    <a:pt x="8810" y="11573"/>
                  </a:lnTo>
                  <a:lnTo>
                    <a:pt x="8792" y="12413"/>
                  </a:lnTo>
                  <a:lnTo>
                    <a:pt x="8773" y="13160"/>
                  </a:lnTo>
                  <a:lnTo>
                    <a:pt x="8754" y="13794"/>
                  </a:lnTo>
                  <a:lnTo>
                    <a:pt x="8699" y="14317"/>
                  </a:lnTo>
                  <a:lnTo>
                    <a:pt x="8643" y="14709"/>
                  </a:lnTo>
                  <a:lnTo>
                    <a:pt x="8605" y="14858"/>
                  </a:lnTo>
                  <a:lnTo>
                    <a:pt x="8568" y="14970"/>
                  </a:lnTo>
                  <a:lnTo>
                    <a:pt x="8456" y="15157"/>
                  </a:lnTo>
                  <a:lnTo>
                    <a:pt x="8307" y="15343"/>
                  </a:lnTo>
                  <a:lnTo>
                    <a:pt x="8120" y="15567"/>
                  </a:lnTo>
                  <a:lnTo>
                    <a:pt x="7896" y="15810"/>
                  </a:lnTo>
                  <a:lnTo>
                    <a:pt x="7355" y="16351"/>
                  </a:lnTo>
                  <a:lnTo>
                    <a:pt x="6701" y="16949"/>
                  </a:lnTo>
                  <a:lnTo>
                    <a:pt x="5171" y="18274"/>
                  </a:lnTo>
                  <a:lnTo>
                    <a:pt x="4350" y="18983"/>
                  </a:lnTo>
                  <a:lnTo>
                    <a:pt x="3528" y="19711"/>
                  </a:lnTo>
                  <a:lnTo>
                    <a:pt x="2726" y="20458"/>
                  </a:lnTo>
                  <a:lnTo>
                    <a:pt x="2352" y="20831"/>
                  </a:lnTo>
                  <a:lnTo>
                    <a:pt x="1979" y="21185"/>
                  </a:lnTo>
                  <a:lnTo>
                    <a:pt x="1643" y="21559"/>
                  </a:lnTo>
                  <a:lnTo>
                    <a:pt x="1326" y="21932"/>
                  </a:lnTo>
                  <a:lnTo>
                    <a:pt x="1027" y="22287"/>
                  </a:lnTo>
                  <a:lnTo>
                    <a:pt x="766" y="22641"/>
                  </a:lnTo>
                  <a:lnTo>
                    <a:pt x="542" y="22977"/>
                  </a:lnTo>
                  <a:lnTo>
                    <a:pt x="337" y="23313"/>
                  </a:lnTo>
                  <a:lnTo>
                    <a:pt x="187" y="23649"/>
                  </a:lnTo>
                  <a:lnTo>
                    <a:pt x="75" y="23948"/>
                  </a:lnTo>
                  <a:lnTo>
                    <a:pt x="38" y="24116"/>
                  </a:lnTo>
                  <a:lnTo>
                    <a:pt x="19" y="24265"/>
                  </a:lnTo>
                  <a:lnTo>
                    <a:pt x="1" y="24396"/>
                  </a:lnTo>
                  <a:lnTo>
                    <a:pt x="1" y="24545"/>
                  </a:lnTo>
                  <a:lnTo>
                    <a:pt x="19" y="24676"/>
                  </a:lnTo>
                  <a:lnTo>
                    <a:pt x="57" y="24825"/>
                  </a:lnTo>
                  <a:lnTo>
                    <a:pt x="94" y="24956"/>
                  </a:lnTo>
                  <a:lnTo>
                    <a:pt x="150" y="25068"/>
                  </a:lnTo>
                  <a:lnTo>
                    <a:pt x="225" y="25198"/>
                  </a:lnTo>
                  <a:lnTo>
                    <a:pt x="318" y="25310"/>
                  </a:lnTo>
                  <a:lnTo>
                    <a:pt x="430" y="25404"/>
                  </a:lnTo>
                  <a:lnTo>
                    <a:pt x="561" y="25478"/>
                  </a:lnTo>
                  <a:lnTo>
                    <a:pt x="691" y="25553"/>
                  </a:lnTo>
                  <a:lnTo>
                    <a:pt x="859" y="25609"/>
                  </a:lnTo>
                  <a:lnTo>
                    <a:pt x="1027" y="25665"/>
                  </a:lnTo>
                  <a:lnTo>
                    <a:pt x="1233" y="25702"/>
                  </a:lnTo>
                  <a:lnTo>
                    <a:pt x="1438" y="25740"/>
                  </a:lnTo>
                  <a:lnTo>
                    <a:pt x="1643" y="25758"/>
                  </a:lnTo>
                  <a:lnTo>
                    <a:pt x="2128" y="25777"/>
                  </a:lnTo>
                  <a:lnTo>
                    <a:pt x="2651" y="25758"/>
                  </a:lnTo>
                  <a:lnTo>
                    <a:pt x="3230" y="25702"/>
                  </a:lnTo>
                  <a:lnTo>
                    <a:pt x="3827" y="25609"/>
                  </a:lnTo>
                  <a:lnTo>
                    <a:pt x="4480" y="25478"/>
                  </a:lnTo>
                  <a:lnTo>
                    <a:pt x="5152" y="25329"/>
                  </a:lnTo>
                  <a:lnTo>
                    <a:pt x="5843" y="25161"/>
                  </a:lnTo>
                  <a:lnTo>
                    <a:pt x="6571" y="24956"/>
                  </a:lnTo>
                  <a:lnTo>
                    <a:pt x="7299" y="24732"/>
                  </a:lnTo>
                  <a:lnTo>
                    <a:pt x="8045" y="24470"/>
                  </a:lnTo>
                  <a:lnTo>
                    <a:pt x="8792" y="24209"/>
                  </a:lnTo>
                  <a:lnTo>
                    <a:pt x="9557" y="23911"/>
                  </a:lnTo>
                  <a:lnTo>
                    <a:pt x="10304" y="23612"/>
                  </a:lnTo>
                  <a:lnTo>
                    <a:pt x="11050" y="23295"/>
                  </a:lnTo>
                  <a:lnTo>
                    <a:pt x="11778" y="22959"/>
                  </a:lnTo>
                  <a:lnTo>
                    <a:pt x="12487" y="22623"/>
                  </a:lnTo>
                  <a:lnTo>
                    <a:pt x="13197" y="22268"/>
                  </a:lnTo>
                  <a:lnTo>
                    <a:pt x="13850" y="21895"/>
                  </a:lnTo>
                  <a:lnTo>
                    <a:pt x="14485" y="21540"/>
                  </a:lnTo>
                  <a:lnTo>
                    <a:pt x="15101" y="21167"/>
                  </a:lnTo>
                  <a:lnTo>
                    <a:pt x="15660" y="20793"/>
                  </a:lnTo>
                  <a:lnTo>
                    <a:pt x="16164" y="20420"/>
                  </a:lnTo>
                  <a:lnTo>
                    <a:pt x="16650" y="20047"/>
                  </a:lnTo>
                  <a:lnTo>
                    <a:pt x="17060" y="19674"/>
                  </a:lnTo>
                  <a:lnTo>
                    <a:pt x="17415" y="19319"/>
                  </a:lnTo>
                  <a:lnTo>
                    <a:pt x="17564" y="19132"/>
                  </a:lnTo>
                  <a:lnTo>
                    <a:pt x="17695" y="18964"/>
                  </a:lnTo>
                  <a:lnTo>
                    <a:pt x="17826" y="18778"/>
                  </a:lnTo>
                  <a:lnTo>
                    <a:pt x="17919" y="18610"/>
                  </a:lnTo>
                  <a:lnTo>
                    <a:pt x="18031" y="18404"/>
                  </a:lnTo>
                  <a:lnTo>
                    <a:pt x="18124" y="18162"/>
                  </a:lnTo>
                  <a:lnTo>
                    <a:pt x="18199" y="17882"/>
                  </a:lnTo>
                  <a:lnTo>
                    <a:pt x="18274" y="17583"/>
                  </a:lnTo>
                  <a:lnTo>
                    <a:pt x="18348" y="17247"/>
                  </a:lnTo>
                  <a:lnTo>
                    <a:pt x="18404" y="16874"/>
                  </a:lnTo>
                  <a:lnTo>
                    <a:pt x="18498" y="16053"/>
                  </a:lnTo>
                  <a:lnTo>
                    <a:pt x="18572" y="15119"/>
                  </a:lnTo>
                  <a:lnTo>
                    <a:pt x="18628" y="14093"/>
                  </a:lnTo>
                  <a:lnTo>
                    <a:pt x="18647" y="12973"/>
                  </a:lnTo>
                  <a:lnTo>
                    <a:pt x="18647" y="11760"/>
                  </a:lnTo>
                  <a:lnTo>
                    <a:pt x="18628" y="10491"/>
                  </a:lnTo>
                  <a:lnTo>
                    <a:pt x="18591" y="9128"/>
                  </a:lnTo>
                  <a:lnTo>
                    <a:pt x="18535" y="7728"/>
                  </a:lnTo>
                  <a:lnTo>
                    <a:pt x="18460" y="6254"/>
                  </a:lnTo>
                  <a:lnTo>
                    <a:pt x="18292" y="3193"/>
                  </a:lnTo>
                  <a:lnTo>
                    <a:pt x="1810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7"/>
            <p:cNvSpPr/>
            <p:nvPr/>
          </p:nvSpPr>
          <p:spPr>
            <a:xfrm flipH="1">
              <a:off x="1295422" y="4274232"/>
              <a:ext cx="359980" cy="272413"/>
            </a:xfrm>
            <a:custGeom>
              <a:avLst/>
              <a:gdLst/>
              <a:ahLst/>
              <a:cxnLst/>
              <a:rect l="l" t="t" r="r" b="b"/>
              <a:pathLst>
                <a:path w="18647" h="14111" extrusionOk="0">
                  <a:moveTo>
                    <a:pt x="11274" y="0"/>
                  </a:moveTo>
                  <a:lnTo>
                    <a:pt x="10658" y="19"/>
                  </a:lnTo>
                  <a:lnTo>
                    <a:pt x="10042" y="38"/>
                  </a:lnTo>
                  <a:lnTo>
                    <a:pt x="9426" y="94"/>
                  </a:lnTo>
                  <a:lnTo>
                    <a:pt x="8810" y="150"/>
                  </a:lnTo>
                  <a:lnTo>
                    <a:pt x="8792" y="1288"/>
                  </a:lnTo>
                  <a:lnTo>
                    <a:pt x="8736" y="2222"/>
                  </a:lnTo>
                  <a:lnTo>
                    <a:pt x="8717" y="2595"/>
                  </a:lnTo>
                  <a:lnTo>
                    <a:pt x="8680" y="2893"/>
                  </a:lnTo>
                  <a:lnTo>
                    <a:pt x="8624" y="3136"/>
                  </a:lnTo>
                  <a:lnTo>
                    <a:pt x="8568" y="3304"/>
                  </a:lnTo>
                  <a:lnTo>
                    <a:pt x="8456" y="3491"/>
                  </a:lnTo>
                  <a:lnTo>
                    <a:pt x="8307" y="3677"/>
                  </a:lnTo>
                  <a:lnTo>
                    <a:pt x="8120" y="3901"/>
                  </a:lnTo>
                  <a:lnTo>
                    <a:pt x="7896" y="4144"/>
                  </a:lnTo>
                  <a:lnTo>
                    <a:pt x="7355" y="4685"/>
                  </a:lnTo>
                  <a:lnTo>
                    <a:pt x="6701" y="5283"/>
                  </a:lnTo>
                  <a:lnTo>
                    <a:pt x="5171" y="6608"/>
                  </a:lnTo>
                  <a:lnTo>
                    <a:pt x="4350" y="7317"/>
                  </a:lnTo>
                  <a:lnTo>
                    <a:pt x="3528" y="8045"/>
                  </a:lnTo>
                  <a:lnTo>
                    <a:pt x="2726" y="8792"/>
                  </a:lnTo>
                  <a:lnTo>
                    <a:pt x="2352" y="9165"/>
                  </a:lnTo>
                  <a:lnTo>
                    <a:pt x="1979" y="9519"/>
                  </a:lnTo>
                  <a:lnTo>
                    <a:pt x="1643" y="9893"/>
                  </a:lnTo>
                  <a:lnTo>
                    <a:pt x="1326" y="10266"/>
                  </a:lnTo>
                  <a:lnTo>
                    <a:pt x="1027" y="10621"/>
                  </a:lnTo>
                  <a:lnTo>
                    <a:pt x="766" y="10975"/>
                  </a:lnTo>
                  <a:lnTo>
                    <a:pt x="542" y="11311"/>
                  </a:lnTo>
                  <a:lnTo>
                    <a:pt x="337" y="11647"/>
                  </a:lnTo>
                  <a:lnTo>
                    <a:pt x="187" y="11983"/>
                  </a:lnTo>
                  <a:lnTo>
                    <a:pt x="75" y="12282"/>
                  </a:lnTo>
                  <a:lnTo>
                    <a:pt x="38" y="12450"/>
                  </a:lnTo>
                  <a:lnTo>
                    <a:pt x="19" y="12599"/>
                  </a:lnTo>
                  <a:lnTo>
                    <a:pt x="1" y="12730"/>
                  </a:lnTo>
                  <a:lnTo>
                    <a:pt x="1" y="12879"/>
                  </a:lnTo>
                  <a:lnTo>
                    <a:pt x="19" y="13010"/>
                  </a:lnTo>
                  <a:lnTo>
                    <a:pt x="57" y="13159"/>
                  </a:lnTo>
                  <a:lnTo>
                    <a:pt x="94" y="13290"/>
                  </a:lnTo>
                  <a:lnTo>
                    <a:pt x="150" y="13402"/>
                  </a:lnTo>
                  <a:lnTo>
                    <a:pt x="225" y="13532"/>
                  </a:lnTo>
                  <a:lnTo>
                    <a:pt x="318" y="13644"/>
                  </a:lnTo>
                  <a:lnTo>
                    <a:pt x="430" y="13738"/>
                  </a:lnTo>
                  <a:lnTo>
                    <a:pt x="561" y="13812"/>
                  </a:lnTo>
                  <a:lnTo>
                    <a:pt x="691" y="13887"/>
                  </a:lnTo>
                  <a:lnTo>
                    <a:pt x="859" y="13943"/>
                  </a:lnTo>
                  <a:lnTo>
                    <a:pt x="1027" y="13999"/>
                  </a:lnTo>
                  <a:lnTo>
                    <a:pt x="1233" y="14036"/>
                  </a:lnTo>
                  <a:lnTo>
                    <a:pt x="1438" y="14074"/>
                  </a:lnTo>
                  <a:lnTo>
                    <a:pt x="1643" y="14092"/>
                  </a:lnTo>
                  <a:lnTo>
                    <a:pt x="2128" y="14111"/>
                  </a:lnTo>
                  <a:lnTo>
                    <a:pt x="2651" y="14092"/>
                  </a:lnTo>
                  <a:lnTo>
                    <a:pt x="3230" y="14036"/>
                  </a:lnTo>
                  <a:lnTo>
                    <a:pt x="3827" y="13943"/>
                  </a:lnTo>
                  <a:lnTo>
                    <a:pt x="4480" y="13812"/>
                  </a:lnTo>
                  <a:lnTo>
                    <a:pt x="5152" y="13663"/>
                  </a:lnTo>
                  <a:lnTo>
                    <a:pt x="5843" y="13495"/>
                  </a:lnTo>
                  <a:lnTo>
                    <a:pt x="6571" y="13290"/>
                  </a:lnTo>
                  <a:lnTo>
                    <a:pt x="7299" y="13066"/>
                  </a:lnTo>
                  <a:lnTo>
                    <a:pt x="8045" y="12804"/>
                  </a:lnTo>
                  <a:lnTo>
                    <a:pt x="8792" y="12543"/>
                  </a:lnTo>
                  <a:lnTo>
                    <a:pt x="9557" y="12245"/>
                  </a:lnTo>
                  <a:lnTo>
                    <a:pt x="10304" y="11946"/>
                  </a:lnTo>
                  <a:lnTo>
                    <a:pt x="11050" y="11629"/>
                  </a:lnTo>
                  <a:lnTo>
                    <a:pt x="11778" y="11293"/>
                  </a:lnTo>
                  <a:lnTo>
                    <a:pt x="12487" y="10957"/>
                  </a:lnTo>
                  <a:lnTo>
                    <a:pt x="13197" y="10602"/>
                  </a:lnTo>
                  <a:lnTo>
                    <a:pt x="13850" y="10229"/>
                  </a:lnTo>
                  <a:lnTo>
                    <a:pt x="14485" y="9874"/>
                  </a:lnTo>
                  <a:lnTo>
                    <a:pt x="15101" y="9501"/>
                  </a:lnTo>
                  <a:lnTo>
                    <a:pt x="15660" y="9127"/>
                  </a:lnTo>
                  <a:lnTo>
                    <a:pt x="16164" y="8754"/>
                  </a:lnTo>
                  <a:lnTo>
                    <a:pt x="16650" y="8381"/>
                  </a:lnTo>
                  <a:lnTo>
                    <a:pt x="17060" y="8008"/>
                  </a:lnTo>
                  <a:lnTo>
                    <a:pt x="17415" y="7653"/>
                  </a:lnTo>
                  <a:lnTo>
                    <a:pt x="17564" y="7466"/>
                  </a:lnTo>
                  <a:lnTo>
                    <a:pt x="17695" y="7298"/>
                  </a:lnTo>
                  <a:lnTo>
                    <a:pt x="17826" y="7112"/>
                  </a:lnTo>
                  <a:lnTo>
                    <a:pt x="17919" y="6944"/>
                  </a:lnTo>
                  <a:lnTo>
                    <a:pt x="18012" y="6757"/>
                  </a:lnTo>
                  <a:lnTo>
                    <a:pt x="18106" y="6552"/>
                  </a:lnTo>
                  <a:lnTo>
                    <a:pt x="18180" y="6309"/>
                  </a:lnTo>
                  <a:lnTo>
                    <a:pt x="18255" y="6029"/>
                  </a:lnTo>
                  <a:lnTo>
                    <a:pt x="18311" y="5730"/>
                  </a:lnTo>
                  <a:lnTo>
                    <a:pt x="18367" y="5413"/>
                  </a:lnTo>
                  <a:lnTo>
                    <a:pt x="18479" y="4704"/>
                  </a:lnTo>
                  <a:lnTo>
                    <a:pt x="18554" y="3901"/>
                  </a:lnTo>
                  <a:lnTo>
                    <a:pt x="18591" y="3024"/>
                  </a:lnTo>
                  <a:lnTo>
                    <a:pt x="18628" y="2054"/>
                  </a:lnTo>
                  <a:lnTo>
                    <a:pt x="18647" y="1027"/>
                  </a:lnTo>
                  <a:lnTo>
                    <a:pt x="17415" y="747"/>
                  </a:lnTo>
                  <a:lnTo>
                    <a:pt x="16202" y="504"/>
                  </a:lnTo>
                  <a:lnTo>
                    <a:pt x="15586" y="392"/>
                  </a:lnTo>
                  <a:lnTo>
                    <a:pt x="14970" y="299"/>
                  </a:lnTo>
                  <a:lnTo>
                    <a:pt x="14354" y="206"/>
                  </a:lnTo>
                  <a:lnTo>
                    <a:pt x="13738" y="150"/>
                  </a:lnTo>
                  <a:lnTo>
                    <a:pt x="13122" y="94"/>
                  </a:lnTo>
                  <a:lnTo>
                    <a:pt x="12506" y="38"/>
                  </a:lnTo>
                  <a:lnTo>
                    <a:pt x="11890" y="19"/>
                  </a:lnTo>
                  <a:lnTo>
                    <a:pt x="112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7"/>
            <p:cNvSpPr/>
            <p:nvPr/>
          </p:nvSpPr>
          <p:spPr>
            <a:xfrm flipH="1">
              <a:off x="1297217" y="4332241"/>
              <a:ext cx="358185" cy="214401"/>
            </a:xfrm>
            <a:custGeom>
              <a:avLst/>
              <a:gdLst/>
              <a:ahLst/>
              <a:cxnLst/>
              <a:rect l="l" t="t" r="r" b="b"/>
              <a:pathLst>
                <a:path w="18554" h="11106" extrusionOk="0">
                  <a:moveTo>
                    <a:pt x="8643" y="0"/>
                  </a:moveTo>
                  <a:lnTo>
                    <a:pt x="8605" y="168"/>
                  </a:lnTo>
                  <a:lnTo>
                    <a:pt x="8568" y="299"/>
                  </a:lnTo>
                  <a:lnTo>
                    <a:pt x="8456" y="486"/>
                  </a:lnTo>
                  <a:lnTo>
                    <a:pt x="8307" y="672"/>
                  </a:lnTo>
                  <a:lnTo>
                    <a:pt x="8120" y="896"/>
                  </a:lnTo>
                  <a:lnTo>
                    <a:pt x="7896" y="1139"/>
                  </a:lnTo>
                  <a:lnTo>
                    <a:pt x="7355" y="1680"/>
                  </a:lnTo>
                  <a:lnTo>
                    <a:pt x="6701" y="2278"/>
                  </a:lnTo>
                  <a:lnTo>
                    <a:pt x="5171" y="3603"/>
                  </a:lnTo>
                  <a:lnTo>
                    <a:pt x="4350" y="4312"/>
                  </a:lnTo>
                  <a:lnTo>
                    <a:pt x="3528" y="5040"/>
                  </a:lnTo>
                  <a:lnTo>
                    <a:pt x="2726" y="5787"/>
                  </a:lnTo>
                  <a:lnTo>
                    <a:pt x="2352" y="6160"/>
                  </a:lnTo>
                  <a:lnTo>
                    <a:pt x="1979" y="6514"/>
                  </a:lnTo>
                  <a:lnTo>
                    <a:pt x="1643" y="6888"/>
                  </a:lnTo>
                  <a:lnTo>
                    <a:pt x="1326" y="7261"/>
                  </a:lnTo>
                  <a:lnTo>
                    <a:pt x="1027" y="7616"/>
                  </a:lnTo>
                  <a:lnTo>
                    <a:pt x="766" y="7970"/>
                  </a:lnTo>
                  <a:lnTo>
                    <a:pt x="542" y="8306"/>
                  </a:lnTo>
                  <a:lnTo>
                    <a:pt x="337" y="8642"/>
                  </a:lnTo>
                  <a:lnTo>
                    <a:pt x="187" y="8978"/>
                  </a:lnTo>
                  <a:lnTo>
                    <a:pt x="75" y="9277"/>
                  </a:lnTo>
                  <a:lnTo>
                    <a:pt x="38" y="9445"/>
                  </a:lnTo>
                  <a:lnTo>
                    <a:pt x="19" y="9594"/>
                  </a:lnTo>
                  <a:lnTo>
                    <a:pt x="1" y="9725"/>
                  </a:lnTo>
                  <a:lnTo>
                    <a:pt x="1" y="9874"/>
                  </a:lnTo>
                  <a:lnTo>
                    <a:pt x="19" y="10005"/>
                  </a:lnTo>
                  <a:lnTo>
                    <a:pt x="57" y="10154"/>
                  </a:lnTo>
                  <a:lnTo>
                    <a:pt x="94" y="10285"/>
                  </a:lnTo>
                  <a:lnTo>
                    <a:pt x="150" y="10397"/>
                  </a:lnTo>
                  <a:lnTo>
                    <a:pt x="225" y="10527"/>
                  </a:lnTo>
                  <a:lnTo>
                    <a:pt x="318" y="10639"/>
                  </a:lnTo>
                  <a:lnTo>
                    <a:pt x="430" y="10733"/>
                  </a:lnTo>
                  <a:lnTo>
                    <a:pt x="561" y="10807"/>
                  </a:lnTo>
                  <a:lnTo>
                    <a:pt x="691" y="10882"/>
                  </a:lnTo>
                  <a:lnTo>
                    <a:pt x="859" y="10938"/>
                  </a:lnTo>
                  <a:lnTo>
                    <a:pt x="1027" y="10994"/>
                  </a:lnTo>
                  <a:lnTo>
                    <a:pt x="1233" y="11031"/>
                  </a:lnTo>
                  <a:lnTo>
                    <a:pt x="1438" y="11069"/>
                  </a:lnTo>
                  <a:lnTo>
                    <a:pt x="1643" y="11087"/>
                  </a:lnTo>
                  <a:lnTo>
                    <a:pt x="2128" y="11106"/>
                  </a:lnTo>
                  <a:lnTo>
                    <a:pt x="2651" y="11087"/>
                  </a:lnTo>
                  <a:lnTo>
                    <a:pt x="3230" y="11031"/>
                  </a:lnTo>
                  <a:lnTo>
                    <a:pt x="3827" y="10938"/>
                  </a:lnTo>
                  <a:lnTo>
                    <a:pt x="4480" y="10807"/>
                  </a:lnTo>
                  <a:lnTo>
                    <a:pt x="5152" y="10658"/>
                  </a:lnTo>
                  <a:lnTo>
                    <a:pt x="5843" y="10490"/>
                  </a:lnTo>
                  <a:lnTo>
                    <a:pt x="6571" y="10285"/>
                  </a:lnTo>
                  <a:lnTo>
                    <a:pt x="7299" y="10061"/>
                  </a:lnTo>
                  <a:lnTo>
                    <a:pt x="8045" y="9799"/>
                  </a:lnTo>
                  <a:lnTo>
                    <a:pt x="8792" y="9538"/>
                  </a:lnTo>
                  <a:lnTo>
                    <a:pt x="9557" y="9240"/>
                  </a:lnTo>
                  <a:lnTo>
                    <a:pt x="10304" y="8941"/>
                  </a:lnTo>
                  <a:lnTo>
                    <a:pt x="11050" y="8624"/>
                  </a:lnTo>
                  <a:lnTo>
                    <a:pt x="11778" y="8288"/>
                  </a:lnTo>
                  <a:lnTo>
                    <a:pt x="12487" y="7952"/>
                  </a:lnTo>
                  <a:lnTo>
                    <a:pt x="13197" y="7597"/>
                  </a:lnTo>
                  <a:lnTo>
                    <a:pt x="13850" y="7224"/>
                  </a:lnTo>
                  <a:lnTo>
                    <a:pt x="14485" y="6869"/>
                  </a:lnTo>
                  <a:lnTo>
                    <a:pt x="15101" y="6496"/>
                  </a:lnTo>
                  <a:lnTo>
                    <a:pt x="15660" y="6122"/>
                  </a:lnTo>
                  <a:lnTo>
                    <a:pt x="16164" y="5749"/>
                  </a:lnTo>
                  <a:lnTo>
                    <a:pt x="16650" y="5376"/>
                  </a:lnTo>
                  <a:lnTo>
                    <a:pt x="17060" y="5003"/>
                  </a:lnTo>
                  <a:lnTo>
                    <a:pt x="17415" y="4648"/>
                  </a:lnTo>
                  <a:lnTo>
                    <a:pt x="17564" y="4461"/>
                  </a:lnTo>
                  <a:lnTo>
                    <a:pt x="17695" y="4293"/>
                  </a:lnTo>
                  <a:lnTo>
                    <a:pt x="17826" y="4107"/>
                  </a:lnTo>
                  <a:lnTo>
                    <a:pt x="17919" y="3939"/>
                  </a:lnTo>
                  <a:lnTo>
                    <a:pt x="18050" y="3696"/>
                  </a:lnTo>
                  <a:lnTo>
                    <a:pt x="18143" y="3397"/>
                  </a:lnTo>
                  <a:lnTo>
                    <a:pt x="18236" y="3061"/>
                  </a:lnTo>
                  <a:lnTo>
                    <a:pt x="18330" y="2688"/>
                  </a:lnTo>
                  <a:lnTo>
                    <a:pt x="18404" y="2278"/>
                  </a:lnTo>
                  <a:lnTo>
                    <a:pt x="18460" y="1811"/>
                  </a:lnTo>
                  <a:lnTo>
                    <a:pt x="18516" y="1326"/>
                  </a:lnTo>
                  <a:lnTo>
                    <a:pt x="18554" y="784"/>
                  </a:lnTo>
                  <a:lnTo>
                    <a:pt x="17975" y="1046"/>
                  </a:lnTo>
                  <a:lnTo>
                    <a:pt x="17378" y="1288"/>
                  </a:lnTo>
                  <a:lnTo>
                    <a:pt x="16780" y="1494"/>
                  </a:lnTo>
                  <a:lnTo>
                    <a:pt x="16482" y="1568"/>
                  </a:lnTo>
                  <a:lnTo>
                    <a:pt x="16164" y="1643"/>
                  </a:lnTo>
                  <a:lnTo>
                    <a:pt x="15847" y="1699"/>
                  </a:lnTo>
                  <a:lnTo>
                    <a:pt x="15548" y="1755"/>
                  </a:lnTo>
                  <a:lnTo>
                    <a:pt x="15231" y="1792"/>
                  </a:lnTo>
                  <a:lnTo>
                    <a:pt x="14914" y="1811"/>
                  </a:lnTo>
                  <a:lnTo>
                    <a:pt x="14597" y="1830"/>
                  </a:lnTo>
                  <a:lnTo>
                    <a:pt x="14279" y="1830"/>
                  </a:lnTo>
                  <a:lnTo>
                    <a:pt x="13943" y="1792"/>
                  </a:lnTo>
                  <a:lnTo>
                    <a:pt x="13626" y="1774"/>
                  </a:lnTo>
                  <a:lnTo>
                    <a:pt x="13271" y="1699"/>
                  </a:lnTo>
                  <a:lnTo>
                    <a:pt x="12935" y="1624"/>
                  </a:lnTo>
                  <a:lnTo>
                    <a:pt x="12599" y="1512"/>
                  </a:lnTo>
                  <a:lnTo>
                    <a:pt x="12282" y="1400"/>
                  </a:lnTo>
                  <a:lnTo>
                    <a:pt x="11965" y="1251"/>
                  </a:lnTo>
                  <a:lnTo>
                    <a:pt x="11648" y="1120"/>
                  </a:lnTo>
                  <a:lnTo>
                    <a:pt x="11032" y="803"/>
                  </a:lnTo>
                  <a:lnTo>
                    <a:pt x="10434" y="523"/>
                  </a:lnTo>
                  <a:lnTo>
                    <a:pt x="10136" y="392"/>
                  </a:lnTo>
                  <a:lnTo>
                    <a:pt x="9837" y="262"/>
                  </a:lnTo>
                  <a:lnTo>
                    <a:pt x="9538" y="168"/>
                  </a:lnTo>
                  <a:lnTo>
                    <a:pt x="9240" y="94"/>
                  </a:lnTo>
                  <a:lnTo>
                    <a:pt x="8941" y="38"/>
                  </a:lnTo>
                  <a:lnTo>
                    <a:pt x="8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7"/>
            <p:cNvSpPr/>
            <p:nvPr/>
          </p:nvSpPr>
          <p:spPr>
            <a:xfrm flipH="1">
              <a:off x="728656" y="1990975"/>
              <a:ext cx="477084" cy="2215654"/>
            </a:xfrm>
            <a:custGeom>
              <a:avLst/>
              <a:gdLst/>
              <a:ahLst/>
              <a:cxnLst/>
              <a:rect l="l" t="t" r="r" b="b"/>
              <a:pathLst>
                <a:path w="24713" h="114771" extrusionOk="0">
                  <a:moveTo>
                    <a:pt x="18348" y="0"/>
                  </a:moveTo>
                  <a:lnTo>
                    <a:pt x="2203" y="7597"/>
                  </a:lnTo>
                  <a:lnTo>
                    <a:pt x="1326" y="18889"/>
                  </a:lnTo>
                  <a:lnTo>
                    <a:pt x="747" y="33261"/>
                  </a:lnTo>
                  <a:lnTo>
                    <a:pt x="299" y="44049"/>
                  </a:lnTo>
                  <a:lnTo>
                    <a:pt x="0" y="50918"/>
                  </a:lnTo>
                  <a:lnTo>
                    <a:pt x="0" y="51403"/>
                  </a:lnTo>
                  <a:lnTo>
                    <a:pt x="56" y="52150"/>
                  </a:lnTo>
                  <a:lnTo>
                    <a:pt x="150" y="53102"/>
                  </a:lnTo>
                  <a:lnTo>
                    <a:pt x="280" y="54278"/>
                  </a:lnTo>
                  <a:lnTo>
                    <a:pt x="635" y="57208"/>
                  </a:lnTo>
                  <a:lnTo>
                    <a:pt x="1120" y="60810"/>
                  </a:lnTo>
                  <a:lnTo>
                    <a:pt x="1699" y="64954"/>
                  </a:lnTo>
                  <a:lnTo>
                    <a:pt x="2371" y="69527"/>
                  </a:lnTo>
                  <a:lnTo>
                    <a:pt x="3117" y="74417"/>
                  </a:lnTo>
                  <a:lnTo>
                    <a:pt x="3883" y="79494"/>
                  </a:lnTo>
                  <a:lnTo>
                    <a:pt x="5488" y="89760"/>
                  </a:lnTo>
                  <a:lnTo>
                    <a:pt x="7000" y="99335"/>
                  </a:lnTo>
                  <a:lnTo>
                    <a:pt x="8269" y="107304"/>
                  </a:lnTo>
                  <a:lnTo>
                    <a:pt x="9146" y="112680"/>
                  </a:lnTo>
                  <a:lnTo>
                    <a:pt x="9183" y="112885"/>
                  </a:lnTo>
                  <a:lnTo>
                    <a:pt x="9239" y="113091"/>
                  </a:lnTo>
                  <a:lnTo>
                    <a:pt x="9314" y="113296"/>
                  </a:lnTo>
                  <a:lnTo>
                    <a:pt x="9407" y="113483"/>
                  </a:lnTo>
                  <a:lnTo>
                    <a:pt x="9519" y="113651"/>
                  </a:lnTo>
                  <a:lnTo>
                    <a:pt x="9631" y="113818"/>
                  </a:lnTo>
                  <a:lnTo>
                    <a:pt x="9781" y="113968"/>
                  </a:lnTo>
                  <a:lnTo>
                    <a:pt x="9911" y="114117"/>
                  </a:lnTo>
                  <a:lnTo>
                    <a:pt x="10079" y="114248"/>
                  </a:lnTo>
                  <a:lnTo>
                    <a:pt x="10247" y="114360"/>
                  </a:lnTo>
                  <a:lnTo>
                    <a:pt x="10415" y="114472"/>
                  </a:lnTo>
                  <a:lnTo>
                    <a:pt x="10602" y="114546"/>
                  </a:lnTo>
                  <a:lnTo>
                    <a:pt x="10807" y="114621"/>
                  </a:lnTo>
                  <a:lnTo>
                    <a:pt x="11013" y="114677"/>
                  </a:lnTo>
                  <a:lnTo>
                    <a:pt x="11218" y="114714"/>
                  </a:lnTo>
                  <a:lnTo>
                    <a:pt x="11423" y="114733"/>
                  </a:lnTo>
                  <a:lnTo>
                    <a:pt x="12487" y="114770"/>
                  </a:lnTo>
                  <a:lnTo>
                    <a:pt x="13495" y="114770"/>
                  </a:lnTo>
                  <a:lnTo>
                    <a:pt x="14428" y="114733"/>
                  </a:lnTo>
                  <a:lnTo>
                    <a:pt x="15324" y="114677"/>
                  </a:lnTo>
                  <a:lnTo>
                    <a:pt x="16164" y="114584"/>
                  </a:lnTo>
                  <a:lnTo>
                    <a:pt x="16948" y="114472"/>
                  </a:lnTo>
                  <a:lnTo>
                    <a:pt x="17713" y="114322"/>
                  </a:lnTo>
                  <a:lnTo>
                    <a:pt x="18423" y="114173"/>
                  </a:lnTo>
                  <a:lnTo>
                    <a:pt x="19095" y="114005"/>
                  </a:lnTo>
                  <a:lnTo>
                    <a:pt x="19748" y="113818"/>
                  </a:lnTo>
                  <a:lnTo>
                    <a:pt x="20382" y="113632"/>
                  </a:lnTo>
                  <a:lnTo>
                    <a:pt x="20980" y="113427"/>
                  </a:lnTo>
                  <a:lnTo>
                    <a:pt x="22137" y="112997"/>
                  </a:lnTo>
                  <a:lnTo>
                    <a:pt x="23257" y="112568"/>
                  </a:lnTo>
                  <a:lnTo>
                    <a:pt x="23425" y="112493"/>
                  </a:lnTo>
                  <a:lnTo>
                    <a:pt x="23593" y="112419"/>
                  </a:lnTo>
                  <a:lnTo>
                    <a:pt x="23742" y="112307"/>
                  </a:lnTo>
                  <a:lnTo>
                    <a:pt x="23891" y="112213"/>
                  </a:lnTo>
                  <a:lnTo>
                    <a:pt x="24022" y="112083"/>
                  </a:lnTo>
                  <a:lnTo>
                    <a:pt x="24153" y="111952"/>
                  </a:lnTo>
                  <a:lnTo>
                    <a:pt x="24265" y="111821"/>
                  </a:lnTo>
                  <a:lnTo>
                    <a:pt x="24377" y="111672"/>
                  </a:lnTo>
                  <a:lnTo>
                    <a:pt x="24451" y="111504"/>
                  </a:lnTo>
                  <a:lnTo>
                    <a:pt x="24526" y="111355"/>
                  </a:lnTo>
                  <a:lnTo>
                    <a:pt x="24601" y="111187"/>
                  </a:lnTo>
                  <a:lnTo>
                    <a:pt x="24657" y="111000"/>
                  </a:lnTo>
                  <a:lnTo>
                    <a:pt x="24694" y="110832"/>
                  </a:lnTo>
                  <a:lnTo>
                    <a:pt x="24713" y="110645"/>
                  </a:lnTo>
                  <a:lnTo>
                    <a:pt x="24713" y="110459"/>
                  </a:lnTo>
                  <a:lnTo>
                    <a:pt x="24713" y="110272"/>
                  </a:lnTo>
                  <a:lnTo>
                    <a:pt x="24601" y="109227"/>
                  </a:lnTo>
                  <a:lnTo>
                    <a:pt x="24470" y="108032"/>
                  </a:lnTo>
                  <a:lnTo>
                    <a:pt x="24283" y="106707"/>
                  </a:lnTo>
                  <a:lnTo>
                    <a:pt x="24078" y="105251"/>
                  </a:lnTo>
                  <a:lnTo>
                    <a:pt x="23593" y="101966"/>
                  </a:lnTo>
                  <a:lnTo>
                    <a:pt x="23033" y="98271"/>
                  </a:lnTo>
                  <a:lnTo>
                    <a:pt x="22398" y="94220"/>
                  </a:lnTo>
                  <a:lnTo>
                    <a:pt x="21726" y="89909"/>
                  </a:lnTo>
                  <a:lnTo>
                    <a:pt x="21036" y="85355"/>
                  </a:lnTo>
                  <a:lnTo>
                    <a:pt x="20364" y="80670"/>
                  </a:lnTo>
                  <a:lnTo>
                    <a:pt x="20046" y="78299"/>
                  </a:lnTo>
                  <a:lnTo>
                    <a:pt x="19729" y="75892"/>
                  </a:lnTo>
                  <a:lnTo>
                    <a:pt x="19430" y="73502"/>
                  </a:lnTo>
                  <a:lnTo>
                    <a:pt x="19151" y="71113"/>
                  </a:lnTo>
                  <a:lnTo>
                    <a:pt x="18889" y="68743"/>
                  </a:lnTo>
                  <a:lnTo>
                    <a:pt x="18665" y="66391"/>
                  </a:lnTo>
                  <a:lnTo>
                    <a:pt x="18460" y="64058"/>
                  </a:lnTo>
                  <a:lnTo>
                    <a:pt x="18292" y="61781"/>
                  </a:lnTo>
                  <a:lnTo>
                    <a:pt x="18143" y="59541"/>
                  </a:lnTo>
                  <a:lnTo>
                    <a:pt x="18049" y="57357"/>
                  </a:lnTo>
                  <a:lnTo>
                    <a:pt x="17975" y="55230"/>
                  </a:lnTo>
                  <a:lnTo>
                    <a:pt x="17956" y="53176"/>
                  </a:lnTo>
                  <a:lnTo>
                    <a:pt x="17956" y="52187"/>
                  </a:lnTo>
                  <a:lnTo>
                    <a:pt x="17975" y="51217"/>
                  </a:lnTo>
                  <a:lnTo>
                    <a:pt x="18012" y="50265"/>
                  </a:lnTo>
                  <a:lnTo>
                    <a:pt x="18049" y="49332"/>
                  </a:lnTo>
                  <a:lnTo>
                    <a:pt x="18105" y="48436"/>
                  </a:lnTo>
                  <a:lnTo>
                    <a:pt x="18180" y="47558"/>
                  </a:lnTo>
                  <a:lnTo>
                    <a:pt x="18255" y="46700"/>
                  </a:lnTo>
                  <a:lnTo>
                    <a:pt x="18348" y="45879"/>
                  </a:lnTo>
                  <a:lnTo>
                    <a:pt x="18572" y="44124"/>
                  </a:lnTo>
                  <a:lnTo>
                    <a:pt x="18740" y="42332"/>
                  </a:lnTo>
                  <a:lnTo>
                    <a:pt x="18908" y="40503"/>
                  </a:lnTo>
                  <a:lnTo>
                    <a:pt x="19039" y="38618"/>
                  </a:lnTo>
                  <a:lnTo>
                    <a:pt x="19151" y="36733"/>
                  </a:lnTo>
                  <a:lnTo>
                    <a:pt x="19244" y="34810"/>
                  </a:lnTo>
                  <a:lnTo>
                    <a:pt x="19300" y="32888"/>
                  </a:lnTo>
                  <a:lnTo>
                    <a:pt x="19356" y="30947"/>
                  </a:lnTo>
                  <a:lnTo>
                    <a:pt x="19393" y="29006"/>
                  </a:lnTo>
                  <a:lnTo>
                    <a:pt x="19412" y="27083"/>
                  </a:lnTo>
                  <a:lnTo>
                    <a:pt x="19412" y="25161"/>
                  </a:lnTo>
                  <a:lnTo>
                    <a:pt x="19393" y="23275"/>
                  </a:lnTo>
                  <a:lnTo>
                    <a:pt x="19374" y="21409"/>
                  </a:lnTo>
                  <a:lnTo>
                    <a:pt x="19337" y="19580"/>
                  </a:lnTo>
                  <a:lnTo>
                    <a:pt x="19244" y="16033"/>
                  </a:lnTo>
                  <a:lnTo>
                    <a:pt x="19132" y="12711"/>
                  </a:lnTo>
                  <a:lnTo>
                    <a:pt x="18983" y="9650"/>
                  </a:lnTo>
                  <a:lnTo>
                    <a:pt x="18833" y="6925"/>
                  </a:lnTo>
                  <a:lnTo>
                    <a:pt x="18684" y="4573"/>
                  </a:lnTo>
                  <a:lnTo>
                    <a:pt x="18553" y="2651"/>
                  </a:lnTo>
                  <a:lnTo>
                    <a:pt x="18460" y="1214"/>
                  </a:lnTo>
                  <a:lnTo>
                    <a:pt x="183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7"/>
            <p:cNvSpPr/>
            <p:nvPr/>
          </p:nvSpPr>
          <p:spPr>
            <a:xfrm flipH="1">
              <a:off x="832422" y="1990975"/>
              <a:ext cx="344498" cy="376911"/>
            </a:xfrm>
            <a:custGeom>
              <a:avLst/>
              <a:gdLst/>
              <a:ahLst/>
              <a:cxnLst/>
              <a:rect l="l" t="t" r="r" b="b"/>
              <a:pathLst>
                <a:path w="17845" h="19524" extrusionOk="0">
                  <a:moveTo>
                    <a:pt x="16855" y="0"/>
                  </a:moveTo>
                  <a:lnTo>
                    <a:pt x="710" y="7597"/>
                  </a:lnTo>
                  <a:lnTo>
                    <a:pt x="1" y="16556"/>
                  </a:lnTo>
                  <a:lnTo>
                    <a:pt x="486" y="16817"/>
                  </a:lnTo>
                  <a:lnTo>
                    <a:pt x="952" y="17079"/>
                  </a:lnTo>
                  <a:lnTo>
                    <a:pt x="1438" y="17303"/>
                  </a:lnTo>
                  <a:lnTo>
                    <a:pt x="1942" y="17527"/>
                  </a:lnTo>
                  <a:lnTo>
                    <a:pt x="2446" y="17751"/>
                  </a:lnTo>
                  <a:lnTo>
                    <a:pt x="2968" y="17937"/>
                  </a:lnTo>
                  <a:lnTo>
                    <a:pt x="3491" y="18124"/>
                  </a:lnTo>
                  <a:lnTo>
                    <a:pt x="4014" y="18311"/>
                  </a:lnTo>
                  <a:lnTo>
                    <a:pt x="4555" y="18460"/>
                  </a:lnTo>
                  <a:lnTo>
                    <a:pt x="5096" y="18609"/>
                  </a:lnTo>
                  <a:lnTo>
                    <a:pt x="5656" y="18740"/>
                  </a:lnTo>
                  <a:lnTo>
                    <a:pt x="6216" y="18871"/>
                  </a:lnTo>
                  <a:lnTo>
                    <a:pt x="6776" y="18983"/>
                  </a:lnTo>
                  <a:lnTo>
                    <a:pt x="7336" y="19076"/>
                  </a:lnTo>
                  <a:lnTo>
                    <a:pt x="7914" y="19169"/>
                  </a:lnTo>
                  <a:lnTo>
                    <a:pt x="8493" y="19262"/>
                  </a:lnTo>
                  <a:lnTo>
                    <a:pt x="9650" y="19374"/>
                  </a:lnTo>
                  <a:lnTo>
                    <a:pt x="10826" y="19468"/>
                  </a:lnTo>
                  <a:lnTo>
                    <a:pt x="12002" y="19505"/>
                  </a:lnTo>
                  <a:lnTo>
                    <a:pt x="13178" y="19524"/>
                  </a:lnTo>
                  <a:lnTo>
                    <a:pt x="14354" y="19486"/>
                  </a:lnTo>
                  <a:lnTo>
                    <a:pt x="15530" y="19430"/>
                  </a:lnTo>
                  <a:lnTo>
                    <a:pt x="16687" y="19337"/>
                  </a:lnTo>
                  <a:lnTo>
                    <a:pt x="17844" y="19206"/>
                  </a:lnTo>
                  <a:lnTo>
                    <a:pt x="17788" y="17228"/>
                  </a:lnTo>
                  <a:lnTo>
                    <a:pt x="17732" y="15306"/>
                  </a:lnTo>
                  <a:lnTo>
                    <a:pt x="17583" y="11685"/>
                  </a:lnTo>
                  <a:lnTo>
                    <a:pt x="17434" y="8418"/>
                  </a:lnTo>
                  <a:lnTo>
                    <a:pt x="17266" y="5581"/>
                  </a:lnTo>
                  <a:lnTo>
                    <a:pt x="17116" y="3248"/>
                  </a:lnTo>
                  <a:lnTo>
                    <a:pt x="16986" y="1494"/>
                  </a:lnTo>
                  <a:lnTo>
                    <a:pt x="16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7"/>
            <p:cNvSpPr/>
            <p:nvPr/>
          </p:nvSpPr>
          <p:spPr>
            <a:xfrm flipH="1">
              <a:off x="1152381" y="2114193"/>
              <a:ext cx="368262" cy="2027932"/>
            </a:xfrm>
            <a:custGeom>
              <a:avLst/>
              <a:gdLst/>
              <a:ahLst/>
              <a:cxnLst/>
              <a:rect l="l" t="t" r="r" b="b"/>
              <a:pathLst>
                <a:path w="19076" h="105047" extrusionOk="0">
                  <a:moveTo>
                    <a:pt x="5394" y="1"/>
                  </a:moveTo>
                  <a:lnTo>
                    <a:pt x="4797" y="5638"/>
                  </a:lnTo>
                  <a:lnTo>
                    <a:pt x="4163" y="11610"/>
                  </a:lnTo>
                  <a:lnTo>
                    <a:pt x="3435" y="18759"/>
                  </a:lnTo>
                  <a:lnTo>
                    <a:pt x="3061" y="22529"/>
                  </a:lnTo>
                  <a:lnTo>
                    <a:pt x="2707" y="26337"/>
                  </a:lnTo>
                  <a:lnTo>
                    <a:pt x="2352" y="30088"/>
                  </a:lnTo>
                  <a:lnTo>
                    <a:pt x="2035" y="33691"/>
                  </a:lnTo>
                  <a:lnTo>
                    <a:pt x="1773" y="37032"/>
                  </a:lnTo>
                  <a:lnTo>
                    <a:pt x="1550" y="40055"/>
                  </a:lnTo>
                  <a:lnTo>
                    <a:pt x="1400" y="42650"/>
                  </a:lnTo>
                  <a:lnTo>
                    <a:pt x="1344" y="43770"/>
                  </a:lnTo>
                  <a:lnTo>
                    <a:pt x="1307" y="44740"/>
                  </a:lnTo>
                  <a:lnTo>
                    <a:pt x="1232" y="49313"/>
                  </a:lnTo>
                  <a:lnTo>
                    <a:pt x="1139" y="55809"/>
                  </a:lnTo>
                  <a:lnTo>
                    <a:pt x="1027" y="63610"/>
                  </a:lnTo>
                  <a:lnTo>
                    <a:pt x="878" y="72084"/>
                  </a:lnTo>
                  <a:lnTo>
                    <a:pt x="710" y="80651"/>
                  </a:lnTo>
                  <a:lnTo>
                    <a:pt x="616" y="84776"/>
                  </a:lnTo>
                  <a:lnTo>
                    <a:pt x="523" y="88677"/>
                  </a:lnTo>
                  <a:lnTo>
                    <a:pt x="411" y="92298"/>
                  </a:lnTo>
                  <a:lnTo>
                    <a:pt x="280" y="95546"/>
                  </a:lnTo>
                  <a:lnTo>
                    <a:pt x="150" y="98364"/>
                  </a:lnTo>
                  <a:lnTo>
                    <a:pt x="75" y="99596"/>
                  </a:lnTo>
                  <a:lnTo>
                    <a:pt x="0" y="100660"/>
                  </a:lnTo>
                  <a:lnTo>
                    <a:pt x="0" y="100865"/>
                  </a:lnTo>
                  <a:lnTo>
                    <a:pt x="0" y="101052"/>
                  </a:lnTo>
                  <a:lnTo>
                    <a:pt x="19" y="101239"/>
                  </a:lnTo>
                  <a:lnTo>
                    <a:pt x="56" y="101425"/>
                  </a:lnTo>
                  <a:lnTo>
                    <a:pt x="112" y="101612"/>
                  </a:lnTo>
                  <a:lnTo>
                    <a:pt x="168" y="101799"/>
                  </a:lnTo>
                  <a:lnTo>
                    <a:pt x="243" y="101967"/>
                  </a:lnTo>
                  <a:lnTo>
                    <a:pt x="336" y="102135"/>
                  </a:lnTo>
                  <a:lnTo>
                    <a:pt x="448" y="102284"/>
                  </a:lnTo>
                  <a:lnTo>
                    <a:pt x="560" y="102433"/>
                  </a:lnTo>
                  <a:lnTo>
                    <a:pt x="691" y="102564"/>
                  </a:lnTo>
                  <a:lnTo>
                    <a:pt x="822" y="102695"/>
                  </a:lnTo>
                  <a:lnTo>
                    <a:pt x="971" y="102825"/>
                  </a:lnTo>
                  <a:lnTo>
                    <a:pt x="1120" y="102937"/>
                  </a:lnTo>
                  <a:lnTo>
                    <a:pt x="1288" y="103031"/>
                  </a:lnTo>
                  <a:lnTo>
                    <a:pt x="1456" y="103124"/>
                  </a:lnTo>
                  <a:lnTo>
                    <a:pt x="1997" y="103348"/>
                  </a:lnTo>
                  <a:lnTo>
                    <a:pt x="2520" y="103516"/>
                  </a:lnTo>
                  <a:lnTo>
                    <a:pt x="3024" y="103665"/>
                  </a:lnTo>
                  <a:lnTo>
                    <a:pt x="3547" y="103777"/>
                  </a:lnTo>
                  <a:lnTo>
                    <a:pt x="4051" y="103871"/>
                  </a:lnTo>
                  <a:lnTo>
                    <a:pt x="4555" y="103945"/>
                  </a:lnTo>
                  <a:lnTo>
                    <a:pt x="5618" y="104057"/>
                  </a:lnTo>
                  <a:lnTo>
                    <a:pt x="6776" y="104169"/>
                  </a:lnTo>
                  <a:lnTo>
                    <a:pt x="7392" y="104244"/>
                  </a:lnTo>
                  <a:lnTo>
                    <a:pt x="8064" y="104337"/>
                  </a:lnTo>
                  <a:lnTo>
                    <a:pt x="8773" y="104449"/>
                  </a:lnTo>
                  <a:lnTo>
                    <a:pt x="9519" y="104580"/>
                  </a:lnTo>
                  <a:lnTo>
                    <a:pt x="10341" y="104748"/>
                  </a:lnTo>
                  <a:lnTo>
                    <a:pt x="11199" y="104972"/>
                  </a:lnTo>
                  <a:lnTo>
                    <a:pt x="11461" y="105028"/>
                  </a:lnTo>
                  <a:lnTo>
                    <a:pt x="11703" y="105046"/>
                  </a:lnTo>
                  <a:lnTo>
                    <a:pt x="11946" y="105028"/>
                  </a:lnTo>
                  <a:lnTo>
                    <a:pt x="12188" y="104990"/>
                  </a:lnTo>
                  <a:lnTo>
                    <a:pt x="12431" y="104934"/>
                  </a:lnTo>
                  <a:lnTo>
                    <a:pt x="12636" y="104860"/>
                  </a:lnTo>
                  <a:lnTo>
                    <a:pt x="12860" y="104748"/>
                  </a:lnTo>
                  <a:lnTo>
                    <a:pt x="13047" y="104617"/>
                  </a:lnTo>
                  <a:lnTo>
                    <a:pt x="13234" y="104468"/>
                  </a:lnTo>
                  <a:lnTo>
                    <a:pt x="13402" y="104300"/>
                  </a:lnTo>
                  <a:lnTo>
                    <a:pt x="13551" y="104113"/>
                  </a:lnTo>
                  <a:lnTo>
                    <a:pt x="13682" y="103908"/>
                  </a:lnTo>
                  <a:lnTo>
                    <a:pt x="13775" y="103703"/>
                  </a:lnTo>
                  <a:lnTo>
                    <a:pt x="13868" y="103460"/>
                  </a:lnTo>
                  <a:lnTo>
                    <a:pt x="13924" y="103217"/>
                  </a:lnTo>
                  <a:lnTo>
                    <a:pt x="13943" y="102956"/>
                  </a:lnTo>
                  <a:lnTo>
                    <a:pt x="14652" y="89779"/>
                  </a:lnTo>
                  <a:lnTo>
                    <a:pt x="15119" y="80745"/>
                  </a:lnTo>
                  <a:lnTo>
                    <a:pt x="15604" y="71188"/>
                  </a:lnTo>
                  <a:lnTo>
                    <a:pt x="16052" y="61968"/>
                  </a:lnTo>
                  <a:lnTo>
                    <a:pt x="16407" y="53886"/>
                  </a:lnTo>
                  <a:lnTo>
                    <a:pt x="16537" y="50545"/>
                  </a:lnTo>
                  <a:lnTo>
                    <a:pt x="16631" y="47801"/>
                  </a:lnTo>
                  <a:lnTo>
                    <a:pt x="16668" y="45748"/>
                  </a:lnTo>
                  <a:lnTo>
                    <a:pt x="16687" y="45039"/>
                  </a:lnTo>
                  <a:lnTo>
                    <a:pt x="16668" y="44535"/>
                  </a:lnTo>
                  <a:lnTo>
                    <a:pt x="16649" y="43975"/>
                  </a:lnTo>
                  <a:lnTo>
                    <a:pt x="16649" y="43247"/>
                  </a:lnTo>
                  <a:lnTo>
                    <a:pt x="16705" y="41287"/>
                  </a:lnTo>
                  <a:lnTo>
                    <a:pt x="16799" y="38749"/>
                  </a:lnTo>
                  <a:lnTo>
                    <a:pt x="16948" y="35725"/>
                  </a:lnTo>
                  <a:lnTo>
                    <a:pt x="17135" y="32347"/>
                  </a:lnTo>
                  <a:lnTo>
                    <a:pt x="17340" y="28707"/>
                  </a:lnTo>
                  <a:lnTo>
                    <a:pt x="17788" y="21073"/>
                  </a:lnTo>
                  <a:lnTo>
                    <a:pt x="18255" y="13645"/>
                  </a:lnTo>
                  <a:lnTo>
                    <a:pt x="18665" y="7317"/>
                  </a:lnTo>
                  <a:lnTo>
                    <a:pt x="19076" y="1214"/>
                  </a:lnTo>
                  <a:lnTo>
                    <a:pt x="53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7"/>
            <p:cNvSpPr/>
            <p:nvPr/>
          </p:nvSpPr>
          <p:spPr>
            <a:xfrm flipH="1">
              <a:off x="830273" y="2323178"/>
              <a:ext cx="143069" cy="1863975"/>
            </a:xfrm>
            <a:custGeom>
              <a:avLst/>
              <a:gdLst/>
              <a:ahLst/>
              <a:cxnLst/>
              <a:rect l="l" t="t" r="r" b="b"/>
              <a:pathLst>
                <a:path w="7411" h="96554" extrusionOk="0">
                  <a:moveTo>
                    <a:pt x="318" y="0"/>
                  </a:moveTo>
                  <a:lnTo>
                    <a:pt x="262" y="19"/>
                  </a:lnTo>
                  <a:lnTo>
                    <a:pt x="224" y="38"/>
                  </a:lnTo>
                  <a:lnTo>
                    <a:pt x="187" y="94"/>
                  </a:lnTo>
                  <a:lnTo>
                    <a:pt x="187" y="131"/>
                  </a:lnTo>
                  <a:lnTo>
                    <a:pt x="112" y="5450"/>
                  </a:lnTo>
                  <a:lnTo>
                    <a:pt x="75" y="10994"/>
                  </a:lnTo>
                  <a:lnTo>
                    <a:pt x="19" y="17639"/>
                  </a:lnTo>
                  <a:lnTo>
                    <a:pt x="0" y="24769"/>
                  </a:lnTo>
                  <a:lnTo>
                    <a:pt x="0" y="28334"/>
                  </a:lnTo>
                  <a:lnTo>
                    <a:pt x="0" y="31787"/>
                  </a:lnTo>
                  <a:lnTo>
                    <a:pt x="19" y="35034"/>
                  </a:lnTo>
                  <a:lnTo>
                    <a:pt x="56" y="38039"/>
                  </a:lnTo>
                  <a:lnTo>
                    <a:pt x="112" y="40690"/>
                  </a:lnTo>
                  <a:lnTo>
                    <a:pt x="187" y="42929"/>
                  </a:lnTo>
                  <a:lnTo>
                    <a:pt x="243" y="44031"/>
                  </a:lnTo>
                  <a:lnTo>
                    <a:pt x="336" y="45300"/>
                  </a:lnTo>
                  <a:lnTo>
                    <a:pt x="448" y="46718"/>
                  </a:lnTo>
                  <a:lnTo>
                    <a:pt x="597" y="48286"/>
                  </a:lnTo>
                  <a:lnTo>
                    <a:pt x="784" y="50003"/>
                  </a:lnTo>
                  <a:lnTo>
                    <a:pt x="971" y="51814"/>
                  </a:lnTo>
                  <a:lnTo>
                    <a:pt x="1437" y="55752"/>
                  </a:lnTo>
                  <a:lnTo>
                    <a:pt x="1979" y="60008"/>
                  </a:lnTo>
                  <a:lnTo>
                    <a:pt x="2557" y="64469"/>
                  </a:lnTo>
                  <a:lnTo>
                    <a:pt x="3173" y="69004"/>
                  </a:lnTo>
                  <a:lnTo>
                    <a:pt x="3789" y="73540"/>
                  </a:lnTo>
                  <a:lnTo>
                    <a:pt x="5021" y="82144"/>
                  </a:lnTo>
                  <a:lnTo>
                    <a:pt x="6085" y="89405"/>
                  </a:lnTo>
                  <a:lnTo>
                    <a:pt x="6832" y="94463"/>
                  </a:lnTo>
                  <a:lnTo>
                    <a:pt x="7130" y="96442"/>
                  </a:lnTo>
                  <a:lnTo>
                    <a:pt x="7149" y="96479"/>
                  </a:lnTo>
                  <a:lnTo>
                    <a:pt x="7186" y="96516"/>
                  </a:lnTo>
                  <a:lnTo>
                    <a:pt x="7223" y="96553"/>
                  </a:lnTo>
                  <a:lnTo>
                    <a:pt x="7298" y="96553"/>
                  </a:lnTo>
                  <a:lnTo>
                    <a:pt x="7335" y="96535"/>
                  </a:lnTo>
                  <a:lnTo>
                    <a:pt x="7373" y="96498"/>
                  </a:lnTo>
                  <a:lnTo>
                    <a:pt x="7391" y="96460"/>
                  </a:lnTo>
                  <a:lnTo>
                    <a:pt x="7410" y="96404"/>
                  </a:lnTo>
                  <a:lnTo>
                    <a:pt x="7112" y="94426"/>
                  </a:lnTo>
                  <a:lnTo>
                    <a:pt x="6346" y="89368"/>
                  </a:lnTo>
                  <a:lnTo>
                    <a:pt x="5282" y="82107"/>
                  </a:lnTo>
                  <a:lnTo>
                    <a:pt x="4069" y="73521"/>
                  </a:lnTo>
                  <a:lnTo>
                    <a:pt x="3435" y="68986"/>
                  </a:lnTo>
                  <a:lnTo>
                    <a:pt x="2819" y="64431"/>
                  </a:lnTo>
                  <a:lnTo>
                    <a:pt x="2240" y="59989"/>
                  </a:lnTo>
                  <a:lnTo>
                    <a:pt x="1717" y="55734"/>
                  </a:lnTo>
                  <a:lnTo>
                    <a:pt x="1251" y="51795"/>
                  </a:lnTo>
                  <a:lnTo>
                    <a:pt x="1045" y="49985"/>
                  </a:lnTo>
                  <a:lnTo>
                    <a:pt x="877" y="48286"/>
                  </a:lnTo>
                  <a:lnTo>
                    <a:pt x="728" y="46700"/>
                  </a:lnTo>
                  <a:lnTo>
                    <a:pt x="597" y="45281"/>
                  </a:lnTo>
                  <a:lnTo>
                    <a:pt x="504" y="44012"/>
                  </a:lnTo>
                  <a:lnTo>
                    <a:pt x="448" y="42929"/>
                  </a:lnTo>
                  <a:lnTo>
                    <a:pt x="374" y="40690"/>
                  </a:lnTo>
                  <a:lnTo>
                    <a:pt x="336" y="38039"/>
                  </a:lnTo>
                  <a:lnTo>
                    <a:pt x="299" y="35034"/>
                  </a:lnTo>
                  <a:lnTo>
                    <a:pt x="280" y="31768"/>
                  </a:lnTo>
                  <a:lnTo>
                    <a:pt x="262" y="28334"/>
                  </a:lnTo>
                  <a:lnTo>
                    <a:pt x="262" y="24769"/>
                  </a:lnTo>
                  <a:lnTo>
                    <a:pt x="299" y="17639"/>
                  </a:lnTo>
                  <a:lnTo>
                    <a:pt x="336" y="10994"/>
                  </a:lnTo>
                  <a:lnTo>
                    <a:pt x="392" y="5450"/>
                  </a:lnTo>
                  <a:lnTo>
                    <a:pt x="448" y="150"/>
                  </a:lnTo>
                  <a:lnTo>
                    <a:pt x="448" y="94"/>
                  </a:lnTo>
                  <a:lnTo>
                    <a:pt x="411" y="38"/>
                  </a:lnTo>
                  <a:lnTo>
                    <a:pt x="374" y="19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7"/>
            <p:cNvSpPr/>
            <p:nvPr/>
          </p:nvSpPr>
          <p:spPr>
            <a:xfrm flipH="1">
              <a:off x="901988" y="2419022"/>
              <a:ext cx="123610" cy="114228"/>
            </a:xfrm>
            <a:custGeom>
              <a:avLst/>
              <a:gdLst/>
              <a:ahLst/>
              <a:cxnLst/>
              <a:rect l="l" t="t" r="r" b="b"/>
              <a:pathLst>
                <a:path w="6403" h="5917" extrusionOk="0">
                  <a:moveTo>
                    <a:pt x="281" y="0"/>
                  </a:moveTo>
                  <a:lnTo>
                    <a:pt x="225" y="38"/>
                  </a:lnTo>
                  <a:lnTo>
                    <a:pt x="150" y="75"/>
                  </a:lnTo>
                  <a:lnTo>
                    <a:pt x="94" y="112"/>
                  </a:lnTo>
                  <a:lnTo>
                    <a:pt x="57" y="187"/>
                  </a:lnTo>
                  <a:lnTo>
                    <a:pt x="19" y="243"/>
                  </a:lnTo>
                  <a:lnTo>
                    <a:pt x="1" y="317"/>
                  </a:lnTo>
                  <a:lnTo>
                    <a:pt x="1" y="392"/>
                  </a:lnTo>
                  <a:lnTo>
                    <a:pt x="19" y="448"/>
                  </a:lnTo>
                  <a:lnTo>
                    <a:pt x="38" y="523"/>
                  </a:lnTo>
                  <a:lnTo>
                    <a:pt x="75" y="579"/>
                  </a:lnTo>
                  <a:lnTo>
                    <a:pt x="131" y="635"/>
                  </a:lnTo>
                  <a:lnTo>
                    <a:pt x="5787" y="5805"/>
                  </a:lnTo>
                  <a:lnTo>
                    <a:pt x="5843" y="5861"/>
                  </a:lnTo>
                  <a:lnTo>
                    <a:pt x="5899" y="5880"/>
                  </a:lnTo>
                  <a:lnTo>
                    <a:pt x="5974" y="5898"/>
                  </a:lnTo>
                  <a:lnTo>
                    <a:pt x="6030" y="5917"/>
                  </a:lnTo>
                  <a:lnTo>
                    <a:pt x="6104" y="5898"/>
                  </a:lnTo>
                  <a:lnTo>
                    <a:pt x="6179" y="5880"/>
                  </a:lnTo>
                  <a:lnTo>
                    <a:pt x="6235" y="5842"/>
                  </a:lnTo>
                  <a:lnTo>
                    <a:pt x="6310" y="5786"/>
                  </a:lnTo>
                  <a:lnTo>
                    <a:pt x="6347" y="5730"/>
                  </a:lnTo>
                  <a:lnTo>
                    <a:pt x="6384" y="5656"/>
                  </a:lnTo>
                  <a:lnTo>
                    <a:pt x="6403" y="5600"/>
                  </a:lnTo>
                  <a:lnTo>
                    <a:pt x="6403" y="5525"/>
                  </a:lnTo>
                  <a:lnTo>
                    <a:pt x="6384" y="5450"/>
                  </a:lnTo>
                  <a:lnTo>
                    <a:pt x="6366" y="5394"/>
                  </a:lnTo>
                  <a:lnTo>
                    <a:pt x="6328" y="5320"/>
                  </a:lnTo>
                  <a:lnTo>
                    <a:pt x="6272" y="5264"/>
                  </a:lnTo>
                  <a:lnTo>
                    <a:pt x="617" y="94"/>
                  </a:lnTo>
                  <a:lnTo>
                    <a:pt x="561" y="56"/>
                  </a:lnTo>
                  <a:lnTo>
                    <a:pt x="486" y="19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7"/>
            <p:cNvSpPr/>
            <p:nvPr/>
          </p:nvSpPr>
          <p:spPr>
            <a:xfrm flipH="1">
              <a:off x="1358486" y="2448557"/>
              <a:ext cx="72799" cy="84691"/>
            </a:xfrm>
            <a:custGeom>
              <a:avLst/>
              <a:gdLst/>
              <a:ahLst/>
              <a:cxnLst/>
              <a:rect l="l" t="t" r="r" b="b"/>
              <a:pathLst>
                <a:path w="3771" h="4387" extrusionOk="0">
                  <a:moveTo>
                    <a:pt x="3304" y="1"/>
                  </a:moveTo>
                  <a:lnTo>
                    <a:pt x="3248" y="38"/>
                  </a:lnTo>
                  <a:lnTo>
                    <a:pt x="3173" y="75"/>
                  </a:lnTo>
                  <a:lnTo>
                    <a:pt x="3136" y="131"/>
                  </a:lnTo>
                  <a:lnTo>
                    <a:pt x="75" y="3771"/>
                  </a:lnTo>
                  <a:lnTo>
                    <a:pt x="38" y="3846"/>
                  </a:lnTo>
                  <a:lnTo>
                    <a:pt x="0" y="3902"/>
                  </a:lnTo>
                  <a:lnTo>
                    <a:pt x="0" y="3976"/>
                  </a:lnTo>
                  <a:lnTo>
                    <a:pt x="0" y="4051"/>
                  </a:lnTo>
                  <a:lnTo>
                    <a:pt x="0" y="4107"/>
                  </a:lnTo>
                  <a:lnTo>
                    <a:pt x="38" y="4182"/>
                  </a:lnTo>
                  <a:lnTo>
                    <a:pt x="75" y="4238"/>
                  </a:lnTo>
                  <a:lnTo>
                    <a:pt x="131" y="4294"/>
                  </a:lnTo>
                  <a:lnTo>
                    <a:pt x="187" y="4331"/>
                  </a:lnTo>
                  <a:lnTo>
                    <a:pt x="243" y="4350"/>
                  </a:lnTo>
                  <a:lnTo>
                    <a:pt x="355" y="4387"/>
                  </a:lnTo>
                  <a:lnTo>
                    <a:pt x="448" y="4368"/>
                  </a:lnTo>
                  <a:lnTo>
                    <a:pt x="523" y="4350"/>
                  </a:lnTo>
                  <a:lnTo>
                    <a:pt x="579" y="4312"/>
                  </a:lnTo>
                  <a:lnTo>
                    <a:pt x="635" y="4238"/>
                  </a:lnTo>
                  <a:lnTo>
                    <a:pt x="3696" y="598"/>
                  </a:lnTo>
                  <a:lnTo>
                    <a:pt x="3733" y="542"/>
                  </a:lnTo>
                  <a:lnTo>
                    <a:pt x="3771" y="467"/>
                  </a:lnTo>
                  <a:lnTo>
                    <a:pt x="3771" y="393"/>
                  </a:lnTo>
                  <a:lnTo>
                    <a:pt x="3771" y="337"/>
                  </a:lnTo>
                  <a:lnTo>
                    <a:pt x="3771" y="262"/>
                  </a:lnTo>
                  <a:lnTo>
                    <a:pt x="3733" y="187"/>
                  </a:lnTo>
                  <a:lnTo>
                    <a:pt x="3696" y="131"/>
                  </a:lnTo>
                  <a:lnTo>
                    <a:pt x="3640" y="75"/>
                  </a:lnTo>
                  <a:lnTo>
                    <a:pt x="3584" y="38"/>
                  </a:lnTo>
                  <a:lnTo>
                    <a:pt x="3509" y="19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7"/>
            <p:cNvSpPr/>
            <p:nvPr/>
          </p:nvSpPr>
          <p:spPr>
            <a:xfrm flipH="1">
              <a:off x="1094387" y="2589438"/>
              <a:ext cx="139459" cy="1130366"/>
            </a:xfrm>
            <a:custGeom>
              <a:avLst/>
              <a:gdLst/>
              <a:ahLst/>
              <a:cxnLst/>
              <a:rect l="l" t="t" r="r" b="b"/>
              <a:pathLst>
                <a:path w="7224" h="58553" extrusionOk="0">
                  <a:moveTo>
                    <a:pt x="281" y="1"/>
                  </a:moveTo>
                  <a:lnTo>
                    <a:pt x="206" y="38"/>
                  </a:lnTo>
                  <a:lnTo>
                    <a:pt x="150" y="75"/>
                  </a:lnTo>
                  <a:lnTo>
                    <a:pt x="94" y="131"/>
                  </a:lnTo>
                  <a:lnTo>
                    <a:pt x="57" y="187"/>
                  </a:lnTo>
                  <a:lnTo>
                    <a:pt x="19" y="243"/>
                  </a:lnTo>
                  <a:lnTo>
                    <a:pt x="19" y="318"/>
                  </a:lnTo>
                  <a:lnTo>
                    <a:pt x="1" y="393"/>
                  </a:lnTo>
                  <a:lnTo>
                    <a:pt x="1960" y="24302"/>
                  </a:lnTo>
                  <a:lnTo>
                    <a:pt x="6477" y="58235"/>
                  </a:lnTo>
                  <a:lnTo>
                    <a:pt x="6496" y="58310"/>
                  </a:lnTo>
                  <a:lnTo>
                    <a:pt x="6533" y="58366"/>
                  </a:lnTo>
                  <a:lnTo>
                    <a:pt x="6571" y="58422"/>
                  </a:lnTo>
                  <a:lnTo>
                    <a:pt x="6608" y="58478"/>
                  </a:lnTo>
                  <a:lnTo>
                    <a:pt x="6664" y="58515"/>
                  </a:lnTo>
                  <a:lnTo>
                    <a:pt x="6720" y="58534"/>
                  </a:lnTo>
                  <a:lnTo>
                    <a:pt x="6776" y="58552"/>
                  </a:lnTo>
                  <a:lnTo>
                    <a:pt x="6907" y="58552"/>
                  </a:lnTo>
                  <a:lnTo>
                    <a:pt x="6963" y="58534"/>
                  </a:lnTo>
                  <a:lnTo>
                    <a:pt x="7037" y="58515"/>
                  </a:lnTo>
                  <a:lnTo>
                    <a:pt x="7093" y="58459"/>
                  </a:lnTo>
                  <a:lnTo>
                    <a:pt x="7149" y="58422"/>
                  </a:lnTo>
                  <a:lnTo>
                    <a:pt x="7186" y="58347"/>
                  </a:lnTo>
                  <a:lnTo>
                    <a:pt x="7205" y="58291"/>
                  </a:lnTo>
                  <a:lnTo>
                    <a:pt x="7224" y="58216"/>
                  </a:lnTo>
                  <a:lnTo>
                    <a:pt x="7205" y="58142"/>
                  </a:lnTo>
                  <a:lnTo>
                    <a:pt x="2688" y="24228"/>
                  </a:lnTo>
                  <a:lnTo>
                    <a:pt x="747" y="337"/>
                  </a:lnTo>
                  <a:lnTo>
                    <a:pt x="728" y="262"/>
                  </a:lnTo>
                  <a:lnTo>
                    <a:pt x="710" y="187"/>
                  </a:lnTo>
                  <a:lnTo>
                    <a:pt x="672" y="131"/>
                  </a:lnTo>
                  <a:lnTo>
                    <a:pt x="616" y="75"/>
                  </a:lnTo>
                  <a:lnTo>
                    <a:pt x="560" y="38"/>
                  </a:lnTo>
                  <a:lnTo>
                    <a:pt x="486" y="19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7"/>
            <p:cNvSpPr/>
            <p:nvPr/>
          </p:nvSpPr>
          <p:spPr>
            <a:xfrm flipH="1">
              <a:off x="642872" y="1173084"/>
              <a:ext cx="1055404" cy="1222238"/>
            </a:xfrm>
            <a:custGeom>
              <a:avLst/>
              <a:gdLst/>
              <a:ahLst/>
              <a:cxnLst/>
              <a:rect l="l" t="t" r="r" b="b"/>
              <a:pathLst>
                <a:path w="54670" h="63312" extrusionOk="0">
                  <a:moveTo>
                    <a:pt x="28128" y="0"/>
                  </a:moveTo>
                  <a:lnTo>
                    <a:pt x="20513" y="1493"/>
                  </a:lnTo>
                  <a:lnTo>
                    <a:pt x="20420" y="1493"/>
                  </a:lnTo>
                  <a:lnTo>
                    <a:pt x="20177" y="1531"/>
                  </a:lnTo>
                  <a:lnTo>
                    <a:pt x="19804" y="1605"/>
                  </a:lnTo>
                  <a:lnTo>
                    <a:pt x="19580" y="1661"/>
                  </a:lnTo>
                  <a:lnTo>
                    <a:pt x="19337" y="1736"/>
                  </a:lnTo>
                  <a:lnTo>
                    <a:pt x="19076" y="1848"/>
                  </a:lnTo>
                  <a:lnTo>
                    <a:pt x="18815" y="1960"/>
                  </a:lnTo>
                  <a:lnTo>
                    <a:pt x="18535" y="2109"/>
                  </a:lnTo>
                  <a:lnTo>
                    <a:pt x="18255" y="2296"/>
                  </a:lnTo>
                  <a:lnTo>
                    <a:pt x="17975" y="2501"/>
                  </a:lnTo>
                  <a:lnTo>
                    <a:pt x="17713" y="2725"/>
                  </a:lnTo>
                  <a:lnTo>
                    <a:pt x="17452" y="3005"/>
                  </a:lnTo>
                  <a:lnTo>
                    <a:pt x="17210" y="3304"/>
                  </a:lnTo>
                  <a:lnTo>
                    <a:pt x="16967" y="3640"/>
                  </a:lnTo>
                  <a:lnTo>
                    <a:pt x="16706" y="3957"/>
                  </a:lnTo>
                  <a:lnTo>
                    <a:pt x="16426" y="4274"/>
                  </a:lnTo>
                  <a:lnTo>
                    <a:pt x="16108" y="4592"/>
                  </a:lnTo>
                  <a:lnTo>
                    <a:pt x="15810" y="4890"/>
                  </a:lnTo>
                  <a:lnTo>
                    <a:pt x="15474" y="5170"/>
                  </a:lnTo>
                  <a:lnTo>
                    <a:pt x="15156" y="5450"/>
                  </a:lnTo>
                  <a:lnTo>
                    <a:pt x="14820" y="5693"/>
                  </a:lnTo>
                  <a:lnTo>
                    <a:pt x="14484" y="5936"/>
                  </a:lnTo>
                  <a:lnTo>
                    <a:pt x="14149" y="6141"/>
                  </a:lnTo>
                  <a:lnTo>
                    <a:pt x="13813" y="6328"/>
                  </a:lnTo>
                  <a:lnTo>
                    <a:pt x="13495" y="6496"/>
                  </a:lnTo>
                  <a:lnTo>
                    <a:pt x="13197" y="6608"/>
                  </a:lnTo>
                  <a:lnTo>
                    <a:pt x="12898" y="6701"/>
                  </a:lnTo>
                  <a:lnTo>
                    <a:pt x="12637" y="6757"/>
                  </a:lnTo>
                  <a:lnTo>
                    <a:pt x="12375" y="6794"/>
                  </a:lnTo>
                  <a:lnTo>
                    <a:pt x="12245" y="6794"/>
                  </a:lnTo>
                  <a:lnTo>
                    <a:pt x="12077" y="6813"/>
                  </a:lnTo>
                  <a:lnTo>
                    <a:pt x="11666" y="6906"/>
                  </a:lnTo>
                  <a:lnTo>
                    <a:pt x="11143" y="7037"/>
                  </a:lnTo>
                  <a:lnTo>
                    <a:pt x="10546" y="7224"/>
                  </a:lnTo>
                  <a:lnTo>
                    <a:pt x="9893" y="7466"/>
                  </a:lnTo>
                  <a:lnTo>
                    <a:pt x="9184" y="7765"/>
                  </a:lnTo>
                  <a:lnTo>
                    <a:pt x="8437" y="8101"/>
                  </a:lnTo>
                  <a:lnTo>
                    <a:pt x="7672" y="8474"/>
                  </a:lnTo>
                  <a:lnTo>
                    <a:pt x="6888" y="8885"/>
                  </a:lnTo>
                  <a:lnTo>
                    <a:pt x="6123" y="9351"/>
                  </a:lnTo>
                  <a:lnTo>
                    <a:pt x="5749" y="9594"/>
                  </a:lnTo>
                  <a:lnTo>
                    <a:pt x="5376" y="9855"/>
                  </a:lnTo>
                  <a:lnTo>
                    <a:pt x="5021" y="10117"/>
                  </a:lnTo>
                  <a:lnTo>
                    <a:pt x="4685" y="10378"/>
                  </a:lnTo>
                  <a:lnTo>
                    <a:pt x="4349" y="10658"/>
                  </a:lnTo>
                  <a:lnTo>
                    <a:pt x="4032" y="10956"/>
                  </a:lnTo>
                  <a:lnTo>
                    <a:pt x="3734" y="11236"/>
                  </a:lnTo>
                  <a:lnTo>
                    <a:pt x="3454" y="11554"/>
                  </a:lnTo>
                  <a:lnTo>
                    <a:pt x="3192" y="11852"/>
                  </a:lnTo>
                  <a:lnTo>
                    <a:pt x="2950" y="12170"/>
                  </a:lnTo>
                  <a:lnTo>
                    <a:pt x="2744" y="12506"/>
                  </a:lnTo>
                  <a:lnTo>
                    <a:pt x="2558" y="12823"/>
                  </a:lnTo>
                  <a:lnTo>
                    <a:pt x="2483" y="12991"/>
                  </a:lnTo>
                  <a:lnTo>
                    <a:pt x="2408" y="13196"/>
                  </a:lnTo>
                  <a:lnTo>
                    <a:pt x="2240" y="13663"/>
                  </a:lnTo>
                  <a:lnTo>
                    <a:pt x="2091" y="14260"/>
                  </a:lnTo>
                  <a:lnTo>
                    <a:pt x="1923" y="14951"/>
                  </a:lnTo>
                  <a:lnTo>
                    <a:pt x="1755" y="15735"/>
                  </a:lnTo>
                  <a:lnTo>
                    <a:pt x="1606" y="16593"/>
                  </a:lnTo>
                  <a:lnTo>
                    <a:pt x="1438" y="17545"/>
                  </a:lnTo>
                  <a:lnTo>
                    <a:pt x="1270" y="18553"/>
                  </a:lnTo>
                  <a:lnTo>
                    <a:pt x="952" y="20793"/>
                  </a:lnTo>
                  <a:lnTo>
                    <a:pt x="635" y="23238"/>
                  </a:lnTo>
                  <a:lnTo>
                    <a:pt x="318" y="25832"/>
                  </a:lnTo>
                  <a:lnTo>
                    <a:pt x="1" y="28520"/>
                  </a:lnTo>
                  <a:lnTo>
                    <a:pt x="8157" y="28520"/>
                  </a:lnTo>
                  <a:lnTo>
                    <a:pt x="8493" y="30984"/>
                  </a:lnTo>
                  <a:lnTo>
                    <a:pt x="8792" y="33280"/>
                  </a:lnTo>
                  <a:lnTo>
                    <a:pt x="9034" y="35314"/>
                  </a:lnTo>
                  <a:lnTo>
                    <a:pt x="9202" y="36975"/>
                  </a:lnTo>
                  <a:lnTo>
                    <a:pt x="9296" y="38039"/>
                  </a:lnTo>
                  <a:lnTo>
                    <a:pt x="9408" y="39159"/>
                  </a:lnTo>
                  <a:lnTo>
                    <a:pt x="9650" y="41455"/>
                  </a:lnTo>
                  <a:lnTo>
                    <a:pt x="9930" y="43769"/>
                  </a:lnTo>
                  <a:lnTo>
                    <a:pt x="10210" y="46028"/>
                  </a:lnTo>
                  <a:lnTo>
                    <a:pt x="10472" y="48099"/>
                  </a:lnTo>
                  <a:lnTo>
                    <a:pt x="10696" y="49891"/>
                  </a:lnTo>
                  <a:lnTo>
                    <a:pt x="10845" y="51347"/>
                  </a:lnTo>
                  <a:lnTo>
                    <a:pt x="10882" y="51888"/>
                  </a:lnTo>
                  <a:lnTo>
                    <a:pt x="10901" y="52336"/>
                  </a:lnTo>
                  <a:lnTo>
                    <a:pt x="10882" y="52691"/>
                  </a:lnTo>
                  <a:lnTo>
                    <a:pt x="10864" y="53083"/>
                  </a:lnTo>
                  <a:lnTo>
                    <a:pt x="10770" y="53867"/>
                  </a:lnTo>
                  <a:lnTo>
                    <a:pt x="10658" y="54670"/>
                  </a:lnTo>
                  <a:lnTo>
                    <a:pt x="10565" y="55453"/>
                  </a:lnTo>
                  <a:lnTo>
                    <a:pt x="10528" y="55827"/>
                  </a:lnTo>
                  <a:lnTo>
                    <a:pt x="10490" y="56200"/>
                  </a:lnTo>
                  <a:lnTo>
                    <a:pt x="10490" y="56555"/>
                  </a:lnTo>
                  <a:lnTo>
                    <a:pt x="10509" y="56891"/>
                  </a:lnTo>
                  <a:lnTo>
                    <a:pt x="10565" y="57208"/>
                  </a:lnTo>
                  <a:lnTo>
                    <a:pt x="10640" y="57507"/>
                  </a:lnTo>
                  <a:lnTo>
                    <a:pt x="10752" y="57768"/>
                  </a:lnTo>
                  <a:lnTo>
                    <a:pt x="10808" y="57899"/>
                  </a:lnTo>
                  <a:lnTo>
                    <a:pt x="10901" y="58011"/>
                  </a:lnTo>
                  <a:lnTo>
                    <a:pt x="11050" y="58253"/>
                  </a:lnTo>
                  <a:lnTo>
                    <a:pt x="11218" y="58533"/>
                  </a:lnTo>
                  <a:lnTo>
                    <a:pt x="11554" y="59205"/>
                  </a:lnTo>
                  <a:lnTo>
                    <a:pt x="11778" y="59578"/>
                  </a:lnTo>
                  <a:lnTo>
                    <a:pt x="12021" y="59952"/>
                  </a:lnTo>
                  <a:lnTo>
                    <a:pt x="12319" y="60344"/>
                  </a:lnTo>
                  <a:lnTo>
                    <a:pt x="12487" y="60549"/>
                  </a:lnTo>
                  <a:lnTo>
                    <a:pt x="12674" y="60736"/>
                  </a:lnTo>
                  <a:lnTo>
                    <a:pt x="12861" y="60941"/>
                  </a:lnTo>
                  <a:lnTo>
                    <a:pt x="13085" y="61128"/>
                  </a:lnTo>
                  <a:lnTo>
                    <a:pt x="13327" y="61314"/>
                  </a:lnTo>
                  <a:lnTo>
                    <a:pt x="13589" y="61501"/>
                  </a:lnTo>
                  <a:lnTo>
                    <a:pt x="13869" y="61687"/>
                  </a:lnTo>
                  <a:lnTo>
                    <a:pt x="14186" y="61874"/>
                  </a:lnTo>
                  <a:lnTo>
                    <a:pt x="14503" y="62042"/>
                  </a:lnTo>
                  <a:lnTo>
                    <a:pt x="14858" y="62210"/>
                  </a:lnTo>
                  <a:lnTo>
                    <a:pt x="15250" y="62378"/>
                  </a:lnTo>
                  <a:lnTo>
                    <a:pt x="15660" y="62527"/>
                  </a:lnTo>
                  <a:lnTo>
                    <a:pt x="16108" y="62677"/>
                  </a:lnTo>
                  <a:lnTo>
                    <a:pt x="16575" y="62807"/>
                  </a:lnTo>
                  <a:lnTo>
                    <a:pt x="17079" y="62938"/>
                  </a:lnTo>
                  <a:lnTo>
                    <a:pt x="17620" y="63050"/>
                  </a:lnTo>
                  <a:lnTo>
                    <a:pt x="18199" y="63143"/>
                  </a:lnTo>
                  <a:lnTo>
                    <a:pt x="18815" y="63237"/>
                  </a:lnTo>
                  <a:lnTo>
                    <a:pt x="19132" y="63274"/>
                  </a:lnTo>
                  <a:lnTo>
                    <a:pt x="19487" y="63311"/>
                  </a:lnTo>
                  <a:lnTo>
                    <a:pt x="20215" y="63311"/>
                  </a:lnTo>
                  <a:lnTo>
                    <a:pt x="21017" y="63293"/>
                  </a:lnTo>
                  <a:lnTo>
                    <a:pt x="21857" y="63237"/>
                  </a:lnTo>
                  <a:lnTo>
                    <a:pt x="22772" y="63125"/>
                  </a:lnTo>
                  <a:lnTo>
                    <a:pt x="23724" y="62994"/>
                  </a:lnTo>
                  <a:lnTo>
                    <a:pt x="24713" y="62826"/>
                  </a:lnTo>
                  <a:lnTo>
                    <a:pt x="25739" y="62621"/>
                  </a:lnTo>
                  <a:lnTo>
                    <a:pt x="26785" y="62397"/>
                  </a:lnTo>
                  <a:lnTo>
                    <a:pt x="27867" y="62135"/>
                  </a:lnTo>
                  <a:lnTo>
                    <a:pt x="28968" y="61855"/>
                  </a:lnTo>
                  <a:lnTo>
                    <a:pt x="30088" y="61538"/>
                  </a:lnTo>
                  <a:lnTo>
                    <a:pt x="31208" y="61221"/>
                  </a:lnTo>
                  <a:lnTo>
                    <a:pt x="32328" y="60885"/>
                  </a:lnTo>
                  <a:lnTo>
                    <a:pt x="33448" y="60530"/>
                  </a:lnTo>
                  <a:lnTo>
                    <a:pt x="34568" y="60157"/>
                  </a:lnTo>
                  <a:lnTo>
                    <a:pt x="35669" y="59784"/>
                  </a:lnTo>
                  <a:lnTo>
                    <a:pt x="36752" y="59392"/>
                  </a:lnTo>
                  <a:lnTo>
                    <a:pt x="37816" y="59000"/>
                  </a:lnTo>
                  <a:lnTo>
                    <a:pt x="38861" y="58589"/>
                  </a:lnTo>
                  <a:lnTo>
                    <a:pt x="39850" y="58197"/>
                  </a:lnTo>
                  <a:lnTo>
                    <a:pt x="40821" y="57787"/>
                  </a:lnTo>
                  <a:lnTo>
                    <a:pt x="41735" y="57395"/>
                  </a:lnTo>
                  <a:lnTo>
                    <a:pt x="42594" y="57003"/>
                  </a:lnTo>
                  <a:lnTo>
                    <a:pt x="43396" y="56611"/>
                  </a:lnTo>
                  <a:lnTo>
                    <a:pt x="44162" y="56237"/>
                  </a:lnTo>
                  <a:lnTo>
                    <a:pt x="44833" y="55864"/>
                  </a:lnTo>
                  <a:lnTo>
                    <a:pt x="45449" y="55509"/>
                  </a:lnTo>
                  <a:lnTo>
                    <a:pt x="45991" y="55173"/>
                  </a:lnTo>
                  <a:lnTo>
                    <a:pt x="46439" y="54856"/>
                  </a:lnTo>
                  <a:lnTo>
                    <a:pt x="46793" y="54558"/>
                  </a:lnTo>
                  <a:lnTo>
                    <a:pt x="46943" y="54408"/>
                  </a:lnTo>
                  <a:lnTo>
                    <a:pt x="47073" y="54278"/>
                  </a:lnTo>
                  <a:lnTo>
                    <a:pt x="47129" y="54184"/>
                  </a:lnTo>
                  <a:lnTo>
                    <a:pt x="47204" y="54072"/>
                  </a:lnTo>
                  <a:lnTo>
                    <a:pt x="47316" y="53811"/>
                  </a:lnTo>
                  <a:lnTo>
                    <a:pt x="47409" y="53494"/>
                  </a:lnTo>
                  <a:lnTo>
                    <a:pt x="47484" y="53102"/>
                  </a:lnTo>
                  <a:lnTo>
                    <a:pt x="47559" y="52672"/>
                  </a:lnTo>
                  <a:lnTo>
                    <a:pt x="47596" y="52168"/>
                  </a:lnTo>
                  <a:lnTo>
                    <a:pt x="47633" y="51627"/>
                  </a:lnTo>
                  <a:lnTo>
                    <a:pt x="47671" y="51030"/>
                  </a:lnTo>
                  <a:lnTo>
                    <a:pt x="47671" y="50377"/>
                  </a:lnTo>
                  <a:lnTo>
                    <a:pt x="47671" y="49686"/>
                  </a:lnTo>
                  <a:lnTo>
                    <a:pt x="47652" y="48958"/>
                  </a:lnTo>
                  <a:lnTo>
                    <a:pt x="47615" y="48174"/>
                  </a:lnTo>
                  <a:lnTo>
                    <a:pt x="47521" y="46532"/>
                  </a:lnTo>
                  <a:lnTo>
                    <a:pt x="47372" y="44758"/>
                  </a:lnTo>
                  <a:lnTo>
                    <a:pt x="47185" y="42873"/>
                  </a:lnTo>
                  <a:lnTo>
                    <a:pt x="46961" y="40895"/>
                  </a:lnTo>
                  <a:lnTo>
                    <a:pt x="46681" y="38879"/>
                  </a:lnTo>
                  <a:lnTo>
                    <a:pt x="46383" y="36807"/>
                  </a:lnTo>
                  <a:lnTo>
                    <a:pt x="46028" y="34717"/>
                  </a:lnTo>
                  <a:lnTo>
                    <a:pt x="45655" y="32608"/>
                  </a:lnTo>
                  <a:lnTo>
                    <a:pt x="45263" y="30536"/>
                  </a:lnTo>
                  <a:lnTo>
                    <a:pt x="44833" y="28520"/>
                  </a:lnTo>
                  <a:lnTo>
                    <a:pt x="54670" y="28520"/>
                  </a:lnTo>
                  <a:lnTo>
                    <a:pt x="54539" y="26878"/>
                  </a:lnTo>
                  <a:lnTo>
                    <a:pt x="54390" y="25291"/>
                  </a:lnTo>
                  <a:lnTo>
                    <a:pt x="54203" y="23761"/>
                  </a:lnTo>
                  <a:lnTo>
                    <a:pt x="54017" y="22305"/>
                  </a:lnTo>
                  <a:lnTo>
                    <a:pt x="53793" y="20905"/>
                  </a:lnTo>
                  <a:lnTo>
                    <a:pt x="53550" y="19598"/>
                  </a:lnTo>
                  <a:lnTo>
                    <a:pt x="53419" y="18982"/>
                  </a:lnTo>
                  <a:lnTo>
                    <a:pt x="53270" y="18404"/>
                  </a:lnTo>
                  <a:lnTo>
                    <a:pt x="53121" y="17844"/>
                  </a:lnTo>
                  <a:lnTo>
                    <a:pt x="52971" y="17321"/>
                  </a:lnTo>
                  <a:lnTo>
                    <a:pt x="52841" y="16873"/>
                  </a:lnTo>
                  <a:lnTo>
                    <a:pt x="52691" y="16463"/>
                  </a:lnTo>
                  <a:lnTo>
                    <a:pt x="52523" y="16052"/>
                  </a:lnTo>
                  <a:lnTo>
                    <a:pt x="52374" y="15660"/>
                  </a:lnTo>
                  <a:lnTo>
                    <a:pt x="52206" y="15287"/>
                  </a:lnTo>
                  <a:lnTo>
                    <a:pt x="52038" y="14932"/>
                  </a:lnTo>
                  <a:lnTo>
                    <a:pt x="51851" y="14577"/>
                  </a:lnTo>
                  <a:lnTo>
                    <a:pt x="51665" y="14223"/>
                  </a:lnTo>
                  <a:lnTo>
                    <a:pt x="51478" y="13906"/>
                  </a:lnTo>
                  <a:lnTo>
                    <a:pt x="51273" y="13588"/>
                  </a:lnTo>
                  <a:lnTo>
                    <a:pt x="50862" y="12991"/>
                  </a:lnTo>
                  <a:lnTo>
                    <a:pt x="50414" y="12450"/>
                  </a:lnTo>
                  <a:lnTo>
                    <a:pt x="49966" y="11946"/>
                  </a:lnTo>
                  <a:lnTo>
                    <a:pt x="49500" y="11479"/>
                  </a:lnTo>
                  <a:lnTo>
                    <a:pt x="49014" y="11050"/>
                  </a:lnTo>
                  <a:lnTo>
                    <a:pt x="48510" y="10658"/>
                  </a:lnTo>
                  <a:lnTo>
                    <a:pt x="48007" y="10303"/>
                  </a:lnTo>
                  <a:lnTo>
                    <a:pt x="47465" y="9986"/>
                  </a:lnTo>
                  <a:lnTo>
                    <a:pt x="46943" y="9687"/>
                  </a:lnTo>
                  <a:lnTo>
                    <a:pt x="46401" y="9426"/>
                  </a:lnTo>
                  <a:lnTo>
                    <a:pt x="45860" y="9183"/>
                  </a:lnTo>
                  <a:lnTo>
                    <a:pt x="45300" y="8959"/>
                  </a:lnTo>
                  <a:lnTo>
                    <a:pt x="44759" y="8773"/>
                  </a:lnTo>
                  <a:lnTo>
                    <a:pt x="44199" y="8586"/>
                  </a:lnTo>
                  <a:lnTo>
                    <a:pt x="43639" y="8437"/>
                  </a:lnTo>
                  <a:lnTo>
                    <a:pt x="43098" y="8287"/>
                  </a:lnTo>
                  <a:lnTo>
                    <a:pt x="42556" y="8157"/>
                  </a:lnTo>
                  <a:lnTo>
                    <a:pt x="41474" y="7933"/>
                  </a:lnTo>
                  <a:lnTo>
                    <a:pt x="39458" y="7522"/>
                  </a:lnTo>
                  <a:lnTo>
                    <a:pt x="38543" y="7298"/>
                  </a:lnTo>
                  <a:lnTo>
                    <a:pt x="38114" y="7186"/>
                  </a:lnTo>
                  <a:lnTo>
                    <a:pt x="37704" y="7056"/>
                  </a:lnTo>
                  <a:lnTo>
                    <a:pt x="37237" y="6906"/>
                  </a:lnTo>
                  <a:lnTo>
                    <a:pt x="36808" y="6738"/>
                  </a:lnTo>
                  <a:lnTo>
                    <a:pt x="36378" y="6570"/>
                  </a:lnTo>
                  <a:lnTo>
                    <a:pt x="35986" y="6402"/>
                  </a:lnTo>
                  <a:lnTo>
                    <a:pt x="35594" y="6216"/>
                  </a:lnTo>
                  <a:lnTo>
                    <a:pt x="35221" y="6029"/>
                  </a:lnTo>
                  <a:lnTo>
                    <a:pt x="34531" y="5656"/>
                  </a:lnTo>
                  <a:lnTo>
                    <a:pt x="33896" y="5264"/>
                  </a:lnTo>
                  <a:lnTo>
                    <a:pt x="33317" y="4853"/>
                  </a:lnTo>
                  <a:lnTo>
                    <a:pt x="32813" y="4442"/>
                  </a:lnTo>
                  <a:lnTo>
                    <a:pt x="32328" y="4032"/>
                  </a:lnTo>
                  <a:lnTo>
                    <a:pt x="32459" y="4461"/>
                  </a:lnTo>
                  <a:lnTo>
                    <a:pt x="32515" y="4685"/>
                  </a:lnTo>
                  <a:lnTo>
                    <a:pt x="32552" y="4909"/>
                  </a:lnTo>
                  <a:lnTo>
                    <a:pt x="32589" y="5133"/>
                  </a:lnTo>
                  <a:lnTo>
                    <a:pt x="32589" y="5357"/>
                  </a:lnTo>
                  <a:lnTo>
                    <a:pt x="32608" y="5600"/>
                  </a:lnTo>
                  <a:lnTo>
                    <a:pt x="32589" y="5842"/>
                  </a:lnTo>
                  <a:lnTo>
                    <a:pt x="32552" y="6085"/>
                  </a:lnTo>
                  <a:lnTo>
                    <a:pt x="32515" y="6328"/>
                  </a:lnTo>
                  <a:lnTo>
                    <a:pt x="32459" y="6570"/>
                  </a:lnTo>
                  <a:lnTo>
                    <a:pt x="32365" y="6813"/>
                  </a:lnTo>
                  <a:lnTo>
                    <a:pt x="32272" y="7056"/>
                  </a:lnTo>
                  <a:lnTo>
                    <a:pt x="32141" y="7317"/>
                  </a:lnTo>
                  <a:lnTo>
                    <a:pt x="32011" y="7559"/>
                  </a:lnTo>
                  <a:lnTo>
                    <a:pt x="31843" y="7802"/>
                  </a:lnTo>
                  <a:lnTo>
                    <a:pt x="31451" y="8325"/>
                  </a:lnTo>
                  <a:lnTo>
                    <a:pt x="31040" y="8829"/>
                  </a:lnTo>
                  <a:lnTo>
                    <a:pt x="30611" y="9314"/>
                  </a:lnTo>
                  <a:lnTo>
                    <a:pt x="30182" y="9799"/>
                  </a:lnTo>
                  <a:lnTo>
                    <a:pt x="29734" y="10266"/>
                  </a:lnTo>
                  <a:lnTo>
                    <a:pt x="29304" y="10695"/>
                  </a:lnTo>
                  <a:lnTo>
                    <a:pt x="28483" y="11498"/>
                  </a:lnTo>
                  <a:lnTo>
                    <a:pt x="27755" y="12170"/>
                  </a:lnTo>
                  <a:lnTo>
                    <a:pt x="27158" y="12692"/>
                  </a:lnTo>
                  <a:lnTo>
                    <a:pt x="26617" y="13159"/>
                  </a:lnTo>
                  <a:lnTo>
                    <a:pt x="26523" y="13196"/>
                  </a:lnTo>
                  <a:lnTo>
                    <a:pt x="26430" y="13215"/>
                  </a:lnTo>
                  <a:lnTo>
                    <a:pt x="26374" y="13196"/>
                  </a:lnTo>
                  <a:lnTo>
                    <a:pt x="26318" y="13178"/>
                  </a:lnTo>
                  <a:lnTo>
                    <a:pt x="26281" y="13159"/>
                  </a:lnTo>
                  <a:lnTo>
                    <a:pt x="26225" y="13103"/>
                  </a:lnTo>
                  <a:lnTo>
                    <a:pt x="26187" y="13010"/>
                  </a:lnTo>
                  <a:lnTo>
                    <a:pt x="26169" y="12916"/>
                  </a:lnTo>
                  <a:lnTo>
                    <a:pt x="26206" y="12804"/>
                  </a:lnTo>
                  <a:lnTo>
                    <a:pt x="26262" y="12730"/>
                  </a:lnTo>
                  <a:lnTo>
                    <a:pt x="26803" y="12282"/>
                  </a:lnTo>
                  <a:lnTo>
                    <a:pt x="27382" y="11778"/>
                  </a:lnTo>
                  <a:lnTo>
                    <a:pt x="28110" y="11106"/>
                  </a:lnTo>
                  <a:lnTo>
                    <a:pt x="28912" y="10322"/>
                  </a:lnTo>
                  <a:lnTo>
                    <a:pt x="29342" y="9893"/>
                  </a:lnTo>
                  <a:lnTo>
                    <a:pt x="29771" y="9445"/>
                  </a:lnTo>
                  <a:lnTo>
                    <a:pt x="30200" y="8978"/>
                  </a:lnTo>
                  <a:lnTo>
                    <a:pt x="30611" y="8493"/>
                  </a:lnTo>
                  <a:lnTo>
                    <a:pt x="31022" y="7989"/>
                  </a:lnTo>
                  <a:lnTo>
                    <a:pt x="31395" y="7485"/>
                  </a:lnTo>
                  <a:lnTo>
                    <a:pt x="31525" y="7298"/>
                  </a:lnTo>
                  <a:lnTo>
                    <a:pt x="31637" y="7130"/>
                  </a:lnTo>
                  <a:lnTo>
                    <a:pt x="31731" y="6944"/>
                  </a:lnTo>
                  <a:lnTo>
                    <a:pt x="31805" y="6757"/>
                  </a:lnTo>
                  <a:lnTo>
                    <a:pt x="31880" y="6589"/>
                  </a:lnTo>
                  <a:lnTo>
                    <a:pt x="31936" y="6402"/>
                  </a:lnTo>
                  <a:lnTo>
                    <a:pt x="32029" y="6048"/>
                  </a:lnTo>
                  <a:lnTo>
                    <a:pt x="32067" y="5693"/>
                  </a:lnTo>
                  <a:lnTo>
                    <a:pt x="32067" y="5338"/>
                  </a:lnTo>
                  <a:lnTo>
                    <a:pt x="32029" y="5002"/>
                  </a:lnTo>
                  <a:lnTo>
                    <a:pt x="31973" y="4666"/>
                  </a:lnTo>
                  <a:lnTo>
                    <a:pt x="31899" y="4349"/>
                  </a:lnTo>
                  <a:lnTo>
                    <a:pt x="31787" y="4050"/>
                  </a:lnTo>
                  <a:lnTo>
                    <a:pt x="31675" y="3771"/>
                  </a:lnTo>
                  <a:lnTo>
                    <a:pt x="31544" y="3509"/>
                  </a:lnTo>
                  <a:lnTo>
                    <a:pt x="31395" y="3248"/>
                  </a:lnTo>
                  <a:lnTo>
                    <a:pt x="31264" y="3024"/>
                  </a:lnTo>
                  <a:lnTo>
                    <a:pt x="30984" y="2632"/>
                  </a:lnTo>
                  <a:lnTo>
                    <a:pt x="30667" y="2221"/>
                  </a:lnTo>
                  <a:lnTo>
                    <a:pt x="30592" y="2147"/>
                  </a:lnTo>
                  <a:lnTo>
                    <a:pt x="30592" y="2128"/>
                  </a:lnTo>
                  <a:lnTo>
                    <a:pt x="30424" y="1941"/>
                  </a:lnTo>
                  <a:lnTo>
                    <a:pt x="30238" y="1680"/>
                  </a:lnTo>
                  <a:lnTo>
                    <a:pt x="30032" y="1456"/>
                  </a:lnTo>
                  <a:lnTo>
                    <a:pt x="29827" y="1232"/>
                  </a:lnTo>
                  <a:lnTo>
                    <a:pt x="29622" y="1045"/>
                  </a:lnTo>
                  <a:lnTo>
                    <a:pt x="29230" y="709"/>
                  </a:lnTo>
                  <a:lnTo>
                    <a:pt x="28875" y="448"/>
                  </a:lnTo>
                  <a:lnTo>
                    <a:pt x="28576" y="243"/>
                  </a:lnTo>
                  <a:lnTo>
                    <a:pt x="28334" y="112"/>
                  </a:lnTo>
                  <a:lnTo>
                    <a:pt x="281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7"/>
            <p:cNvSpPr/>
            <p:nvPr/>
          </p:nvSpPr>
          <p:spPr>
            <a:xfrm flipH="1">
              <a:off x="1068792" y="1205863"/>
              <a:ext cx="124344" cy="222336"/>
            </a:xfrm>
            <a:custGeom>
              <a:avLst/>
              <a:gdLst/>
              <a:ahLst/>
              <a:cxnLst/>
              <a:rect l="l" t="t" r="r" b="b"/>
              <a:pathLst>
                <a:path w="6441" h="11517" extrusionOk="0">
                  <a:moveTo>
                    <a:pt x="4630" y="1"/>
                  </a:moveTo>
                  <a:lnTo>
                    <a:pt x="4518" y="19"/>
                  </a:lnTo>
                  <a:lnTo>
                    <a:pt x="4424" y="75"/>
                  </a:lnTo>
                  <a:lnTo>
                    <a:pt x="4368" y="150"/>
                  </a:lnTo>
                  <a:lnTo>
                    <a:pt x="4350" y="243"/>
                  </a:lnTo>
                  <a:lnTo>
                    <a:pt x="4368" y="337"/>
                  </a:lnTo>
                  <a:lnTo>
                    <a:pt x="4424" y="430"/>
                  </a:lnTo>
                  <a:lnTo>
                    <a:pt x="4424" y="449"/>
                  </a:lnTo>
                  <a:lnTo>
                    <a:pt x="4499" y="523"/>
                  </a:lnTo>
                  <a:lnTo>
                    <a:pt x="4630" y="691"/>
                  </a:lnTo>
                  <a:lnTo>
                    <a:pt x="4816" y="934"/>
                  </a:lnTo>
                  <a:lnTo>
                    <a:pt x="5096" y="1326"/>
                  </a:lnTo>
                  <a:lnTo>
                    <a:pt x="5227" y="1550"/>
                  </a:lnTo>
                  <a:lnTo>
                    <a:pt x="5376" y="1811"/>
                  </a:lnTo>
                  <a:lnTo>
                    <a:pt x="5507" y="2073"/>
                  </a:lnTo>
                  <a:lnTo>
                    <a:pt x="5619" y="2352"/>
                  </a:lnTo>
                  <a:lnTo>
                    <a:pt x="5731" y="2651"/>
                  </a:lnTo>
                  <a:lnTo>
                    <a:pt x="5805" y="2968"/>
                  </a:lnTo>
                  <a:lnTo>
                    <a:pt x="5861" y="3304"/>
                  </a:lnTo>
                  <a:lnTo>
                    <a:pt x="5899" y="3640"/>
                  </a:lnTo>
                  <a:lnTo>
                    <a:pt x="5899" y="3995"/>
                  </a:lnTo>
                  <a:lnTo>
                    <a:pt x="5861" y="4350"/>
                  </a:lnTo>
                  <a:lnTo>
                    <a:pt x="5768" y="4704"/>
                  </a:lnTo>
                  <a:lnTo>
                    <a:pt x="5712" y="4891"/>
                  </a:lnTo>
                  <a:lnTo>
                    <a:pt x="5637" y="5059"/>
                  </a:lnTo>
                  <a:lnTo>
                    <a:pt x="5563" y="5246"/>
                  </a:lnTo>
                  <a:lnTo>
                    <a:pt x="5469" y="5432"/>
                  </a:lnTo>
                  <a:lnTo>
                    <a:pt x="5357" y="5600"/>
                  </a:lnTo>
                  <a:lnTo>
                    <a:pt x="5227" y="5787"/>
                  </a:lnTo>
                  <a:lnTo>
                    <a:pt x="4854" y="6291"/>
                  </a:lnTo>
                  <a:lnTo>
                    <a:pt x="4443" y="6795"/>
                  </a:lnTo>
                  <a:lnTo>
                    <a:pt x="4032" y="7280"/>
                  </a:lnTo>
                  <a:lnTo>
                    <a:pt x="3603" y="7747"/>
                  </a:lnTo>
                  <a:lnTo>
                    <a:pt x="3174" y="8195"/>
                  </a:lnTo>
                  <a:lnTo>
                    <a:pt x="2744" y="8624"/>
                  </a:lnTo>
                  <a:lnTo>
                    <a:pt x="1942" y="9408"/>
                  </a:lnTo>
                  <a:lnTo>
                    <a:pt x="1214" y="10080"/>
                  </a:lnTo>
                  <a:lnTo>
                    <a:pt x="635" y="10584"/>
                  </a:lnTo>
                  <a:lnTo>
                    <a:pt x="94" y="11032"/>
                  </a:lnTo>
                  <a:lnTo>
                    <a:pt x="38" y="11106"/>
                  </a:lnTo>
                  <a:lnTo>
                    <a:pt x="1" y="11218"/>
                  </a:lnTo>
                  <a:lnTo>
                    <a:pt x="19" y="11312"/>
                  </a:lnTo>
                  <a:lnTo>
                    <a:pt x="57" y="11405"/>
                  </a:lnTo>
                  <a:lnTo>
                    <a:pt x="113" y="11461"/>
                  </a:lnTo>
                  <a:lnTo>
                    <a:pt x="150" y="11480"/>
                  </a:lnTo>
                  <a:lnTo>
                    <a:pt x="206" y="11498"/>
                  </a:lnTo>
                  <a:lnTo>
                    <a:pt x="262" y="11517"/>
                  </a:lnTo>
                  <a:lnTo>
                    <a:pt x="355" y="11498"/>
                  </a:lnTo>
                  <a:lnTo>
                    <a:pt x="449" y="11461"/>
                  </a:lnTo>
                  <a:lnTo>
                    <a:pt x="990" y="10994"/>
                  </a:lnTo>
                  <a:lnTo>
                    <a:pt x="1587" y="10472"/>
                  </a:lnTo>
                  <a:lnTo>
                    <a:pt x="2315" y="9800"/>
                  </a:lnTo>
                  <a:lnTo>
                    <a:pt x="3136" y="8997"/>
                  </a:lnTo>
                  <a:lnTo>
                    <a:pt x="3566" y="8568"/>
                  </a:lnTo>
                  <a:lnTo>
                    <a:pt x="4014" y="8101"/>
                  </a:lnTo>
                  <a:lnTo>
                    <a:pt x="4443" y="7616"/>
                  </a:lnTo>
                  <a:lnTo>
                    <a:pt x="4872" y="7131"/>
                  </a:lnTo>
                  <a:lnTo>
                    <a:pt x="5283" y="6627"/>
                  </a:lnTo>
                  <a:lnTo>
                    <a:pt x="5675" y="6104"/>
                  </a:lnTo>
                  <a:lnTo>
                    <a:pt x="5843" y="5861"/>
                  </a:lnTo>
                  <a:lnTo>
                    <a:pt x="5973" y="5619"/>
                  </a:lnTo>
                  <a:lnTo>
                    <a:pt x="6104" y="5358"/>
                  </a:lnTo>
                  <a:lnTo>
                    <a:pt x="6197" y="5115"/>
                  </a:lnTo>
                  <a:lnTo>
                    <a:pt x="6291" y="4872"/>
                  </a:lnTo>
                  <a:lnTo>
                    <a:pt x="6347" y="4630"/>
                  </a:lnTo>
                  <a:lnTo>
                    <a:pt x="6384" y="4387"/>
                  </a:lnTo>
                  <a:lnTo>
                    <a:pt x="6421" y="4144"/>
                  </a:lnTo>
                  <a:lnTo>
                    <a:pt x="6440" y="3902"/>
                  </a:lnTo>
                  <a:lnTo>
                    <a:pt x="6421" y="3659"/>
                  </a:lnTo>
                  <a:lnTo>
                    <a:pt x="6421" y="3435"/>
                  </a:lnTo>
                  <a:lnTo>
                    <a:pt x="6384" y="3211"/>
                  </a:lnTo>
                  <a:lnTo>
                    <a:pt x="6347" y="2987"/>
                  </a:lnTo>
                  <a:lnTo>
                    <a:pt x="6291" y="2763"/>
                  </a:lnTo>
                  <a:lnTo>
                    <a:pt x="6160" y="2334"/>
                  </a:lnTo>
                  <a:lnTo>
                    <a:pt x="6085" y="2110"/>
                  </a:lnTo>
                  <a:lnTo>
                    <a:pt x="5973" y="1867"/>
                  </a:lnTo>
                  <a:lnTo>
                    <a:pt x="5768" y="1438"/>
                  </a:lnTo>
                  <a:lnTo>
                    <a:pt x="5544" y="1046"/>
                  </a:lnTo>
                  <a:lnTo>
                    <a:pt x="5320" y="729"/>
                  </a:lnTo>
                  <a:lnTo>
                    <a:pt x="5133" y="449"/>
                  </a:lnTo>
                  <a:lnTo>
                    <a:pt x="4966" y="262"/>
                  </a:lnTo>
                  <a:lnTo>
                    <a:pt x="4816" y="75"/>
                  </a:lnTo>
                  <a:lnTo>
                    <a:pt x="4723" y="19"/>
                  </a:lnTo>
                  <a:lnTo>
                    <a:pt x="46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7"/>
            <p:cNvSpPr/>
            <p:nvPr/>
          </p:nvSpPr>
          <p:spPr>
            <a:xfrm flipH="1">
              <a:off x="1008975" y="2062670"/>
              <a:ext cx="335482" cy="192085"/>
            </a:xfrm>
            <a:custGeom>
              <a:avLst/>
              <a:gdLst/>
              <a:ahLst/>
              <a:cxnLst/>
              <a:rect l="l" t="t" r="r" b="b"/>
              <a:pathLst>
                <a:path w="17378" h="9950" extrusionOk="0">
                  <a:moveTo>
                    <a:pt x="7522" y="1"/>
                  </a:moveTo>
                  <a:lnTo>
                    <a:pt x="7242" y="38"/>
                  </a:lnTo>
                  <a:lnTo>
                    <a:pt x="7112" y="75"/>
                  </a:lnTo>
                  <a:lnTo>
                    <a:pt x="7018" y="113"/>
                  </a:lnTo>
                  <a:lnTo>
                    <a:pt x="6794" y="206"/>
                  </a:lnTo>
                  <a:lnTo>
                    <a:pt x="6589" y="337"/>
                  </a:lnTo>
                  <a:lnTo>
                    <a:pt x="6402" y="449"/>
                  </a:lnTo>
                  <a:lnTo>
                    <a:pt x="6197" y="598"/>
                  </a:lnTo>
                  <a:lnTo>
                    <a:pt x="5843" y="878"/>
                  </a:lnTo>
                  <a:lnTo>
                    <a:pt x="5507" y="1158"/>
                  </a:lnTo>
                  <a:lnTo>
                    <a:pt x="5245" y="1419"/>
                  </a:lnTo>
                  <a:lnTo>
                    <a:pt x="5040" y="1643"/>
                  </a:lnTo>
                  <a:lnTo>
                    <a:pt x="4853" y="1848"/>
                  </a:lnTo>
                  <a:lnTo>
                    <a:pt x="4125" y="1923"/>
                  </a:lnTo>
                  <a:lnTo>
                    <a:pt x="2520" y="2110"/>
                  </a:lnTo>
                  <a:lnTo>
                    <a:pt x="1662" y="2222"/>
                  </a:lnTo>
                  <a:lnTo>
                    <a:pt x="915" y="2334"/>
                  </a:lnTo>
                  <a:lnTo>
                    <a:pt x="355" y="2446"/>
                  </a:lnTo>
                  <a:lnTo>
                    <a:pt x="206" y="2483"/>
                  </a:lnTo>
                  <a:lnTo>
                    <a:pt x="168" y="2502"/>
                  </a:lnTo>
                  <a:lnTo>
                    <a:pt x="150" y="2520"/>
                  </a:lnTo>
                  <a:lnTo>
                    <a:pt x="112" y="2632"/>
                  </a:lnTo>
                  <a:lnTo>
                    <a:pt x="56" y="2819"/>
                  </a:lnTo>
                  <a:lnTo>
                    <a:pt x="19" y="3062"/>
                  </a:lnTo>
                  <a:lnTo>
                    <a:pt x="0" y="3360"/>
                  </a:lnTo>
                  <a:lnTo>
                    <a:pt x="0" y="3510"/>
                  </a:lnTo>
                  <a:lnTo>
                    <a:pt x="19" y="3659"/>
                  </a:lnTo>
                  <a:lnTo>
                    <a:pt x="38" y="3827"/>
                  </a:lnTo>
                  <a:lnTo>
                    <a:pt x="94" y="3995"/>
                  </a:lnTo>
                  <a:lnTo>
                    <a:pt x="168" y="4163"/>
                  </a:lnTo>
                  <a:lnTo>
                    <a:pt x="262" y="4312"/>
                  </a:lnTo>
                  <a:lnTo>
                    <a:pt x="374" y="4480"/>
                  </a:lnTo>
                  <a:lnTo>
                    <a:pt x="504" y="4630"/>
                  </a:lnTo>
                  <a:lnTo>
                    <a:pt x="654" y="4798"/>
                  </a:lnTo>
                  <a:lnTo>
                    <a:pt x="803" y="5003"/>
                  </a:lnTo>
                  <a:lnTo>
                    <a:pt x="934" y="5227"/>
                  </a:lnTo>
                  <a:lnTo>
                    <a:pt x="1046" y="5507"/>
                  </a:lnTo>
                  <a:lnTo>
                    <a:pt x="1288" y="6085"/>
                  </a:lnTo>
                  <a:lnTo>
                    <a:pt x="1512" y="6720"/>
                  </a:lnTo>
                  <a:lnTo>
                    <a:pt x="1755" y="7373"/>
                  </a:lnTo>
                  <a:lnTo>
                    <a:pt x="1886" y="7691"/>
                  </a:lnTo>
                  <a:lnTo>
                    <a:pt x="2016" y="7989"/>
                  </a:lnTo>
                  <a:lnTo>
                    <a:pt x="2166" y="8269"/>
                  </a:lnTo>
                  <a:lnTo>
                    <a:pt x="2334" y="8531"/>
                  </a:lnTo>
                  <a:lnTo>
                    <a:pt x="2502" y="8773"/>
                  </a:lnTo>
                  <a:lnTo>
                    <a:pt x="2688" y="8960"/>
                  </a:lnTo>
                  <a:lnTo>
                    <a:pt x="2800" y="9053"/>
                  </a:lnTo>
                  <a:lnTo>
                    <a:pt x="2931" y="9146"/>
                  </a:lnTo>
                  <a:lnTo>
                    <a:pt x="3080" y="9221"/>
                  </a:lnTo>
                  <a:lnTo>
                    <a:pt x="3267" y="9296"/>
                  </a:lnTo>
                  <a:lnTo>
                    <a:pt x="3677" y="9445"/>
                  </a:lnTo>
                  <a:lnTo>
                    <a:pt x="4163" y="9576"/>
                  </a:lnTo>
                  <a:lnTo>
                    <a:pt x="4685" y="9688"/>
                  </a:lnTo>
                  <a:lnTo>
                    <a:pt x="5264" y="9781"/>
                  </a:lnTo>
                  <a:lnTo>
                    <a:pt x="5843" y="9856"/>
                  </a:lnTo>
                  <a:lnTo>
                    <a:pt x="6458" y="9912"/>
                  </a:lnTo>
                  <a:lnTo>
                    <a:pt x="7056" y="9930"/>
                  </a:lnTo>
                  <a:lnTo>
                    <a:pt x="7653" y="9949"/>
                  </a:lnTo>
                  <a:lnTo>
                    <a:pt x="8213" y="9949"/>
                  </a:lnTo>
                  <a:lnTo>
                    <a:pt x="8717" y="9912"/>
                  </a:lnTo>
                  <a:lnTo>
                    <a:pt x="9184" y="9856"/>
                  </a:lnTo>
                  <a:lnTo>
                    <a:pt x="9575" y="9781"/>
                  </a:lnTo>
                  <a:lnTo>
                    <a:pt x="9743" y="9725"/>
                  </a:lnTo>
                  <a:lnTo>
                    <a:pt x="9893" y="9669"/>
                  </a:lnTo>
                  <a:lnTo>
                    <a:pt x="10005" y="9613"/>
                  </a:lnTo>
                  <a:lnTo>
                    <a:pt x="10098" y="9538"/>
                  </a:lnTo>
                  <a:lnTo>
                    <a:pt x="10191" y="9464"/>
                  </a:lnTo>
                  <a:lnTo>
                    <a:pt x="10322" y="9408"/>
                  </a:lnTo>
                  <a:lnTo>
                    <a:pt x="10658" y="9258"/>
                  </a:lnTo>
                  <a:lnTo>
                    <a:pt x="11069" y="9109"/>
                  </a:lnTo>
                  <a:lnTo>
                    <a:pt x="11573" y="8978"/>
                  </a:lnTo>
                  <a:lnTo>
                    <a:pt x="12133" y="8848"/>
                  </a:lnTo>
                  <a:lnTo>
                    <a:pt x="12730" y="8717"/>
                  </a:lnTo>
                  <a:lnTo>
                    <a:pt x="13980" y="8475"/>
                  </a:lnTo>
                  <a:lnTo>
                    <a:pt x="15175" y="8269"/>
                  </a:lnTo>
                  <a:lnTo>
                    <a:pt x="16220" y="8120"/>
                  </a:lnTo>
                  <a:lnTo>
                    <a:pt x="17209" y="7989"/>
                  </a:lnTo>
                  <a:lnTo>
                    <a:pt x="17377" y="1065"/>
                  </a:lnTo>
                  <a:lnTo>
                    <a:pt x="17340" y="1102"/>
                  </a:lnTo>
                  <a:lnTo>
                    <a:pt x="17265" y="1158"/>
                  </a:lnTo>
                  <a:lnTo>
                    <a:pt x="17060" y="1214"/>
                  </a:lnTo>
                  <a:lnTo>
                    <a:pt x="16780" y="1289"/>
                  </a:lnTo>
                  <a:lnTo>
                    <a:pt x="16463" y="1326"/>
                  </a:lnTo>
                  <a:lnTo>
                    <a:pt x="16071" y="1363"/>
                  </a:lnTo>
                  <a:lnTo>
                    <a:pt x="15660" y="1382"/>
                  </a:lnTo>
                  <a:lnTo>
                    <a:pt x="14764" y="1382"/>
                  </a:lnTo>
                  <a:lnTo>
                    <a:pt x="13868" y="1363"/>
                  </a:lnTo>
                  <a:lnTo>
                    <a:pt x="13047" y="1289"/>
                  </a:lnTo>
                  <a:lnTo>
                    <a:pt x="12693" y="1251"/>
                  </a:lnTo>
                  <a:lnTo>
                    <a:pt x="12394" y="1195"/>
                  </a:lnTo>
                  <a:lnTo>
                    <a:pt x="12151" y="1139"/>
                  </a:lnTo>
                  <a:lnTo>
                    <a:pt x="12002" y="1065"/>
                  </a:lnTo>
                  <a:lnTo>
                    <a:pt x="11853" y="990"/>
                  </a:lnTo>
                  <a:lnTo>
                    <a:pt x="11647" y="897"/>
                  </a:lnTo>
                  <a:lnTo>
                    <a:pt x="11125" y="691"/>
                  </a:lnTo>
                  <a:lnTo>
                    <a:pt x="10434" y="467"/>
                  </a:lnTo>
                  <a:lnTo>
                    <a:pt x="9687" y="262"/>
                  </a:lnTo>
                  <a:lnTo>
                    <a:pt x="9296" y="187"/>
                  </a:lnTo>
                  <a:lnTo>
                    <a:pt x="8922" y="113"/>
                  </a:lnTo>
                  <a:lnTo>
                    <a:pt x="8530" y="57"/>
                  </a:lnTo>
                  <a:lnTo>
                    <a:pt x="817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 flipH="1">
              <a:off x="1008975" y="2062670"/>
              <a:ext cx="335482" cy="192085"/>
            </a:xfrm>
            <a:custGeom>
              <a:avLst/>
              <a:gdLst/>
              <a:ahLst/>
              <a:cxnLst/>
              <a:rect l="l" t="t" r="r" b="b"/>
              <a:pathLst>
                <a:path w="17378" h="9950" fill="none" extrusionOk="0">
                  <a:moveTo>
                    <a:pt x="17377" y="1065"/>
                  </a:moveTo>
                  <a:lnTo>
                    <a:pt x="17377" y="1065"/>
                  </a:lnTo>
                  <a:lnTo>
                    <a:pt x="17340" y="1102"/>
                  </a:lnTo>
                  <a:lnTo>
                    <a:pt x="17265" y="1158"/>
                  </a:lnTo>
                  <a:lnTo>
                    <a:pt x="17060" y="1214"/>
                  </a:lnTo>
                  <a:lnTo>
                    <a:pt x="16780" y="1289"/>
                  </a:lnTo>
                  <a:lnTo>
                    <a:pt x="16463" y="1326"/>
                  </a:lnTo>
                  <a:lnTo>
                    <a:pt x="16071" y="1363"/>
                  </a:lnTo>
                  <a:lnTo>
                    <a:pt x="15660" y="1382"/>
                  </a:lnTo>
                  <a:lnTo>
                    <a:pt x="14764" y="1382"/>
                  </a:lnTo>
                  <a:lnTo>
                    <a:pt x="13868" y="1363"/>
                  </a:lnTo>
                  <a:lnTo>
                    <a:pt x="13047" y="1289"/>
                  </a:lnTo>
                  <a:lnTo>
                    <a:pt x="12693" y="1251"/>
                  </a:lnTo>
                  <a:lnTo>
                    <a:pt x="12394" y="1195"/>
                  </a:lnTo>
                  <a:lnTo>
                    <a:pt x="12151" y="1139"/>
                  </a:lnTo>
                  <a:lnTo>
                    <a:pt x="12002" y="1065"/>
                  </a:lnTo>
                  <a:lnTo>
                    <a:pt x="12002" y="1065"/>
                  </a:lnTo>
                  <a:lnTo>
                    <a:pt x="11853" y="990"/>
                  </a:lnTo>
                  <a:lnTo>
                    <a:pt x="11647" y="897"/>
                  </a:lnTo>
                  <a:lnTo>
                    <a:pt x="11125" y="691"/>
                  </a:lnTo>
                  <a:lnTo>
                    <a:pt x="10434" y="467"/>
                  </a:lnTo>
                  <a:lnTo>
                    <a:pt x="9687" y="262"/>
                  </a:lnTo>
                  <a:lnTo>
                    <a:pt x="9296" y="187"/>
                  </a:lnTo>
                  <a:lnTo>
                    <a:pt x="8922" y="113"/>
                  </a:lnTo>
                  <a:lnTo>
                    <a:pt x="8530" y="57"/>
                  </a:lnTo>
                  <a:lnTo>
                    <a:pt x="8176" y="1"/>
                  </a:lnTo>
                  <a:lnTo>
                    <a:pt x="7840" y="1"/>
                  </a:lnTo>
                  <a:lnTo>
                    <a:pt x="7522" y="1"/>
                  </a:lnTo>
                  <a:lnTo>
                    <a:pt x="7242" y="38"/>
                  </a:lnTo>
                  <a:lnTo>
                    <a:pt x="7112" y="75"/>
                  </a:lnTo>
                  <a:lnTo>
                    <a:pt x="7018" y="113"/>
                  </a:lnTo>
                  <a:lnTo>
                    <a:pt x="7018" y="113"/>
                  </a:lnTo>
                  <a:lnTo>
                    <a:pt x="6794" y="206"/>
                  </a:lnTo>
                  <a:lnTo>
                    <a:pt x="6589" y="337"/>
                  </a:lnTo>
                  <a:lnTo>
                    <a:pt x="6402" y="449"/>
                  </a:lnTo>
                  <a:lnTo>
                    <a:pt x="6197" y="598"/>
                  </a:lnTo>
                  <a:lnTo>
                    <a:pt x="5843" y="878"/>
                  </a:lnTo>
                  <a:lnTo>
                    <a:pt x="5507" y="1158"/>
                  </a:lnTo>
                  <a:lnTo>
                    <a:pt x="5245" y="1419"/>
                  </a:lnTo>
                  <a:lnTo>
                    <a:pt x="5040" y="1643"/>
                  </a:lnTo>
                  <a:lnTo>
                    <a:pt x="4853" y="1848"/>
                  </a:lnTo>
                  <a:lnTo>
                    <a:pt x="4853" y="1848"/>
                  </a:lnTo>
                  <a:lnTo>
                    <a:pt x="4125" y="1923"/>
                  </a:lnTo>
                  <a:lnTo>
                    <a:pt x="2520" y="2110"/>
                  </a:lnTo>
                  <a:lnTo>
                    <a:pt x="1662" y="2222"/>
                  </a:lnTo>
                  <a:lnTo>
                    <a:pt x="915" y="2334"/>
                  </a:lnTo>
                  <a:lnTo>
                    <a:pt x="355" y="2446"/>
                  </a:lnTo>
                  <a:lnTo>
                    <a:pt x="206" y="2483"/>
                  </a:lnTo>
                  <a:lnTo>
                    <a:pt x="168" y="2502"/>
                  </a:lnTo>
                  <a:lnTo>
                    <a:pt x="150" y="2520"/>
                  </a:lnTo>
                  <a:lnTo>
                    <a:pt x="150" y="2520"/>
                  </a:lnTo>
                  <a:lnTo>
                    <a:pt x="112" y="2632"/>
                  </a:lnTo>
                  <a:lnTo>
                    <a:pt x="56" y="2819"/>
                  </a:lnTo>
                  <a:lnTo>
                    <a:pt x="19" y="3062"/>
                  </a:lnTo>
                  <a:lnTo>
                    <a:pt x="0" y="3360"/>
                  </a:lnTo>
                  <a:lnTo>
                    <a:pt x="0" y="3510"/>
                  </a:lnTo>
                  <a:lnTo>
                    <a:pt x="19" y="3659"/>
                  </a:lnTo>
                  <a:lnTo>
                    <a:pt x="38" y="3827"/>
                  </a:lnTo>
                  <a:lnTo>
                    <a:pt x="94" y="3995"/>
                  </a:lnTo>
                  <a:lnTo>
                    <a:pt x="168" y="4163"/>
                  </a:lnTo>
                  <a:lnTo>
                    <a:pt x="262" y="4312"/>
                  </a:lnTo>
                  <a:lnTo>
                    <a:pt x="374" y="4480"/>
                  </a:lnTo>
                  <a:lnTo>
                    <a:pt x="504" y="4630"/>
                  </a:lnTo>
                  <a:lnTo>
                    <a:pt x="504" y="4630"/>
                  </a:lnTo>
                  <a:lnTo>
                    <a:pt x="654" y="4798"/>
                  </a:lnTo>
                  <a:lnTo>
                    <a:pt x="803" y="5003"/>
                  </a:lnTo>
                  <a:lnTo>
                    <a:pt x="934" y="5227"/>
                  </a:lnTo>
                  <a:lnTo>
                    <a:pt x="1046" y="5507"/>
                  </a:lnTo>
                  <a:lnTo>
                    <a:pt x="1288" y="6085"/>
                  </a:lnTo>
                  <a:lnTo>
                    <a:pt x="1512" y="6720"/>
                  </a:lnTo>
                  <a:lnTo>
                    <a:pt x="1755" y="7373"/>
                  </a:lnTo>
                  <a:lnTo>
                    <a:pt x="1886" y="7691"/>
                  </a:lnTo>
                  <a:lnTo>
                    <a:pt x="2016" y="7989"/>
                  </a:lnTo>
                  <a:lnTo>
                    <a:pt x="2166" y="8269"/>
                  </a:lnTo>
                  <a:lnTo>
                    <a:pt x="2334" y="8531"/>
                  </a:lnTo>
                  <a:lnTo>
                    <a:pt x="2502" y="8773"/>
                  </a:lnTo>
                  <a:lnTo>
                    <a:pt x="2688" y="8960"/>
                  </a:lnTo>
                  <a:lnTo>
                    <a:pt x="2688" y="8960"/>
                  </a:lnTo>
                  <a:lnTo>
                    <a:pt x="2800" y="9053"/>
                  </a:lnTo>
                  <a:lnTo>
                    <a:pt x="2931" y="9146"/>
                  </a:lnTo>
                  <a:lnTo>
                    <a:pt x="3080" y="9221"/>
                  </a:lnTo>
                  <a:lnTo>
                    <a:pt x="3267" y="9296"/>
                  </a:lnTo>
                  <a:lnTo>
                    <a:pt x="3677" y="9445"/>
                  </a:lnTo>
                  <a:lnTo>
                    <a:pt x="4163" y="9576"/>
                  </a:lnTo>
                  <a:lnTo>
                    <a:pt x="4685" y="9688"/>
                  </a:lnTo>
                  <a:lnTo>
                    <a:pt x="5264" y="9781"/>
                  </a:lnTo>
                  <a:lnTo>
                    <a:pt x="5843" y="9856"/>
                  </a:lnTo>
                  <a:lnTo>
                    <a:pt x="6458" y="9912"/>
                  </a:lnTo>
                  <a:lnTo>
                    <a:pt x="7056" y="9930"/>
                  </a:lnTo>
                  <a:lnTo>
                    <a:pt x="7653" y="9949"/>
                  </a:lnTo>
                  <a:lnTo>
                    <a:pt x="8213" y="9949"/>
                  </a:lnTo>
                  <a:lnTo>
                    <a:pt x="8717" y="9912"/>
                  </a:lnTo>
                  <a:lnTo>
                    <a:pt x="9184" y="9856"/>
                  </a:lnTo>
                  <a:lnTo>
                    <a:pt x="9575" y="9781"/>
                  </a:lnTo>
                  <a:lnTo>
                    <a:pt x="9743" y="9725"/>
                  </a:lnTo>
                  <a:lnTo>
                    <a:pt x="9893" y="9669"/>
                  </a:lnTo>
                  <a:lnTo>
                    <a:pt x="10005" y="9613"/>
                  </a:lnTo>
                  <a:lnTo>
                    <a:pt x="10098" y="9538"/>
                  </a:lnTo>
                  <a:lnTo>
                    <a:pt x="10098" y="9538"/>
                  </a:lnTo>
                  <a:lnTo>
                    <a:pt x="10191" y="9464"/>
                  </a:lnTo>
                  <a:lnTo>
                    <a:pt x="10322" y="9408"/>
                  </a:lnTo>
                  <a:lnTo>
                    <a:pt x="10658" y="9258"/>
                  </a:lnTo>
                  <a:lnTo>
                    <a:pt x="11069" y="9109"/>
                  </a:lnTo>
                  <a:lnTo>
                    <a:pt x="11573" y="8978"/>
                  </a:lnTo>
                  <a:lnTo>
                    <a:pt x="12133" y="8848"/>
                  </a:lnTo>
                  <a:lnTo>
                    <a:pt x="12730" y="8717"/>
                  </a:lnTo>
                  <a:lnTo>
                    <a:pt x="13980" y="8475"/>
                  </a:lnTo>
                  <a:lnTo>
                    <a:pt x="15175" y="8269"/>
                  </a:lnTo>
                  <a:lnTo>
                    <a:pt x="16220" y="8120"/>
                  </a:lnTo>
                  <a:lnTo>
                    <a:pt x="17209" y="79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 flipH="1">
              <a:off x="1226620" y="2087901"/>
              <a:ext cx="104150" cy="24884"/>
            </a:xfrm>
            <a:custGeom>
              <a:avLst/>
              <a:gdLst/>
              <a:ahLst/>
              <a:cxnLst/>
              <a:rect l="l" t="t" r="r" b="b"/>
              <a:pathLst>
                <a:path w="5395" h="1289" extrusionOk="0">
                  <a:moveTo>
                    <a:pt x="5320" y="0"/>
                  </a:moveTo>
                  <a:lnTo>
                    <a:pt x="243" y="747"/>
                  </a:lnTo>
                  <a:lnTo>
                    <a:pt x="187" y="765"/>
                  </a:lnTo>
                  <a:lnTo>
                    <a:pt x="131" y="784"/>
                  </a:lnTo>
                  <a:lnTo>
                    <a:pt x="57" y="859"/>
                  </a:lnTo>
                  <a:lnTo>
                    <a:pt x="1" y="952"/>
                  </a:lnTo>
                  <a:lnTo>
                    <a:pt x="1" y="1008"/>
                  </a:lnTo>
                  <a:lnTo>
                    <a:pt x="1" y="1064"/>
                  </a:lnTo>
                  <a:lnTo>
                    <a:pt x="38" y="1157"/>
                  </a:lnTo>
                  <a:lnTo>
                    <a:pt x="94" y="1232"/>
                  </a:lnTo>
                  <a:lnTo>
                    <a:pt x="187" y="1288"/>
                  </a:lnTo>
                  <a:lnTo>
                    <a:pt x="318" y="1288"/>
                  </a:lnTo>
                  <a:lnTo>
                    <a:pt x="5395" y="541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 flipH="1">
              <a:off x="347450" y="1316841"/>
              <a:ext cx="706254" cy="1008204"/>
            </a:xfrm>
            <a:custGeom>
              <a:avLst/>
              <a:gdLst/>
              <a:ahLst/>
              <a:cxnLst/>
              <a:rect l="l" t="t" r="r" b="b"/>
              <a:pathLst>
                <a:path w="36584" h="52225" extrusionOk="0">
                  <a:moveTo>
                    <a:pt x="3977" y="0"/>
                  </a:moveTo>
                  <a:lnTo>
                    <a:pt x="5115" y="20998"/>
                  </a:lnTo>
                  <a:lnTo>
                    <a:pt x="16445" y="35538"/>
                  </a:lnTo>
                  <a:lnTo>
                    <a:pt x="16445" y="35538"/>
                  </a:lnTo>
                  <a:lnTo>
                    <a:pt x="14522" y="35501"/>
                  </a:lnTo>
                  <a:lnTo>
                    <a:pt x="12488" y="35482"/>
                  </a:lnTo>
                  <a:lnTo>
                    <a:pt x="8829" y="35482"/>
                  </a:lnTo>
                  <a:lnTo>
                    <a:pt x="7560" y="35520"/>
                  </a:lnTo>
                  <a:lnTo>
                    <a:pt x="6310" y="35538"/>
                  </a:lnTo>
                  <a:lnTo>
                    <a:pt x="5134" y="35594"/>
                  </a:lnTo>
                  <a:lnTo>
                    <a:pt x="4051" y="35669"/>
                  </a:lnTo>
                  <a:lnTo>
                    <a:pt x="3099" y="35744"/>
                  </a:lnTo>
                  <a:lnTo>
                    <a:pt x="2670" y="35800"/>
                  </a:lnTo>
                  <a:lnTo>
                    <a:pt x="2278" y="35856"/>
                  </a:lnTo>
                  <a:lnTo>
                    <a:pt x="1942" y="35912"/>
                  </a:lnTo>
                  <a:lnTo>
                    <a:pt x="1662" y="35986"/>
                  </a:lnTo>
                  <a:lnTo>
                    <a:pt x="1419" y="36061"/>
                  </a:lnTo>
                  <a:lnTo>
                    <a:pt x="1196" y="36154"/>
                  </a:lnTo>
                  <a:lnTo>
                    <a:pt x="990" y="36229"/>
                  </a:lnTo>
                  <a:lnTo>
                    <a:pt x="804" y="36341"/>
                  </a:lnTo>
                  <a:lnTo>
                    <a:pt x="654" y="36434"/>
                  </a:lnTo>
                  <a:lnTo>
                    <a:pt x="505" y="36546"/>
                  </a:lnTo>
                  <a:lnTo>
                    <a:pt x="393" y="36677"/>
                  </a:lnTo>
                  <a:lnTo>
                    <a:pt x="281" y="36808"/>
                  </a:lnTo>
                  <a:lnTo>
                    <a:pt x="206" y="36938"/>
                  </a:lnTo>
                  <a:lnTo>
                    <a:pt x="132" y="37088"/>
                  </a:lnTo>
                  <a:lnTo>
                    <a:pt x="76" y="37237"/>
                  </a:lnTo>
                  <a:lnTo>
                    <a:pt x="38" y="37405"/>
                  </a:lnTo>
                  <a:lnTo>
                    <a:pt x="20" y="37573"/>
                  </a:lnTo>
                  <a:lnTo>
                    <a:pt x="1" y="37741"/>
                  </a:lnTo>
                  <a:lnTo>
                    <a:pt x="1" y="38133"/>
                  </a:lnTo>
                  <a:lnTo>
                    <a:pt x="38" y="38543"/>
                  </a:lnTo>
                  <a:lnTo>
                    <a:pt x="113" y="39010"/>
                  </a:lnTo>
                  <a:lnTo>
                    <a:pt x="300" y="40018"/>
                  </a:lnTo>
                  <a:lnTo>
                    <a:pt x="412" y="40596"/>
                  </a:lnTo>
                  <a:lnTo>
                    <a:pt x="505" y="41194"/>
                  </a:lnTo>
                  <a:lnTo>
                    <a:pt x="598" y="41847"/>
                  </a:lnTo>
                  <a:lnTo>
                    <a:pt x="673" y="42519"/>
                  </a:lnTo>
                  <a:lnTo>
                    <a:pt x="785" y="43751"/>
                  </a:lnTo>
                  <a:lnTo>
                    <a:pt x="878" y="44665"/>
                  </a:lnTo>
                  <a:lnTo>
                    <a:pt x="990" y="45337"/>
                  </a:lnTo>
                  <a:lnTo>
                    <a:pt x="1102" y="45897"/>
                  </a:lnTo>
                  <a:lnTo>
                    <a:pt x="1233" y="46401"/>
                  </a:lnTo>
                  <a:lnTo>
                    <a:pt x="1419" y="46961"/>
                  </a:lnTo>
                  <a:lnTo>
                    <a:pt x="1662" y="47652"/>
                  </a:lnTo>
                  <a:lnTo>
                    <a:pt x="1979" y="48585"/>
                  </a:lnTo>
                  <a:lnTo>
                    <a:pt x="2054" y="48734"/>
                  </a:lnTo>
                  <a:lnTo>
                    <a:pt x="2166" y="48884"/>
                  </a:lnTo>
                  <a:lnTo>
                    <a:pt x="2334" y="49033"/>
                  </a:lnTo>
                  <a:lnTo>
                    <a:pt x="2539" y="49182"/>
                  </a:lnTo>
                  <a:lnTo>
                    <a:pt x="2801" y="49350"/>
                  </a:lnTo>
                  <a:lnTo>
                    <a:pt x="3081" y="49500"/>
                  </a:lnTo>
                  <a:lnTo>
                    <a:pt x="3417" y="49649"/>
                  </a:lnTo>
                  <a:lnTo>
                    <a:pt x="3771" y="49817"/>
                  </a:lnTo>
                  <a:lnTo>
                    <a:pt x="4182" y="49966"/>
                  </a:lnTo>
                  <a:lnTo>
                    <a:pt x="4611" y="50116"/>
                  </a:lnTo>
                  <a:lnTo>
                    <a:pt x="5078" y="50265"/>
                  </a:lnTo>
                  <a:lnTo>
                    <a:pt x="5582" y="50414"/>
                  </a:lnTo>
                  <a:lnTo>
                    <a:pt x="6664" y="50713"/>
                  </a:lnTo>
                  <a:lnTo>
                    <a:pt x="7859" y="50993"/>
                  </a:lnTo>
                  <a:lnTo>
                    <a:pt x="9147" y="51254"/>
                  </a:lnTo>
                  <a:lnTo>
                    <a:pt x="10509" y="51478"/>
                  </a:lnTo>
                  <a:lnTo>
                    <a:pt x="11946" y="51702"/>
                  </a:lnTo>
                  <a:lnTo>
                    <a:pt x="13440" y="51870"/>
                  </a:lnTo>
                  <a:lnTo>
                    <a:pt x="14989" y="52019"/>
                  </a:lnTo>
                  <a:lnTo>
                    <a:pt x="16557" y="52131"/>
                  </a:lnTo>
                  <a:lnTo>
                    <a:pt x="18162" y="52206"/>
                  </a:lnTo>
                  <a:lnTo>
                    <a:pt x="18946" y="52225"/>
                  </a:lnTo>
                  <a:lnTo>
                    <a:pt x="20551" y="52225"/>
                  </a:lnTo>
                  <a:lnTo>
                    <a:pt x="21354" y="52206"/>
                  </a:lnTo>
                  <a:lnTo>
                    <a:pt x="22156" y="52169"/>
                  </a:lnTo>
                  <a:lnTo>
                    <a:pt x="22940" y="52131"/>
                  </a:lnTo>
                  <a:lnTo>
                    <a:pt x="23724" y="52075"/>
                  </a:lnTo>
                  <a:lnTo>
                    <a:pt x="24489" y="52001"/>
                  </a:lnTo>
                  <a:lnTo>
                    <a:pt x="25254" y="51907"/>
                  </a:lnTo>
                  <a:lnTo>
                    <a:pt x="26020" y="51795"/>
                  </a:lnTo>
                  <a:lnTo>
                    <a:pt x="26748" y="51683"/>
                  </a:lnTo>
                  <a:lnTo>
                    <a:pt x="27476" y="51553"/>
                  </a:lnTo>
                  <a:lnTo>
                    <a:pt x="28185" y="51385"/>
                  </a:lnTo>
                  <a:lnTo>
                    <a:pt x="28875" y="51217"/>
                  </a:lnTo>
                  <a:lnTo>
                    <a:pt x="29547" y="51030"/>
                  </a:lnTo>
                  <a:lnTo>
                    <a:pt x="30182" y="50825"/>
                  </a:lnTo>
                  <a:lnTo>
                    <a:pt x="30817" y="50601"/>
                  </a:lnTo>
                  <a:lnTo>
                    <a:pt x="31414" y="50340"/>
                  </a:lnTo>
                  <a:lnTo>
                    <a:pt x="31992" y="50078"/>
                  </a:lnTo>
                  <a:lnTo>
                    <a:pt x="32552" y="49798"/>
                  </a:lnTo>
                  <a:lnTo>
                    <a:pt x="33075" y="49481"/>
                  </a:lnTo>
                  <a:lnTo>
                    <a:pt x="33560" y="49164"/>
                  </a:lnTo>
                  <a:lnTo>
                    <a:pt x="34027" y="48809"/>
                  </a:lnTo>
                  <a:lnTo>
                    <a:pt x="34456" y="48436"/>
                  </a:lnTo>
                  <a:lnTo>
                    <a:pt x="34848" y="48044"/>
                  </a:lnTo>
                  <a:lnTo>
                    <a:pt x="35203" y="47614"/>
                  </a:lnTo>
                  <a:lnTo>
                    <a:pt x="35371" y="47409"/>
                  </a:lnTo>
                  <a:lnTo>
                    <a:pt x="35520" y="47185"/>
                  </a:lnTo>
                  <a:lnTo>
                    <a:pt x="35669" y="46943"/>
                  </a:lnTo>
                  <a:lnTo>
                    <a:pt x="35800" y="46719"/>
                  </a:lnTo>
                  <a:lnTo>
                    <a:pt x="35931" y="46476"/>
                  </a:lnTo>
                  <a:lnTo>
                    <a:pt x="36043" y="46215"/>
                  </a:lnTo>
                  <a:lnTo>
                    <a:pt x="36155" y="45972"/>
                  </a:lnTo>
                  <a:lnTo>
                    <a:pt x="36248" y="45711"/>
                  </a:lnTo>
                  <a:lnTo>
                    <a:pt x="36323" y="45431"/>
                  </a:lnTo>
                  <a:lnTo>
                    <a:pt x="36397" y="45151"/>
                  </a:lnTo>
                  <a:lnTo>
                    <a:pt x="36453" y="44871"/>
                  </a:lnTo>
                  <a:lnTo>
                    <a:pt x="36509" y="44591"/>
                  </a:lnTo>
                  <a:lnTo>
                    <a:pt x="36547" y="44292"/>
                  </a:lnTo>
                  <a:lnTo>
                    <a:pt x="36565" y="43993"/>
                  </a:lnTo>
                  <a:lnTo>
                    <a:pt x="36584" y="43695"/>
                  </a:lnTo>
                  <a:lnTo>
                    <a:pt x="36584" y="43378"/>
                  </a:lnTo>
                  <a:lnTo>
                    <a:pt x="36547" y="42724"/>
                  </a:lnTo>
                  <a:lnTo>
                    <a:pt x="36509" y="42071"/>
                  </a:lnTo>
                  <a:lnTo>
                    <a:pt x="36435" y="41418"/>
                  </a:lnTo>
                  <a:lnTo>
                    <a:pt x="36341" y="40727"/>
                  </a:lnTo>
                  <a:lnTo>
                    <a:pt x="36229" y="40037"/>
                  </a:lnTo>
                  <a:lnTo>
                    <a:pt x="36099" y="39346"/>
                  </a:lnTo>
                  <a:lnTo>
                    <a:pt x="35949" y="38637"/>
                  </a:lnTo>
                  <a:lnTo>
                    <a:pt x="35781" y="37927"/>
                  </a:lnTo>
                  <a:lnTo>
                    <a:pt x="35576" y="37199"/>
                  </a:lnTo>
                  <a:lnTo>
                    <a:pt x="35371" y="36472"/>
                  </a:lnTo>
                  <a:lnTo>
                    <a:pt x="35147" y="35744"/>
                  </a:lnTo>
                  <a:lnTo>
                    <a:pt x="34904" y="34997"/>
                  </a:lnTo>
                  <a:lnTo>
                    <a:pt x="34643" y="34250"/>
                  </a:lnTo>
                  <a:lnTo>
                    <a:pt x="34382" y="33504"/>
                  </a:lnTo>
                  <a:lnTo>
                    <a:pt x="34083" y="32739"/>
                  </a:lnTo>
                  <a:lnTo>
                    <a:pt x="33784" y="31973"/>
                  </a:lnTo>
                  <a:lnTo>
                    <a:pt x="33131" y="30443"/>
                  </a:lnTo>
                  <a:lnTo>
                    <a:pt x="32440" y="28912"/>
                  </a:lnTo>
                  <a:lnTo>
                    <a:pt x="31712" y="27382"/>
                  </a:lnTo>
                  <a:lnTo>
                    <a:pt x="30947" y="25851"/>
                  </a:lnTo>
                  <a:lnTo>
                    <a:pt x="30145" y="24321"/>
                  </a:lnTo>
                  <a:lnTo>
                    <a:pt x="29305" y="22828"/>
                  </a:lnTo>
                  <a:lnTo>
                    <a:pt x="28465" y="21334"/>
                  </a:lnTo>
                  <a:lnTo>
                    <a:pt x="27588" y="19860"/>
                  </a:lnTo>
                  <a:lnTo>
                    <a:pt x="26710" y="18423"/>
                  </a:lnTo>
                  <a:lnTo>
                    <a:pt x="25833" y="17023"/>
                  </a:lnTo>
                  <a:lnTo>
                    <a:pt x="24937" y="15660"/>
                  </a:lnTo>
                  <a:lnTo>
                    <a:pt x="24060" y="14335"/>
                  </a:lnTo>
                  <a:lnTo>
                    <a:pt x="23201" y="13066"/>
                  </a:lnTo>
                  <a:lnTo>
                    <a:pt x="22343" y="11853"/>
                  </a:lnTo>
                  <a:lnTo>
                    <a:pt x="21503" y="10695"/>
                  </a:lnTo>
                  <a:lnTo>
                    <a:pt x="20700" y="9594"/>
                  </a:lnTo>
                  <a:lnTo>
                    <a:pt x="19916" y="8586"/>
                  </a:lnTo>
                  <a:lnTo>
                    <a:pt x="19188" y="7634"/>
                  </a:lnTo>
                  <a:lnTo>
                    <a:pt x="18479" y="6757"/>
                  </a:lnTo>
                  <a:lnTo>
                    <a:pt x="17826" y="5973"/>
                  </a:lnTo>
                  <a:lnTo>
                    <a:pt x="17229" y="5264"/>
                  </a:lnTo>
                  <a:lnTo>
                    <a:pt x="16687" y="4667"/>
                  </a:lnTo>
                  <a:lnTo>
                    <a:pt x="16221" y="4163"/>
                  </a:lnTo>
                  <a:lnTo>
                    <a:pt x="15810" y="3771"/>
                  </a:lnTo>
                  <a:lnTo>
                    <a:pt x="15418" y="3435"/>
                  </a:lnTo>
                  <a:lnTo>
                    <a:pt x="15007" y="3118"/>
                  </a:lnTo>
                  <a:lnTo>
                    <a:pt x="14578" y="2819"/>
                  </a:lnTo>
                  <a:lnTo>
                    <a:pt x="14149" y="2539"/>
                  </a:lnTo>
                  <a:lnTo>
                    <a:pt x="13682" y="2278"/>
                  </a:lnTo>
                  <a:lnTo>
                    <a:pt x="13234" y="2035"/>
                  </a:lnTo>
                  <a:lnTo>
                    <a:pt x="12749" y="1830"/>
                  </a:lnTo>
                  <a:lnTo>
                    <a:pt x="12264" y="1624"/>
                  </a:lnTo>
                  <a:lnTo>
                    <a:pt x="11778" y="1419"/>
                  </a:lnTo>
                  <a:lnTo>
                    <a:pt x="11293" y="1251"/>
                  </a:lnTo>
                  <a:lnTo>
                    <a:pt x="10789" y="1102"/>
                  </a:lnTo>
                  <a:lnTo>
                    <a:pt x="10304" y="952"/>
                  </a:lnTo>
                  <a:lnTo>
                    <a:pt x="9819" y="822"/>
                  </a:lnTo>
                  <a:lnTo>
                    <a:pt x="9333" y="691"/>
                  </a:lnTo>
                  <a:lnTo>
                    <a:pt x="8381" y="504"/>
                  </a:lnTo>
                  <a:lnTo>
                    <a:pt x="7486" y="336"/>
                  </a:lnTo>
                  <a:lnTo>
                    <a:pt x="6664" y="224"/>
                  </a:lnTo>
                  <a:lnTo>
                    <a:pt x="5918" y="131"/>
                  </a:lnTo>
                  <a:lnTo>
                    <a:pt x="5264" y="75"/>
                  </a:lnTo>
                  <a:lnTo>
                    <a:pt x="4313" y="19"/>
                  </a:lnTo>
                  <a:lnTo>
                    <a:pt x="3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7"/>
            <p:cNvSpPr/>
            <p:nvPr/>
          </p:nvSpPr>
          <p:spPr>
            <a:xfrm flipH="1">
              <a:off x="724717" y="1698404"/>
              <a:ext cx="191699" cy="331158"/>
            </a:xfrm>
            <a:custGeom>
              <a:avLst/>
              <a:gdLst/>
              <a:ahLst/>
              <a:cxnLst/>
              <a:rect l="l" t="t" r="r" b="b"/>
              <a:pathLst>
                <a:path w="9930" h="17154" extrusionOk="0">
                  <a:moveTo>
                    <a:pt x="336" y="1"/>
                  </a:moveTo>
                  <a:lnTo>
                    <a:pt x="262" y="19"/>
                  </a:lnTo>
                  <a:lnTo>
                    <a:pt x="187" y="38"/>
                  </a:lnTo>
                  <a:lnTo>
                    <a:pt x="131" y="94"/>
                  </a:lnTo>
                  <a:lnTo>
                    <a:pt x="94" y="131"/>
                  </a:lnTo>
                  <a:lnTo>
                    <a:pt x="56" y="206"/>
                  </a:lnTo>
                  <a:lnTo>
                    <a:pt x="19" y="262"/>
                  </a:lnTo>
                  <a:lnTo>
                    <a:pt x="0" y="337"/>
                  </a:lnTo>
                  <a:lnTo>
                    <a:pt x="19" y="411"/>
                  </a:lnTo>
                  <a:lnTo>
                    <a:pt x="19" y="467"/>
                  </a:lnTo>
                  <a:lnTo>
                    <a:pt x="56" y="542"/>
                  </a:lnTo>
                  <a:lnTo>
                    <a:pt x="9239" y="16967"/>
                  </a:lnTo>
                  <a:lnTo>
                    <a:pt x="9295" y="17060"/>
                  </a:lnTo>
                  <a:lnTo>
                    <a:pt x="9370" y="17116"/>
                  </a:lnTo>
                  <a:lnTo>
                    <a:pt x="9463" y="17154"/>
                  </a:lnTo>
                  <a:lnTo>
                    <a:pt x="9650" y="17154"/>
                  </a:lnTo>
                  <a:lnTo>
                    <a:pt x="9743" y="17116"/>
                  </a:lnTo>
                  <a:lnTo>
                    <a:pt x="9799" y="17079"/>
                  </a:lnTo>
                  <a:lnTo>
                    <a:pt x="9855" y="17023"/>
                  </a:lnTo>
                  <a:lnTo>
                    <a:pt x="9893" y="16967"/>
                  </a:lnTo>
                  <a:lnTo>
                    <a:pt x="9911" y="16892"/>
                  </a:lnTo>
                  <a:lnTo>
                    <a:pt x="9930" y="16818"/>
                  </a:lnTo>
                  <a:lnTo>
                    <a:pt x="9930" y="16762"/>
                  </a:lnTo>
                  <a:lnTo>
                    <a:pt x="9911" y="16687"/>
                  </a:lnTo>
                  <a:lnTo>
                    <a:pt x="9874" y="16612"/>
                  </a:lnTo>
                  <a:lnTo>
                    <a:pt x="691" y="187"/>
                  </a:lnTo>
                  <a:lnTo>
                    <a:pt x="654" y="131"/>
                  </a:lnTo>
                  <a:lnTo>
                    <a:pt x="598" y="75"/>
                  </a:lnTo>
                  <a:lnTo>
                    <a:pt x="542" y="38"/>
                  </a:lnTo>
                  <a:lnTo>
                    <a:pt x="467" y="19"/>
                  </a:lnTo>
                  <a:lnTo>
                    <a:pt x="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7"/>
            <p:cNvSpPr/>
            <p:nvPr/>
          </p:nvSpPr>
          <p:spPr>
            <a:xfrm flipH="1">
              <a:off x="745229" y="1995666"/>
              <a:ext cx="309556" cy="266293"/>
            </a:xfrm>
            <a:custGeom>
              <a:avLst/>
              <a:gdLst/>
              <a:ahLst/>
              <a:cxnLst/>
              <a:rect l="l" t="t" r="r" b="b"/>
              <a:pathLst>
                <a:path w="16035" h="13794" extrusionOk="0">
                  <a:moveTo>
                    <a:pt x="15661" y="0"/>
                  </a:moveTo>
                  <a:lnTo>
                    <a:pt x="13776" y="37"/>
                  </a:lnTo>
                  <a:lnTo>
                    <a:pt x="11536" y="93"/>
                  </a:lnTo>
                  <a:lnTo>
                    <a:pt x="9109" y="168"/>
                  </a:lnTo>
                  <a:lnTo>
                    <a:pt x="6664" y="299"/>
                  </a:lnTo>
                  <a:lnTo>
                    <a:pt x="5488" y="355"/>
                  </a:lnTo>
                  <a:lnTo>
                    <a:pt x="4369" y="448"/>
                  </a:lnTo>
                  <a:lnTo>
                    <a:pt x="3342" y="523"/>
                  </a:lnTo>
                  <a:lnTo>
                    <a:pt x="2427" y="635"/>
                  </a:lnTo>
                  <a:lnTo>
                    <a:pt x="1643" y="747"/>
                  </a:lnTo>
                  <a:lnTo>
                    <a:pt x="1009" y="859"/>
                  </a:lnTo>
                  <a:lnTo>
                    <a:pt x="766" y="915"/>
                  </a:lnTo>
                  <a:lnTo>
                    <a:pt x="561" y="989"/>
                  </a:lnTo>
                  <a:lnTo>
                    <a:pt x="412" y="1064"/>
                  </a:lnTo>
                  <a:lnTo>
                    <a:pt x="300" y="1139"/>
                  </a:lnTo>
                  <a:lnTo>
                    <a:pt x="244" y="1195"/>
                  </a:lnTo>
                  <a:lnTo>
                    <a:pt x="206" y="1251"/>
                  </a:lnTo>
                  <a:lnTo>
                    <a:pt x="132" y="1437"/>
                  </a:lnTo>
                  <a:lnTo>
                    <a:pt x="76" y="1661"/>
                  </a:lnTo>
                  <a:lnTo>
                    <a:pt x="38" y="1941"/>
                  </a:lnTo>
                  <a:lnTo>
                    <a:pt x="1" y="2258"/>
                  </a:lnTo>
                  <a:lnTo>
                    <a:pt x="1" y="2594"/>
                  </a:lnTo>
                  <a:lnTo>
                    <a:pt x="1" y="2986"/>
                  </a:lnTo>
                  <a:lnTo>
                    <a:pt x="20" y="3397"/>
                  </a:lnTo>
                  <a:lnTo>
                    <a:pt x="76" y="4312"/>
                  </a:lnTo>
                  <a:lnTo>
                    <a:pt x="188" y="5301"/>
                  </a:lnTo>
                  <a:lnTo>
                    <a:pt x="318" y="6346"/>
                  </a:lnTo>
                  <a:lnTo>
                    <a:pt x="468" y="7429"/>
                  </a:lnTo>
                  <a:lnTo>
                    <a:pt x="636" y="8493"/>
                  </a:lnTo>
                  <a:lnTo>
                    <a:pt x="822" y="9538"/>
                  </a:lnTo>
                  <a:lnTo>
                    <a:pt x="1009" y="10508"/>
                  </a:lnTo>
                  <a:lnTo>
                    <a:pt x="1196" y="11404"/>
                  </a:lnTo>
                  <a:lnTo>
                    <a:pt x="1494" y="12823"/>
                  </a:lnTo>
                  <a:lnTo>
                    <a:pt x="1625" y="13289"/>
                  </a:lnTo>
                  <a:lnTo>
                    <a:pt x="1699" y="13551"/>
                  </a:lnTo>
                  <a:lnTo>
                    <a:pt x="1755" y="13644"/>
                  </a:lnTo>
                  <a:lnTo>
                    <a:pt x="1830" y="13719"/>
                  </a:lnTo>
                  <a:lnTo>
                    <a:pt x="1923" y="13775"/>
                  </a:lnTo>
                  <a:lnTo>
                    <a:pt x="2035" y="13793"/>
                  </a:lnTo>
                  <a:lnTo>
                    <a:pt x="2110" y="13793"/>
                  </a:lnTo>
                  <a:lnTo>
                    <a:pt x="2166" y="13775"/>
                  </a:lnTo>
                  <a:lnTo>
                    <a:pt x="2241" y="13737"/>
                  </a:lnTo>
                  <a:lnTo>
                    <a:pt x="2297" y="13700"/>
                  </a:lnTo>
                  <a:lnTo>
                    <a:pt x="2334" y="13644"/>
                  </a:lnTo>
                  <a:lnTo>
                    <a:pt x="2371" y="13569"/>
                  </a:lnTo>
                  <a:lnTo>
                    <a:pt x="2390" y="13513"/>
                  </a:lnTo>
                  <a:lnTo>
                    <a:pt x="2409" y="13439"/>
                  </a:lnTo>
                  <a:lnTo>
                    <a:pt x="2409" y="13364"/>
                  </a:lnTo>
                  <a:lnTo>
                    <a:pt x="2390" y="13289"/>
                  </a:lnTo>
                  <a:lnTo>
                    <a:pt x="2278" y="12935"/>
                  </a:lnTo>
                  <a:lnTo>
                    <a:pt x="2147" y="12412"/>
                  </a:lnTo>
                  <a:lnTo>
                    <a:pt x="1998" y="11759"/>
                  </a:lnTo>
                  <a:lnTo>
                    <a:pt x="1830" y="10994"/>
                  </a:lnTo>
                  <a:lnTo>
                    <a:pt x="1513" y="9202"/>
                  </a:lnTo>
                  <a:lnTo>
                    <a:pt x="1196" y="7261"/>
                  </a:lnTo>
                  <a:lnTo>
                    <a:pt x="1065" y="6271"/>
                  </a:lnTo>
                  <a:lnTo>
                    <a:pt x="934" y="5319"/>
                  </a:lnTo>
                  <a:lnTo>
                    <a:pt x="841" y="4442"/>
                  </a:lnTo>
                  <a:lnTo>
                    <a:pt x="766" y="3621"/>
                  </a:lnTo>
                  <a:lnTo>
                    <a:pt x="710" y="2912"/>
                  </a:lnTo>
                  <a:lnTo>
                    <a:pt x="710" y="2333"/>
                  </a:lnTo>
                  <a:lnTo>
                    <a:pt x="729" y="2090"/>
                  </a:lnTo>
                  <a:lnTo>
                    <a:pt x="748" y="1904"/>
                  </a:lnTo>
                  <a:lnTo>
                    <a:pt x="785" y="1755"/>
                  </a:lnTo>
                  <a:lnTo>
                    <a:pt x="822" y="1643"/>
                  </a:lnTo>
                  <a:lnTo>
                    <a:pt x="916" y="1605"/>
                  </a:lnTo>
                  <a:lnTo>
                    <a:pt x="1028" y="1568"/>
                  </a:lnTo>
                  <a:lnTo>
                    <a:pt x="1382" y="1493"/>
                  </a:lnTo>
                  <a:lnTo>
                    <a:pt x="1867" y="1419"/>
                  </a:lnTo>
                  <a:lnTo>
                    <a:pt x="2483" y="1344"/>
                  </a:lnTo>
                  <a:lnTo>
                    <a:pt x="3211" y="1269"/>
                  </a:lnTo>
                  <a:lnTo>
                    <a:pt x="4033" y="1195"/>
                  </a:lnTo>
                  <a:lnTo>
                    <a:pt x="5974" y="1064"/>
                  </a:lnTo>
                  <a:lnTo>
                    <a:pt x="8195" y="952"/>
                  </a:lnTo>
                  <a:lnTo>
                    <a:pt x="10621" y="859"/>
                  </a:lnTo>
                  <a:lnTo>
                    <a:pt x="13141" y="784"/>
                  </a:lnTo>
                  <a:lnTo>
                    <a:pt x="15679" y="728"/>
                  </a:lnTo>
                  <a:lnTo>
                    <a:pt x="15754" y="728"/>
                  </a:lnTo>
                  <a:lnTo>
                    <a:pt x="15810" y="691"/>
                  </a:lnTo>
                  <a:lnTo>
                    <a:pt x="15885" y="653"/>
                  </a:lnTo>
                  <a:lnTo>
                    <a:pt x="15922" y="616"/>
                  </a:lnTo>
                  <a:lnTo>
                    <a:pt x="15978" y="560"/>
                  </a:lnTo>
                  <a:lnTo>
                    <a:pt x="16015" y="504"/>
                  </a:lnTo>
                  <a:lnTo>
                    <a:pt x="16034" y="429"/>
                  </a:lnTo>
                  <a:lnTo>
                    <a:pt x="16034" y="355"/>
                  </a:lnTo>
                  <a:lnTo>
                    <a:pt x="16015" y="280"/>
                  </a:lnTo>
                  <a:lnTo>
                    <a:pt x="15997" y="205"/>
                  </a:lnTo>
                  <a:lnTo>
                    <a:pt x="15959" y="149"/>
                  </a:lnTo>
                  <a:lnTo>
                    <a:pt x="15903" y="93"/>
                  </a:lnTo>
                  <a:lnTo>
                    <a:pt x="15847" y="56"/>
                  </a:lnTo>
                  <a:lnTo>
                    <a:pt x="15791" y="19"/>
                  </a:lnTo>
                  <a:lnTo>
                    <a:pt x="157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7"/>
            <p:cNvSpPr/>
            <p:nvPr/>
          </p:nvSpPr>
          <p:spPr>
            <a:xfrm flipH="1">
              <a:off x="1409985" y="1316841"/>
              <a:ext cx="437085" cy="937953"/>
            </a:xfrm>
            <a:custGeom>
              <a:avLst/>
              <a:gdLst/>
              <a:ahLst/>
              <a:cxnLst/>
              <a:rect l="l" t="t" r="r" b="b"/>
              <a:pathLst>
                <a:path w="22641" h="48586" extrusionOk="0">
                  <a:moveTo>
                    <a:pt x="22640" y="0"/>
                  </a:moveTo>
                  <a:lnTo>
                    <a:pt x="22174" y="75"/>
                  </a:lnTo>
                  <a:lnTo>
                    <a:pt x="20979" y="262"/>
                  </a:lnTo>
                  <a:lnTo>
                    <a:pt x="20158" y="411"/>
                  </a:lnTo>
                  <a:lnTo>
                    <a:pt x="19225" y="598"/>
                  </a:lnTo>
                  <a:lnTo>
                    <a:pt x="18217" y="840"/>
                  </a:lnTo>
                  <a:lnTo>
                    <a:pt x="17172" y="1102"/>
                  </a:lnTo>
                  <a:lnTo>
                    <a:pt x="16108" y="1400"/>
                  </a:lnTo>
                  <a:lnTo>
                    <a:pt x="15566" y="1568"/>
                  </a:lnTo>
                  <a:lnTo>
                    <a:pt x="15044" y="1755"/>
                  </a:lnTo>
                  <a:lnTo>
                    <a:pt x="14521" y="1942"/>
                  </a:lnTo>
                  <a:lnTo>
                    <a:pt x="14017" y="2147"/>
                  </a:lnTo>
                  <a:lnTo>
                    <a:pt x="13513" y="2371"/>
                  </a:lnTo>
                  <a:lnTo>
                    <a:pt x="13047" y="2595"/>
                  </a:lnTo>
                  <a:lnTo>
                    <a:pt x="12599" y="2819"/>
                  </a:lnTo>
                  <a:lnTo>
                    <a:pt x="12188" y="3062"/>
                  </a:lnTo>
                  <a:lnTo>
                    <a:pt x="11796" y="3323"/>
                  </a:lnTo>
                  <a:lnTo>
                    <a:pt x="11423" y="3603"/>
                  </a:lnTo>
                  <a:lnTo>
                    <a:pt x="11106" y="3883"/>
                  </a:lnTo>
                  <a:lnTo>
                    <a:pt x="10826" y="4181"/>
                  </a:lnTo>
                  <a:lnTo>
                    <a:pt x="10583" y="4499"/>
                  </a:lnTo>
                  <a:lnTo>
                    <a:pt x="10490" y="4648"/>
                  </a:lnTo>
                  <a:lnTo>
                    <a:pt x="10396" y="4816"/>
                  </a:lnTo>
                  <a:lnTo>
                    <a:pt x="9202" y="7168"/>
                  </a:lnTo>
                  <a:lnTo>
                    <a:pt x="8287" y="9034"/>
                  </a:lnTo>
                  <a:lnTo>
                    <a:pt x="7783" y="10117"/>
                  </a:lnTo>
                  <a:lnTo>
                    <a:pt x="7223" y="11293"/>
                  </a:lnTo>
                  <a:lnTo>
                    <a:pt x="6663" y="12543"/>
                  </a:lnTo>
                  <a:lnTo>
                    <a:pt x="6085" y="13868"/>
                  </a:lnTo>
                  <a:lnTo>
                    <a:pt x="5487" y="15250"/>
                  </a:lnTo>
                  <a:lnTo>
                    <a:pt x="4890" y="16706"/>
                  </a:lnTo>
                  <a:lnTo>
                    <a:pt x="4312" y="18199"/>
                  </a:lnTo>
                  <a:lnTo>
                    <a:pt x="3733" y="19729"/>
                  </a:lnTo>
                  <a:lnTo>
                    <a:pt x="3173" y="21316"/>
                  </a:lnTo>
                  <a:lnTo>
                    <a:pt x="2632" y="22902"/>
                  </a:lnTo>
                  <a:lnTo>
                    <a:pt x="2128" y="24526"/>
                  </a:lnTo>
                  <a:lnTo>
                    <a:pt x="1661" y="26169"/>
                  </a:lnTo>
                  <a:lnTo>
                    <a:pt x="1437" y="26971"/>
                  </a:lnTo>
                  <a:lnTo>
                    <a:pt x="1232" y="27792"/>
                  </a:lnTo>
                  <a:lnTo>
                    <a:pt x="1045" y="28614"/>
                  </a:lnTo>
                  <a:lnTo>
                    <a:pt x="859" y="29435"/>
                  </a:lnTo>
                  <a:lnTo>
                    <a:pt x="691" y="30238"/>
                  </a:lnTo>
                  <a:lnTo>
                    <a:pt x="541" y="31059"/>
                  </a:lnTo>
                  <a:lnTo>
                    <a:pt x="411" y="31861"/>
                  </a:lnTo>
                  <a:lnTo>
                    <a:pt x="299" y="32664"/>
                  </a:lnTo>
                  <a:lnTo>
                    <a:pt x="205" y="33448"/>
                  </a:lnTo>
                  <a:lnTo>
                    <a:pt x="112" y="34232"/>
                  </a:lnTo>
                  <a:lnTo>
                    <a:pt x="56" y="35016"/>
                  </a:lnTo>
                  <a:lnTo>
                    <a:pt x="19" y="35781"/>
                  </a:lnTo>
                  <a:lnTo>
                    <a:pt x="0" y="36546"/>
                  </a:lnTo>
                  <a:lnTo>
                    <a:pt x="0" y="37293"/>
                  </a:lnTo>
                  <a:lnTo>
                    <a:pt x="19" y="38021"/>
                  </a:lnTo>
                  <a:lnTo>
                    <a:pt x="75" y="38749"/>
                  </a:lnTo>
                  <a:lnTo>
                    <a:pt x="149" y="39458"/>
                  </a:lnTo>
                  <a:lnTo>
                    <a:pt x="243" y="40149"/>
                  </a:lnTo>
                  <a:lnTo>
                    <a:pt x="373" y="40820"/>
                  </a:lnTo>
                  <a:lnTo>
                    <a:pt x="523" y="41474"/>
                  </a:lnTo>
                  <a:lnTo>
                    <a:pt x="709" y="42127"/>
                  </a:lnTo>
                  <a:lnTo>
                    <a:pt x="915" y="42743"/>
                  </a:lnTo>
                  <a:lnTo>
                    <a:pt x="1157" y="43340"/>
                  </a:lnTo>
                  <a:lnTo>
                    <a:pt x="1437" y="43937"/>
                  </a:lnTo>
                  <a:lnTo>
                    <a:pt x="1736" y="44497"/>
                  </a:lnTo>
                  <a:lnTo>
                    <a:pt x="2053" y="45020"/>
                  </a:lnTo>
                  <a:lnTo>
                    <a:pt x="2426" y="45543"/>
                  </a:lnTo>
                  <a:lnTo>
                    <a:pt x="2818" y="46028"/>
                  </a:lnTo>
                  <a:lnTo>
                    <a:pt x="3248" y="46495"/>
                  </a:lnTo>
                  <a:lnTo>
                    <a:pt x="3658" y="46887"/>
                  </a:lnTo>
                  <a:lnTo>
                    <a:pt x="4069" y="47241"/>
                  </a:lnTo>
                  <a:lnTo>
                    <a:pt x="4498" y="47558"/>
                  </a:lnTo>
                  <a:lnTo>
                    <a:pt x="4909" y="47838"/>
                  </a:lnTo>
                  <a:lnTo>
                    <a:pt x="5319" y="48062"/>
                  </a:lnTo>
                  <a:lnTo>
                    <a:pt x="5730" y="48249"/>
                  </a:lnTo>
                  <a:lnTo>
                    <a:pt x="6141" y="48380"/>
                  </a:lnTo>
                  <a:lnTo>
                    <a:pt x="6551" y="48492"/>
                  </a:lnTo>
                  <a:lnTo>
                    <a:pt x="6962" y="48548"/>
                  </a:lnTo>
                  <a:lnTo>
                    <a:pt x="7373" y="48585"/>
                  </a:lnTo>
                  <a:lnTo>
                    <a:pt x="7783" y="48585"/>
                  </a:lnTo>
                  <a:lnTo>
                    <a:pt x="8175" y="48548"/>
                  </a:lnTo>
                  <a:lnTo>
                    <a:pt x="8586" y="48473"/>
                  </a:lnTo>
                  <a:lnTo>
                    <a:pt x="8978" y="48380"/>
                  </a:lnTo>
                  <a:lnTo>
                    <a:pt x="9370" y="48249"/>
                  </a:lnTo>
                  <a:lnTo>
                    <a:pt x="9762" y="48081"/>
                  </a:lnTo>
                  <a:lnTo>
                    <a:pt x="10154" y="47894"/>
                  </a:lnTo>
                  <a:lnTo>
                    <a:pt x="10546" y="47689"/>
                  </a:lnTo>
                  <a:lnTo>
                    <a:pt x="10919" y="47446"/>
                  </a:lnTo>
                  <a:lnTo>
                    <a:pt x="11292" y="47185"/>
                  </a:lnTo>
                  <a:lnTo>
                    <a:pt x="11666" y="46905"/>
                  </a:lnTo>
                  <a:lnTo>
                    <a:pt x="12039" y="46588"/>
                  </a:lnTo>
                  <a:lnTo>
                    <a:pt x="12393" y="46271"/>
                  </a:lnTo>
                  <a:lnTo>
                    <a:pt x="12767" y="45935"/>
                  </a:lnTo>
                  <a:lnTo>
                    <a:pt x="13121" y="45580"/>
                  </a:lnTo>
                  <a:lnTo>
                    <a:pt x="13457" y="45207"/>
                  </a:lnTo>
                  <a:lnTo>
                    <a:pt x="13812" y="44815"/>
                  </a:lnTo>
                  <a:lnTo>
                    <a:pt x="14148" y="44423"/>
                  </a:lnTo>
                  <a:lnTo>
                    <a:pt x="14465" y="44012"/>
                  </a:lnTo>
                  <a:lnTo>
                    <a:pt x="15119" y="43154"/>
                  </a:lnTo>
                  <a:lnTo>
                    <a:pt x="15734" y="42276"/>
                  </a:lnTo>
                  <a:lnTo>
                    <a:pt x="16332" y="41380"/>
                  </a:lnTo>
                  <a:lnTo>
                    <a:pt x="16892" y="40466"/>
                  </a:lnTo>
                  <a:lnTo>
                    <a:pt x="17414" y="39570"/>
                  </a:lnTo>
                  <a:lnTo>
                    <a:pt x="17918" y="38674"/>
                  </a:lnTo>
                  <a:lnTo>
                    <a:pt x="18385" y="37797"/>
                  </a:lnTo>
                  <a:lnTo>
                    <a:pt x="18795" y="36957"/>
                  </a:lnTo>
                  <a:lnTo>
                    <a:pt x="19187" y="36154"/>
                  </a:lnTo>
                  <a:lnTo>
                    <a:pt x="19859" y="34736"/>
                  </a:lnTo>
                  <a:lnTo>
                    <a:pt x="20345" y="33635"/>
                  </a:lnTo>
                  <a:lnTo>
                    <a:pt x="20643" y="32888"/>
                  </a:lnTo>
                  <a:lnTo>
                    <a:pt x="20737" y="32627"/>
                  </a:lnTo>
                  <a:lnTo>
                    <a:pt x="226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7"/>
            <p:cNvSpPr/>
            <p:nvPr/>
          </p:nvSpPr>
          <p:spPr>
            <a:xfrm flipH="1">
              <a:off x="1500814" y="1616613"/>
              <a:ext cx="55135" cy="446100"/>
            </a:xfrm>
            <a:custGeom>
              <a:avLst/>
              <a:gdLst/>
              <a:ahLst/>
              <a:cxnLst/>
              <a:rect l="l" t="t" r="r" b="b"/>
              <a:pathLst>
                <a:path w="2856" h="2310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856" y="23108"/>
                  </a:lnTo>
                </a:path>
              </a:pathLst>
            </a:custGeom>
            <a:noFill/>
            <a:ln w="18200" cap="rnd" cmpd="sng">
              <a:solidFill>
                <a:srgbClr val="421A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7"/>
            <p:cNvSpPr/>
            <p:nvPr/>
          </p:nvSpPr>
          <p:spPr>
            <a:xfrm flipH="1">
              <a:off x="1555927" y="1308907"/>
              <a:ext cx="39652" cy="154247"/>
            </a:xfrm>
            <a:custGeom>
              <a:avLst/>
              <a:gdLst/>
              <a:ahLst/>
              <a:cxnLst/>
              <a:rect l="l" t="t" r="r" b="b"/>
              <a:pathLst>
                <a:path w="2054" h="7990" extrusionOk="0">
                  <a:moveTo>
                    <a:pt x="1325" y="1"/>
                  </a:moveTo>
                  <a:lnTo>
                    <a:pt x="1232" y="20"/>
                  </a:lnTo>
                  <a:lnTo>
                    <a:pt x="1139" y="57"/>
                  </a:lnTo>
                  <a:lnTo>
                    <a:pt x="1064" y="132"/>
                  </a:lnTo>
                  <a:lnTo>
                    <a:pt x="1008" y="206"/>
                  </a:lnTo>
                  <a:lnTo>
                    <a:pt x="952" y="300"/>
                  </a:lnTo>
                  <a:lnTo>
                    <a:pt x="933" y="411"/>
                  </a:lnTo>
                  <a:lnTo>
                    <a:pt x="859" y="915"/>
                  </a:lnTo>
                  <a:lnTo>
                    <a:pt x="728" y="1849"/>
                  </a:lnTo>
                  <a:lnTo>
                    <a:pt x="411" y="4406"/>
                  </a:lnTo>
                  <a:lnTo>
                    <a:pt x="0" y="7915"/>
                  </a:lnTo>
                  <a:lnTo>
                    <a:pt x="93" y="7971"/>
                  </a:lnTo>
                  <a:lnTo>
                    <a:pt x="168" y="7989"/>
                  </a:lnTo>
                  <a:lnTo>
                    <a:pt x="261" y="7971"/>
                  </a:lnTo>
                  <a:lnTo>
                    <a:pt x="355" y="7933"/>
                  </a:lnTo>
                  <a:lnTo>
                    <a:pt x="448" y="7877"/>
                  </a:lnTo>
                  <a:lnTo>
                    <a:pt x="541" y="7784"/>
                  </a:lnTo>
                  <a:lnTo>
                    <a:pt x="635" y="7672"/>
                  </a:lnTo>
                  <a:lnTo>
                    <a:pt x="728" y="7523"/>
                  </a:lnTo>
                  <a:lnTo>
                    <a:pt x="915" y="7187"/>
                  </a:lnTo>
                  <a:lnTo>
                    <a:pt x="1083" y="6776"/>
                  </a:lnTo>
                  <a:lnTo>
                    <a:pt x="1251" y="6291"/>
                  </a:lnTo>
                  <a:lnTo>
                    <a:pt x="1400" y="5787"/>
                  </a:lnTo>
                  <a:lnTo>
                    <a:pt x="1549" y="5227"/>
                  </a:lnTo>
                  <a:lnTo>
                    <a:pt x="1680" y="4667"/>
                  </a:lnTo>
                  <a:lnTo>
                    <a:pt x="1792" y="4088"/>
                  </a:lnTo>
                  <a:lnTo>
                    <a:pt x="1885" y="3529"/>
                  </a:lnTo>
                  <a:lnTo>
                    <a:pt x="1960" y="2987"/>
                  </a:lnTo>
                  <a:lnTo>
                    <a:pt x="2016" y="2465"/>
                  </a:lnTo>
                  <a:lnTo>
                    <a:pt x="2053" y="1998"/>
                  </a:lnTo>
                  <a:lnTo>
                    <a:pt x="2053" y="1587"/>
                  </a:lnTo>
                  <a:lnTo>
                    <a:pt x="2035" y="1251"/>
                  </a:lnTo>
                  <a:lnTo>
                    <a:pt x="1997" y="953"/>
                  </a:lnTo>
                  <a:lnTo>
                    <a:pt x="1941" y="691"/>
                  </a:lnTo>
                  <a:lnTo>
                    <a:pt x="1867" y="486"/>
                  </a:lnTo>
                  <a:lnTo>
                    <a:pt x="1792" y="318"/>
                  </a:lnTo>
                  <a:lnTo>
                    <a:pt x="1717" y="188"/>
                  </a:lnTo>
                  <a:lnTo>
                    <a:pt x="1624" y="94"/>
                  </a:lnTo>
                  <a:lnTo>
                    <a:pt x="1512" y="20"/>
                  </a:lnTo>
                  <a:lnTo>
                    <a:pt x="141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7"/>
            <p:cNvSpPr/>
            <p:nvPr/>
          </p:nvSpPr>
          <p:spPr>
            <a:xfrm flipH="1">
              <a:off x="1430908" y="1349986"/>
              <a:ext cx="174401" cy="344131"/>
            </a:xfrm>
            <a:custGeom>
              <a:avLst/>
              <a:gdLst/>
              <a:ahLst/>
              <a:cxnLst/>
              <a:rect l="l" t="t" r="r" b="b"/>
              <a:pathLst>
                <a:path w="9034" h="17826" extrusionOk="0">
                  <a:moveTo>
                    <a:pt x="3434" y="1"/>
                  </a:moveTo>
                  <a:lnTo>
                    <a:pt x="3098" y="19"/>
                  </a:lnTo>
                  <a:lnTo>
                    <a:pt x="2800" y="57"/>
                  </a:lnTo>
                  <a:lnTo>
                    <a:pt x="2539" y="113"/>
                  </a:lnTo>
                  <a:lnTo>
                    <a:pt x="2445" y="169"/>
                  </a:lnTo>
                  <a:lnTo>
                    <a:pt x="2352" y="206"/>
                  </a:lnTo>
                  <a:lnTo>
                    <a:pt x="2259" y="281"/>
                  </a:lnTo>
                  <a:lnTo>
                    <a:pt x="2184" y="355"/>
                  </a:lnTo>
                  <a:lnTo>
                    <a:pt x="1997" y="579"/>
                  </a:lnTo>
                  <a:lnTo>
                    <a:pt x="1829" y="841"/>
                  </a:lnTo>
                  <a:lnTo>
                    <a:pt x="1643" y="1158"/>
                  </a:lnTo>
                  <a:lnTo>
                    <a:pt x="1456" y="1531"/>
                  </a:lnTo>
                  <a:lnTo>
                    <a:pt x="1269" y="1923"/>
                  </a:lnTo>
                  <a:lnTo>
                    <a:pt x="1083" y="2352"/>
                  </a:lnTo>
                  <a:lnTo>
                    <a:pt x="915" y="2800"/>
                  </a:lnTo>
                  <a:lnTo>
                    <a:pt x="747" y="3248"/>
                  </a:lnTo>
                  <a:lnTo>
                    <a:pt x="597" y="3715"/>
                  </a:lnTo>
                  <a:lnTo>
                    <a:pt x="448" y="4182"/>
                  </a:lnTo>
                  <a:lnTo>
                    <a:pt x="317" y="4648"/>
                  </a:lnTo>
                  <a:lnTo>
                    <a:pt x="205" y="5077"/>
                  </a:lnTo>
                  <a:lnTo>
                    <a:pt x="112" y="5488"/>
                  </a:lnTo>
                  <a:lnTo>
                    <a:pt x="56" y="5880"/>
                  </a:lnTo>
                  <a:lnTo>
                    <a:pt x="0" y="6216"/>
                  </a:lnTo>
                  <a:lnTo>
                    <a:pt x="0" y="6403"/>
                  </a:lnTo>
                  <a:lnTo>
                    <a:pt x="19" y="6627"/>
                  </a:lnTo>
                  <a:lnTo>
                    <a:pt x="56" y="6907"/>
                  </a:lnTo>
                  <a:lnTo>
                    <a:pt x="112" y="7205"/>
                  </a:lnTo>
                  <a:lnTo>
                    <a:pt x="299" y="7933"/>
                  </a:lnTo>
                  <a:lnTo>
                    <a:pt x="523" y="8754"/>
                  </a:lnTo>
                  <a:lnTo>
                    <a:pt x="803" y="9669"/>
                  </a:lnTo>
                  <a:lnTo>
                    <a:pt x="1139" y="10640"/>
                  </a:lnTo>
                  <a:lnTo>
                    <a:pt x="1475" y="11648"/>
                  </a:lnTo>
                  <a:lnTo>
                    <a:pt x="1848" y="12655"/>
                  </a:lnTo>
                  <a:lnTo>
                    <a:pt x="2557" y="14597"/>
                  </a:lnTo>
                  <a:lnTo>
                    <a:pt x="3192" y="16239"/>
                  </a:lnTo>
                  <a:lnTo>
                    <a:pt x="3808" y="17826"/>
                  </a:lnTo>
                  <a:lnTo>
                    <a:pt x="6215" y="17340"/>
                  </a:lnTo>
                  <a:lnTo>
                    <a:pt x="7858" y="17004"/>
                  </a:lnTo>
                  <a:lnTo>
                    <a:pt x="8549" y="16855"/>
                  </a:lnTo>
                  <a:lnTo>
                    <a:pt x="8530" y="16836"/>
                  </a:lnTo>
                  <a:lnTo>
                    <a:pt x="8530" y="16799"/>
                  </a:lnTo>
                  <a:lnTo>
                    <a:pt x="8530" y="16650"/>
                  </a:lnTo>
                  <a:lnTo>
                    <a:pt x="8567" y="16108"/>
                  </a:lnTo>
                  <a:lnTo>
                    <a:pt x="8735" y="14317"/>
                  </a:lnTo>
                  <a:lnTo>
                    <a:pt x="8847" y="13197"/>
                  </a:lnTo>
                  <a:lnTo>
                    <a:pt x="8941" y="12058"/>
                  </a:lnTo>
                  <a:lnTo>
                    <a:pt x="9015" y="10957"/>
                  </a:lnTo>
                  <a:lnTo>
                    <a:pt x="9034" y="9968"/>
                  </a:lnTo>
                  <a:lnTo>
                    <a:pt x="9034" y="9557"/>
                  </a:lnTo>
                  <a:lnTo>
                    <a:pt x="8997" y="9202"/>
                  </a:lnTo>
                  <a:lnTo>
                    <a:pt x="8941" y="8904"/>
                  </a:lnTo>
                  <a:lnTo>
                    <a:pt x="8847" y="8642"/>
                  </a:lnTo>
                  <a:lnTo>
                    <a:pt x="8754" y="8437"/>
                  </a:lnTo>
                  <a:lnTo>
                    <a:pt x="8661" y="8269"/>
                  </a:lnTo>
                  <a:lnTo>
                    <a:pt x="8530" y="8139"/>
                  </a:lnTo>
                  <a:lnTo>
                    <a:pt x="8418" y="8027"/>
                  </a:lnTo>
                  <a:lnTo>
                    <a:pt x="8175" y="7840"/>
                  </a:lnTo>
                  <a:lnTo>
                    <a:pt x="7970" y="7691"/>
                  </a:lnTo>
                  <a:lnTo>
                    <a:pt x="7895" y="7616"/>
                  </a:lnTo>
                  <a:lnTo>
                    <a:pt x="7839" y="7523"/>
                  </a:lnTo>
                  <a:lnTo>
                    <a:pt x="7802" y="7392"/>
                  </a:lnTo>
                  <a:lnTo>
                    <a:pt x="7783" y="7261"/>
                  </a:lnTo>
                  <a:lnTo>
                    <a:pt x="7802" y="5656"/>
                  </a:lnTo>
                  <a:lnTo>
                    <a:pt x="7783" y="4686"/>
                  </a:lnTo>
                  <a:lnTo>
                    <a:pt x="7746" y="3696"/>
                  </a:lnTo>
                  <a:lnTo>
                    <a:pt x="7709" y="2744"/>
                  </a:lnTo>
                  <a:lnTo>
                    <a:pt x="7671" y="2315"/>
                  </a:lnTo>
                  <a:lnTo>
                    <a:pt x="7615" y="1923"/>
                  </a:lnTo>
                  <a:lnTo>
                    <a:pt x="7578" y="1587"/>
                  </a:lnTo>
                  <a:lnTo>
                    <a:pt x="7503" y="1289"/>
                  </a:lnTo>
                  <a:lnTo>
                    <a:pt x="7447" y="1083"/>
                  </a:lnTo>
                  <a:lnTo>
                    <a:pt x="7410" y="990"/>
                  </a:lnTo>
                  <a:lnTo>
                    <a:pt x="7354" y="934"/>
                  </a:lnTo>
                  <a:lnTo>
                    <a:pt x="7242" y="822"/>
                  </a:lnTo>
                  <a:lnTo>
                    <a:pt x="7055" y="729"/>
                  </a:lnTo>
                  <a:lnTo>
                    <a:pt x="6813" y="617"/>
                  </a:lnTo>
                  <a:lnTo>
                    <a:pt x="6514" y="505"/>
                  </a:lnTo>
                  <a:lnTo>
                    <a:pt x="6178" y="411"/>
                  </a:lnTo>
                  <a:lnTo>
                    <a:pt x="5805" y="299"/>
                  </a:lnTo>
                  <a:lnTo>
                    <a:pt x="5413" y="225"/>
                  </a:lnTo>
                  <a:lnTo>
                    <a:pt x="5021" y="150"/>
                  </a:lnTo>
                  <a:lnTo>
                    <a:pt x="4610" y="75"/>
                  </a:lnTo>
                  <a:lnTo>
                    <a:pt x="4200" y="38"/>
                  </a:lnTo>
                  <a:lnTo>
                    <a:pt x="3808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 flipH="1">
              <a:off x="1439190" y="1263157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extrusionOk="0">
                  <a:moveTo>
                    <a:pt x="7727" y="0"/>
                  </a:moveTo>
                  <a:lnTo>
                    <a:pt x="7578" y="19"/>
                  </a:lnTo>
                  <a:lnTo>
                    <a:pt x="7373" y="56"/>
                  </a:lnTo>
                  <a:lnTo>
                    <a:pt x="7149" y="112"/>
                  </a:lnTo>
                  <a:lnTo>
                    <a:pt x="6589" y="280"/>
                  </a:lnTo>
                  <a:lnTo>
                    <a:pt x="5935" y="523"/>
                  </a:lnTo>
                  <a:lnTo>
                    <a:pt x="5245" y="803"/>
                  </a:lnTo>
                  <a:lnTo>
                    <a:pt x="4554" y="1102"/>
                  </a:lnTo>
                  <a:lnTo>
                    <a:pt x="3957" y="1382"/>
                  </a:lnTo>
                  <a:lnTo>
                    <a:pt x="3453" y="1643"/>
                  </a:lnTo>
                  <a:lnTo>
                    <a:pt x="3117" y="1830"/>
                  </a:lnTo>
                  <a:lnTo>
                    <a:pt x="3061" y="1886"/>
                  </a:lnTo>
                  <a:lnTo>
                    <a:pt x="2986" y="1979"/>
                  </a:lnTo>
                  <a:lnTo>
                    <a:pt x="2818" y="2240"/>
                  </a:lnTo>
                  <a:lnTo>
                    <a:pt x="2613" y="2614"/>
                  </a:lnTo>
                  <a:lnTo>
                    <a:pt x="2370" y="3061"/>
                  </a:lnTo>
                  <a:lnTo>
                    <a:pt x="1867" y="4144"/>
                  </a:lnTo>
                  <a:lnTo>
                    <a:pt x="1325" y="5339"/>
                  </a:lnTo>
                  <a:lnTo>
                    <a:pt x="821" y="6514"/>
                  </a:lnTo>
                  <a:lnTo>
                    <a:pt x="392" y="7541"/>
                  </a:lnTo>
                  <a:lnTo>
                    <a:pt x="0" y="8512"/>
                  </a:lnTo>
                  <a:lnTo>
                    <a:pt x="3341" y="7802"/>
                  </a:lnTo>
                  <a:lnTo>
                    <a:pt x="4088" y="3005"/>
                  </a:lnTo>
                  <a:lnTo>
                    <a:pt x="5488" y="2240"/>
                  </a:lnTo>
                  <a:lnTo>
                    <a:pt x="6589" y="1662"/>
                  </a:lnTo>
                  <a:lnTo>
                    <a:pt x="7410" y="1232"/>
                  </a:lnTo>
                  <a:lnTo>
                    <a:pt x="7541" y="1158"/>
                  </a:lnTo>
                  <a:lnTo>
                    <a:pt x="7653" y="1064"/>
                  </a:lnTo>
                  <a:lnTo>
                    <a:pt x="7765" y="971"/>
                  </a:lnTo>
                  <a:lnTo>
                    <a:pt x="7858" y="878"/>
                  </a:lnTo>
                  <a:lnTo>
                    <a:pt x="7933" y="766"/>
                  </a:lnTo>
                  <a:lnTo>
                    <a:pt x="8007" y="654"/>
                  </a:lnTo>
                  <a:lnTo>
                    <a:pt x="8063" y="542"/>
                  </a:lnTo>
                  <a:lnTo>
                    <a:pt x="8101" y="448"/>
                  </a:lnTo>
                  <a:lnTo>
                    <a:pt x="8101" y="336"/>
                  </a:lnTo>
                  <a:lnTo>
                    <a:pt x="8101" y="243"/>
                  </a:lnTo>
                  <a:lnTo>
                    <a:pt x="8082" y="168"/>
                  </a:lnTo>
                  <a:lnTo>
                    <a:pt x="8026" y="94"/>
                  </a:lnTo>
                  <a:lnTo>
                    <a:pt x="7951" y="38"/>
                  </a:lnTo>
                  <a:lnTo>
                    <a:pt x="7858" y="19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7"/>
            <p:cNvSpPr/>
            <p:nvPr/>
          </p:nvSpPr>
          <p:spPr>
            <a:xfrm flipH="1">
              <a:off x="1439190" y="1263157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fill="none" extrusionOk="0">
                  <a:moveTo>
                    <a:pt x="0" y="8512"/>
                  </a:moveTo>
                  <a:lnTo>
                    <a:pt x="0" y="8512"/>
                  </a:lnTo>
                  <a:lnTo>
                    <a:pt x="392" y="7541"/>
                  </a:lnTo>
                  <a:lnTo>
                    <a:pt x="821" y="6514"/>
                  </a:lnTo>
                  <a:lnTo>
                    <a:pt x="1325" y="5339"/>
                  </a:lnTo>
                  <a:lnTo>
                    <a:pt x="1867" y="4144"/>
                  </a:lnTo>
                  <a:lnTo>
                    <a:pt x="2370" y="3061"/>
                  </a:lnTo>
                  <a:lnTo>
                    <a:pt x="2613" y="2614"/>
                  </a:lnTo>
                  <a:lnTo>
                    <a:pt x="2818" y="2240"/>
                  </a:lnTo>
                  <a:lnTo>
                    <a:pt x="2986" y="1979"/>
                  </a:lnTo>
                  <a:lnTo>
                    <a:pt x="3061" y="1886"/>
                  </a:lnTo>
                  <a:lnTo>
                    <a:pt x="3117" y="1830"/>
                  </a:lnTo>
                  <a:lnTo>
                    <a:pt x="3117" y="1830"/>
                  </a:lnTo>
                  <a:lnTo>
                    <a:pt x="3453" y="1643"/>
                  </a:lnTo>
                  <a:lnTo>
                    <a:pt x="3957" y="1382"/>
                  </a:lnTo>
                  <a:lnTo>
                    <a:pt x="4554" y="1102"/>
                  </a:lnTo>
                  <a:lnTo>
                    <a:pt x="5245" y="803"/>
                  </a:lnTo>
                  <a:lnTo>
                    <a:pt x="5935" y="523"/>
                  </a:lnTo>
                  <a:lnTo>
                    <a:pt x="6589" y="280"/>
                  </a:lnTo>
                  <a:lnTo>
                    <a:pt x="7149" y="112"/>
                  </a:lnTo>
                  <a:lnTo>
                    <a:pt x="7373" y="56"/>
                  </a:lnTo>
                  <a:lnTo>
                    <a:pt x="7578" y="19"/>
                  </a:lnTo>
                  <a:lnTo>
                    <a:pt x="7578" y="19"/>
                  </a:lnTo>
                  <a:lnTo>
                    <a:pt x="7727" y="0"/>
                  </a:lnTo>
                  <a:lnTo>
                    <a:pt x="7858" y="19"/>
                  </a:lnTo>
                  <a:lnTo>
                    <a:pt x="7951" y="38"/>
                  </a:lnTo>
                  <a:lnTo>
                    <a:pt x="8026" y="94"/>
                  </a:lnTo>
                  <a:lnTo>
                    <a:pt x="8082" y="168"/>
                  </a:lnTo>
                  <a:lnTo>
                    <a:pt x="8101" y="243"/>
                  </a:lnTo>
                  <a:lnTo>
                    <a:pt x="8101" y="336"/>
                  </a:lnTo>
                  <a:lnTo>
                    <a:pt x="8101" y="448"/>
                  </a:lnTo>
                  <a:lnTo>
                    <a:pt x="8063" y="542"/>
                  </a:lnTo>
                  <a:lnTo>
                    <a:pt x="8007" y="654"/>
                  </a:lnTo>
                  <a:lnTo>
                    <a:pt x="7933" y="766"/>
                  </a:lnTo>
                  <a:lnTo>
                    <a:pt x="7858" y="878"/>
                  </a:lnTo>
                  <a:lnTo>
                    <a:pt x="7765" y="971"/>
                  </a:lnTo>
                  <a:lnTo>
                    <a:pt x="7653" y="1064"/>
                  </a:lnTo>
                  <a:lnTo>
                    <a:pt x="7541" y="1158"/>
                  </a:lnTo>
                  <a:lnTo>
                    <a:pt x="7410" y="1232"/>
                  </a:lnTo>
                  <a:lnTo>
                    <a:pt x="7410" y="1232"/>
                  </a:lnTo>
                  <a:lnTo>
                    <a:pt x="6589" y="1662"/>
                  </a:lnTo>
                  <a:lnTo>
                    <a:pt x="5488" y="2240"/>
                  </a:lnTo>
                  <a:lnTo>
                    <a:pt x="4088" y="3005"/>
                  </a:lnTo>
                  <a:lnTo>
                    <a:pt x="3341" y="78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7"/>
            <p:cNvSpPr/>
            <p:nvPr/>
          </p:nvSpPr>
          <p:spPr>
            <a:xfrm flipH="1">
              <a:off x="1421180" y="1283696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extrusionOk="0">
                  <a:moveTo>
                    <a:pt x="7578" y="0"/>
                  </a:moveTo>
                  <a:lnTo>
                    <a:pt x="7373" y="38"/>
                  </a:lnTo>
                  <a:lnTo>
                    <a:pt x="7149" y="112"/>
                  </a:lnTo>
                  <a:lnTo>
                    <a:pt x="6589" y="280"/>
                  </a:lnTo>
                  <a:lnTo>
                    <a:pt x="5936" y="523"/>
                  </a:lnTo>
                  <a:lnTo>
                    <a:pt x="5245" y="803"/>
                  </a:lnTo>
                  <a:lnTo>
                    <a:pt x="4555" y="1102"/>
                  </a:lnTo>
                  <a:lnTo>
                    <a:pt x="3957" y="1382"/>
                  </a:lnTo>
                  <a:lnTo>
                    <a:pt x="3453" y="1643"/>
                  </a:lnTo>
                  <a:lnTo>
                    <a:pt x="3117" y="1829"/>
                  </a:lnTo>
                  <a:lnTo>
                    <a:pt x="3061" y="1885"/>
                  </a:lnTo>
                  <a:lnTo>
                    <a:pt x="2987" y="1979"/>
                  </a:lnTo>
                  <a:lnTo>
                    <a:pt x="2819" y="2240"/>
                  </a:lnTo>
                  <a:lnTo>
                    <a:pt x="2613" y="2613"/>
                  </a:lnTo>
                  <a:lnTo>
                    <a:pt x="2371" y="3061"/>
                  </a:lnTo>
                  <a:lnTo>
                    <a:pt x="1867" y="4125"/>
                  </a:lnTo>
                  <a:lnTo>
                    <a:pt x="1325" y="5338"/>
                  </a:lnTo>
                  <a:lnTo>
                    <a:pt x="822" y="6514"/>
                  </a:lnTo>
                  <a:lnTo>
                    <a:pt x="392" y="7522"/>
                  </a:lnTo>
                  <a:lnTo>
                    <a:pt x="0" y="8511"/>
                  </a:lnTo>
                  <a:lnTo>
                    <a:pt x="3341" y="7802"/>
                  </a:lnTo>
                  <a:lnTo>
                    <a:pt x="4088" y="3005"/>
                  </a:lnTo>
                  <a:lnTo>
                    <a:pt x="5488" y="2240"/>
                  </a:lnTo>
                  <a:lnTo>
                    <a:pt x="6589" y="1643"/>
                  </a:lnTo>
                  <a:lnTo>
                    <a:pt x="7410" y="1232"/>
                  </a:lnTo>
                  <a:lnTo>
                    <a:pt x="7541" y="1158"/>
                  </a:lnTo>
                  <a:lnTo>
                    <a:pt x="7653" y="1064"/>
                  </a:lnTo>
                  <a:lnTo>
                    <a:pt x="7765" y="971"/>
                  </a:lnTo>
                  <a:lnTo>
                    <a:pt x="7858" y="878"/>
                  </a:lnTo>
                  <a:lnTo>
                    <a:pt x="7933" y="766"/>
                  </a:lnTo>
                  <a:lnTo>
                    <a:pt x="8008" y="654"/>
                  </a:lnTo>
                  <a:lnTo>
                    <a:pt x="8064" y="542"/>
                  </a:lnTo>
                  <a:lnTo>
                    <a:pt x="8101" y="448"/>
                  </a:lnTo>
                  <a:lnTo>
                    <a:pt x="8101" y="336"/>
                  </a:lnTo>
                  <a:lnTo>
                    <a:pt x="8101" y="243"/>
                  </a:lnTo>
                  <a:lnTo>
                    <a:pt x="8082" y="168"/>
                  </a:lnTo>
                  <a:lnTo>
                    <a:pt x="8026" y="94"/>
                  </a:lnTo>
                  <a:lnTo>
                    <a:pt x="7952" y="38"/>
                  </a:lnTo>
                  <a:lnTo>
                    <a:pt x="7858" y="19"/>
                  </a:lnTo>
                  <a:lnTo>
                    <a:pt x="7728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7"/>
            <p:cNvSpPr/>
            <p:nvPr/>
          </p:nvSpPr>
          <p:spPr>
            <a:xfrm flipH="1">
              <a:off x="1421180" y="1283696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fill="none" extrusionOk="0">
                  <a:moveTo>
                    <a:pt x="0" y="8511"/>
                  </a:moveTo>
                  <a:lnTo>
                    <a:pt x="0" y="8511"/>
                  </a:lnTo>
                  <a:lnTo>
                    <a:pt x="392" y="7522"/>
                  </a:lnTo>
                  <a:lnTo>
                    <a:pt x="822" y="6514"/>
                  </a:lnTo>
                  <a:lnTo>
                    <a:pt x="1325" y="5338"/>
                  </a:lnTo>
                  <a:lnTo>
                    <a:pt x="1867" y="4125"/>
                  </a:lnTo>
                  <a:lnTo>
                    <a:pt x="2371" y="3061"/>
                  </a:lnTo>
                  <a:lnTo>
                    <a:pt x="2613" y="2613"/>
                  </a:lnTo>
                  <a:lnTo>
                    <a:pt x="2819" y="2240"/>
                  </a:lnTo>
                  <a:lnTo>
                    <a:pt x="2987" y="1979"/>
                  </a:lnTo>
                  <a:lnTo>
                    <a:pt x="3061" y="1885"/>
                  </a:lnTo>
                  <a:lnTo>
                    <a:pt x="3117" y="1829"/>
                  </a:lnTo>
                  <a:lnTo>
                    <a:pt x="3117" y="1829"/>
                  </a:lnTo>
                  <a:lnTo>
                    <a:pt x="3453" y="1643"/>
                  </a:lnTo>
                  <a:lnTo>
                    <a:pt x="3957" y="1382"/>
                  </a:lnTo>
                  <a:lnTo>
                    <a:pt x="4555" y="1102"/>
                  </a:lnTo>
                  <a:lnTo>
                    <a:pt x="5245" y="803"/>
                  </a:lnTo>
                  <a:lnTo>
                    <a:pt x="5936" y="523"/>
                  </a:lnTo>
                  <a:lnTo>
                    <a:pt x="6589" y="280"/>
                  </a:lnTo>
                  <a:lnTo>
                    <a:pt x="7149" y="112"/>
                  </a:lnTo>
                  <a:lnTo>
                    <a:pt x="7373" y="38"/>
                  </a:lnTo>
                  <a:lnTo>
                    <a:pt x="7578" y="0"/>
                  </a:lnTo>
                  <a:lnTo>
                    <a:pt x="7578" y="0"/>
                  </a:lnTo>
                  <a:lnTo>
                    <a:pt x="7728" y="0"/>
                  </a:lnTo>
                  <a:lnTo>
                    <a:pt x="7858" y="19"/>
                  </a:lnTo>
                  <a:lnTo>
                    <a:pt x="7952" y="38"/>
                  </a:lnTo>
                  <a:lnTo>
                    <a:pt x="8026" y="94"/>
                  </a:lnTo>
                  <a:lnTo>
                    <a:pt x="8082" y="168"/>
                  </a:lnTo>
                  <a:lnTo>
                    <a:pt x="8101" y="243"/>
                  </a:lnTo>
                  <a:lnTo>
                    <a:pt x="8101" y="336"/>
                  </a:lnTo>
                  <a:lnTo>
                    <a:pt x="8101" y="448"/>
                  </a:lnTo>
                  <a:lnTo>
                    <a:pt x="8064" y="542"/>
                  </a:lnTo>
                  <a:lnTo>
                    <a:pt x="8008" y="654"/>
                  </a:lnTo>
                  <a:lnTo>
                    <a:pt x="7933" y="766"/>
                  </a:lnTo>
                  <a:lnTo>
                    <a:pt x="7858" y="878"/>
                  </a:lnTo>
                  <a:lnTo>
                    <a:pt x="7765" y="971"/>
                  </a:lnTo>
                  <a:lnTo>
                    <a:pt x="7653" y="1064"/>
                  </a:lnTo>
                  <a:lnTo>
                    <a:pt x="7541" y="1158"/>
                  </a:lnTo>
                  <a:lnTo>
                    <a:pt x="7410" y="1232"/>
                  </a:lnTo>
                  <a:lnTo>
                    <a:pt x="7410" y="1232"/>
                  </a:lnTo>
                  <a:lnTo>
                    <a:pt x="6589" y="1643"/>
                  </a:lnTo>
                  <a:lnTo>
                    <a:pt x="5488" y="2240"/>
                  </a:lnTo>
                  <a:lnTo>
                    <a:pt x="4088" y="3005"/>
                  </a:lnTo>
                  <a:lnTo>
                    <a:pt x="3341" y="7802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7"/>
            <p:cNvSpPr/>
            <p:nvPr/>
          </p:nvSpPr>
          <p:spPr>
            <a:xfrm flipH="1">
              <a:off x="1395583" y="1297016"/>
              <a:ext cx="156776" cy="164691"/>
            </a:xfrm>
            <a:custGeom>
              <a:avLst/>
              <a:gdLst/>
              <a:ahLst/>
              <a:cxnLst/>
              <a:rect l="l" t="t" r="r" b="b"/>
              <a:pathLst>
                <a:path w="8121" h="8531" extrusionOk="0">
                  <a:moveTo>
                    <a:pt x="7747" y="1"/>
                  </a:moveTo>
                  <a:lnTo>
                    <a:pt x="7579" y="20"/>
                  </a:lnTo>
                  <a:lnTo>
                    <a:pt x="7392" y="57"/>
                  </a:lnTo>
                  <a:lnTo>
                    <a:pt x="7168" y="113"/>
                  </a:lnTo>
                  <a:lnTo>
                    <a:pt x="6590" y="300"/>
                  </a:lnTo>
                  <a:lnTo>
                    <a:pt x="5936" y="542"/>
                  </a:lnTo>
                  <a:lnTo>
                    <a:pt x="5246" y="822"/>
                  </a:lnTo>
                  <a:lnTo>
                    <a:pt x="4574" y="1121"/>
                  </a:lnTo>
                  <a:lnTo>
                    <a:pt x="3958" y="1401"/>
                  </a:lnTo>
                  <a:lnTo>
                    <a:pt x="3472" y="1643"/>
                  </a:lnTo>
                  <a:lnTo>
                    <a:pt x="3137" y="1849"/>
                  </a:lnTo>
                  <a:lnTo>
                    <a:pt x="3081" y="1905"/>
                  </a:lnTo>
                  <a:lnTo>
                    <a:pt x="3006" y="1979"/>
                  </a:lnTo>
                  <a:lnTo>
                    <a:pt x="2819" y="2259"/>
                  </a:lnTo>
                  <a:lnTo>
                    <a:pt x="2614" y="2614"/>
                  </a:lnTo>
                  <a:lnTo>
                    <a:pt x="2390" y="3062"/>
                  </a:lnTo>
                  <a:lnTo>
                    <a:pt x="1886" y="4145"/>
                  </a:lnTo>
                  <a:lnTo>
                    <a:pt x="1345" y="5339"/>
                  </a:lnTo>
                  <a:lnTo>
                    <a:pt x="841" y="6515"/>
                  </a:lnTo>
                  <a:lnTo>
                    <a:pt x="411" y="7542"/>
                  </a:lnTo>
                  <a:lnTo>
                    <a:pt x="1" y="8531"/>
                  </a:lnTo>
                  <a:lnTo>
                    <a:pt x="1" y="8531"/>
                  </a:lnTo>
                  <a:lnTo>
                    <a:pt x="3342" y="7803"/>
                  </a:lnTo>
                  <a:lnTo>
                    <a:pt x="4088" y="3006"/>
                  </a:lnTo>
                  <a:lnTo>
                    <a:pt x="5488" y="2259"/>
                  </a:lnTo>
                  <a:lnTo>
                    <a:pt x="6608" y="1662"/>
                  </a:lnTo>
                  <a:lnTo>
                    <a:pt x="7411" y="1233"/>
                  </a:lnTo>
                  <a:lnTo>
                    <a:pt x="7541" y="1158"/>
                  </a:lnTo>
                  <a:lnTo>
                    <a:pt x="7672" y="1083"/>
                  </a:lnTo>
                  <a:lnTo>
                    <a:pt x="7784" y="990"/>
                  </a:lnTo>
                  <a:lnTo>
                    <a:pt x="7877" y="878"/>
                  </a:lnTo>
                  <a:lnTo>
                    <a:pt x="7952" y="766"/>
                  </a:lnTo>
                  <a:lnTo>
                    <a:pt x="8027" y="673"/>
                  </a:lnTo>
                  <a:lnTo>
                    <a:pt x="8064" y="561"/>
                  </a:lnTo>
                  <a:lnTo>
                    <a:pt x="8101" y="449"/>
                  </a:lnTo>
                  <a:lnTo>
                    <a:pt x="8120" y="356"/>
                  </a:lnTo>
                  <a:lnTo>
                    <a:pt x="8120" y="262"/>
                  </a:lnTo>
                  <a:lnTo>
                    <a:pt x="8083" y="169"/>
                  </a:lnTo>
                  <a:lnTo>
                    <a:pt x="8045" y="113"/>
                  </a:lnTo>
                  <a:lnTo>
                    <a:pt x="7971" y="57"/>
                  </a:lnTo>
                  <a:lnTo>
                    <a:pt x="7859" y="20"/>
                  </a:lnTo>
                  <a:lnTo>
                    <a:pt x="774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7"/>
            <p:cNvSpPr/>
            <p:nvPr/>
          </p:nvSpPr>
          <p:spPr>
            <a:xfrm flipH="1">
              <a:off x="1395583" y="1297016"/>
              <a:ext cx="156776" cy="164691"/>
            </a:xfrm>
            <a:custGeom>
              <a:avLst/>
              <a:gdLst/>
              <a:ahLst/>
              <a:cxnLst/>
              <a:rect l="l" t="t" r="r" b="b"/>
              <a:pathLst>
                <a:path w="8121" h="8531" fill="none" extrusionOk="0">
                  <a:moveTo>
                    <a:pt x="1" y="8531"/>
                  </a:moveTo>
                  <a:lnTo>
                    <a:pt x="1" y="8531"/>
                  </a:lnTo>
                  <a:lnTo>
                    <a:pt x="411" y="7542"/>
                  </a:lnTo>
                  <a:lnTo>
                    <a:pt x="841" y="6515"/>
                  </a:lnTo>
                  <a:lnTo>
                    <a:pt x="1345" y="5339"/>
                  </a:lnTo>
                  <a:lnTo>
                    <a:pt x="1886" y="4145"/>
                  </a:lnTo>
                  <a:lnTo>
                    <a:pt x="2390" y="3062"/>
                  </a:lnTo>
                  <a:lnTo>
                    <a:pt x="2614" y="2614"/>
                  </a:lnTo>
                  <a:lnTo>
                    <a:pt x="2819" y="2259"/>
                  </a:lnTo>
                  <a:lnTo>
                    <a:pt x="3006" y="1979"/>
                  </a:lnTo>
                  <a:lnTo>
                    <a:pt x="3081" y="1905"/>
                  </a:lnTo>
                  <a:lnTo>
                    <a:pt x="3137" y="1849"/>
                  </a:lnTo>
                  <a:lnTo>
                    <a:pt x="3137" y="1849"/>
                  </a:lnTo>
                  <a:lnTo>
                    <a:pt x="3472" y="1643"/>
                  </a:lnTo>
                  <a:lnTo>
                    <a:pt x="3958" y="1401"/>
                  </a:lnTo>
                  <a:lnTo>
                    <a:pt x="4574" y="1121"/>
                  </a:lnTo>
                  <a:lnTo>
                    <a:pt x="5246" y="822"/>
                  </a:lnTo>
                  <a:lnTo>
                    <a:pt x="5936" y="542"/>
                  </a:lnTo>
                  <a:lnTo>
                    <a:pt x="6590" y="300"/>
                  </a:lnTo>
                  <a:lnTo>
                    <a:pt x="7168" y="113"/>
                  </a:lnTo>
                  <a:lnTo>
                    <a:pt x="7392" y="57"/>
                  </a:lnTo>
                  <a:lnTo>
                    <a:pt x="7579" y="20"/>
                  </a:lnTo>
                  <a:lnTo>
                    <a:pt x="7579" y="20"/>
                  </a:lnTo>
                  <a:lnTo>
                    <a:pt x="7747" y="1"/>
                  </a:lnTo>
                  <a:lnTo>
                    <a:pt x="7859" y="20"/>
                  </a:lnTo>
                  <a:lnTo>
                    <a:pt x="7971" y="57"/>
                  </a:lnTo>
                  <a:lnTo>
                    <a:pt x="8045" y="113"/>
                  </a:lnTo>
                  <a:lnTo>
                    <a:pt x="8083" y="169"/>
                  </a:lnTo>
                  <a:lnTo>
                    <a:pt x="8120" y="262"/>
                  </a:lnTo>
                  <a:lnTo>
                    <a:pt x="8120" y="356"/>
                  </a:lnTo>
                  <a:lnTo>
                    <a:pt x="8101" y="449"/>
                  </a:lnTo>
                  <a:lnTo>
                    <a:pt x="8064" y="561"/>
                  </a:lnTo>
                  <a:lnTo>
                    <a:pt x="8027" y="673"/>
                  </a:lnTo>
                  <a:lnTo>
                    <a:pt x="7952" y="766"/>
                  </a:lnTo>
                  <a:lnTo>
                    <a:pt x="7877" y="878"/>
                  </a:lnTo>
                  <a:lnTo>
                    <a:pt x="7784" y="990"/>
                  </a:lnTo>
                  <a:lnTo>
                    <a:pt x="7672" y="1083"/>
                  </a:lnTo>
                  <a:lnTo>
                    <a:pt x="7541" y="1158"/>
                  </a:lnTo>
                  <a:lnTo>
                    <a:pt x="7411" y="1233"/>
                  </a:lnTo>
                  <a:lnTo>
                    <a:pt x="7411" y="1233"/>
                  </a:lnTo>
                  <a:lnTo>
                    <a:pt x="6608" y="1662"/>
                  </a:lnTo>
                  <a:lnTo>
                    <a:pt x="5488" y="2259"/>
                  </a:lnTo>
                  <a:lnTo>
                    <a:pt x="4088" y="3006"/>
                  </a:lnTo>
                  <a:lnTo>
                    <a:pt x="3342" y="7803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7"/>
            <p:cNvSpPr/>
            <p:nvPr/>
          </p:nvSpPr>
          <p:spPr>
            <a:xfrm flipH="1">
              <a:off x="1372901" y="1307479"/>
              <a:ext cx="156757" cy="164324"/>
            </a:xfrm>
            <a:custGeom>
              <a:avLst/>
              <a:gdLst/>
              <a:ahLst/>
              <a:cxnLst/>
              <a:rect l="l" t="t" r="r" b="b"/>
              <a:pathLst>
                <a:path w="8120" h="8512" extrusionOk="0">
                  <a:moveTo>
                    <a:pt x="7747" y="0"/>
                  </a:moveTo>
                  <a:lnTo>
                    <a:pt x="7579" y="19"/>
                  </a:lnTo>
                  <a:lnTo>
                    <a:pt x="7392" y="56"/>
                  </a:lnTo>
                  <a:lnTo>
                    <a:pt x="7149" y="112"/>
                  </a:lnTo>
                  <a:lnTo>
                    <a:pt x="6589" y="299"/>
                  </a:lnTo>
                  <a:lnTo>
                    <a:pt x="5936" y="541"/>
                  </a:lnTo>
                  <a:lnTo>
                    <a:pt x="5246" y="821"/>
                  </a:lnTo>
                  <a:lnTo>
                    <a:pt x="4574" y="1101"/>
                  </a:lnTo>
                  <a:lnTo>
                    <a:pt x="3958" y="1400"/>
                  </a:lnTo>
                  <a:lnTo>
                    <a:pt x="3472" y="1643"/>
                  </a:lnTo>
                  <a:lnTo>
                    <a:pt x="3136" y="1829"/>
                  </a:lnTo>
                  <a:lnTo>
                    <a:pt x="3080" y="1885"/>
                  </a:lnTo>
                  <a:lnTo>
                    <a:pt x="3006" y="1979"/>
                  </a:lnTo>
                  <a:lnTo>
                    <a:pt x="2819" y="2240"/>
                  </a:lnTo>
                  <a:lnTo>
                    <a:pt x="2614" y="2613"/>
                  </a:lnTo>
                  <a:lnTo>
                    <a:pt x="2390" y="3061"/>
                  </a:lnTo>
                  <a:lnTo>
                    <a:pt x="1867" y="4144"/>
                  </a:lnTo>
                  <a:lnTo>
                    <a:pt x="1345" y="5338"/>
                  </a:lnTo>
                  <a:lnTo>
                    <a:pt x="841" y="6514"/>
                  </a:lnTo>
                  <a:lnTo>
                    <a:pt x="411" y="7541"/>
                  </a:lnTo>
                  <a:lnTo>
                    <a:pt x="1" y="8511"/>
                  </a:lnTo>
                  <a:lnTo>
                    <a:pt x="3342" y="7802"/>
                  </a:lnTo>
                  <a:lnTo>
                    <a:pt x="4088" y="3005"/>
                  </a:lnTo>
                  <a:lnTo>
                    <a:pt x="5488" y="2259"/>
                  </a:lnTo>
                  <a:lnTo>
                    <a:pt x="6608" y="1661"/>
                  </a:lnTo>
                  <a:lnTo>
                    <a:pt x="7411" y="1232"/>
                  </a:lnTo>
                  <a:lnTo>
                    <a:pt x="7541" y="1157"/>
                  </a:lnTo>
                  <a:lnTo>
                    <a:pt x="7672" y="1083"/>
                  </a:lnTo>
                  <a:lnTo>
                    <a:pt x="7765" y="971"/>
                  </a:lnTo>
                  <a:lnTo>
                    <a:pt x="7877" y="877"/>
                  </a:lnTo>
                  <a:lnTo>
                    <a:pt x="7952" y="765"/>
                  </a:lnTo>
                  <a:lnTo>
                    <a:pt x="8027" y="653"/>
                  </a:lnTo>
                  <a:lnTo>
                    <a:pt x="8064" y="541"/>
                  </a:lnTo>
                  <a:lnTo>
                    <a:pt x="8101" y="448"/>
                  </a:lnTo>
                  <a:lnTo>
                    <a:pt x="8120" y="336"/>
                  </a:lnTo>
                  <a:lnTo>
                    <a:pt x="8120" y="243"/>
                  </a:lnTo>
                  <a:lnTo>
                    <a:pt x="8083" y="168"/>
                  </a:lnTo>
                  <a:lnTo>
                    <a:pt x="8045" y="94"/>
                  </a:lnTo>
                  <a:lnTo>
                    <a:pt x="7971" y="56"/>
                  </a:lnTo>
                  <a:lnTo>
                    <a:pt x="7859" y="19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7"/>
            <p:cNvSpPr/>
            <p:nvPr/>
          </p:nvSpPr>
          <p:spPr>
            <a:xfrm flipH="1">
              <a:off x="1372901" y="1307479"/>
              <a:ext cx="156757" cy="164324"/>
            </a:xfrm>
            <a:custGeom>
              <a:avLst/>
              <a:gdLst/>
              <a:ahLst/>
              <a:cxnLst/>
              <a:rect l="l" t="t" r="r" b="b"/>
              <a:pathLst>
                <a:path w="8120" h="8512" fill="none" extrusionOk="0">
                  <a:moveTo>
                    <a:pt x="1" y="8511"/>
                  </a:moveTo>
                  <a:lnTo>
                    <a:pt x="1" y="8511"/>
                  </a:lnTo>
                  <a:lnTo>
                    <a:pt x="411" y="7541"/>
                  </a:lnTo>
                  <a:lnTo>
                    <a:pt x="841" y="6514"/>
                  </a:lnTo>
                  <a:lnTo>
                    <a:pt x="1345" y="5338"/>
                  </a:lnTo>
                  <a:lnTo>
                    <a:pt x="1867" y="4144"/>
                  </a:lnTo>
                  <a:lnTo>
                    <a:pt x="2390" y="3061"/>
                  </a:lnTo>
                  <a:lnTo>
                    <a:pt x="2614" y="2613"/>
                  </a:lnTo>
                  <a:lnTo>
                    <a:pt x="2819" y="2240"/>
                  </a:lnTo>
                  <a:lnTo>
                    <a:pt x="3006" y="1979"/>
                  </a:lnTo>
                  <a:lnTo>
                    <a:pt x="3080" y="1885"/>
                  </a:lnTo>
                  <a:lnTo>
                    <a:pt x="3136" y="1829"/>
                  </a:lnTo>
                  <a:lnTo>
                    <a:pt x="3136" y="1829"/>
                  </a:lnTo>
                  <a:lnTo>
                    <a:pt x="3472" y="1643"/>
                  </a:lnTo>
                  <a:lnTo>
                    <a:pt x="3958" y="1400"/>
                  </a:lnTo>
                  <a:lnTo>
                    <a:pt x="4574" y="1101"/>
                  </a:lnTo>
                  <a:lnTo>
                    <a:pt x="5246" y="821"/>
                  </a:lnTo>
                  <a:lnTo>
                    <a:pt x="5936" y="541"/>
                  </a:lnTo>
                  <a:lnTo>
                    <a:pt x="6589" y="299"/>
                  </a:lnTo>
                  <a:lnTo>
                    <a:pt x="7149" y="112"/>
                  </a:lnTo>
                  <a:lnTo>
                    <a:pt x="7392" y="56"/>
                  </a:lnTo>
                  <a:lnTo>
                    <a:pt x="7579" y="19"/>
                  </a:lnTo>
                  <a:lnTo>
                    <a:pt x="7579" y="19"/>
                  </a:lnTo>
                  <a:lnTo>
                    <a:pt x="7747" y="0"/>
                  </a:lnTo>
                  <a:lnTo>
                    <a:pt x="7859" y="19"/>
                  </a:lnTo>
                  <a:lnTo>
                    <a:pt x="7971" y="56"/>
                  </a:lnTo>
                  <a:lnTo>
                    <a:pt x="8045" y="94"/>
                  </a:lnTo>
                  <a:lnTo>
                    <a:pt x="8083" y="168"/>
                  </a:lnTo>
                  <a:lnTo>
                    <a:pt x="8120" y="243"/>
                  </a:lnTo>
                  <a:lnTo>
                    <a:pt x="8120" y="336"/>
                  </a:lnTo>
                  <a:lnTo>
                    <a:pt x="8101" y="448"/>
                  </a:lnTo>
                  <a:lnTo>
                    <a:pt x="8064" y="541"/>
                  </a:lnTo>
                  <a:lnTo>
                    <a:pt x="8027" y="653"/>
                  </a:lnTo>
                  <a:lnTo>
                    <a:pt x="7952" y="765"/>
                  </a:lnTo>
                  <a:lnTo>
                    <a:pt x="7877" y="877"/>
                  </a:lnTo>
                  <a:lnTo>
                    <a:pt x="7765" y="971"/>
                  </a:lnTo>
                  <a:lnTo>
                    <a:pt x="7672" y="1083"/>
                  </a:lnTo>
                  <a:lnTo>
                    <a:pt x="7541" y="1157"/>
                  </a:lnTo>
                  <a:lnTo>
                    <a:pt x="7411" y="1232"/>
                  </a:lnTo>
                  <a:lnTo>
                    <a:pt x="7411" y="1232"/>
                  </a:lnTo>
                  <a:lnTo>
                    <a:pt x="6608" y="1661"/>
                  </a:lnTo>
                  <a:lnTo>
                    <a:pt x="5488" y="2259"/>
                  </a:lnTo>
                  <a:lnTo>
                    <a:pt x="4088" y="3005"/>
                  </a:lnTo>
                  <a:lnTo>
                    <a:pt x="3342" y="7802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7"/>
            <p:cNvSpPr/>
            <p:nvPr/>
          </p:nvSpPr>
          <p:spPr>
            <a:xfrm flipH="1">
              <a:off x="1394851" y="1517526"/>
              <a:ext cx="431332" cy="760675"/>
            </a:xfrm>
            <a:custGeom>
              <a:avLst/>
              <a:gdLst/>
              <a:ahLst/>
              <a:cxnLst/>
              <a:rect l="l" t="t" r="r" b="b"/>
              <a:pathLst>
                <a:path w="22343" h="39403" extrusionOk="0">
                  <a:moveTo>
                    <a:pt x="21446" y="1"/>
                  </a:moveTo>
                  <a:lnTo>
                    <a:pt x="20887" y="19"/>
                  </a:lnTo>
                  <a:lnTo>
                    <a:pt x="20196" y="94"/>
                  </a:lnTo>
                  <a:lnTo>
                    <a:pt x="19356" y="187"/>
                  </a:lnTo>
                  <a:lnTo>
                    <a:pt x="17452" y="430"/>
                  </a:lnTo>
                  <a:lnTo>
                    <a:pt x="15399" y="710"/>
                  </a:lnTo>
                  <a:lnTo>
                    <a:pt x="13402" y="1009"/>
                  </a:lnTo>
                  <a:lnTo>
                    <a:pt x="11722" y="1251"/>
                  </a:lnTo>
                  <a:lnTo>
                    <a:pt x="10098" y="1513"/>
                  </a:lnTo>
                  <a:lnTo>
                    <a:pt x="9632" y="2521"/>
                  </a:lnTo>
                  <a:lnTo>
                    <a:pt x="8418" y="5264"/>
                  </a:lnTo>
                  <a:lnTo>
                    <a:pt x="7616" y="7112"/>
                  </a:lnTo>
                  <a:lnTo>
                    <a:pt x="6720" y="9221"/>
                  </a:lnTo>
                  <a:lnTo>
                    <a:pt x="5768" y="11536"/>
                  </a:lnTo>
                  <a:lnTo>
                    <a:pt x="4779" y="13962"/>
                  </a:lnTo>
                  <a:lnTo>
                    <a:pt x="3808" y="16463"/>
                  </a:lnTo>
                  <a:lnTo>
                    <a:pt x="3342" y="17732"/>
                  </a:lnTo>
                  <a:lnTo>
                    <a:pt x="2894" y="19002"/>
                  </a:lnTo>
                  <a:lnTo>
                    <a:pt x="2446" y="20252"/>
                  </a:lnTo>
                  <a:lnTo>
                    <a:pt x="2035" y="21465"/>
                  </a:lnTo>
                  <a:lnTo>
                    <a:pt x="1643" y="22679"/>
                  </a:lnTo>
                  <a:lnTo>
                    <a:pt x="1288" y="23854"/>
                  </a:lnTo>
                  <a:lnTo>
                    <a:pt x="971" y="24974"/>
                  </a:lnTo>
                  <a:lnTo>
                    <a:pt x="691" y="26057"/>
                  </a:lnTo>
                  <a:lnTo>
                    <a:pt x="449" y="27083"/>
                  </a:lnTo>
                  <a:lnTo>
                    <a:pt x="243" y="28054"/>
                  </a:lnTo>
                  <a:lnTo>
                    <a:pt x="113" y="28931"/>
                  </a:lnTo>
                  <a:lnTo>
                    <a:pt x="57" y="29361"/>
                  </a:lnTo>
                  <a:lnTo>
                    <a:pt x="19" y="29753"/>
                  </a:lnTo>
                  <a:lnTo>
                    <a:pt x="1" y="30126"/>
                  </a:lnTo>
                  <a:lnTo>
                    <a:pt x="1" y="30480"/>
                  </a:lnTo>
                  <a:lnTo>
                    <a:pt x="19" y="30816"/>
                  </a:lnTo>
                  <a:lnTo>
                    <a:pt x="38" y="31115"/>
                  </a:lnTo>
                  <a:lnTo>
                    <a:pt x="131" y="31712"/>
                  </a:lnTo>
                  <a:lnTo>
                    <a:pt x="262" y="32272"/>
                  </a:lnTo>
                  <a:lnTo>
                    <a:pt x="430" y="32851"/>
                  </a:lnTo>
                  <a:lnTo>
                    <a:pt x="635" y="33392"/>
                  </a:lnTo>
                  <a:lnTo>
                    <a:pt x="859" y="33933"/>
                  </a:lnTo>
                  <a:lnTo>
                    <a:pt x="1139" y="34475"/>
                  </a:lnTo>
                  <a:lnTo>
                    <a:pt x="1438" y="34979"/>
                  </a:lnTo>
                  <a:lnTo>
                    <a:pt x="1774" y="35464"/>
                  </a:lnTo>
                  <a:lnTo>
                    <a:pt x="2128" y="35931"/>
                  </a:lnTo>
                  <a:lnTo>
                    <a:pt x="2520" y="36379"/>
                  </a:lnTo>
                  <a:lnTo>
                    <a:pt x="2931" y="36808"/>
                  </a:lnTo>
                  <a:lnTo>
                    <a:pt x="3360" y="37200"/>
                  </a:lnTo>
                  <a:lnTo>
                    <a:pt x="3827" y="37573"/>
                  </a:lnTo>
                  <a:lnTo>
                    <a:pt x="4293" y="37909"/>
                  </a:lnTo>
                  <a:lnTo>
                    <a:pt x="4797" y="38226"/>
                  </a:lnTo>
                  <a:lnTo>
                    <a:pt x="5320" y="38506"/>
                  </a:lnTo>
                  <a:lnTo>
                    <a:pt x="5861" y="38749"/>
                  </a:lnTo>
                  <a:lnTo>
                    <a:pt x="6403" y="38954"/>
                  </a:lnTo>
                  <a:lnTo>
                    <a:pt x="6963" y="39122"/>
                  </a:lnTo>
                  <a:lnTo>
                    <a:pt x="7541" y="39253"/>
                  </a:lnTo>
                  <a:lnTo>
                    <a:pt x="8138" y="39346"/>
                  </a:lnTo>
                  <a:lnTo>
                    <a:pt x="8736" y="39384"/>
                  </a:lnTo>
                  <a:lnTo>
                    <a:pt x="9034" y="39402"/>
                  </a:lnTo>
                  <a:lnTo>
                    <a:pt x="9352" y="39384"/>
                  </a:lnTo>
                  <a:lnTo>
                    <a:pt x="9650" y="39365"/>
                  </a:lnTo>
                  <a:lnTo>
                    <a:pt x="9968" y="39346"/>
                  </a:lnTo>
                  <a:lnTo>
                    <a:pt x="10266" y="39309"/>
                  </a:lnTo>
                  <a:lnTo>
                    <a:pt x="10584" y="39253"/>
                  </a:lnTo>
                  <a:lnTo>
                    <a:pt x="10882" y="39178"/>
                  </a:lnTo>
                  <a:lnTo>
                    <a:pt x="11199" y="39104"/>
                  </a:lnTo>
                  <a:lnTo>
                    <a:pt x="11517" y="39010"/>
                  </a:lnTo>
                  <a:lnTo>
                    <a:pt x="11834" y="38917"/>
                  </a:lnTo>
                  <a:lnTo>
                    <a:pt x="12133" y="38805"/>
                  </a:lnTo>
                  <a:lnTo>
                    <a:pt x="12450" y="38674"/>
                  </a:lnTo>
                  <a:lnTo>
                    <a:pt x="12767" y="38525"/>
                  </a:lnTo>
                  <a:lnTo>
                    <a:pt x="13085" y="38357"/>
                  </a:lnTo>
                  <a:lnTo>
                    <a:pt x="13402" y="38189"/>
                  </a:lnTo>
                  <a:lnTo>
                    <a:pt x="13701" y="38002"/>
                  </a:lnTo>
                  <a:lnTo>
                    <a:pt x="14018" y="37797"/>
                  </a:lnTo>
                  <a:lnTo>
                    <a:pt x="14335" y="37592"/>
                  </a:lnTo>
                  <a:lnTo>
                    <a:pt x="14634" y="37349"/>
                  </a:lnTo>
                  <a:lnTo>
                    <a:pt x="14951" y="37106"/>
                  </a:lnTo>
                  <a:lnTo>
                    <a:pt x="15250" y="36845"/>
                  </a:lnTo>
                  <a:lnTo>
                    <a:pt x="15548" y="36528"/>
                  </a:lnTo>
                  <a:lnTo>
                    <a:pt x="15828" y="36173"/>
                  </a:lnTo>
                  <a:lnTo>
                    <a:pt x="16127" y="35800"/>
                  </a:lnTo>
                  <a:lnTo>
                    <a:pt x="16388" y="35389"/>
                  </a:lnTo>
                  <a:lnTo>
                    <a:pt x="16668" y="34941"/>
                  </a:lnTo>
                  <a:lnTo>
                    <a:pt x="16930" y="34475"/>
                  </a:lnTo>
                  <a:lnTo>
                    <a:pt x="17191" y="33952"/>
                  </a:lnTo>
                  <a:lnTo>
                    <a:pt x="17434" y="33430"/>
                  </a:lnTo>
                  <a:lnTo>
                    <a:pt x="17676" y="32870"/>
                  </a:lnTo>
                  <a:lnTo>
                    <a:pt x="17919" y="32291"/>
                  </a:lnTo>
                  <a:lnTo>
                    <a:pt x="18143" y="31675"/>
                  </a:lnTo>
                  <a:lnTo>
                    <a:pt x="18367" y="31040"/>
                  </a:lnTo>
                  <a:lnTo>
                    <a:pt x="18591" y="30406"/>
                  </a:lnTo>
                  <a:lnTo>
                    <a:pt x="18796" y="29734"/>
                  </a:lnTo>
                  <a:lnTo>
                    <a:pt x="19001" y="29043"/>
                  </a:lnTo>
                  <a:lnTo>
                    <a:pt x="19393" y="27606"/>
                  </a:lnTo>
                  <a:lnTo>
                    <a:pt x="19748" y="26113"/>
                  </a:lnTo>
                  <a:lnTo>
                    <a:pt x="20103" y="24582"/>
                  </a:lnTo>
                  <a:lnTo>
                    <a:pt x="20401" y="23015"/>
                  </a:lnTo>
                  <a:lnTo>
                    <a:pt x="20700" y="21409"/>
                  </a:lnTo>
                  <a:lnTo>
                    <a:pt x="20961" y="19786"/>
                  </a:lnTo>
                  <a:lnTo>
                    <a:pt x="21204" y="18180"/>
                  </a:lnTo>
                  <a:lnTo>
                    <a:pt x="21428" y="16557"/>
                  </a:lnTo>
                  <a:lnTo>
                    <a:pt x="21614" y="14951"/>
                  </a:lnTo>
                  <a:lnTo>
                    <a:pt x="21782" y="13383"/>
                  </a:lnTo>
                  <a:lnTo>
                    <a:pt x="21932" y="11853"/>
                  </a:lnTo>
                  <a:lnTo>
                    <a:pt x="22062" y="10360"/>
                  </a:lnTo>
                  <a:lnTo>
                    <a:pt x="22156" y="8923"/>
                  </a:lnTo>
                  <a:lnTo>
                    <a:pt x="22230" y="7560"/>
                  </a:lnTo>
                  <a:lnTo>
                    <a:pt x="22286" y="6272"/>
                  </a:lnTo>
                  <a:lnTo>
                    <a:pt x="22324" y="5078"/>
                  </a:lnTo>
                  <a:lnTo>
                    <a:pt x="22342" y="3976"/>
                  </a:lnTo>
                  <a:lnTo>
                    <a:pt x="22342" y="2987"/>
                  </a:lnTo>
                  <a:lnTo>
                    <a:pt x="22305" y="2129"/>
                  </a:lnTo>
                  <a:lnTo>
                    <a:pt x="22249" y="1401"/>
                  </a:lnTo>
                  <a:lnTo>
                    <a:pt x="22174" y="803"/>
                  </a:lnTo>
                  <a:lnTo>
                    <a:pt x="22137" y="561"/>
                  </a:lnTo>
                  <a:lnTo>
                    <a:pt x="22081" y="374"/>
                  </a:lnTo>
                  <a:lnTo>
                    <a:pt x="22025" y="206"/>
                  </a:lnTo>
                  <a:lnTo>
                    <a:pt x="21969" y="94"/>
                  </a:lnTo>
                  <a:lnTo>
                    <a:pt x="21913" y="19"/>
                  </a:lnTo>
                  <a:lnTo>
                    <a:pt x="218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7"/>
            <p:cNvSpPr/>
            <p:nvPr/>
          </p:nvSpPr>
          <p:spPr>
            <a:xfrm flipH="1">
              <a:off x="1388029" y="1510325"/>
              <a:ext cx="250444" cy="730752"/>
            </a:xfrm>
            <a:custGeom>
              <a:avLst/>
              <a:gdLst/>
              <a:ahLst/>
              <a:cxnLst/>
              <a:rect l="l" t="t" r="r" b="b"/>
              <a:pathLst>
                <a:path w="12973" h="37853" extrusionOk="0">
                  <a:moveTo>
                    <a:pt x="11760" y="1"/>
                  </a:moveTo>
                  <a:lnTo>
                    <a:pt x="11200" y="38"/>
                  </a:lnTo>
                  <a:lnTo>
                    <a:pt x="10509" y="94"/>
                  </a:lnTo>
                  <a:lnTo>
                    <a:pt x="9688" y="187"/>
                  </a:lnTo>
                  <a:lnTo>
                    <a:pt x="7822" y="411"/>
                  </a:lnTo>
                  <a:lnTo>
                    <a:pt x="5806" y="691"/>
                  </a:lnTo>
                  <a:lnTo>
                    <a:pt x="3827" y="990"/>
                  </a:lnTo>
                  <a:lnTo>
                    <a:pt x="2129" y="1232"/>
                  </a:lnTo>
                  <a:lnTo>
                    <a:pt x="318" y="1531"/>
                  </a:lnTo>
                  <a:lnTo>
                    <a:pt x="244" y="1550"/>
                  </a:lnTo>
                  <a:lnTo>
                    <a:pt x="188" y="1568"/>
                  </a:lnTo>
                  <a:lnTo>
                    <a:pt x="132" y="1624"/>
                  </a:lnTo>
                  <a:lnTo>
                    <a:pt x="76" y="1662"/>
                  </a:lnTo>
                  <a:lnTo>
                    <a:pt x="38" y="1736"/>
                  </a:lnTo>
                  <a:lnTo>
                    <a:pt x="20" y="1792"/>
                  </a:lnTo>
                  <a:lnTo>
                    <a:pt x="1" y="1867"/>
                  </a:lnTo>
                  <a:lnTo>
                    <a:pt x="1" y="1942"/>
                  </a:lnTo>
                  <a:lnTo>
                    <a:pt x="38" y="2016"/>
                  </a:lnTo>
                  <a:lnTo>
                    <a:pt x="57" y="2072"/>
                  </a:lnTo>
                  <a:lnTo>
                    <a:pt x="113" y="2128"/>
                  </a:lnTo>
                  <a:lnTo>
                    <a:pt x="150" y="2184"/>
                  </a:lnTo>
                  <a:lnTo>
                    <a:pt x="225" y="2222"/>
                  </a:lnTo>
                  <a:lnTo>
                    <a:pt x="281" y="2240"/>
                  </a:lnTo>
                  <a:lnTo>
                    <a:pt x="356" y="2259"/>
                  </a:lnTo>
                  <a:lnTo>
                    <a:pt x="430" y="2240"/>
                  </a:lnTo>
                  <a:lnTo>
                    <a:pt x="3435" y="1792"/>
                  </a:lnTo>
                  <a:lnTo>
                    <a:pt x="6870" y="1288"/>
                  </a:lnTo>
                  <a:lnTo>
                    <a:pt x="8512" y="1064"/>
                  </a:lnTo>
                  <a:lnTo>
                    <a:pt x="9949" y="896"/>
                  </a:lnTo>
                  <a:lnTo>
                    <a:pt x="11125" y="766"/>
                  </a:lnTo>
                  <a:lnTo>
                    <a:pt x="11573" y="747"/>
                  </a:lnTo>
                  <a:lnTo>
                    <a:pt x="11928" y="728"/>
                  </a:lnTo>
                  <a:lnTo>
                    <a:pt x="11984" y="728"/>
                  </a:lnTo>
                  <a:lnTo>
                    <a:pt x="12021" y="840"/>
                  </a:lnTo>
                  <a:lnTo>
                    <a:pt x="12058" y="990"/>
                  </a:lnTo>
                  <a:lnTo>
                    <a:pt x="12114" y="1400"/>
                  </a:lnTo>
                  <a:lnTo>
                    <a:pt x="12170" y="1960"/>
                  </a:lnTo>
                  <a:lnTo>
                    <a:pt x="12208" y="2651"/>
                  </a:lnTo>
                  <a:lnTo>
                    <a:pt x="12208" y="3453"/>
                  </a:lnTo>
                  <a:lnTo>
                    <a:pt x="12226" y="4368"/>
                  </a:lnTo>
                  <a:lnTo>
                    <a:pt x="12208" y="5395"/>
                  </a:lnTo>
                  <a:lnTo>
                    <a:pt x="12170" y="6515"/>
                  </a:lnTo>
                  <a:lnTo>
                    <a:pt x="12114" y="7709"/>
                  </a:lnTo>
                  <a:lnTo>
                    <a:pt x="12058" y="8997"/>
                  </a:lnTo>
                  <a:lnTo>
                    <a:pt x="11965" y="10341"/>
                  </a:lnTo>
                  <a:lnTo>
                    <a:pt x="11872" y="11741"/>
                  </a:lnTo>
                  <a:lnTo>
                    <a:pt x="11741" y="13178"/>
                  </a:lnTo>
                  <a:lnTo>
                    <a:pt x="11592" y="14652"/>
                  </a:lnTo>
                  <a:lnTo>
                    <a:pt x="11424" y="16164"/>
                  </a:lnTo>
                  <a:lnTo>
                    <a:pt x="11237" y="17695"/>
                  </a:lnTo>
                  <a:lnTo>
                    <a:pt x="11032" y="19244"/>
                  </a:lnTo>
                  <a:lnTo>
                    <a:pt x="10808" y="20793"/>
                  </a:lnTo>
                  <a:lnTo>
                    <a:pt x="10547" y="22324"/>
                  </a:lnTo>
                  <a:lnTo>
                    <a:pt x="10267" y="23835"/>
                  </a:lnTo>
                  <a:lnTo>
                    <a:pt x="9968" y="25329"/>
                  </a:lnTo>
                  <a:lnTo>
                    <a:pt x="9651" y="26766"/>
                  </a:lnTo>
                  <a:lnTo>
                    <a:pt x="9296" y="28166"/>
                  </a:lnTo>
                  <a:lnTo>
                    <a:pt x="8923" y="29528"/>
                  </a:lnTo>
                  <a:lnTo>
                    <a:pt x="8736" y="30182"/>
                  </a:lnTo>
                  <a:lnTo>
                    <a:pt x="8531" y="30797"/>
                  </a:lnTo>
                  <a:lnTo>
                    <a:pt x="8325" y="31413"/>
                  </a:lnTo>
                  <a:lnTo>
                    <a:pt x="8101" y="32011"/>
                  </a:lnTo>
                  <a:lnTo>
                    <a:pt x="7877" y="32589"/>
                  </a:lnTo>
                  <a:lnTo>
                    <a:pt x="7654" y="33149"/>
                  </a:lnTo>
                  <a:lnTo>
                    <a:pt x="7430" y="33672"/>
                  </a:lnTo>
                  <a:lnTo>
                    <a:pt x="7187" y="34176"/>
                  </a:lnTo>
                  <a:lnTo>
                    <a:pt x="6926" y="34661"/>
                  </a:lnTo>
                  <a:lnTo>
                    <a:pt x="6683" y="35109"/>
                  </a:lnTo>
                  <a:lnTo>
                    <a:pt x="6403" y="35538"/>
                  </a:lnTo>
                  <a:lnTo>
                    <a:pt x="6142" y="35930"/>
                  </a:lnTo>
                  <a:lnTo>
                    <a:pt x="5862" y="36304"/>
                  </a:lnTo>
                  <a:lnTo>
                    <a:pt x="5582" y="36621"/>
                  </a:lnTo>
                  <a:lnTo>
                    <a:pt x="5283" y="36938"/>
                  </a:lnTo>
                  <a:lnTo>
                    <a:pt x="4984" y="37200"/>
                  </a:lnTo>
                  <a:lnTo>
                    <a:pt x="4928" y="37255"/>
                  </a:lnTo>
                  <a:lnTo>
                    <a:pt x="4891" y="37311"/>
                  </a:lnTo>
                  <a:lnTo>
                    <a:pt x="4872" y="37386"/>
                  </a:lnTo>
                  <a:lnTo>
                    <a:pt x="4854" y="37442"/>
                  </a:lnTo>
                  <a:lnTo>
                    <a:pt x="4854" y="37517"/>
                  </a:lnTo>
                  <a:lnTo>
                    <a:pt x="4872" y="37591"/>
                  </a:lnTo>
                  <a:lnTo>
                    <a:pt x="4891" y="37647"/>
                  </a:lnTo>
                  <a:lnTo>
                    <a:pt x="4947" y="37722"/>
                  </a:lnTo>
                  <a:lnTo>
                    <a:pt x="5003" y="37778"/>
                  </a:lnTo>
                  <a:lnTo>
                    <a:pt x="5059" y="37815"/>
                  </a:lnTo>
                  <a:lnTo>
                    <a:pt x="5134" y="37834"/>
                  </a:lnTo>
                  <a:lnTo>
                    <a:pt x="5227" y="37853"/>
                  </a:lnTo>
                  <a:lnTo>
                    <a:pt x="5339" y="37834"/>
                  </a:lnTo>
                  <a:lnTo>
                    <a:pt x="5395" y="37797"/>
                  </a:lnTo>
                  <a:lnTo>
                    <a:pt x="5451" y="37759"/>
                  </a:lnTo>
                  <a:lnTo>
                    <a:pt x="5787" y="37461"/>
                  </a:lnTo>
                  <a:lnTo>
                    <a:pt x="6123" y="37125"/>
                  </a:lnTo>
                  <a:lnTo>
                    <a:pt x="6440" y="36733"/>
                  </a:lnTo>
                  <a:lnTo>
                    <a:pt x="6739" y="36304"/>
                  </a:lnTo>
                  <a:lnTo>
                    <a:pt x="7038" y="35856"/>
                  </a:lnTo>
                  <a:lnTo>
                    <a:pt x="7336" y="35370"/>
                  </a:lnTo>
                  <a:lnTo>
                    <a:pt x="7616" y="34848"/>
                  </a:lnTo>
                  <a:lnTo>
                    <a:pt x="7877" y="34306"/>
                  </a:lnTo>
                  <a:lnTo>
                    <a:pt x="8139" y="33747"/>
                  </a:lnTo>
                  <a:lnTo>
                    <a:pt x="8381" y="33149"/>
                  </a:lnTo>
                  <a:lnTo>
                    <a:pt x="8624" y="32533"/>
                  </a:lnTo>
                  <a:lnTo>
                    <a:pt x="8867" y="31899"/>
                  </a:lnTo>
                  <a:lnTo>
                    <a:pt x="9091" y="31245"/>
                  </a:lnTo>
                  <a:lnTo>
                    <a:pt x="9315" y="30573"/>
                  </a:lnTo>
                  <a:lnTo>
                    <a:pt x="9520" y="29902"/>
                  </a:lnTo>
                  <a:lnTo>
                    <a:pt x="9707" y="29211"/>
                  </a:lnTo>
                  <a:lnTo>
                    <a:pt x="10099" y="27792"/>
                  </a:lnTo>
                  <a:lnTo>
                    <a:pt x="10435" y="26374"/>
                  </a:lnTo>
                  <a:lnTo>
                    <a:pt x="10752" y="24955"/>
                  </a:lnTo>
                  <a:lnTo>
                    <a:pt x="11032" y="23556"/>
                  </a:lnTo>
                  <a:lnTo>
                    <a:pt x="11274" y="22193"/>
                  </a:lnTo>
                  <a:lnTo>
                    <a:pt x="11498" y="20868"/>
                  </a:lnTo>
                  <a:lnTo>
                    <a:pt x="11704" y="19617"/>
                  </a:lnTo>
                  <a:lnTo>
                    <a:pt x="11872" y="18460"/>
                  </a:lnTo>
                  <a:lnTo>
                    <a:pt x="12077" y="16948"/>
                  </a:lnTo>
                  <a:lnTo>
                    <a:pt x="12245" y="15436"/>
                  </a:lnTo>
                  <a:lnTo>
                    <a:pt x="12413" y="13943"/>
                  </a:lnTo>
                  <a:lnTo>
                    <a:pt x="12562" y="12469"/>
                  </a:lnTo>
                  <a:lnTo>
                    <a:pt x="12674" y="11050"/>
                  </a:lnTo>
                  <a:lnTo>
                    <a:pt x="12768" y="9669"/>
                  </a:lnTo>
                  <a:lnTo>
                    <a:pt x="12861" y="8362"/>
                  </a:lnTo>
                  <a:lnTo>
                    <a:pt x="12917" y="7112"/>
                  </a:lnTo>
                  <a:lnTo>
                    <a:pt x="12954" y="5936"/>
                  </a:lnTo>
                  <a:lnTo>
                    <a:pt x="12973" y="4835"/>
                  </a:lnTo>
                  <a:lnTo>
                    <a:pt x="12973" y="3845"/>
                  </a:lnTo>
                  <a:lnTo>
                    <a:pt x="12954" y="2950"/>
                  </a:lnTo>
                  <a:lnTo>
                    <a:pt x="12917" y="2166"/>
                  </a:lnTo>
                  <a:lnTo>
                    <a:pt x="12861" y="1494"/>
                  </a:lnTo>
                  <a:lnTo>
                    <a:pt x="12786" y="971"/>
                  </a:lnTo>
                  <a:lnTo>
                    <a:pt x="12749" y="747"/>
                  </a:lnTo>
                  <a:lnTo>
                    <a:pt x="12693" y="579"/>
                  </a:lnTo>
                  <a:lnTo>
                    <a:pt x="12637" y="430"/>
                  </a:lnTo>
                  <a:lnTo>
                    <a:pt x="12600" y="336"/>
                  </a:lnTo>
                  <a:lnTo>
                    <a:pt x="12544" y="243"/>
                  </a:lnTo>
                  <a:lnTo>
                    <a:pt x="12469" y="150"/>
                  </a:lnTo>
                  <a:lnTo>
                    <a:pt x="12376" y="75"/>
                  </a:lnTo>
                  <a:lnTo>
                    <a:pt x="12264" y="19"/>
                  </a:lnTo>
                  <a:lnTo>
                    <a:pt x="12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7"/>
            <p:cNvSpPr/>
            <p:nvPr/>
          </p:nvSpPr>
          <p:spPr>
            <a:xfrm flipH="1">
              <a:off x="1247875" y="1107856"/>
              <a:ext cx="86853" cy="90463"/>
            </a:xfrm>
            <a:custGeom>
              <a:avLst/>
              <a:gdLst/>
              <a:ahLst/>
              <a:cxnLst/>
              <a:rect l="l" t="t" r="r" b="b"/>
              <a:pathLst>
                <a:path w="4499" h="4686" extrusionOk="0">
                  <a:moveTo>
                    <a:pt x="4499" y="1"/>
                  </a:moveTo>
                  <a:lnTo>
                    <a:pt x="3957" y="393"/>
                  </a:lnTo>
                  <a:lnTo>
                    <a:pt x="3397" y="729"/>
                  </a:lnTo>
                  <a:lnTo>
                    <a:pt x="2837" y="1046"/>
                  </a:lnTo>
                  <a:lnTo>
                    <a:pt x="2277" y="1307"/>
                  </a:lnTo>
                  <a:lnTo>
                    <a:pt x="1718" y="1513"/>
                  </a:lnTo>
                  <a:lnTo>
                    <a:pt x="1438" y="1606"/>
                  </a:lnTo>
                  <a:lnTo>
                    <a:pt x="1158" y="1681"/>
                  </a:lnTo>
                  <a:lnTo>
                    <a:pt x="878" y="1737"/>
                  </a:lnTo>
                  <a:lnTo>
                    <a:pt x="598" y="1793"/>
                  </a:lnTo>
                  <a:lnTo>
                    <a:pt x="318" y="1830"/>
                  </a:lnTo>
                  <a:lnTo>
                    <a:pt x="56" y="1849"/>
                  </a:lnTo>
                  <a:lnTo>
                    <a:pt x="19" y="3249"/>
                  </a:lnTo>
                  <a:lnTo>
                    <a:pt x="0" y="4686"/>
                  </a:lnTo>
                  <a:lnTo>
                    <a:pt x="374" y="4480"/>
                  </a:lnTo>
                  <a:lnTo>
                    <a:pt x="747" y="4275"/>
                  </a:lnTo>
                  <a:lnTo>
                    <a:pt x="1120" y="4051"/>
                  </a:lnTo>
                  <a:lnTo>
                    <a:pt x="1475" y="3809"/>
                  </a:lnTo>
                  <a:lnTo>
                    <a:pt x="1830" y="3547"/>
                  </a:lnTo>
                  <a:lnTo>
                    <a:pt x="2166" y="3305"/>
                  </a:lnTo>
                  <a:lnTo>
                    <a:pt x="2483" y="3025"/>
                  </a:lnTo>
                  <a:lnTo>
                    <a:pt x="2781" y="2745"/>
                  </a:lnTo>
                  <a:lnTo>
                    <a:pt x="3080" y="2446"/>
                  </a:lnTo>
                  <a:lnTo>
                    <a:pt x="3341" y="2129"/>
                  </a:lnTo>
                  <a:lnTo>
                    <a:pt x="3603" y="1811"/>
                  </a:lnTo>
                  <a:lnTo>
                    <a:pt x="3827" y="1457"/>
                  </a:lnTo>
                  <a:lnTo>
                    <a:pt x="4032" y="1121"/>
                  </a:lnTo>
                  <a:lnTo>
                    <a:pt x="4219" y="747"/>
                  </a:lnTo>
                  <a:lnTo>
                    <a:pt x="4368" y="374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7"/>
            <p:cNvSpPr/>
            <p:nvPr/>
          </p:nvSpPr>
          <p:spPr>
            <a:xfrm flipH="1">
              <a:off x="1102290" y="837986"/>
              <a:ext cx="324324" cy="507722"/>
            </a:xfrm>
            <a:custGeom>
              <a:avLst/>
              <a:gdLst/>
              <a:ahLst/>
              <a:cxnLst/>
              <a:rect l="l" t="t" r="r" b="b"/>
              <a:pathLst>
                <a:path w="16800" h="26300" extrusionOk="0">
                  <a:moveTo>
                    <a:pt x="15362" y="6142"/>
                  </a:moveTo>
                  <a:lnTo>
                    <a:pt x="15418" y="6160"/>
                  </a:lnTo>
                  <a:lnTo>
                    <a:pt x="15511" y="6198"/>
                  </a:lnTo>
                  <a:lnTo>
                    <a:pt x="15586" y="6272"/>
                  </a:lnTo>
                  <a:lnTo>
                    <a:pt x="15623" y="6366"/>
                  </a:lnTo>
                  <a:lnTo>
                    <a:pt x="15642" y="6422"/>
                  </a:lnTo>
                  <a:lnTo>
                    <a:pt x="15623" y="6478"/>
                  </a:lnTo>
                  <a:lnTo>
                    <a:pt x="15586" y="6571"/>
                  </a:lnTo>
                  <a:lnTo>
                    <a:pt x="15511" y="6646"/>
                  </a:lnTo>
                  <a:lnTo>
                    <a:pt x="15474" y="6683"/>
                  </a:lnTo>
                  <a:lnTo>
                    <a:pt x="15418" y="6702"/>
                  </a:lnTo>
                  <a:lnTo>
                    <a:pt x="15175" y="6758"/>
                  </a:lnTo>
                  <a:lnTo>
                    <a:pt x="14858" y="6851"/>
                  </a:lnTo>
                  <a:lnTo>
                    <a:pt x="14503" y="6963"/>
                  </a:lnTo>
                  <a:lnTo>
                    <a:pt x="14149" y="7112"/>
                  </a:lnTo>
                  <a:lnTo>
                    <a:pt x="13775" y="7299"/>
                  </a:lnTo>
                  <a:lnTo>
                    <a:pt x="13608" y="7411"/>
                  </a:lnTo>
                  <a:lnTo>
                    <a:pt x="13458" y="7523"/>
                  </a:lnTo>
                  <a:lnTo>
                    <a:pt x="13309" y="7635"/>
                  </a:lnTo>
                  <a:lnTo>
                    <a:pt x="13178" y="7766"/>
                  </a:lnTo>
                  <a:lnTo>
                    <a:pt x="13085" y="7896"/>
                  </a:lnTo>
                  <a:lnTo>
                    <a:pt x="12992" y="8027"/>
                  </a:lnTo>
                  <a:lnTo>
                    <a:pt x="12936" y="8101"/>
                  </a:lnTo>
                  <a:lnTo>
                    <a:pt x="12880" y="8139"/>
                  </a:lnTo>
                  <a:lnTo>
                    <a:pt x="12805" y="8176"/>
                  </a:lnTo>
                  <a:lnTo>
                    <a:pt x="12693" y="8176"/>
                  </a:lnTo>
                  <a:lnTo>
                    <a:pt x="12618" y="8157"/>
                  </a:lnTo>
                  <a:lnTo>
                    <a:pt x="12581" y="8120"/>
                  </a:lnTo>
                  <a:lnTo>
                    <a:pt x="12544" y="8083"/>
                  </a:lnTo>
                  <a:lnTo>
                    <a:pt x="12488" y="7989"/>
                  </a:lnTo>
                  <a:lnTo>
                    <a:pt x="12469" y="7896"/>
                  </a:lnTo>
                  <a:lnTo>
                    <a:pt x="12488" y="7840"/>
                  </a:lnTo>
                  <a:lnTo>
                    <a:pt x="12506" y="7784"/>
                  </a:lnTo>
                  <a:lnTo>
                    <a:pt x="12581" y="7635"/>
                  </a:lnTo>
                  <a:lnTo>
                    <a:pt x="12693" y="7504"/>
                  </a:lnTo>
                  <a:lnTo>
                    <a:pt x="12805" y="7355"/>
                  </a:lnTo>
                  <a:lnTo>
                    <a:pt x="12824" y="7336"/>
                  </a:lnTo>
                  <a:lnTo>
                    <a:pt x="13048" y="7131"/>
                  </a:lnTo>
                  <a:lnTo>
                    <a:pt x="13309" y="6944"/>
                  </a:lnTo>
                  <a:lnTo>
                    <a:pt x="13589" y="6795"/>
                  </a:lnTo>
                  <a:lnTo>
                    <a:pt x="13869" y="6646"/>
                  </a:lnTo>
                  <a:lnTo>
                    <a:pt x="14130" y="6534"/>
                  </a:lnTo>
                  <a:lnTo>
                    <a:pt x="14373" y="6422"/>
                  </a:lnTo>
                  <a:lnTo>
                    <a:pt x="14821" y="6272"/>
                  </a:lnTo>
                  <a:lnTo>
                    <a:pt x="15157" y="6198"/>
                  </a:lnTo>
                  <a:lnTo>
                    <a:pt x="15306" y="6160"/>
                  </a:lnTo>
                  <a:lnTo>
                    <a:pt x="15362" y="6142"/>
                  </a:lnTo>
                  <a:close/>
                  <a:moveTo>
                    <a:pt x="4816" y="15829"/>
                  </a:moveTo>
                  <a:lnTo>
                    <a:pt x="4760" y="17901"/>
                  </a:lnTo>
                  <a:lnTo>
                    <a:pt x="4760" y="18666"/>
                  </a:lnTo>
                  <a:lnTo>
                    <a:pt x="4779" y="17229"/>
                  </a:lnTo>
                  <a:lnTo>
                    <a:pt x="4816" y="15829"/>
                  </a:lnTo>
                  <a:close/>
                  <a:moveTo>
                    <a:pt x="11405" y="1"/>
                  </a:moveTo>
                  <a:lnTo>
                    <a:pt x="11218" y="281"/>
                  </a:lnTo>
                  <a:lnTo>
                    <a:pt x="10976" y="580"/>
                  </a:lnTo>
                  <a:lnTo>
                    <a:pt x="10658" y="953"/>
                  </a:lnTo>
                  <a:lnTo>
                    <a:pt x="10267" y="1363"/>
                  </a:lnTo>
                  <a:lnTo>
                    <a:pt x="10043" y="1569"/>
                  </a:lnTo>
                  <a:lnTo>
                    <a:pt x="9781" y="1793"/>
                  </a:lnTo>
                  <a:lnTo>
                    <a:pt x="9520" y="1998"/>
                  </a:lnTo>
                  <a:lnTo>
                    <a:pt x="9240" y="2185"/>
                  </a:lnTo>
                  <a:lnTo>
                    <a:pt x="8923" y="2371"/>
                  </a:lnTo>
                  <a:lnTo>
                    <a:pt x="8605" y="2539"/>
                  </a:lnTo>
                  <a:lnTo>
                    <a:pt x="8456" y="2595"/>
                  </a:lnTo>
                  <a:lnTo>
                    <a:pt x="8307" y="2651"/>
                  </a:lnTo>
                  <a:lnTo>
                    <a:pt x="8157" y="2670"/>
                  </a:lnTo>
                  <a:lnTo>
                    <a:pt x="8045" y="2689"/>
                  </a:lnTo>
                  <a:lnTo>
                    <a:pt x="7915" y="2670"/>
                  </a:lnTo>
                  <a:lnTo>
                    <a:pt x="7821" y="2651"/>
                  </a:lnTo>
                  <a:lnTo>
                    <a:pt x="7709" y="2614"/>
                  </a:lnTo>
                  <a:lnTo>
                    <a:pt x="7635" y="2558"/>
                  </a:lnTo>
                  <a:lnTo>
                    <a:pt x="7541" y="2502"/>
                  </a:lnTo>
                  <a:lnTo>
                    <a:pt x="7467" y="2427"/>
                  </a:lnTo>
                  <a:lnTo>
                    <a:pt x="7355" y="2259"/>
                  </a:lnTo>
                  <a:lnTo>
                    <a:pt x="7243" y="2054"/>
                  </a:lnTo>
                  <a:lnTo>
                    <a:pt x="7168" y="1830"/>
                  </a:lnTo>
                  <a:lnTo>
                    <a:pt x="7112" y="1606"/>
                  </a:lnTo>
                  <a:lnTo>
                    <a:pt x="7075" y="1382"/>
                  </a:lnTo>
                  <a:lnTo>
                    <a:pt x="7019" y="972"/>
                  </a:lnTo>
                  <a:lnTo>
                    <a:pt x="6963" y="692"/>
                  </a:lnTo>
                  <a:lnTo>
                    <a:pt x="6944" y="617"/>
                  </a:lnTo>
                  <a:lnTo>
                    <a:pt x="6926" y="598"/>
                  </a:lnTo>
                  <a:lnTo>
                    <a:pt x="6907" y="598"/>
                  </a:lnTo>
                  <a:lnTo>
                    <a:pt x="6702" y="673"/>
                  </a:lnTo>
                  <a:lnTo>
                    <a:pt x="6254" y="841"/>
                  </a:lnTo>
                  <a:lnTo>
                    <a:pt x="5582" y="1065"/>
                  </a:lnTo>
                  <a:lnTo>
                    <a:pt x="4742" y="1307"/>
                  </a:lnTo>
                  <a:lnTo>
                    <a:pt x="4294" y="1419"/>
                  </a:lnTo>
                  <a:lnTo>
                    <a:pt x="3808" y="1531"/>
                  </a:lnTo>
                  <a:lnTo>
                    <a:pt x="3305" y="1643"/>
                  </a:lnTo>
                  <a:lnTo>
                    <a:pt x="2801" y="1737"/>
                  </a:lnTo>
                  <a:lnTo>
                    <a:pt x="2297" y="1793"/>
                  </a:lnTo>
                  <a:lnTo>
                    <a:pt x="1793" y="1849"/>
                  </a:lnTo>
                  <a:lnTo>
                    <a:pt x="1289" y="1867"/>
                  </a:lnTo>
                  <a:lnTo>
                    <a:pt x="822" y="1849"/>
                  </a:lnTo>
                  <a:lnTo>
                    <a:pt x="561" y="3417"/>
                  </a:lnTo>
                  <a:lnTo>
                    <a:pt x="430" y="4238"/>
                  </a:lnTo>
                  <a:lnTo>
                    <a:pt x="318" y="5078"/>
                  </a:lnTo>
                  <a:lnTo>
                    <a:pt x="225" y="5955"/>
                  </a:lnTo>
                  <a:lnTo>
                    <a:pt x="132" y="6814"/>
                  </a:lnTo>
                  <a:lnTo>
                    <a:pt x="76" y="7672"/>
                  </a:lnTo>
                  <a:lnTo>
                    <a:pt x="20" y="8531"/>
                  </a:lnTo>
                  <a:lnTo>
                    <a:pt x="1" y="9371"/>
                  </a:lnTo>
                  <a:lnTo>
                    <a:pt x="20" y="10192"/>
                  </a:lnTo>
                  <a:lnTo>
                    <a:pt x="76" y="10957"/>
                  </a:lnTo>
                  <a:lnTo>
                    <a:pt x="150" y="11704"/>
                  </a:lnTo>
                  <a:lnTo>
                    <a:pt x="206" y="12058"/>
                  </a:lnTo>
                  <a:lnTo>
                    <a:pt x="281" y="12394"/>
                  </a:lnTo>
                  <a:lnTo>
                    <a:pt x="355" y="12712"/>
                  </a:lnTo>
                  <a:lnTo>
                    <a:pt x="430" y="13010"/>
                  </a:lnTo>
                  <a:lnTo>
                    <a:pt x="542" y="13309"/>
                  </a:lnTo>
                  <a:lnTo>
                    <a:pt x="654" y="13570"/>
                  </a:lnTo>
                  <a:lnTo>
                    <a:pt x="766" y="13832"/>
                  </a:lnTo>
                  <a:lnTo>
                    <a:pt x="915" y="14056"/>
                  </a:lnTo>
                  <a:lnTo>
                    <a:pt x="1083" y="14298"/>
                  </a:lnTo>
                  <a:lnTo>
                    <a:pt x="1251" y="14522"/>
                  </a:lnTo>
                  <a:lnTo>
                    <a:pt x="1457" y="14746"/>
                  </a:lnTo>
                  <a:lnTo>
                    <a:pt x="1662" y="14933"/>
                  </a:lnTo>
                  <a:lnTo>
                    <a:pt x="1867" y="15101"/>
                  </a:lnTo>
                  <a:lnTo>
                    <a:pt x="2091" y="15250"/>
                  </a:lnTo>
                  <a:lnTo>
                    <a:pt x="2334" y="15381"/>
                  </a:lnTo>
                  <a:lnTo>
                    <a:pt x="2577" y="15493"/>
                  </a:lnTo>
                  <a:lnTo>
                    <a:pt x="2838" y="15605"/>
                  </a:lnTo>
                  <a:lnTo>
                    <a:pt x="3099" y="15679"/>
                  </a:lnTo>
                  <a:lnTo>
                    <a:pt x="3361" y="15754"/>
                  </a:lnTo>
                  <a:lnTo>
                    <a:pt x="3640" y="15791"/>
                  </a:lnTo>
                  <a:lnTo>
                    <a:pt x="3920" y="15829"/>
                  </a:lnTo>
                  <a:lnTo>
                    <a:pt x="4219" y="15847"/>
                  </a:lnTo>
                  <a:lnTo>
                    <a:pt x="4518" y="15847"/>
                  </a:lnTo>
                  <a:lnTo>
                    <a:pt x="4816" y="15829"/>
                  </a:lnTo>
                  <a:lnTo>
                    <a:pt x="5078" y="15810"/>
                  </a:lnTo>
                  <a:lnTo>
                    <a:pt x="5358" y="15773"/>
                  </a:lnTo>
                  <a:lnTo>
                    <a:pt x="5638" y="15717"/>
                  </a:lnTo>
                  <a:lnTo>
                    <a:pt x="5918" y="15661"/>
                  </a:lnTo>
                  <a:lnTo>
                    <a:pt x="6198" y="15586"/>
                  </a:lnTo>
                  <a:lnTo>
                    <a:pt x="6478" y="15493"/>
                  </a:lnTo>
                  <a:lnTo>
                    <a:pt x="7037" y="15287"/>
                  </a:lnTo>
                  <a:lnTo>
                    <a:pt x="7597" y="15026"/>
                  </a:lnTo>
                  <a:lnTo>
                    <a:pt x="8157" y="14709"/>
                  </a:lnTo>
                  <a:lnTo>
                    <a:pt x="8717" y="14373"/>
                  </a:lnTo>
                  <a:lnTo>
                    <a:pt x="9259" y="13981"/>
                  </a:lnTo>
                  <a:lnTo>
                    <a:pt x="9128" y="14354"/>
                  </a:lnTo>
                  <a:lnTo>
                    <a:pt x="8979" y="14727"/>
                  </a:lnTo>
                  <a:lnTo>
                    <a:pt x="8792" y="15101"/>
                  </a:lnTo>
                  <a:lnTo>
                    <a:pt x="8587" y="15437"/>
                  </a:lnTo>
                  <a:lnTo>
                    <a:pt x="8363" y="15791"/>
                  </a:lnTo>
                  <a:lnTo>
                    <a:pt x="8101" y="16109"/>
                  </a:lnTo>
                  <a:lnTo>
                    <a:pt x="7840" y="16426"/>
                  </a:lnTo>
                  <a:lnTo>
                    <a:pt x="7541" y="16725"/>
                  </a:lnTo>
                  <a:lnTo>
                    <a:pt x="7243" y="17005"/>
                  </a:lnTo>
                  <a:lnTo>
                    <a:pt x="6926" y="17285"/>
                  </a:lnTo>
                  <a:lnTo>
                    <a:pt x="6590" y="17527"/>
                  </a:lnTo>
                  <a:lnTo>
                    <a:pt x="6235" y="17789"/>
                  </a:lnTo>
                  <a:lnTo>
                    <a:pt x="5880" y="18031"/>
                  </a:lnTo>
                  <a:lnTo>
                    <a:pt x="5507" y="18255"/>
                  </a:lnTo>
                  <a:lnTo>
                    <a:pt x="5134" y="18460"/>
                  </a:lnTo>
                  <a:lnTo>
                    <a:pt x="4760" y="18666"/>
                  </a:lnTo>
                  <a:lnTo>
                    <a:pt x="4760" y="18964"/>
                  </a:lnTo>
                  <a:lnTo>
                    <a:pt x="4760" y="19991"/>
                  </a:lnTo>
                  <a:lnTo>
                    <a:pt x="4779" y="20943"/>
                  </a:lnTo>
                  <a:lnTo>
                    <a:pt x="4798" y="21783"/>
                  </a:lnTo>
                  <a:lnTo>
                    <a:pt x="4854" y="22492"/>
                  </a:lnTo>
                  <a:lnTo>
                    <a:pt x="4891" y="22791"/>
                  </a:lnTo>
                  <a:lnTo>
                    <a:pt x="4928" y="23033"/>
                  </a:lnTo>
                  <a:lnTo>
                    <a:pt x="5022" y="23388"/>
                  </a:lnTo>
                  <a:lnTo>
                    <a:pt x="5134" y="23743"/>
                  </a:lnTo>
                  <a:lnTo>
                    <a:pt x="5302" y="24097"/>
                  </a:lnTo>
                  <a:lnTo>
                    <a:pt x="5488" y="24415"/>
                  </a:lnTo>
                  <a:lnTo>
                    <a:pt x="5712" y="24750"/>
                  </a:lnTo>
                  <a:lnTo>
                    <a:pt x="5955" y="25049"/>
                  </a:lnTo>
                  <a:lnTo>
                    <a:pt x="6235" y="25310"/>
                  </a:lnTo>
                  <a:lnTo>
                    <a:pt x="6552" y="25572"/>
                  </a:lnTo>
                  <a:lnTo>
                    <a:pt x="6888" y="25777"/>
                  </a:lnTo>
                  <a:lnTo>
                    <a:pt x="7243" y="25964"/>
                  </a:lnTo>
                  <a:lnTo>
                    <a:pt x="7429" y="26057"/>
                  </a:lnTo>
                  <a:lnTo>
                    <a:pt x="7616" y="26113"/>
                  </a:lnTo>
                  <a:lnTo>
                    <a:pt x="7803" y="26169"/>
                  </a:lnTo>
                  <a:lnTo>
                    <a:pt x="8008" y="26225"/>
                  </a:lnTo>
                  <a:lnTo>
                    <a:pt x="8213" y="26262"/>
                  </a:lnTo>
                  <a:lnTo>
                    <a:pt x="8437" y="26281"/>
                  </a:lnTo>
                  <a:lnTo>
                    <a:pt x="8661" y="26300"/>
                  </a:lnTo>
                  <a:lnTo>
                    <a:pt x="9109" y="26300"/>
                  </a:lnTo>
                  <a:lnTo>
                    <a:pt x="9333" y="26262"/>
                  </a:lnTo>
                  <a:lnTo>
                    <a:pt x="9576" y="26225"/>
                  </a:lnTo>
                  <a:lnTo>
                    <a:pt x="9800" y="26169"/>
                  </a:lnTo>
                  <a:lnTo>
                    <a:pt x="10043" y="26113"/>
                  </a:lnTo>
                  <a:lnTo>
                    <a:pt x="10267" y="26020"/>
                  </a:lnTo>
                  <a:lnTo>
                    <a:pt x="10509" y="25926"/>
                  </a:lnTo>
                  <a:lnTo>
                    <a:pt x="10714" y="25814"/>
                  </a:lnTo>
                  <a:lnTo>
                    <a:pt x="10938" y="25684"/>
                  </a:lnTo>
                  <a:lnTo>
                    <a:pt x="11144" y="25534"/>
                  </a:lnTo>
                  <a:lnTo>
                    <a:pt x="11349" y="25385"/>
                  </a:lnTo>
                  <a:lnTo>
                    <a:pt x="11536" y="25217"/>
                  </a:lnTo>
                  <a:lnTo>
                    <a:pt x="11722" y="25049"/>
                  </a:lnTo>
                  <a:lnTo>
                    <a:pt x="11909" y="24862"/>
                  </a:lnTo>
                  <a:lnTo>
                    <a:pt x="12077" y="24657"/>
                  </a:lnTo>
                  <a:lnTo>
                    <a:pt x="12245" y="24452"/>
                  </a:lnTo>
                  <a:lnTo>
                    <a:pt x="12562" y="24004"/>
                  </a:lnTo>
                  <a:lnTo>
                    <a:pt x="12842" y="23519"/>
                  </a:lnTo>
                  <a:lnTo>
                    <a:pt x="13104" y="23015"/>
                  </a:lnTo>
                  <a:lnTo>
                    <a:pt x="13328" y="22473"/>
                  </a:lnTo>
                  <a:lnTo>
                    <a:pt x="13514" y="21913"/>
                  </a:lnTo>
                  <a:lnTo>
                    <a:pt x="13682" y="21353"/>
                  </a:lnTo>
                  <a:lnTo>
                    <a:pt x="13831" y="20756"/>
                  </a:lnTo>
                  <a:lnTo>
                    <a:pt x="13925" y="20178"/>
                  </a:lnTo>
                  <a:lnTo>
                    <a:pt x="13999" y="19580"/>
                  </a:lnTo>
                  <a:lnTo>
                    <a:pt x="14037" y="18983"/>
                  </a:lnTo>
                  <a:lnTo>
                    <a:pt x="14055" y="18498"/>
                  </a:lnTo>
                  <a:lnTo>
                    <a:pt x="14037" y="17956"/>
                  </a:lnTo>
                  <a:lnTo>
                    <a:pt x="14018" y="17397"/>
                  </a:lnTo>
                  <a:lnTo>
                    <a:pt x="13981" y="16818"/>
                  </a:lnTo>
                  <a:lnTo>
                    <a:pt x="13850" y="15567"/>
                  </a:lnTo>
                  <a:lnTo>
                    <a:pt x="13682" y="14280"/>
                  </a:lnTo>
                  <a:lnTo>
                    <a:pt x="13514" y="12973"/>
                  </a:lnTo>
                  <a:lnTo>
                    <a:pt x="13309" y="11685"/>
                  </a:lnTo>
                  <a:lnTo>
                    <a:pt x="13141" y="10453"/>
                  </a:lnTo>
                  <a:lnTo>
                    <a:pt x="12992" y="9315"/>
                  </a:lnTo>
                  <a:lnTo>
                    <a:pt x="13272" y="9389"/>
                  </a:lnTo>
                  <a:lnTo>
                    <a:pt x="13552" y="9408"/>
                  </a:lnTo>
                  <a:lnTo>
                    <a:pt x="13850" y="9427"/>
                  </a:lnTo>
                  <a:lnTo>
                    <a:pt x="14167" y="9389"/>
                  </a:lnTo>
                  <a:lnTo>
                    <a:pt x="14485" y="9315"/>
                  </a:lnTo>
                  <a:lnTo>
                    <a:pt x="14783" y="9221"/>
                  </a:lnTo>
                  <a:lnTo>
                    <a:pt x="15101" y="9072"/>
                  </a:lnTo>
                  <a:lnTo>
                    <a:pt x="15399" y="8904"/>
                  </a:lnTo>
                  <a:lnTo>
                    <a:pt x="15623" y="8755"/>
                  </a:lnTo>
                  <a:lnTo>
                    <a:pt x="15829" y="8587"/>
                  </a:lnTo>
                  <a:lnTo>
                    <a:pt x="16015" y="8400"/>
                  </a:lnTo>
                  <a:lnTo>
                    <a:pt x="16202" y="8213"/>
                  </a:lnTo>
                  <a:lnTo>
                    <a:pt x="16351" y="8008"/>
                  </a:lnTo>
                  <a:lnTo>
                    <a:pt x="16482" y="7803"/>
                  </a:lnTo>
                  <a:lnTo>
                    <a:pt x="16594" y="7579"/>
                  </a:lnTo>
                  <a:lnTo>
                    <a:pt x="16669" y="7374"/>
                  </a:lnTo>
                  <a:lnTo>
                    <a:pt x="16743" y="7150"/>
                  </a:lnTo>
                  <a:lnTo>
                    <a:pt x="16781" y="6926"/>
                  </a:lnTo>
                  <a:lnTo>
                    <a:pt x="16799" y="6702"/>
                  </a:lnTo>
                  <a:lnTo>
                    <a:pt x="16799" y="6496"/>
                  </a:lnTo>
                  <a:lnTo>
                    <a:pt x="16781" y="6272"/>
                  </a:lnTo>
                  <a:lnTo>
                    <a:pt x="16725" y="6067"/>
                  </a:lnTo>
                  <a:lnTo>
                    <a:pt x="16650" y="5880"/>
                  </a:lnTo>
                  <a:lnTo>
                    <a:pt x="16538" y="5694"/>
                  </a:lnTo>
                  <a:lnTo>
                    <a:pt x="16407" y="5526"/>
                  </a:lnTo>
                  <a:lnTo>
                    <a:pt x="16277" y="5376"/>
                  </a:lnTo>
                  <a:lnTo>
                    <a:pt x="16109" y="5246"/>
                  </a:lnTo>
                  <a:lnTo>
                    <a:pt x="15941" y="5134"/>
                  </a:lnTo>
                  <a:lnTo>
                    <a:pt x="15754" y="5040"/>
                  </a:lnTo>
                  <a:lnTo>
                    <a:pt x="15567" y="4966"/>
                  </a:lnTo>
                  <a:lnTo>
                    <a:pt x="15362" y="4910"/>
                  </a:lnTo>
                  <a:lnTo>
                    <a:pt x="15138" y="4872"/>
                  </a:lnTo>
                  <a:lnTo>
                    <a:pt x="14877" y="4854"/>
                  </a:lnTo>
                  <a:lnTo>
                    <a:pt x="14615" y="4854"/>
                  </a:lnTo>
                  <a:lnTo>
                    <a:pt x="14354" y="4891"/>
                  </a:lnTo>
                  <a:lnTo>
                    <a:pt x="14074" y="4947"/>
                  </a:lnTo>
                  <a:lnTo>
                    <a:pt x="13813" y="5022"/>
                  </a:lnTo>
                  <a:lnTo>
                    <a:pt x="13552" y="5134"/>
                  </a:lnTo>
                  <a:lnTo>
                    <a:pt x="13346" y="5227"/>
                  </a:lnTo>
                  <a:lnTo>
                    <a:pt x="13141" y="5358"/>
                  </a:lnTo>
                  <a:lnTo>
                    <a:pt x="12954" y="5488"/>
                  </a:lnTo>
                  <a:lnTo>
                    <a:pt x="12786" y="5619"/>
                  </a:lnTo>
                  <a:lnTo>
                    <a:pt x="12618" y="5768"/>
                  </a:lnTo>
                  <a:lnTo>
                    <a:pt x="12450" y="5936"/>
                  </a:lnTo>
                  <a:lnTo>
                    <a:pt x="12320" y="6104"/>
                  </a:lnTo>
                  <a:lnTo>
                    <a:pt x="12189" y="6272"/>
                  </a:lnTo>
                  <a:lnTo>
                    <a:pt x="12077" y="6459"/>
                  </a:lnTo>
                  <a:lnTo>
                    <a:pt x="11984" y="6627"/>
                  </a:lnTo>
                  <a:lnTo>
                    <a:pt x="11890" y="6814"/>
                  </a:lnTo>
                  <a:lnTo>
                    <a:pt x="11834" y="7019"/>
                  </a:lnTo>
                  <a:lnTo>
                    <a:pt x="11741" y="6832"/>
                  </a:lnTo>
                  <a:lnTo>
                    <a:pt x="11666" y="6646"/>
                  </a:lnTo>
                  <a:lnTo>
                    <a:pt x="11592" y="6440"/>
                  </a:lnTo>
                  <a:lnTo>
                    <a:pt x="11536" y="6216"/>
                  </a:lnTo>
                  <a:lnTo>
                    <a:pt x="11442" y="5731"/>
                  </a:lnTo>
                  <a:lnTo>
                    <a:pt x="11368" y="5208"/>
                  </a:lnTo>
                  <a:lnTo>
                    <a:pt x="11312" y="4630"/>
                  </a:lnTo>
                  <a:lnTo>
                    <a:pt x="11274" y="4051"/>
                  </a:lnTo>
                  <a:lnTo>
                    <a:pt x="11256" y="3454"/>
                  </a:lnTo>
                  <a:lnTo>
                    <a:pt x="11256" y="2875"/>
                  </a:lnTo>
                  <a:lnTo>
                    <a:pt x="11293" y="1774"/>
                  </a:lnTo>
                  <a:lnTo>
                    <a:pt x="11330" y="860"/>
                  </a:lnTo>
                  <a:lnTo>
                    <a:pt x="11405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7"/>
            <p:cNvSpPr/>
            <p:nvPr/>
          </p:nvSpPr>
          <p:spPr>
            <a:xfrm flipH="1">
              <a:off x="1096883" y="688110"/>
              <a:ext cx="362509" cy="285386"/>
            </a:xfrm>
            <a:custGeom>
              <a:avLst/>
              <a:gdLst/>
              <a:ahLst/>
              <a:cxnLst/>
              <a:rect l="l" t="t" r="r" b="b"/>
              <a:pathLst>
                <a:path w="18778" h="14783" extrusionOk="0">
                  <a:moveTo>
                    <a:pt x="15565" y="1092"/>
                  </a:moveTo>
                  <a:lnTo>
                    <a:pt x="15585" y="1103"/>
                  </a:lnTo>
                  <a:lnTo>
                    <a:pt x="15585" y="1102"/>
                  </a:lnTo>
                  <a:lnTo>
                    <a:pt x="15565" y="1092"/>
                  </a:lnTo>
                  <a:close/>
                  <a:moveTo>
                    <a:pt x="15585" y="1103"/>
                  </a:moveTo>
                  <a:lnTo>
                    <a:pt x="15511" y="1568"/>
                  </a:lnTo>
                  <a:lnTo>
                    <a:pt x="15418" y="2016"/>
                  </a:lnTo>
                  <a:lnTo>
                    <a:pt x="15324" y="2427"/>
                  </a:lnTo>
                  <a:lnTo>
                    <a:pt x="15194" y="2819"/>
                  </a:lnTo>
                  <a:lnTo>
                    <a:pt x="16705" y="2371"/>
                  </a:lnTo>
                  <a:lnTo>
                    <a:pt x="16649" y="2221"/>
                  </a:lnTo>
                  <a:lnTo>
                    <a:pt x="16593" y="2072"/>
                  </a:lnTo>
                  <a:lnTo>
                    <a:pt x="16500" y="1923"/>
                  </a:lnTo>
                  <a:lnTo>
                    <a:pt x="16407" y="1774"/>
                  </a:lnTo>
                  <a:lnTo>
                    <a:pt x="16276" y="1624"/>
                  </a:lnTo>
                  <a:lnTo>
                    <a:pt x="16127" y="1475"/>
                  </a:lnTo>
                  <a:lnTo>
                    <a:pt x="15959" y="1344"/>
                  </a:lnTo>
                  <a:lnTo>
                    <a:pt x="15753" y="1195"/>
                  </a:lnTo>
                  <a:lnTo>
                    <a:pt x="15585" y="1103"/>
                  </a:lnTo>
                  <a:close/>
                  <a:moveTo>
                    <a:pt x="11423" y="0"/>
                  </a:moveTo>
                  <a:lnTo>
                    <a:pt x="11125" y="374"/>
                  </a:lnTo>
                  <a:lnTo>
                    <a:pt x="10789" y="766"/>
                  </a:lnTo>
                  <a:lnTo>
                    <a:pt x="10397" y="1195"/>
                  </a:lnTo>
                  <a:lnTo>
                    <a:pt x="9967" y="1643"/>
                  </a:lnTo>
                  <a:lnTo>
                    <a:pt x="9501" y="2109"/>
                  </a:lnTo>
                  <a:lnTo>
                    <a:pt x="8978" y="2576"/>
                  </a:lnTo>
                  <a:lnTo>
                    <a:pt x="8418" y="3043"/>
                  </a:lnTo>
                  <a:lnTo>
                    <a:pt x="7802" y="3491"/>
                  </a:lnTo>
                  <a:lnTo>
                    <a:pt x="7168" y="3920"/>
                  </a:lnTo>
                  <a:lnTo>
                    <a:pt x="6832" y="4125"/>
                  </a:lnTo>
                  <a:lnTo>
                    <a:pt x="6496" y="4331"/>
                  </a:lnTo>
                  <a:lnTo>
                    <a:pt x="6141" y="4517"/>
                  </a:lnTo>
                  <a:lnTo>
                    <a:pt x="5768" y="4685"/>
                  </a:lnTo>
                  <a:lnTo>
                    <a:pt x="5394" y="4853"/>
                  </a:lnTo>
                  <a:lnTo>
                    <a:pt x="5021" y="5003"/>
                  </a:lnTo>
                  <a:lnTo>
                    <a:pt x="4629" y="5133"/>
                  </a:lnTo>
                  <a:lnTo>
                    <a:pt x="4237" y="5264"/>
                  </a:lnTo>
                  <a:lnTo>
                    <a:pt x="3827" y="5376"/>
                  </a:lnTo>
                  <a:lnTo>
                    <a:pt x="3416" y="5450"/>
                  </a:lnTo>
                  <a:lnTo>
                    <a:pt x="3005" y="5525"/>
                  </a:lnTo>
                  <a:lnTo>
                    <a:pt x="2576" y="5581"/>
                  </a:lnTo>
                  <a:lnTo>
                    <a:pt x="2128" y="5618"/>
                  </a:lnTo>
                  <a:lnTo>
                    <a:pt x="1382" y="5618"/>
                  </a:lnTo>
                  <a:lnTo>
                    <a:pt x="1064" y="5600"/>
                  </a:lnTo>
                  <a:lnTo>
                    <a:pt x="430" y="5525"/>
                  </a:lnTo>
                  <a:lnTo>
                    <a:pt x="243" y="6066"/>
                  </a:lnTo>
                  <a:lnTo>
                    <a:pt x="112" y="6570"/>
                  </a:lnTo>
                  <a:lnTo>
                    <a:pt x="38" y="7018"/>
                  </a:lnTo>
                  <a:lnTo>
                    <a:pt x="19" y="7224"/>
                  </a:lnTo>
                  <a:lnTo>
                    <a:pt x="0" y="7429"/>
                  </a:lnTo>
                  <a:lnTo>
                    <a:pt x="0" y="7616"/>
                  </a:lnTo>
                  <a:lnTo>
                    <a:pt x="19" y="7802"/>
                  </a:lnTo>
                  <a:lnTo>
                    <a:pt x="56" y="7970"/>
                  </a:lnTo>
                  <a:lnTo>
                    <a:pt x="94" y="8120"/>
                  </a:lnTo>
                  <a:lnTo>
                    <a:pt x="131" y="8269"/>
                  </a:lnTo>
                  <a:lnTo>
                    <a:pt x="187" y="8418"/>
                  </a:lnTo>
                  <a:lnTo>
                    <a:pt x="262" y="8549"/>
                  </a:lnTo>
                  <a:lnTo>
                    <a:pt x="336" y="8661"/>
                  </a:lnTo>
                  <a:lnTo>
                    <a:pt x="411" y="8792"/>
                  </a:lnTo>
                  <a:lnTo>
                    <a:pt x="504" y="8885"/>
                  </a:lnTo>
                  <a:lnTo>
                    <a:pt x="616" y="8978"/>
                  </a:lnTo>
                  <a:lnTo>
                    <a:pt x="728" y="9071"/>
                  </a:lnTo>
                  <a:lnTo>
                    <a:pt x="952" y="9239"/>
                  </a:lnTo>
                  <a:lnTo>
                    <a:pt x="1232" y="9370"/>
                  </a:lnTo>
                  <a:lnTo>
                    <a:pt x="1512" y="9463"/>
                  </a:lnTo>
                  <a:lnTo>
                    <a:pt x="1830" y="9538"/>
                  </a:lnTo>
                  <a:lnTo>
                    <a:pt x="2165" y="9594"/>
                  </a:lnTo>
                  <a:lnTo>
                    <a:pt x="2520" y="9613"/>
                  </a:lnTo>
                  <a:lnTo>
                    <a:pt x="2987" y="9631"/>
                  </a:lnTo>
                  <a:lnTo>
                    <a:pt x="3491" y="9613"/>
                  </a:lnTo>
                  <a:lnTo>
                    <a:pt x="3995" y="9557"/>
                  </a:lnTo>
                  <a:lnTo>
                    <a:pt x="4499" y="9501"/>
                  </a:lnTo>
                  <a:lnTo>
                    <a:pt x="5003" y="9407"/>
                  </a:lnTo>
                  <a:lnTo>
                    <a:pt x="5506" y="9295"/>
                  </a:lnTo>
                  <a:lnTo>
                    <a:pt x="5992" y="9183"/>
                  </a:lnTo>
                  <a:lnTo>
                    <a:pt x="6440" y="9071"/>
                  </a:lnTo>
                  <a:lnTo>
                    <a:pt x="7280" y="8829"/>
                  </a:lnTo>
                  <a:lnTo>
                    <a:pt x="7952" y="8605"/>
                  </a:lnTo>
                  <a:lnTo>
                    <a:pt x="8400" y="8437"/>
                  </a:lnTo>
                  <a:lnTo>
                    <a:pt x="8605" y="8362"/>
                  </a:lnTo>
                  <a:lnTo>
                    <a:pt x="8624" y="8362"/>
                  </a:lnTo>
                  <a:lnTo>
                    <a:pt x="8642" y="8381"/>
                  </a:lnTo>
                  <a:lnTo>
                    <a:pt x="8661" y="8456"/>
                  </a:lnTo>
                  <a:lnTo>
                    <a:pt x="8717" y="8736"/>
                  </a:lnTo>
                  <a:lnTo>
                    <a:pt x="8773" y="9146"/>
                  </a:lnTo>
                  <a:lnTo>
                    <a:pt x="8810" y="9370"/>
                  </a:lnTo>
                  <a:lnTo>
                    <a:pt x="8866" y="9594"/>
                  </a:lnTo>
                  <a:lnTo>
                    <a:pt x="8941" y="9818"/>
                  </a:lnTo>
                  <a:lnTo>
                    <a:pt x="9053" y="10023"/>
                  </a:lnTo>
                  <a:lnTo>
                    <a:pt x="9165" y="10191"/>
                  </a:lnTo>
                  <a:lnTo>
                    <a:pt x="9239" y="10266"/>
                  </a:lnTo>
                  <a:lnTo>
                    <a:pt x="9333" y="10322"/>
                  </a:lnTo>
                  <a:lnTo>
                    <a:pt x="9407" y="10378"/>
                  </a:lnTo>
                  <a:lnTo>
                    <a:pt x="9519" y="10415"/>
                  </a:lnTo>
                  <a:lnTo>
                    <a:pt x="9613" y="10434"/>
                  </a:lnTo>
                  <a:lnTo>
                    <a:pt x="9743" y="10453"/>
                  </a:lnTo>
                  <a:lnTo>
                    <a:pt x="9855" y="10434"/>
                  </a:lnTo>
                  <a:lnTo>
                    <a:pt x="10005" y="10415"/>
                  </a:lnTo>
                  <a:lnTo>
                    <a:pt x="10154" y="10359"/>
                  </a:lnTo>
                  <a:lnTo>
                    <a:pt x="10303" y="10303"/>
                  </a:lnTo>
                  <a:lnTo>
                    <a:pt x="10621" y="10135"/>
                  </a:lnTo>
                  <a:lnTo>
                    <a:pt x="10938" y="9949"/>
                  </a:lnTo>
                  <a:lnTo>
                    <a:pt x="11218" y="9762"/>
                  </a:lnTo>
                  <a:lnTo>
                    <a:pt x="11479" y="9557"/>
                  </a:lnTo>
                  <a:lnTo>
                    <a:pt x="11741" y="9333"/>
                  </a:lnTo>
                  <a:lnTo>
                    <a:pt x="11965" y="9127"/>
                  </a:lnTo>
                  <a:lnTo>
                    <a:pt x="12356" y="8717"/>
                  </a:lnTo>
                  <a:lnTo>
                    <a:pt x="12674" y="8344"/>
                  </a:lnTo>
                  <a:lnTo>
                    <a:pt x="12916" y="8045"/>
                  </a:lnTo>
                  <a:lnTo>
                    <a:pt x="13103" y="7765"/>
                  </a:lnTo>
                  <a:lnTo>
                    <a:pt x="13028" y="8624"/>
                  </a:lnTo>
                  <a:lnTo>
                    <a:pt x="12991" y="9538"/>
                  </a:lnTo>
                  <a:lnTo>
                    <a:pt x="12954" y="10639"/>
                  </a:lnTo>
                  <a:lnTo>
                    <a:pt x="12954" y="11218"/>
                  </a:lnTo>
                  <a:lnTo>
                    <a:pt x="12972" y="11815"/>
                  </a:lnTo>
                  <a:lnTo>
                    <a:pt x="13010" y="12394"/>
                  </a:lnTo>
                  <a:lnTo>
                    <a:pt x="13066" y="12972"/>
                  </a:lnTo>
                  <a:lnTo>
                    <a:pt x="13140" y="13495"/>
                  </a:lnTo>
                  <a:lnTo>
                    <a:pt x="13234" y="13980"/>
                  </a:lnTo>
                  <a:lnTo>
                    <a:pt x="13290" y="14204"/>
                  </a:lnTo>
                  <a:lnTo>
                    <a:pt x="13364" y="14410"/>
                  </a:lnTo>
                  <a:lnTo>
                    <a:pt x="13439" y="14596"/>
                  </a:lnTo>
                  <a:lnTo>
                    <a:pt x="13532" y="14783"/>
                  </a:lnTo>
                  <a:lnTo>
                    <a:pt x="13588" y="14578"/>
                  </a:lnTo>
                  <a:lnTo>
                    <a:pt x="13682" y="14391"/>
                  </a:lnTo>
                  <a:lnTo>
                    <a:pt x="13775" y="14223"/>
                  </a:lnTo>
                  <a:lnTo>
                    <a:pt x="13887" y="14036"/>
                  </a:lnTo>
                  <a:lnTo>
                    <a:pt x="14018" y="13868"/>
                  </a:lnTo>
                  <a:lnTo>
                    <a:pt x="14148" y="13700"/>
                  </a:lnTo>
                  <a:lnTo>
                    <a:pt x="14316" y="13532"/>
                  </a:lnTo>
                  <a:lnTo>
                    <a:pt x="14484" y="13383"/>
                  </a:lnTo>
                  <a:lnTo>
                    <a:pt x="14652" y="13252"/>
                  </a:lnTo>
                  <a:lnTo>
                    <a:pt x="14839" y="13122"/>
                  </a:lnTo>
                  <a:lnTo>
                    <a:pt x="15044" y="12991"/>
                  </a:lnTo>
                  <a:lnTo>
                    <a:pt x="15250" y="12898"/>
                  </a:lnTo>
                  <a:lnTo>
                    <a:pt x="15119" y="12356"/>
                  </a:lnTo>
                  <a:lnTo>
                    <a:pt x="15044" y="11815"/>
                  </a:lnTo>
                  <a:lnTo>
                    <a:pt x="14988" y="11274"/>
                  </a:lnTo>
                  <a:lnTo>
                    <a:pt x="14988" y="10994"/>
                  </a:lnTo>
                  <a:lnTo>
                    <a:pt x="14988" y="10733"/>
                  </a:lnTo>
                  <a:lnTo>
                    <a:pt x="15007" y="10471"/>
                  </a:lnTo>
                  <a:lnTo>
                    <a:pt x="15044" y="10191"/>
                  </a:lnTo>
                  <a:lnTo>
                    <a:pt x="15082" y="9930"/>
                  </a:lnTo>
                  <a:lnTo>
                    <a:pt x="15138" y="9669"/>
                  </a:lnTo>
                  <a:lnTo>
                    <a:pt x="15212" y="9426"/>
                  </a:lnTo>
                  <a:lnTo>
                    <a:pt x="15287" y="9165"/>
                  </a:lnTo>
                  <a:lnTo>
                    <a:pt x="15380" y="8922"/>
                  </a:lnTo>
                  <a:lnTo>
                    <a:pt x="15511" y="8661"/>
                  </a:lnTo>
                  <a:lnTo>
                    <a:pt x="15679" y="8344"/>
                  </a:lnTo>
                  <a:lnTo>
                    <a:pt x="15865" y="8064"/>
                  </a:lnTo>
                  <a:lnTo>
                    <a:pt x="16052" y="7784"/>
                  </a:lnTo>
                  <a:lnTo>
                    <a:pt x="16239" y="7541"/>
                  </a:lnTo>
                  <a:lnTo>
                    <a:pt x="16444" y="7317"/>
                  </a:lnTo>
                  <a:lnTo>
                    <a:pt x="16649" y="7112"/>
                  </a:lnTo>
                  <a:lnTo>
                    <a:pt x="16855" y="6925"/>
                  </a:lnTo>
                  <a:lnTo>
                    <a:pt x="17060" y="6757"/>
                  </a:lnTo>
                  <a:lnTo>
                    <a:pt x="17265" y="6608"/>
                  </a:lnTo>
                  <a:lnTo>
                    <a:pt x="17489" y="6477"/>
                  </a:lnTo>
                  <a:lnTo>
                    <a:pt x="17695" y="6365"/>
                  </a:lnTo>
                  <a:lnTo>
                    <a:pt x="17919" y="6272"/>
                  </a:lnTo>
                  <a:lnTo>
                    <a:pt x="18143" y="6197"/>
                  </a:lnTo>
                  <a:lnTo>
                    <a:pt x="18348" y="6122"/>
                  </a:lnTo>
                  <a:lnTo>
                    <a:pt x="18572" y="6066"/>
                  </a:lnTo>
                  <a:lnTo>
                    <a:pt x="18777" y="6029"/>
                  </a:lnTo>
                  <a:lnTo>
                    <a:pt x="18628" y="5786"/>
                  </a:lnTo>
                  <a:lnTo>
                    <a:pt x="18441" y="5581"/>
                  </a:lnTo>
                  <a:lnTo>
                    <a:pt x="18236" y="5395"/>
                  </a:lnTo>
                  <a:lnTo>
                    <a:pt x="18031" y="5227"/>
                  </a:lnTo>
                  <a:lnTo>
                    <a:pt x="17807" y="5096"/>
                  </a:lnTo>
                  <a:lnTo>
                    <a:pt x="17564" y="4965"/>
                  </a:lnTo>
                  <a:lnTo>
                    <a:pt x="17321" y="4872"/>
                  </a:lnTo>
                  <a:lnTo>
                    <a:pt x="17097" y="4779"/>
                  </a:lnTo>
                  <a:lnTo>
                    <a:pt x="16668" y="4648"/>
                  </a:lnTo>
                  <a:lnTo>
                    <a:pt x="16295" y="4555"/>
                  </a:lnTo>
                  <a:lnTo>
                    <a:pt x="15959" y="4499"/>
                  </a:lnTo>
                  <a:lnTo>
                    <a:pt x="16071" y="4387"/>
                  </a:lnTo>
                  <a:lnTo>
                    <a:pt x="16183" y="4237"/>
                  </a:lnTo>
                  <a:lnTo>
                    <a:pt x="16332" y="4051"/>
                  </a:lnTo>
                  <a:lnTo>
                    <a:pt x="16463" y="3808"/>
                  </a:lnTo>
                  <a:lnTo>
                    <a:pt x="16593" y="3547"/>
                  </a:lnTo>
                  <a:lnTo>
                    <a:pt x="16687" y="3248"/>
                  </a:lnTo>
                  <a:lnTo>
                    <a:pt x="16724" y="3099"/>
                  </a:lnTo>
                  <a:lnTo>
                    <a:pt x="16743" y="2931"/>
                  </a:lnTo>
                  <a:lnTo>
                    <a:pt x="14895" y="3509"/>
                  </a:lnTo>
                  <a:lnTo>
                    <a:pt x="14690" y="3864"/>
                  </a:lnTo>
                  <a:lnTo>
                    <a:pt x="14447" y="4181"/>
                  </a:lnTo>
                  <a:lnTo>
                    <a:pt x="14186" y="4480"/>
                  </a:lnTo>
                  <a:lnTo>
                    <a:pt x="13906" y="4741"/>
                  </a:lnTo>
                  <a:lnTo>
                    <a:pt x="13588" y="4965"/>
                  </a:lnTo>
                  <a:lnTo>
                    <a:pt x="13252" y="5152"/>
                  </a:lnTo>
                  <a:lnTo>
                    <a:pt x="12898" y="5301"/>
                  </a:lnTo>
                  <a:lnTo>
                    <a:pt x="12506" y="5432"/>
                  </a:lnTo>
                  <a:lnTo>
                    <a:pt x="12151" y="5525"/>
                  </a:lnTo>
                  <a:lnTo>
                    <a:pt x="11797" y="5581"/>
                  </a:lnTo>
                  <a:lnTo>
                    <a:pt x="11405" y="5618"/>
                  </a:lnTo>
                  <a:lnTo>
                    <a:pt x="10994" y="5637"/>
                  </a:lnTo>
                  <a:lnTo>
                    <a:pt x="10770" y="5637"/>
                  </a:lnTo>
                  <a:lnTo>
                    <a:pt x="10527" y="5618"/>
                  </a:lnTo>
                  <a:lnTo>
                    <a:pt x="10397" y="5600"/>
                  </a:lnTo>
                  <a:lnTo>
                    <a:pt x="10247" y="5562"/>
                  </a:lnTo>
                  <a:lnTo>
                    <a:pt x="10135" y="5525"/>
                  </a:lnTo>
                  <a:lnTo>
                    <a:pt x="10023" y="5450"/>
                  </a:lnTo>
                  <a:lnTo>
                    <a:pt x="9930" y="5357"/>
                  </a:lnTo>
                  <a:lnTo>
                    <a:pt x="9911" y="5301"/>
                  </a:lnTo>
                  <a:lnTo>
                    <a:pt x="9893" y="5245"/>
                  </a:lnTo>
                  <a:lnTo>
                    <a:pt x="9893" y="5208"/>
                  </a:lnTo>
                  <a:lnTo>
                    <a:pt x="9893" y="5133"/>
                  </a:lnTo>
                  <a:lnTo>
                    <a:pt x="9893" y="5077"/>
                  </a:lnTo>
                  <a:lnTo>
                    <a:pt x="9930" y="5003"/>
                  </a:lnTo>
                  <a:lnTo>
                    <a:pt x="10005" y="4928"/>
                  </a:lnTo>
                  <a:lnTo>
                    <a:pt x="10098" y="4835"/>
                  </a:lnTo>
                  <a:lnTo>
                    <a:pt x="10229" y="4723"/>
                  </a:lnTo>
                  <a:lnTo>
                    <a:pt x="10415" y="4611"/>
                  </a:lnTo>
                  <a:lnTo>
                    <a:pt x="10658" y="4480"/>
                  </a:lnTo>
                  <a:lnTo>
                    <a:pt x="10975" y="4331"/>
                  </a:lnTo>
                  <a:lnTo>
                    <a:pt x="11349" y="4163"/>
                  </a:lnTo>
                  <a:lnTo>
                    <a:pt x="11797" y="3976"/>
                  </a:lnTo>
                  <a:lnTo>
                    <a:pt x="12338" y="3771"/>
                  </a:lnTo>
                  <a:lnTo>
                    <a:pt x="12954" y="3547"/>
                  </a:lnTo>
                  <a:lnTo>
                    <a:pt x="13682" y="3304"/>
                  </a:lnTo>
                  <a:lnTo>
                    <a:pt x="14503" y="3043"/>
                  </a:lnTo>
                  <a:lnTo>
                    <a:pt x="14615" y="2819"/>
                  </a:lnTo>
                  <a:lnTo>
                    <a:pt x="14690" y="2576"/>
                  </a:lnTo>
                  <a:lnTo>
                    <a:pt x="14783" y="2315"/>
                  </a:lnTo>
                  <a:lnTo>
                    <a:pt x="14858" y="2053"/>
                  </a:lnTo>
                  <a:lnTo>
                    <a:pt x="14970" y="1494"/>
                  </a:lnTo>
                  <a:lnTo>
                    <a:pt x="15063" y="878"/>
                  </a:lnTo>
                  <a:lnTo>
                    <a:pt x="15343" y="990"/>
                  </a:lnTo>
                  <a:lnTo>
                    <a:pt x="15565" y="1092"/>
                  </a:lnTo>
                  <a:lnTo>
                    <a:pt x="15548" y="1083"/>
                  </a:lnTo>
                  <a:lnTo>
                    <a:pt x="15306" y="971"/>
                  </a:lnTo>
                  <a:lnTo>
                    <a:pt x="15026" y="840"/>
                  </a:lnTo>
                  <a:lnTo>
                    <a:pt x="14708" y="728"/>
                  </a:lnTo>
                  <a:lnTo>
                    <a:pt x="14354" y="635"/>
                  </a:lnTo>
                  <a:lnTo>
                    <a:pt x="13980" y="523"/>
                  </a:lnTo>
                  <a:lnTo>
                    <a:pt x="13570" y="430"/>
                  </a:lnTo>
                  <a:lnTo>
                    <a:pt x="13140" y="355"/>
                  </a:lnTo>
                  <a:lnTo>
                    <a:pt x="12636" y="262"/>
                  </a:lnTo>
                  <a:lnTo>
                    <a:pt x="12114" y="187"/>
                  </a:lnTo>
                  <a:lnTo>
                    <a:pt x="11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7"/>
            <p:cNvSpPr/>
            <p:nvPr/>
          </p:nvSpPr>
          <p:spPr>
            <a:xfrm flipH="1">
              <a:off x="1250030" y="629388"/>
              <a:ext cx="200714" cy="164324"/>
            </a:xfrm>
            <a:custGeom>
              <a:avLst/>
              <a:gdLst/>
              <a:ahLst/>
              <a:cxnLst/>
              <a:rect l="l" t="t" r="r" b="b"/>
              <a:pathLst>
                <a:path w="10397" h="8512" extrusionOk="0">
                  <a:moveTo>
                    <a:pt x="8157" y="1960"/>
                  </a:moveTo>
                  <a:lnTo>
                    <a:pt x="8362" y="2128"/>
                  </a:lnTo>
                  <a:lnTo>
                    <a:pt x="8586" y="2296"/>
                  </a:lnTo>
                  <a:lnTo>
                    <a:pt x="8418" y="2557"/>
                  </a:lnTo>
                  <a:lnTo>
                    <a:pt x="8250" y="2818"/>
                  </a:lnTo>
                  <a:lnTo>
                    <a:pt x="8045" y="3098"/>
                  </a:lnTo>
                  <a:lnTo>
                    <a:pt x="7821" y="3378"/>
                  </a:lnTo>
                  <a:lnTo>
                    <a:pt x="7560" y="3658"/>
                  </a:lnTo>
                  <a:lnTo>
                    <a:pt x="7280" y="3938"/>
                  </a:lnTo>
                  <a:lnTo>
                    <a:pt x="6981" y="4200"/>
                  </a:lnTo>
                  <a:lnTo>
                    <a:pt x="6664" y="4461"/>
                  </a:lnTo>
                  <a:lnTo>
                    <a:pt x="6290" y="4704"/>
                  </a:lnTo>
                  <a:lnTo>
                    <a:pt x="5917" y="4928"/>
                  </a:lnTo>
                  <a:lnTo>
                    <a:pt x="5506" y="5133"/>
                  </a:lnTo>
                  <a:lnTo>
                    <a:pt x="5058" y="5301"/>
                  </a:lnTo>
                  <a:lnTo>
                    <a:pt x="4592" y="5450"/>
                  </a:lnTo>
                  <a:lnTo>
                    <a:pt x="4088" y="5543"/>
                  </a:lnTo>
                  <a:lnTo>
                    <a:pt x="3827" y="5581"/>
                  </a:lnTo>
                  <a:lnTo>
                    <a:pt x="3547" y="5618"/>
                  </a:lnTo>
                  <a:lnTo>
                    <a:pt x="3267" y="5637"/>
                  </a:lnTo>
                  <a:lnTo>
                    <a:pt x="2987" y="5637"/>
                  </a:lnTo>
                  <a:lnTo>
                    <a:pt x="2539" y="5618"/>
                  </a:lnTo>
                  <a:lnTo>
                    <a:pt x="2053" y="5581"/>
                  </a:lnTo>
                  <a:lnTo>
                    <a:pt x="2352" y="5319"/>
                  </a:lnTo>
                  <a:lnTo>
                    <a:pt x="2669" y="5058"/>
                  </a:lnTo>
                  <a:lnTo>
                    <a:pt x="2949" y="5077"/>
                  </a:lnTo>
                  <a:lnTo>
                    <a:pt x="3248" y="5058"/>
                  </a:lnTo>
                  <a:lnTo>
                    <a:pt x="3509" y="5058"/>
                  </a:lnTo>
                  <a:lnTo>
                    <a:pt x="3789" y="5021"/>
                  </a:lnTo>
                  <a:lnTo>
                    <a:pt x="4032" y="4984"/>
                  </a:lnTo>
                  <a:lnTo>
                    <a:pt x="4293" y="4946"/>
                  </a:lnTo>
                  <a:lnTo>
                    <a:pt x="4760" y="4816"/>
                  </a:lnTo>
                  <a:lnTo>
                    <a:pt x="5208" y="4666"/>
                  </a:lnTo>
                  <a:lnTo>
                    <a:pt x="5600" y="4480"/>
                  </a:lnTo>
                  <a:lnTo>
                    <a:pt x="5992" y="4256"/>
                  </a:lnTo>
                  <a:lnTo>
                    <a:pt x="6328" y="4032"/>
                  </a:lnTo>
                  <a:lnTo>
                    <a:pt x="6664" y="3789"/>
                  </a:lnTo>
                  <a:lnTo>
                    <a:pt x="6944" y="3528"/>
                  </a:lnTo>
                  <a:lnTo>
                    <a:pt x="7205" y="3248"/>
                  </a:lnTo>
                  <a:lnTo>
                    <a:pt x="7448" y="2986"/>
                  </a:lnTo>
                  <a:lnTo>
                    <a:pt x="7672" y="2725"/>
                  </a:lnTo>
                  <a:lnTo>
                    <a:pt x="7858" y="2445"/>
                  </a:lnTo>
                  <a:lnTo>
                    <a:pt x="8026" y="2202"/>
                  </a:lnTo>
                  <a:lnTo>
                    <a:pt x="8157" y="1960"/>
                  </a:lnTo>
                  <a:close/>
                  <a:moveTo>
                    <a:pt x="4611" y="0"/>
                  </a:moveTo>
                  <a:lnTo>
                    <a:pt x="4499" y="19"/>
                  </a:lnTo>
                  <a:lnTo>
                    <a:pt x="4424" y="56"/>
                  </a:lnTo>
                  <a:lnTo>
                    <a:pt x="4349" y="112"/>
                  </a:lnTo>
                  <a:lnTo>
                    <a:pt x="4293" y="187"/>
                  </a:lnTo>
                  <a:lnTo>
                    <a:pt x="4237" y="261"/>
                  </a:lnTo>
                  <a:lnTo>
                    <a:pt x="4219" y="373"/>
                  </a:lnTo>
                  <a:lnTo>
                    <a:pt x="4200" y="504"/>
                  </a:lnTo>
                  <a:lnTo>
                    <a:pt x="4219" y="728"/>
                  </a:lnTo>
                  <a:lnTo>
                    <a:pt x="4275" y="933"/>
                  </a:lnTo>
                  <a:lnTo>
                    <a:pt x="4368" y="1157"/>
                  </a:lnTo>
                  <a:lnTo>
                    <a:pt x="4499" y="1344"/>
                  </a:lnTo>
                  <a:lnTo>
                    <a:pt x="4648" y="1549"/>
                  </a:lnTo>
                  <a:lnTo>
                    <a:pt x="4835" y="1736"/>
                  </a:lnTo>
                  <a:lnTo>
                    <a:pt x="5040" y="1922"/>
                  </a:lnTo>
                  <a:lnTo>
                    <a:pt x="5282" y="2109"/>
                  </a:lnTo>
                  <a:lnTo>
                    <a:pt x="4592" y="2090"/>
                  </a:lnTo>
                  <a:lnTo>
                    <a:pt x="3901" y="2109"/>
                  </a:lnTo>
                  <a:lnTo>
                    <a:pt x="3584" y="2146"/>
                  </a:lnTo>
                  <a:lnTo>
                    <a:pt x="3267" y="2184"/>
                  </a:lnTo>
                  <a:lnTo>
                    <a:pt x="2949" y="2240"/>
                  </a:lnTo>
                  <a:lnTo>
                    <a:pt x="2669" y="2296"/>
                  </a:lnTo>
                  <a:lnTo>
                    <a:pt x="2371" y="2370"/>
                  </a:lnTo>
                  <a:lnTo>
                    <a:pt x="2109" y="2464"/>
                  </a:lnTo>
                  <a:lnTo>
                    <a:pt x="1848" y="2576"/>
                  </a:lnTo>
                  <a:lnTo>
                    <a:pt x="1605" y="2688"/>
                  </a:lnTo>
                  <a:lnTo>
                    <a:pt x="1382" y="2818"/>
                  </a:lnTo>
                  <a:lnTo>
                    <a:pt x="1176" y="2986"/>
                  </a:lnTo>
                  <a:lnTo>
                    <a:pt x="1008" y="3154"/>
                  </a:lnTo>
                  <a:lnTo>
                    <a:pt x="840" y="3341"/>
                  </a:lnTo>
                  <a:lnTo>
                    <a:pt x="691" y="3546"/>
                  </a:lnTo>
                  <a:lnTo>
                    <a:pt x="598" y="3733"/>
                  </a:lnTo>
                  <a:lnTo>
                    <a:pt x="542" y="3901"/>
                  </a:lnTo>
                  <a:lnTo>
                    <a:pt x="542" y="4050"/>
                  </a:lnTo>
                  <a:lnTo>
                    <a:pt x="560" y="4125"/>
                  </a:lnTo>
                  <a:lnTo>
                    <a:pt x="579" y="4181"/>
                  </a:lnTo>
                  <a:lnTo>
                    <a:pt x="672" y="4312"/>
                  </a:lnTo>
                  <a:lnTo>
                    <a:pt x="784" y="4405"/>
                  </a:lnTo>
                  <a:lnTo>
                    <a:pt x="934" y="4498"/>
                  </a:lnTo>
                  <a:lnTo>
                    <a:pt x="1120" y="4573"/>
                  </a:lnTo>
                  <a:lnTo>
                    <a:pt x="1344" y="4629"/>
                  </a:lnTo>
                  <a:lnTo>
                    <a:pt x="1587" y="4666"/>
                  </a:lnTo>
                  <a:lnTo>
                    <a:pt x="1848" y="4704"/>
                  </a:lnTo>
                  <a:lnTo>
                    <a:pt x="2147" y="4722"/>
                  </a:lnTo>
                  <a:lnTo>
                    <a:pt x="2464" y="4741"/>
                  </a:lnTo>
                  <a:lnTo>
                    <a:pt x="3136" y="4722"/>
                  </a:lnTo>
                  <a:lnTo>
                    <a:pt x="3136" y="4722"/>
                  </a:lnTo>
                  <a:lnTo>
                    <a:pt x="2632" y="5058"/>
                  </a:lnTo>
                  <a:lnTo>
                    <a:pt x="2389" y="5245"/>
                  </a:lnTo>
                  <a:lnTo>
                    <a:pt x="2165" y="5431"/>
                  </a:lnTo>
                  <a:lnTo>
                    <a:pt x="1941" y="5618"/>
                  </a:lnTo>
                  <a:lnTo>
                    <a:pt x="1717" y="5842"/>
                  </a:lnTo>
                  <a:lnTo>
                    <a:pt x="1512" y="6047"/>
                  </a:lnTo>
                  <a:lnTo>
                    <a:pt x="1307" y="6290"/>
                  </a:lnTo>
                  <a:lnTo>
                    <a:pt x="1102" y="6533"/>
                  </a:lnTo>
                  <a:lnTo>
                    <a:pt x="915" y="6775"/>
                  </a:lnTo>
                  <a:lnTo>
                    <a:pt x="747" y="7037"/>
                  </a:lnTo>
                  <a:lnTo>
                    <a:pt x="579" y="7317"/>
                  </a:lnTo>
                  <a:lnTo>
                    <a:pt x="411" y="7597"/>
                  </a:lnTo>
                  <a:lnTo>
                    <a:pt x="262" y="7895"/>
                  </a:lnTo>
                  <a:lnTo>
                    <a:pt x="187" y="8045"/>
                  </a:lnTo>
                  <a:lnTo>
                    <a:pt x="654" y="8101"/>
                  </a:lnTo>
                  <a:lnTo>
                    <a:pt x="1102" y="8119"/>
                  </a:lnTo>
                  <a:lnTo>
                    <a:pt x="1568" y="8119"/>
                  </a:lnTo>
                  <a:lnTo>
                    <a:pt x="2016" y="8101"/>
                  </a:lnTo>
                  <a:lnTo>
                    <a:pt x="2464" y="8045"/>
                  </a:lnTo>
                  <a:lnTo>
                    <a:pt x="2912" y="7970"/>
                  </a:lnTo>
                  <a:lnTo>
                    <a:pt x="3379" y="7858"/>
                  </a:lnTo>
                  <a:lnTo>
                    <a:pt x="3827" y="7746"/>
                  </a:lnTo>
                  <a:lnTo>
                    <a:pt x="4275" y="7597"/>
                  </a:lnTo>
                  <a:lnTo>
                    <a:pt x="4723" y="7410"/>
                  </a:lnTo>
                  <a:lnTo>
                    <a:pt x="5170" y="7223"/>
                  </a:lnTo>
                  <a:lnTo>
                    <a:pt x="5618" y="6999"/>
                  </a:lnTo>
                  <a:lnTo>
                    <a:pt x="6066" y="6757"/>
                  </a:lnTo>
                  <a:lnTo>
                    <a:pt x="6496" y="6477"/>
                  </a:lnTo>
                  <a:lnTo>
                    <a:pt x="6944" y="6178"/>
                  </a:lnTo>
                  <a:lnTo>
                    <a:pt x="7392" y="5861"/>
                  </a:lnTo>
                  <a:lnTo>
                    <a:pt x="7877" y="5487"/>
                  </a:lnTo>
                  <a:lnTo>
                    <a:pt x="8325" y="5095"/>
                  </a:lnTo>
                  <a:lnTo>
                    <a:pt x="8754" y="4704"/>
                  </a:lnTo>
                  <a:lnTo>
                    <a:pt x="9146" y="4312"/>
                  </a:lnTo>
                  <a:lnTo>
                    <a:pt x="9501" y="3938"/>
                  </a:lnTo>
                  <a:lnTo>
                    <a:pt x="9837" y="3565"/>
                  </a:lnTo>
                  <a:lnTo>
                    <a:pt x="10135" y="3229"/>
                  </a:lnTo>
                  <a:lnTo>
                    <a:pt x="10397" y="2893"/>
                  </a:lnTo>
                  <a:lnTo>
                    <a:pt x="10247" y="2856"/>
                  </a:lnTo>
                  <a:lnTo>
                    <a:pt x="9183" y="2632"/>
                  </a:lnTo>
                  <a:lnTo>
                    <a:pt x="8399" y="2016"/>
                  </a:lnTo>
                  <a:lnTo>
                    <a:pt x="7560" y="1419"/>
                  </a:lnTo>
                  <a:lnTo>
                    <a:pt x="7149" y="1139"/>
                  </a:lnTo>
                  <a:lnTo>
                    <a:pt x="6738" y="877"/>
                  </a:lnTo>
                  <a:lnTo>
                    <a:pt x="6328" y="635"/>
                  </a:lnTo>
                  <a:lnTo>
                    <a:pt x="5954" y="429"/>
                  </a:lnTo>
                  <a:lnTo>
                    <a:pt x="5600" y="261"/>
                  </a:lnTo>
                  <a:lnTo>
                    <a:pt x="5264" y="131"/>
                  </a:lnTo>
                  <a:lnTo>
                    <a:pt x="4965" y="37"/>
                  </a:lnTo>
                  <a:lnTo>
                    <a:pt x="4835" y="19"/>
                  </a:lnTo>
                  <a:lnTo>
                    <a:pt x="4704" y="0"/>
                  </a:lnTo>
                  <a:close/>
                  <a:moveTo>
                    <a:pt x="187" y="8045"/>
                  </a:moveTo>
                  <a:lnTo>
                    <a:pt x="112" y="8194"/>
                  </a:lnTo>
                  <a:lnTo>
                    <a:pt x="0" y="8511"/>
                  </a:lnTo>
                  <a:lnTo>
                    <a:pt x="94" y="8287"/>
                  </a:lnTo>
                  <a:lnTo>
                    <a:pt x="187" y="80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7"/>
            <p:cNvSpPr/>
            <p:nvPr/>
          </p:nvSpPr>
          <p:spPr>
            <a:xfrm flipH="1">
              <a:off x="1092230" y="814223"/>
              <a:ext cx="67027" cy="119286"/>
            </a:xfrm>
            <a:custGeom>
              <a:avLst/>
              <a:gdLst/>
              <a:ahLst/>
              <a:cxnLst/>
              <a:rect l="l" t="t" r="r" b="b"/>
              <a:pathLst>
                <a:path w="3472" h="6179" extrusionOk="0">
                  <a:moveTo>
                    <a:pt x="3416" y="0"/>
                  </a:moveTo>
                  <a:lnTo>
                    <a:pt x="3043" y="75"/>
                  </a:lnTo>
                  <a:lnTo>
                    <a:pt x="2856" y="131"/>
                  </a:lnTo>
                  <a:lnTo>
                    <a:pt x="2651" y="205"/>
                  </a:lnTo>
                  <a:lnTo>
                    <a:pt x="2464" y="299"/>
                  </a:lnTo>
                  <a:lnTo>
                    <a:pt x="2259" y="392"/>
                  </a:lnTo>
                  <a:lnTo>
                    <a:pt x="2072" y="504"/>
                  </a:lnTo>
                  <a:lnTo>
                    <a:pt x="1867" y="635"/>
                  </a:lnTo>
                  <a:lnTo>
                    <a:pt x="1680" y="784"/>
                  </a:lnTo>
                  <a:lnTo>
                    <a:pt x="1493" y="952"/>
                  </a:lnTo>
                  <a:lnTo>
                    <a:pt x="1307" y="1139"/>
                  </a:lnTo>
                  <a:lnTo>
                    <a:pt x="1120" y="1344"/>
                  </a:lnTo>
                  <a:lnTo>
                    <a:pt x="952" y="1568"/>
                  </a:lnTo>
                  <a:lnTo>
                    <a:pt x="765" y="1829"/>
                  </a:lnTo>
                  <a:lnTo>
                    <a:pt x="616" y="2091"/>
                  </a:lnTo>
                  <a:lnTo>
                    <a:pt x="448" y="2389"/>
                  </a:lnTo>
                  <a:lnTo>
                    <a:pt x="355" y="2594"/>
                  </a:lnTo>
                  <a:lnTo>
                    <a:pt x="261" y="2818"/>
                  </a:lnTo>
                  <a:lnTo>
                    <a:pt x="187" y="3042"/>
                  </a:lnTo>
                  <a:lnTo>
                    <a:pt x="131" y="3266"/>
                  </a:lnTo>
                  <a:lnTo>
                    <a:pt x="75" y="3509"/>
                  </a:lnTo>
                  <a:lnTo>
                    <a:pt x="37" y="3733"/>
                  </a:lnTo>
                  <a:lnTo>
                    <a:pt x="19" y="3976"/>
                  </a:lnTo>
                  <a:lnTo>
                    <a:pt x="0" y="4218"/>
                  </a:lnTo>
                  <a:lnTo>
                    <a:pt x="0" y="4704"/>
                  </a:lnTo>
                  <a:lnTo>
                    <a:pt x="37" y="5189"/>
                  </a:lnTo>
                  <a:lnTo>
                    <a:pt x="112" y="5674"/>
                  </a:lnTo>
                  <a:lnTo>
                    <a:pt x="224" y="6178"/>
                  </a:lnTo>
                  <a:lnTo>
                    <a:pt x="504" y="6122"/>
                  </a:lnTo>
                  <a:lnTo>
                    <a:pt x="765" y="6085"/>
                  </a:lnTo>
                  <a:lnTo>
                    <a:pt x="1027" y="6085"/>
                  </a:lnTo>
                  <a:lnTo>
                    <a:pt x="1288" y="6103"/>
                  </a:lnTo>
                  <a:lnTo>
                    <a:pt x="1755" y="5282"/>
                  </a:lnTo>
                  <a:lnTo>
                    <a:pt x="2184" y="4442"/>
                  </a:lnTo>
                  <a:lnTo>
                    <a:pt x="2576" y="3584"/>
                  </a:lnTo>
                  <a:lnTo>
                    <a:pt x="2912" y="2762"/>
                  </a:lnTo>
                  <a:lnTo>
                    <a:pt x="3043" y="2370"/>
                  </a:lnTo>
                  <a:lnTo>
                    <a:pt x="3173" y="1979"/>
                  </a:lnTo>
                  <a:lnTo>
                    <a:pt x="3285" y="1605"/>
                  </a:lnTo>
                  <a:lnTo>
                    <a:pt x="3360" y="1269"/>
                  </a:lnTo>
                  <a:lnTo>
                    <a:pt x="3434" y="952"/>
                  </a:lnTo>
                  <a:lnTo>
                    <a:pt x="3472" y="653"/>
                  </a:lnTo>
                  <a:lnTo>
                    <a:pt x="3472" y="411"/>
                  </a:lnTo>
                  <a:lnTo>
                    <a:pt x="3472" y="187"/>
                  </a:lnTo>
                  <a:lnTo>
                    <a:pt x="34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7"/>
            <p:cNvSpPr/>
            <p:nvPr/>
          </p:nvSpPr>
          <p:spPr>
            <a:xfrm flipH="1">
              <a:off x="1187707" y="760886"/>
              <a:ext cx="65965" cy="25251"/>
            </a:xfrm>
            <a:custGeom>
              <a:avLst/>
              <a:gdLst/>
              <a:ahLst/>
              <a:cxnLst/>
              <a:rect l="l" t="t" r="r" b="b"/>
              <a:pathLst>
                <a:path w="3417" h="1308" extrusionOk="0">
                  <a:moveTo>
                    <a:pt x="3417" y="1"/>
                  </a:moveTo>
                  <a:lnTo>
                    <a:pt x="2278" y="393"/>
                  </a:lnTo>
                  <a:lnTo>
                    <a:pt x="1308" y="729"/>
                  </a:lnTo>
                  <a:lnTo>
                    <a:pt x="542" y="1046"/>
                  </a:lnTo>
                  <a:lnTo>
                    <a:pt x="244" y="1177"/>
                  </a:lnTo>
                  <a:lnTo>
                    <a:pt x="1" y="1307"/>
                  </a:lnTo>
                  <a:lnTo>
                    <a:pt x="673" y="1307"/>
                  </a:lnTo>
                  <a:lnTo>
                    <a:pt x="934" y="1289"/>
                  </a:lnTo>
                  <a:lnTo>
                    <a:pt x="1177" y="1251"/>
                  </a:lnTo>
                  <a:lnTo>
                    <a:pt x="1420" y="1214"/>
                  </a:lnTo>
                  <a:lnTo>
                    <a:pt x="1643" y="1158"/>
                  </a:lnTo>
                  <a:lnTo>
                    <a:pt x="1867" y="1102"/>
                  </a:lnTo>
                  <a:lnTo>
                    <a:pt x="2073" y="1027"/>
                  </a:lnTo>
                  <a:lnTo>
                    <a:pt x="2259" y="934"/>
                  </a:lnTo>
                  <a:lnTo>
                    <a:pt x="2465" y="841"/>
                  </a:lnTo>
                  <a:lnTo>
                    <a:pt x="2633" y="729"/>
                  </a:lnTo>
                  <a:lnTo>
                    <a:pt x="2819" y="598"/>
                  </a:lnTo>
                  <a:lnTo>
                    <a:pt x="2969" y="467"/>
                  </a:lnTo>
                  <a:lnTo>
                    <a:pt x="3137" y="318"/>
                  </a:lnTo>
                  <a:lnTo>
                    <a:pt x="3267" y="169"/>
                  </a:lnTo>
                  <a:lnTo>
                    <a:pt x="34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7"/>
            <p:cNvSpPr/>
            <p:nvPr/>
          </p:nvSpPr>
          <p:spPr>
            <a:xfrm flipH="1">
              <a:off x="1236573" y="688100"/>
              <a:ext cx="209302" cy="108482"/>
            </a:xfrm>
            <a:custGeom>
              <a:avLst/>
              <a:gdLst/>
              <a:ahLst/>
              <a:cxnLst/>
              <a:rect l="l" t="t" r="r" b="b"/>
              <a:pathLst>
                <a:path w="11013" h="5768" extrusionOk="0">
                  <a:moveTo>
                    <a:pt x="10416" y="0"/>
                  </a:moveTo>
                  <a:lnTo>
                    <a:pt x="10154" y="336"/>
                  </a:lnTo>
                  <a:lnTo>
                    <a:pt x="9856" y="672"/>
                  </a:lnTo>
                  <a:lnTo>
                    <a:pt x="9520" y="1045"/>
                  </a:lnTo>
                  <a:lnTo>
                    <a:pt x="9165" y="1419"/>
                  </a:lnTo>
                  <a:lnTo>
                    <a:pt x="8773" y="1811"/>
                  </a:lnTo>
                  <a:lnTo>
                    <a:pt x="8344" y="2202"/>
                  </a:lnTo>
                  <a:lnTo>
                    <a:pt x="7896" y="2594"/>
                  </a:lnTo>
                  <a:lnTo>
                    <a:pt x="7411" y="2968"/>
                  </a:lnTo>
                  <a:lnTo>
                    <a:pt x="6963" y="3285"/>
                  </a:lnTo>
                  <a:lnTo>
                    <a:pt x="6515" y="3584"/>
                  </a:lnTo>
                  <a:lnTo>
                    <a:pt x="6085" y="3864"/>
                  </a:lnTo>
                  <a:lnTo>
                    <a:pt x="5637" y="4106"/>
                  </a:lnTo>
                  <a:lnTo>
                    <a:pt x="5189" y="4330"/>
                  </a:lnTo>
                  <a:lnTo>
                    <a:pt x="4742" y="4517"/>
                  </a:lnTo>
                  <a:lnTo>
                    <a:pt x="4294" y="4704"/>
                  </a:lnTo>
                  <a:lnTo>
                    <a:pt x="3846" y="4853"/>
                  </a:lnTo>
                  <a:lnTo>
                    <a:pt x="3398" y="4965"/>
                  </a:lnTo>
                  <a:lnTo>
                    <a:pt x="2931" y="5077"/>
                  </a:lnTo>
                  <a:lnTo>
                    <a:pt x="2483" y="5152"/>
                  </a:lnTo>
                  <a:lnTo>
                    <a:pt x="2035" y="5208"/>
                  </a:lnTo>
                  <a:lnTo>
                    <a:pt x="1587" y="5226"/>
                  </a:lnTo>
                  <a:lnTo>
                    <a:pt x="1121" y="5226"/>
                  </a:lnTo>
                  <a:lnTo>
                    <a:pt x="673" y="5208"/>
                  </a:lnTo>
                  <a:lnTo>
                    <a:pt x="206" y="5152"/>
                  </a:lnTo>
                  <a:lnTo>
                    <a:pt x="113" y="5394"/>
                  </a:lnTo>
                  <a:lnTo>
                    <a:pt x="19" y="5618"/>
                  </a:lnTo>
                  <a:lnTo>
                    <a:pt x="1" y="5674"/>
                  </a:lnTo>
                  <a:lnTo>
                    <a:pt x="635" y="5749"/>
                  </a:lnTo>
                  <a:lnTo>
                    <a:pt x="953" y="5767"/>
                  </a:lnTo>
                  <a:lnTo>
                    <a:pt x="1699" y="5767"/>
                  </a:lnTo>
                  <a:lnTo>
                    <a:pt x="2147" y="5730"/>
                  </a:lnTo>
                  <a:lnTo>
                    <a:pt x="2576" y="5674"/>
                  </a:lnTo>
                  <a:lnTo>
                    <a:pt x="2987" y="5599"/>
                  </a:lnTo>
                  <a:lnTo>
                    <a:pt x="3398" y="5525"/>
                  </a:lnTo>
                  <a:lnTo>
                    <a:pt x="3808" y="5413"/>
                  </a:lnTo>
                  <a:lnTo>
                    <a:pt x="4200" y="5282"/>
                  </a:lnTo>
                  <a:lnTo>
                    <a:pt x="4592" y="5152"/>
                  </a:lnTo>
                  <a:lnTo>
                    <a:pt x="4965" y="5002"/>
                  </a:lnTo>
                  <a:lnTo>
                    <a:pt x="5339" y="4834"/>
                  </a:lnTo>
                  <a:lnTo>
                    <a:pt x="5712" y="4666"/>
                  </a:lnTo>
                  <a:lnTo>
                    <a:pt x="6067" y="4480"/>
                  </a:lnTo>
                  <a:lnTo>
                    <a:pt x="6403" y="4274"/>
                  </a:lnTo>
                  <a:lnTo>
                    <a:pt x="6739" y="4069"/>
                  </a:lnTo>
                  <a:lnTo>
                    <a:pt x="7373" y="3640"/>
                  </a:lnTo>
                  <a:lnTo>
                    <a:pt x="7989" y="3192"/>
                  </a:lnTo>
                  <a:lnTo>
                    <a:pt x="8549" y="2725"/>
                  </a:lnTo>
                  <a:lnTo>
                    <a:pt x="9072" y="2258"/>
                  </a:lnTo>
                  <a:lnTo>
                    <a:pt x="9538" y="1792"/>
                  </a:lnTo>
                  <a:lnTo>
                    <a:pt x="9968" y="1344"/>
                  </a:lnTo>
                  <a:lnTo>
                    <a:pt x="10360" y="915"/>
                  </a:lnTo>
                  <a:lnTo>
                    <a:pt x="10696" y="523"/>
                  </a:lnTo>
                  <a:lnTo>
                    <a:pt x="10994" y="149"/>
                  </a:lnTo>
                  <a:lnTo>
                    <a:pt x="11013" y="131"/>
                  </a:lnTo>
                  <a:lnTo>
                    <a:pt x="1041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7"/>
            <p:cNvSpPr/>
            <p:nvPr/>
          </p:nvSpPr>
          <p:spPr>
            <a:xfrm flipH="1">
              <a:off x="1139389" y="709015"/>
              <a:ext cx="132625" cy="91911"/>
            </a:xfrm>
            <a:custGeom>
              <a:avLst/>
              <a:gdLst/>
              <a:ahLst/>
              <a:cxnLst/>
              <a:rect l="l" t="t" r="r" b="b"/>
              <a:pathLst>
                <a:path w="6870" h="4761" extrusionOk="0">
                  <a:moveTo>
                    <a:pt x="4182" y="2894"/>
                  </a:moveTo>
                  <a:lnTo>
                    <a:pt x="4032" y="3062"/>
                  </a:lnTo>
                  <a:lnTo>
                    <a:pt x="3902" y="3211"/>
                  </a:lnTo>
                  <a:lnTo>
                    <a:pt x="3734" y="3360"/>
                  </a:lnTo>
                  <a:lnTo>
                    <a:pt x="3584" y="3491"/>
                  </a:lnTo>
                  <a:lnTo>
                    <a:pt x="3398" y="3622"/>
                  </a:lnTo>
                  <a:lnTo>
                    <a:pt x="3230" y="3734"/>
                  </a:lnTo>
                  <a:lnTo>
                    <a:pt x="3024" y="3827"/>
                  </a:lnTo>
                  <a:lnTo>
                    <a:pt x="2838" y="3920"/>
                  </a:lnTo>
                  <a:lnTo>
                    <a:pt x="2632" y="3995"/>
                  </a:lnTo>
                  <a:lnTo>
                    <a:pt x="2408" y="4051"/>
                  </a:lnTo>
                  <a:lnTo>
                    <a:pt x="2185" y="4107"/>
                  </a:lnTo>
                  <a:lnTo>
                    <a:pt x="1942" y="4144"/>
                  </a:lnTo>
                  <a:lnTo>
                    <a:pt x="1699" y="4182"/>
                  </a:lnTo>
                  <a:lnTo>
                    <a:pt x="1438" y="4200"/>
                  </a:lnTo>
                  <a:lnTo>
                    <a:pt x="766" y="4200"/>
                  </a:lnTo>
                  <a:lnTo>
                    <a:pt x="1009" y="4070"/>
                  </a:lnTo>
                  <a:lnTo>
                    <a:pt x="1307" y="3939"/>
                  </a:lnTo>
                  <a:lnTo>
                    <a:pt x="2073" y="3622"/>
                  </a:lnTo>
                  <a:lnTo>
                    <a:pt x="3043" y="3286"/>
                  </a:lnTo>
                  <a:lnTo>
                    <a:pt x="4182" y="2894"/>
                  </a:lnTo>
                  <a:close/>
                  <a:moveTo>
                    <a:pt x="5171" y="1"/>
                  </a:moveTo>
                  <a:lnTo>
                    <a:pt x="5078" y="617"/>
                  </a:lnTo>
                  <a:lnTo>
                    <a:pt x="4966" y="1176"/>
                  </a:lnTo>
                  <a:lnTo>
                    <a:pt x="4891" y="1438"/>
                  </a:lnTo>
                  <a:lnTo>
                    <a:pt x="4798" y="1699"/>
                  </a:lnTo>
                  <a:lnTo>
                    <a:pt x="4723" y="1942"/>
                  </a:lnTo>
                  <a:lnTo>
                    <a:pt x="4611" y="2166"/>
                  </a:lnTo>
                  <a:lnTo>
                    <a:pt x="3790" y="2427"/>
                  </a:lnTo>
                  <a:lnTo>
                    <a:pt x="3062" y="2670"/>
                  </a:lnTo>
                  <a:lnTo>
                    <a:pt x="2446" y="2894"/>
                  </a:lnTo>
                  <a:lnTo>
                    <a:pt x="1905" y="3099"/>
                  </a:lnTo>
                  <a:lnTo>
                    <a:pt x="1457" y="3286"/>
                  </a:lnTo>
                  <a:lnTo>
                    <a:pt x="1083" y="3454"/>
                  </a:lnTo>
                  <a:lnTo>
                    <a:pt x="766" y="3603"/>
                  </a:lnTo>
                  <a:lnTo>
                    <a:pt x="523" y="3734"/>
                  </a:lnTo>
                  <a:lnTo>
                    <a:pt x="337" y="3846"/>
                  </a:lnTo>
                  <a:lnTo>
                    <a:pt x="206" y="3958"/>
                  </a:lnTo>
                  <a:lnTo>
                    <a:pt x="113" y="4051"/>
                  </a:lnTo>
                  <a:lnTo>
                    <a:pt x="38" y="4126"/>
                  </a:lnTo>
                  <a:lnTo>
                    <a:pt x="1" y="4200"/>
                  </a:lnTo>
                  <a:lnTo>
                    <a:pt x="1" y="4256"/>
                  </a:lnTo>
                  <a:lnTo>
                    <a:pt x="1" y="4331"/>
                  </a:lnTo>
                  <a:lnTo>
                    <a:pt x="1" y="4368"/>
                  </a:lnTo>
                  <a:lnTo>
                    <a:pt x="19" y="4424"/>
                  </a:lnTo>
                  <a:lnTo>
                    <a:pt x="38" y="4480"/>
                  </a:lnTo>
                  <a:lnTo>
                    <a:pt x="131" y="4573"/>
                  </a:lnTo>
                  <a:lnTo>
                    <a:pt x="243" y="4648"/>
                  </a:lnTo>
                  <a:lnTo>
                    <a:pt x="355" y="4685"/>
                  </a:lnTo>
                  <a:lnTo>
                    <a:pt x="505" y="4723"/>
                  </a:lnTo>
                  <a:lnTo>
                    <a:pt x="635" y="4741"/>
                  </a:lnTo>
                  <a:lnTo>
                    <a:pt x="878" y="4760"/>
                  </a:lnTo>
                  <a:lnTo>
                    <a:pt x="1102" y="4760"/>
                  </a:lnTo>
                  <a:lnTo>
                    <a:pt x="1513" y="4741"/>
                  </a:lnTo>
                  <a:lnTo>
                    <a:pt x="1905" y="4704"/>
                  </a:lnTo>
                  <a:lnTo>
                    <a:pt x="2259" y="4648"/>
                  </a:lnTo>
                  <a:lnTo>
                    <a:pt x="2614" y="4555"/>
                  </a:lnTo>
                  <a:lnTo>
                    <a:pt x="3006" y="4424"/>
                  </a:lnTo>
                  <a:lnTo>
                    <a:pt x="3360" y="4275"/>
                  </a:lnTo>
                  <a:lnTo>
                    <a:pt x="3696" y="4088"/>
                  </a:lnTo>
                  <a:lnTo>
                    <a:pt x="4014" y="3864"/>
                  </a:lnTo>
                  <a:lnTo>
                    <a:pt x="4294" y="3603"/>
                  </a:lnTo>
                  <a:lnTo>
                    <a:pt x="4555" y="3304"/>
                  </a:lnTo>
                  <a:lnTo>
                    <a:pt x="4798" y="2987"/>
                  </a:lnTo>
                  <a:lnTo>
                    <a:pt x="5003" y="2632"/>
                  </a:lnTo>
                  <a:lnTo>
                    <a:pt x="6851" y="2054"/>
                  </a:lnTo>
                  <a:lnTo>
                    <a:pt x="6869" y="1923"/>
                  </a:lnTo>
                  <a:lnTo>
                    <a:pt x="6851" y="1774"/>
                  </a:lnTo>
                  <a:lnTo>
                    <a:pt x="6832" y="1624"/>
                  </a:lnTo>
                  <a:lnTo>
                    <a:pt x="6813" y="1494"/>
                  </a:lnTo>
                  <a:lnTo>
                    <a:pt x="5302" y="1942"/>
                  </a:lnTo>
                  <a:lnTo>
                    <a:pt x="5432" y="1550"/>
                  </a:lnTo>
                  <a:lnTo>
                    <a:pt x="5526" y="1139"/>
                  </a:lnTo>
                  <a:lnTo>
                    <a:pt x="5619" y="691"/>
                  </a:lnTo>
                  <a:lnTo>
                    <a:pt x="5693" y="225"/>
                  </a:lnTo>
                  <a:lnTo>
                    <a:pt x="5451" y="113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7"/>
            <p:cNvSpPr/>
            <p:nvPr/>
          </p:nvSpPr>
          <p:spPr>
            <a:xfrm flipH="1">
              <a:off x="1096778" y="807550"/>
              <a:ext cx="76747" cy="130099"/>
            </a:xfrm>
            <a:custGeom>
              <a:avLst/>
              <a:gdLst/>
              <a:ahLst/>
              <a:cxnLst/>
              <a:rect l="l" t="t" r="r" b="b"/>
              <a:pathLst>
                <a:path w="3976" h="6869" extrusionOk="0">
                  <a:moveTo>
                    <a:pt x="3789" y="0"/>
                  </a:moveTo>
                  <a:lnTo>
                    <a:pt x="3584" y="37"/>
                  </a:lnTo>
                  <a:lnTo>
                    <a:pt x="3360" y="93"/>
                  </a:lnTo>
                  <a:lnTo>
                    <a:pt x="3155" y="168"/>
                  </a:lnTo>
                  <a:lnTo>
                    <a:pt x="2931" y="243"/>
                  </a:lnTo>
                  <a:lnTo>
                    <a:pt x="2707" y="336"/>
                  </a:lnTo>
                  <a:lnTo>
                    <a:pt x="2501" y="448"/>
                  </a:lnTo>
                  <a:lnTo>
                    <a:pt x="2277" y="579"/>
                  </a:lnTo>
                  <a:lnTo>
                    <a:pt x="2072" y="728"/>
                  </a:lnTo>
                  <a:lnTo>
                    <a:pt x="1867" y="896"/>
                  </a:lnTo>
                  <a:lnTo>
                    <a:pt x="1661" y="1083"/>
                  </a:lnTo>
                  <a:lnTo>
                    <a:pt x="1456" y="1288"/>
                  </a:lnTo>
                  <a:lnTo>
                    <a:pt x="1251" y="1512"/>
                  </a:lnTo>
                  <a:lnTo>
                    <a:pt x="1064" y="1755"/>
                  </a:lnTo>
                  <a:lnTo>
                    <a:pt x="877" y="2035"/>
                  </a:lnTo>
                  <a:lnTo>
                    <a:pt x="691" y="2315"/>
                  </a:lnTo>
                  <a:lnTo>
                    <a:pt x="523" y="2632"/>
                  </a:lnTo>
                  <a:lnTo>
                    <a:pt x="392" y="2893"/>
                  </a:lnTo>
                  <a:lnTo>
                    <a:pt x="299" y="3136"/>
                  </a:lnTo>
                  <a:lnTo>
                    <a:pt x="224" y="3397"/>
                  </a:lnTo>
                  <a:lnTo>
                    <a:pt x="150" y="3640"/>
                  </a:lnTo>
                  <a:lnTo>
                    <a:pt x="94" y="3901"/>
                  </a:lnTo>
                  <a:lnTo>
                    <a:pt x="56" y="4162"/>
                  </a:lnTo>
                  <a:lnTo>
                    <a:pt x="19" y="4442"/>
                  </a:lnTo>
                  <a:lnTo>
                    <a:pt x="0" y="4704"/>
                  </a:lnTo>
                  <a:lnTo>
                    <a:pt x="0" y="4965"/>
                  </a:lnTo>
                  <a:lnTo>
                    <a:pt x="0" y="5245"/>
                  </a:lnTo>
                  <a:lnTo>
                    <a:pt x="56" y="5786"/>
                  </a:lnTo>
                  <a:lnTo>
                    <a:pt x="131" y="6327"/>
                  </a:lnTo>
                  <a:lnTo>
                    <a:pt x="262" y="6869"/>
                  </a:lnTo>
                  <a:lnTo>
                    <a:pt x="523" y="6757"/>
                  </a:lnTo>
                  <a:lnTo>
                    <a:pt x="784" y="6682"/>
                  </a:lnTo>
                  <a:lnTo>
                    <a:pt x="672" y="6178"/>
                  </a:lnTo>
                  <a:lnTo>
                    <a:pt x="597" y="5693"/>
                  </a:lnTo>
                  <a:lnTo>
                    <a:pt x="560" y="5208"/>
                  </a:lnTo>
                  <a:lnTo>
                    <a:pt x="560" y="4722"/>
                  </a:lnTo>
                  <a:lnTo>
                    <a:pt x="579" y="4480"/>
                  </a:lnTo>
                  <a:lnTo>
                    <a:pt x="597" y="4237"/>
                  </a:lnTo>
                  <a:lnTo>
                    <a:pt x="635" y="4013"/>
                  </a:lnTo>
                  <a:lnTo>
                    <a:pt x="691" y="3770"/>
                  </a:lnTo>
                  <a:lnTo>
                    <a:pt x="747" y="3546"/>
                  </a:lnTo>
                  <a:lnTo>
                    <a:pt x="821" y="3322"/>
                  </a:lnTo>
                  <a:lnTo>
                    <a:pt x="915" y="3098"/>
                  </a:lnTo>
                  <a:lnTo>
                    <a:pt x="1008" y="2893"/>
                  </a:lnTo>
                  <a:lnTo>
                    <a:pt x="1176" y="2595"/>
                  </a:lnTo>
                  <a:lnTo>
                    <a:pt x="1325" y="2333"/>
                  </a:lnTo>
                  <a:lnTo>
                    <a:pt x="1512" y="2072"/>
                  </a:lnTo>
                  <a:lnTo>
                    <a:pt x="1680" y="1848"/>
                  </a:lnTo>
                  <a:lnTo>
                    <a:pt x="1867" y="1643"/>
                  </a:lnTo>
                  <a:lnTo>
                    <a:pt x="2053" y="1456"/>
                  </a:lnTo>
                  <a:lnTo>
                    <a:pt x="2240" y="1288"/>
                  </a:lnTo>
                  <a:lnTo>
                    <a:pt x="2427" y="1139"/>
                  </a:lnTo>
                  <a:lnTo>
                    <a:pt x="2632" y="1008"/>
                  </a:lnTo>
                  <a:lnTo>
                    <a:pt x="2819" y="896"/>
                  </a:lnTo>
                  <a:lnTo>
                    <a:pt x="3024" y="803"/>
                  </a:lnTo>
                  <a:lnTo>
                    <a:pt x="3211" y="709"/>
                  </a:lnTo>
                  <a:lnTo>
                    <a:pt x="3416" y="635"/>
                  </a:lnTo>
                  <a:lnTo>
                    <a:pt x="3603" y="579"/>
                  </a:lnTo>
                  <a:lnTo>
                    <a:pt x="3976" y="504"/>
                  </a:lnTo>
                  <a:lnTo>
                    <a:pt x="3901" y="243"/>
                  </a:lnTo>
                  <a:lnTo>
                    <a:pt x="378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7"/>
            <p:cNvSpPr/>
            <p:nvPr/>
          </p:nvSpPr>
          <p:spPr>
            <a:xfrm flipH="1">
              <a:off x="1285836" y="672030"/>
              <a:ext cx="120144" cy="67629"/>
            </a:xfrm>
            <a:custGeom>
              <a:avLst/>
              <a:gdLst/>
              <a:ahLst/>
              <a:cxnLst/>
              <a:rect l="l" t="t" r="r" b="b"/>
              <a:pathLst>
                <a:path w="6534" h="3678" extrusionOk="0">
                  <a:moveTo>
                    <a:pt x="6104" y="1"/>
                  </a:moveTo>
                  <a:lnTo>
                    <a:pt x="5973" y="243"/>
                  </a:lnTo>
                  <a:lnTo>
                    <a:pt x="5805" y="486"/>
                  </a:lnTo>
                  <a:lnTo>
                    <a:pt x="5619" y="766"/>
                  </a:lnTo>
                  <a:lnTo>
                    <a:pt x="5395" y="1027"/>
                  </a:lnTo>
                  <a:lnTo>
                    <a:pt x="5152" y="1289"/>
                  </a:lnTo>
                  <a:lnTo>
                    <a:pt x="4891" y="1569"/>
                  </a:lnTo>
                  <a:lnTo>
                    <a:pt x="4611" y="1830"/>
                  </a:lnTo>
                  <a:lnTo>
                    <a:pt x="4275" y="2073"/>
                  </a:lnTo>
                  <a:lnTo>
                    <a:pt x="3939" y="2297"/>
                  </a:lnTo>
                  <a:lnTo>
                    <a:pt x="3547" y="2521"/>
                  </a:lnTo>
                  <a:lnTo>
                    <a:pt x="3155" y="2707"/>
                  </a:lnTo>
                  <a:lnTo>
                    <a:pt x="2707" y="2857"/>
                  </a:lnTo>
                  <a:lnTo>
                    <a:pt x="2240" y="2987"/>
                  </a:lnTo>
                  <a:lnTo>
                    <a:pt x="1979" y="3025"/>
                  </a:lnTo>
                  <a:lnTo>
                    <a:pt x="1736" y="3062"/>
                  </a:lnTo>
                  <a:lnTo>
                    <a:pt x="1456" y="3099"/>
                  </a:lnTo>
                  <a:lnTo>
                    <a:pt x="1195" y="3099"/>
                  </a:lnTo>
                  <a:lnTo>
                    <a:pt x="896" y="3118"/>
                  </a:lnTo>
                  <a:lnTo>
                    <a:pt x="616" y="3099"/>
                  </a:lnTo>
                  <a:lnTo>
                    <a:pt x="299" y="3360"/>
                  </a:lnTo>
                  <a:lnTo>
                    <a:pt x="0" y="3622"/>
                  </a:lnTo>
                  <a:lnTo>
                    <a:pt x="486" y="3659"/>
                  </a:lnTo>
                  <a:lnTo>
                    <a:pt x="934" y="3678"/>
                  </a:lnTo>
                  <a:lnTo>
                    <a:pt x="1214" y="3678"/>
                  </a:lnTo>
                  <a:lnTo>
                    <a:pt x="1494" y="3659"/>
                  </a:lnTo>
                  <a:lnTo>
                    <a:pt x="1774" y="3622"/>
                  </a:lnTo>
                  <a:lnTo>
                    <a:pt x="2035" y="3584"/>
                  </a:lnTo>
                  <a:lnTo>
                    <a:pt x="2539" y="3491"/>
                  </a:lnTo>
                  <a:lnTo>
                    <a:pt x="3005" y="3342"/>
                  </a:lnTo>
                  <a:lnTo>
                    <a:pt x="3453" y="3174"/>
                  </a:lnTo>
                  <a:lnTo>
                    <a:pt x="3864" y="2969"/>
                  </a:lnTo>
                  <a:lnTo>
                    <a:pt x="4237" y="2745"/>
                  </a:lnTo>
                  <a:lnTo>
                    <a:pt x="4611" y="2502"/>
                  </a:lnTo>
                  <a:lnTo>
                    <a:pt x="4928" y="2241"/>
                  </a:lnTo>
                  <a:lnTo>
                    <a:pt x="5227" y="1979"/>
                  </a:lnTo>
                  <a:lnTo>
                    <a:pt x="5507" y="1699"/>
                  </a:lnTo>
                  <a:lnTo>
                    <a:pt x="5768" y="1419"/>
                  </a:lnTo>
                  <a:lnTo>
                    <a:pt x="5992" y="1139"/>
                  </a:lnTo>
                  <a:lnTo>
                    <a:pt x="6197" y="859"/>
                  </a:lnTo>
                  <a:lnTo>
                    <a:pt x="6365" y="598"/>
                  </a:lnTo>
                  <a:lnTo>
                    <a:pt x="6533" y="337"/>
                  </a:lnTo>
                  <a:lnTo>
                    <a:pt x="6309" y="169"/>
                  </a:lnTo>
                  <a:lnTo>
                    <a:pt x="61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7"/>
            <p:cNvSpPr/>
            <p:nvPr/>
          </p:nvSpPr>
          <p:spPr>
            <a:xfrm flipH="1">
              <a:off x="1124661" y="956532"/>
              <a:ext cx="61274" cy="39305"/>
            </a:xfrm>
            <a:custGeom>
              <a:avLst/>
              <a:gdLst/>
              <a:ahLst/>
              <a:cxnLst/>
              <a:rect l="l" t="t" r="r" b="b"/>
              <a:pathLst>
                <a:path w="3174" h="2036" extrusionOk="0">
                  <a:moveTo>
                    <a:pt x="2894" y="1"/>
                  </a:moveTo>
                  <a:lnTo>
                    <a:pt x="2838" y="19"/>
                  </a:lnTo>
                  <a:lnTo>
                    <a:pt x="2689" y="57"/>
                  </a:lnTo>
                  <a:lnTo>
                    <a:pt x="2353" y="131"/>
                  </a:lnTo>
                  <a:lnTo>
                    <a:pt x="1905" y="281"/>
                  </a:lnTo>
                  <a:lnTo>
                    <a:pt x="1662" y="393"/>
                  </a:lnTo>
                  <a:lnTo>
                    <a:pt x="1401" y="505"/>
                  </a:lnTo>
                  <a:lnTo>
                    <a:pt x="1121" y="654"/>
                  </a:lnTo>
                  <a:lnTo>
                    <a:pt x="841" y="803"/>
                  </a:lnTo>
                  <a:lnTo>
                    <a:pt x="580" y="990"/>
                  </a:lnTo>
                  <a:lnTo>
                    <a:pt x="356" y="1195"/>
                  </a:lnTo>
                  <a:lnTo>
                    <a:pt x="337" y="1214"/>
                  </a:lnTo>
                  <a:lnTo>
                    <a:pt x="225" y="1363"/>
                  </a:lnTo>
                  <a:lnTo>
                    <a:pt x="113" y="1494"/>
                  </a:lnTo>
                  <a:lnTo>
                    <a:pt x="38" y="1643"/>
                  </a:lnTo>
                  <a:lnTo>
                    <a:pt x="20" y="1699"/>
                  </a:lnTo>
                  <a:lnTo>
                    <a:pt x="1" y="1755"/>
                  </a:lnTo>
                  <a:lnTo>
                    <a:pt x="20" y="1848"/>
                  </a:lnTo>
                  <a:lnTo>
                    <a:pt x="76" y="1942"/>
                  </a:lnTo>
                  <a:lnTo>
                    <a:pt x="113" y="1979"/>
                  </a:lnTo>
                  <a:lnTo>
                    <a:pt x="150" y="2016"/>
                  </a:lnTo>
                  <a:lnTo>
                    <a:pt x="225" y="2035"/>
                  </a:lnTo>
                  <a:lnTo>
                    <a:pt x="337" y="2035"/>
                  </a:lnTo>
                  <a:lnTo>
                    <a:pt x="412" y="1998"/>
                  </a:lnTo>
                  <a:lnTo>
                    <a:pt x="468" y="1960"/>
                  </a:lnTo>
                  <a:lnTo>
                    <a:pt x="524" y="1886"/>
                  </a:lnTo>
                  <a:lnTo>
                    <a:pt x="617" y="1755"/>
                  </a:lnTo>
                  <a:lnTo>
                    <a:pt x="710" y="1625"/>
                  </a:lnTo>
                  <a:lnTo>
                    <a:pt x="841" y="1494"/>
                  </a:lnTo>
                  <a:lnTo>
                    <a:pt x="990" y="1382"/>
                  </a:lnTo>
                  <a:lnTo>
                    <a:pt x="1140" y="1270"/>
                  </a:lnTo>
                  <a:lnTo>
                    <a:pt x="1307" y="1158"/>
                  </a:lnTo>
                  <a:lnTo>
                    <a:pt x="1681" y="971"/>
                  </a:lnTo>
                  <a:lnTo>
                    <a:pt x="2035" y="822"/>
                  </a:lnTo>
                  <a:lnTo>
                    <a:pt x="2390" y="710"/>
                  </a:lnTo>
                  <a:lnTo>
                    <a:pt x="2707" y="617"/>
                  </a:lnTo>
                  <a:lnTo>
                    <a:pt x="2950" y="561"/>
                  </a:lnTo>
                  <a:lnTo>
                    <a:pt x="3006" y="542"/>
                  </a:lnTo>
                  <a:lnTo>
                    <a:pt x="3043" y="505"/>
                  </a:lnTo>
                  <a:lnTo>
                    <a:pt x="3118" y="430"/>
                  </a:lnTo>
                  <a:lnTo>
                    <a:pt x="3155" y="337"/>
                  </a:lnTo>
                  <a:lnTo>
                    <a:pt x="3174" y="281"/>
                  </a:lnTo>
                  <a:lnTo>
                    <a:pt x="3155" y="225"/>
                  </a:lnTo>
                  <a:lnTo>
                    <a:pt x="3118" y="131"/>
                  </a:lnTo>
                  <a:lnTo>
                    <a:pt x="3043" y="57"/>
                  </a:lnTo>
                  <a:lnTo>
                    <a:pt x="2950" y="19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7"/>
            <p:cNvSpPr/>
            <p:nvPr/>
          </p:nvSpPr>
          <p:spPr>
            <a:xfrm flipH="1">
              <a:off x="1315613" y="950780"/>
              <a:ext cx="67761" cy="79286"/>
            </a:xfrm>
            <a:custGeom>
              <a:avLst/>
              <a:gdLst/>
              <a:ahLst/>
              <a:cxnLst/>
              <a:rect l="l" t="t" r="r" b="b"/>
              <a:pathLst>
                <a:path w="3510" h="4107" extrusionOk="0">
                  <a:moveTo>
                    <a:pt x="1345" y="0"/>
                  </a:moveTo>
                  <a:lnTo>
                    <a:pt x="1233" y="19"/>
                  </a:lnTo>
                  <a:lnTo>
                    <a:pt x="1158" y="75"/>
                  </a:lnTo>
                  <a:lnTo>
                    <a:pt x="1102" y="168"/>
                  </a:lnTo>
                  <a:lnTo>
                    <a:pt x="710" y="1139"/>
                  </a:lnTo>
                  <a:lnTo>
                    <a:pt x="430" y="1885"/>
                  </a:lnTo>
                  <a:lnTo>
                    <a:pt x="243" y="2426"/>
                  </a:lnTo>
                  <a:lnTo>
                    <a:pt x="113" y="2837"/>
                  </a:lnTo>
                  <a:lnTo>
                    <a:pt x="38" y="3098"/>
                  </a:lnTo>
                  <a:lnTo>
                    <a:pt x="19" y="3266"/>
                  </a:lnTo>
                  <a:lnTo>
                    <a:pt x="1" y="3360"/>
                  </a:lnTo>
                  <a:lnTo>
                    <a:pt x="19" y="3397"/>
                  </a:lnTo>
                  <a:lnTo>
                    <a:pt x="38" y="3528"/>
                  </a:lnTo>
                  <a:lnTo>
                    <a:pt x="94" y="3621"/>
                  </a:lnTo>
                  <a:lnTo>
                    <a:pt x="150" y="3714"/>
                  </a:lnTo>
                  <a:lnTo>
                    <a:pt x="206" y="3789"/>
                  </a:lnTo>
                  <a:lnTo>
                    <a:pt x="337" y="3901"/>
                  </a:lnTo>
                  <a:lnTo>
                    <a:pt x="467" y="3994"/>
                  </a:lnTo>
                  <a:lnTo>
                    <a:pt x="579" y="4032"/>
                  </a:lnTo>
                  <a:lnTo>
                    <a:pt x="710" y="4069"/>
                  </a:lnTo>
                  <a:lnTo>
                    <a:pt x="859" y="4088"/>
                  </a:lnTo>
                  <a:lnTo>
                    <a:pt x="1009" y="4106"/>
                  </a:lnTo>
                  <a:lnTo>
                    <a:pt x="1233" y="4088"/>
                  </a:lnTo>
                  <a:lnTo>
                    <a:pt x="1475" y="4050"/>
                  </a:lnTo>
                  <a:lnTo>
                    <a:pt x="1736" y="3994"/>
                  </a:lnTo>
                  <a:lnTo>
                    <a:pt x="2016" y="3920"/>
                  </a:lnTo>
                  <a:lnTo>
                    <a:pt x="2315" y="3808"/>
                  </a:lnTo>
                  <a:lnTo>
                    <a:pt x="2632" y="3677"/>
                  </a:lnTo>
                  <a:lnTo>
                    <a:pt x="2987" y="3528"/>
                  </a:lnTo>
                  <a:lnTo>
                    <a:pt x="3360" y="3360"/>
                  </a:lnTo>
                  <a:lnTo>
                    <a:pt x="3398" y="3322"/>
                  </a:lnTo>
                  <a:lnTo>
                    <a:pt x="3435" y="3285"/>
                  </a:lnTo>
                  <a:lnTo>
                    <a:pt x="3491" y="3192"/>
                  </a:lnTo>
                  <a:lnTo>
                    <a:pt x="3510" y="3080"/>
                  </a:lnTo>
                  <a:lnTo>
                    <a:pt x="3491" y="3042"/>
                  </a:lnTo>
                  <a:lnTo>
                    <a:pt x="3472" y="2986"/>
                  </a:lnTo>
                  <a:lnTo>
                    <a:pt x="3454" y="2930"/>
                  </a:lnTo>
                  <a:lnTo>
                    <a:pt x="3416" y="2893"/>
                  </a:lnTo>
                  <a:lnTo>
                    <a:pt x="3323" y="2837"/>
                  </a:lnTo>
                  <a:lnTo>
                    <a:pt x="3155" y="2837"/>
                  </a:lnTo>
                  <a:lnTo>
                    <a:pt x="3099" y="2856"/>
                  </a:lnTo>
                  <a:lnTo>
                    <a:pt x="2539" y="3117"/>
                  </a:lnTo>
                  <a:lnTo>
                    <a:pt x="2054" y="3322"/>
                  </a:lnTo>
                  <a:lnTo>
                    <a:pt x="1662" y="3434"/>
                  </a:lnTo>
                  <a:lnTo>
                    <a:pt x="1345" y="3509"/>
                  </a:lnTo>
                  <a:lnTo>
                    <a:pt x="1102" y="3546"/>
                  </a:lnTo>
                  <a:lnTo>
                    <a:pt x="915" y="3546"/>
                  </a:lnTo>
                  <a:lnTo>
                    <a:pt x="785" y="3528"/>
                  </a:lnTo>
                  <a:lnTo>
                    <a:pt x="710" y="3490"/>
                  </a:lnTo>
                  <a:lnTo>
                    <a:pt x="654" y="3453"/>
                  </a:lnTo>
                  <a:lnTo>
                    <a:pt x="598" y="3416"/>
                  </a:lnTo>
                  <a:lnTo>
                    <a:pt x="579" y="3360"/>
                  </a:lnTo>
                  <a:lnTo>
                    <a:pt x="561" y="3304"/>
                  </a:lnTo>
                  <a:lnTo>
                    <a:pt x="579" y="3173"/>
                  </a:lnTo>
                  <a:lnTo>
                    <a:pt x="654" y="2930"/>
                  </a:lnTo>
                  <a:lnTo>
                    <a:pt x="897" y="2240"/>
                  </a:lnTo>
                  <a:lnTo>
                    <a:pt x="1233" y="1344"/>
                  </a:lnTo>
                  <a:lnTo>
                    <a:pt x="1606" y="373"/>
                  </a:lnTo>
                  <a:lnTo>
                    <a:pt x="1624" y="317"/>
                  </a:lnTo>
                  <a:lnTo>
                    <a:pt x="1624" y="261"/>
                  </a:lnTo>
                  <a:lnTo>
                    <a:pt x="1606" y="168"/>
                  </a:lnTo>
                  <a:lnTo>
                    <a:pt x="1550" y="75"/>
                  </a:lnTo>
                  <a:lnTo>
                    <a:pt x="1494" y="37"/>
                  </a:lnTo>
                  <a:lnTo>
                    <a:pt x="1456" y="1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7"/>
            <p:cNvSpPr/>
            <p:nvPr/>
          </p:nvSpPr>
          <p:spPr>
            <a:xfrm flipH="1">
              <a:off x="1273090" y="942846"/>
              <a:ext cx="18398" cy="24151"/>
            </a:xfrm>
            <a:custGeom>
              <a:avLst/>
              <a:gdLst/>
              <a:ahLst/>
              <a:cxnLst/>
              <a:rect l="l" t="t" r="r" b="b"/>
              <a:pathLst>
                <a:path w="953" h="1251" extrusionOk="0">
                  <a:moveTo>
                    <a:pt x="467" y="0"/>
                  </a:moveTo>
                  <a:lnTo>
                    <a:pt x="373" y="19"/>
                  </a:lnTo>
                  <a:lnTo>
                    <a:pt x="280" y="56"/>
                  </a:lnTo>
                  <a:lnTo>
                    <a:pt x="205" y="112"/>
                  </a:lnTo>
                  <a:lnTo>
                    <a:pt x="131" y="187"/>
                  </a:lnTo>
                  <a:lnTo>
                    <a:pt x="75" y="280"/>
                  </a:lnTo>
                  <a:lnTo>
                    <a:pt x="37" y="374"/>
                  </a:lnTo>
                  <a:lnTo>
                    <a:pt x="0" y="504"/>
                  </a:lnTo>
                  <a:lnTo>
                    <a:pt x="0" y="635"/>
                  </a:lnTo>
                  <a:lnTo>
                    <a:pt x="0" y="747"/>
                  </a:lnTo>
                  <a:lnTo>
                    <a:pt x="37" y="878"/>
                  </a:lnTo>
                  <a:lnTo>
                    <a:pt x="75" y="971"/>
                  </a:lnTo>
                  <a:lnTo>
                    <a:pt x="131" y="1064"/>
                  </a:lnTo>
                  <a:lnTo>
                    <a:pt x="205" y="1139"/>
                  </a:lnTo>
                  <a:lnTo>
                    <a:pt x="280" y="1214"/>
                  </a:lnTo>
                  <a:lnTo>
                    <a:pt x="373" y="1232"/>
                  </a:lnTo>
                  <a:lnTo>
                    <a:pt x="467" y="1251"/>
                  </a:lnTo>
                  <a:lnTo>
                    <a:pt x="560" y="1232"/>
                  </a:lnTo>
                  <a:lnTo>
                    <a:pt x="653" y="1214"/>
                  </a:lnTo>
                  <a:lnTo>
                    <a:pt x="747" y="1139"/>
                  </a:lnTo>
                  <a:lnTo>
                    <a:pt x="803" y="1064"/>
                  </a:lnTo>
                  <a:lnTo>
                    <a:pt x="859" y="971"/>
                  </a:lnTo>
                  <a:lnTo>
                    <a:pt x="915" y="878"/>
                  </a:lnTo>
                  <a:lnTo>
                    <a:pt x="933" y="747"/>
                  </a:lnTo>
                  <a:lnTo>
                    <a:pt x="952" y="635"/>
                  </a:lnTo>
                  <a:lnTo>
                    <a:pt x="933" y="504"/>
                  </a:lnTo>
                  <a:lnTo>
                    <a:pt x="915" y="374"/>
                  </a:lnTo>
                  <a:lnTo>
                    <a:pt x="859" y="280"/>
                  </a:lnTo>
                  <a:lnTo>
                    <a:pt x="803" y="187"/>
                  </a:lnTo>
                  <a:lnTo>
                    <a:pt x="747" y="112"/>
                  </a:lnTo>
                  <a:lnTo>
                    <a:pt x="653" y="56"/>
                  </a:lnTo>
                  <a:lnTo>
                    <a:pt x="560" y="1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7"/>
            <p:cNvSpPr/>
            <p:nvPr/>
          </p:nvSpPr>
          <p:spPr>
            <a:xfrm flipH="1">
              <a:off x="1368586" y="941398"/>
              <a:ext cx="18398" cy="24170"/>
            </a:xfrm>
            <a:custGeom>
              <a:avLst/>
              <a:gdLst/>
              <a:ahLst/>
              <a:cxnLst/>
              <a:rect l="l" t="t" r="r" b="b"/>
              <a:pathLst>
                <a:path w="953" h="1252" extrusionOk="0">
                  <a:moveTo>
                    <a:pt x="468" y="1"/>
                  </a:moveTo>
                  <a:lnTo>
                    <a:pt x="374" y="19"/>
                  </a:lnTo>
                  <a:lnTo>
                    <a:pt x="281" y="57"/>
                  </a:lnTo>
                  <a:lnTo>
                    <a:pt x="206" y="113"/>
                  </a:lnTo>
                  <a:lnTo>
                    <a:pt x="132" y="187"/>
                  </a:lnTo>
                  <a:lnTo>
                    <a:pt x="76" y="281"/>
                  </a:lnTo>
                  <a:lnTo>
                    <a:pt x="38" y="393"/>
                  </a:lnTo>
                  <a:lnTo>
                    <a:pt x="1" y="505"/>
                  </a:lnTo>
                  <a:lnTo>
                    <a:pt x="1" y="635"/>
                  </a:lnTo>
                  <a:lnTo>
                    <a:pt x="1" y="766"/>
                  </a:lnTo>
                  <a:lnTo>
                    <a:pt x="38" y="878"/>
                  </a:lnTo>
                  <a:lnTo>
                    <a:pt x="76" y="990"/>
                  </a:lnTo>
                  <a:lnTo>
                    <a:pt x="132" y="1083"/>
                  </a:lnTo>
                  <a:lnTo>
                    <a:pt x="206" y="1158"/>
                  </a:lnTo>
                  <a:lnTo>
                    <a:pt x="281" y="1214"/>
                  </a:lnTo>
                  <a:lnTo>
                    <a:pt x="374" y="1251"/>
                  </a:lnTo>
                  <a:lnTo>
                    <a:pt x="561" y="1251"/>
                  </a:lnTo>
                  <a:lnTo>
                    <a:pt x="654" y="1214"/>
                  </a:lnTo>
                  <a:lnTo>
                    <a:pt x="729" y="1158"/>
                  </a:lnTo>
                  <a:lnTo>
                    <a:pt x="804" y="1083"/>
                  </a:lnTo>
                  <a:lnTo>
                    <a:pt x="860" y="990"/>
                  </a:lnTo>
                  <a:lnTo>
                    <a:pt x="916" y="878"/>
                  </a:lnTo>
                  <a:lnTo>
                    <a:pt x="934" y="766"/>
                  </a:lnTo>
                  <a:lnTo>
                    <a:pt x="953" y="635"/>
                  </a:lnTo>
                  <a:lnTo>
                    <a:pt x="934" y="505"/>
                  </a:lnTo>
                  <a:lnTo>
                    <a:pt x="916" y="393"/>
                  </a:lnTo>
                  <a:lnTo>
                    <a:pt x="860" y="281"/>
                  </a:lnTo>
                  <a:lnTo>
                    <a:pt x="804" y="187"/>
                  </a:lnTo>
                  <a:lnTo>
                    <a:pt x="729" y="113"/>
                  </a:lnTo>
                  <a:lnTo>
                    <a:pt x="654" y="57"/>
                  </a:lnTo>
                  <a:lnTo>
                    <a:pt x="561" y="1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7"/>
            <p:cNvSpPr/>
            <p:nvPr/>
          </p:nvSpPr>
          <p:spPr>
            <a:xfrm flipH="1">
              <a:off x="1258322" y="916187"/>
              <a:ext cx="31004" cy="19112"/>
            </a:xfrm>
            <a:custGeom>
              <a:avLst/>
              <a:gdLst/>
              <a:ahLst/>
              <a:cxnLst/>
              <a:rect l="l" t="t" r="r" b="b"/>
              <a:pathLst>
                <a:path w="1606" h="990" extrusionOk="0">
                  <a:moveTo>
                    <a:pt x="205" y="0"/>
                  </a:moveTo>
                  <a:lnTo>
                    <a:pt x="0" y="504"/>
                  </a:lnTo>
                  <a:lnTo>
                    <a:pt x="1232" y="971"/>
                  </a:lnTo>
                  <a:lnTo>
                    <a:pt x="1325" y="989"/>
                  </a:lnTo>
                  <a:lnTo>
                    <a:pt x="1419" y="989"/>
                  </a:lnTo>
                  <a:lnTo>
                    <a:pt x="1475" y="952"/>
                  </a:lnTo>
                  <a:lnTo>
                    <a:pt x="1549" y="896"/>
                  </a:lnTo>
                  <a:lnTo>
                    <a:pt x="1587" y="821"/>
                  </a:lnTo>
                  <a:lnTo>
                    <a:pt x="1605" y="765"/>
                  </a:lnTo>
                  <a:lnTo>
                    <a:pt x="1605" y="709"/>
                  </a:lnTo>
                  <a:lnTo>
                    <a:pt x="1587" y="616"/>
                  </a:lnTo>
                  <a:lnTo>
                    <a:pt x="1531" y="523"/>
                  </a:lnTo>
                  <a:lnTo>
                    <a:pt x="1475" y="485"/>
                  </a:lnTo>
                  <a:lnTo>
                    <a:pt x="1437" y="467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 flipH="1">
              <a:off x="1366770" y="911496"/>
              <a:ext cx="31004" cy="19479"/>
            </a:xfrm>
            <a:custGeom>
              <a:avLst/>
              <a:gdLst/>
              <a:ahLst/>
              <a:cxnLst/>
              <a:rect l="l" t="t" r="r" b="b"/>
              <a:pathLst>
                <a:path w="1606" h="1009" extrusionOk="0">
                  <a:moveTo>
                    <a:pt x="1400" y="1"/>
                  </a:moveTo>
                  <a:lnTo>
                    <a:pt x="187" y="467"/>
                  </a:lnTo>
                  <a:lnTo>
                    <a:pt x="131" y="505"/>
                  </a:lnTo>
                  <a:lnTo>
                    <a:pt x="93" y="542"/>
                  </a:lnTo>
                  <a:lnTo>
                    <a:pt x="37" y="616"/>
                  </a:lnTo>
                  <a:lnTo>
                    <a:pt x="0" y="728"/>
                  </a:lnTo>
                  <a:lnTo>
                    <a:pt x="19" y="784"/>
                  </a:lnTo>
                  <a:lnTo>
                    <a:pt x="19" y="840"/>
                  </a:lnTo>
                  <a:lnTo>
                    <a:pt x="75" y="896"/>
                  </a:lnTo>
                  <a:lnTo>
                    <a:pt x="131" y="952"/>
                  </a:lnTo>
                  <a:lnTo>
                    <a:pt x="205" y="990"/>
                  </a:lnTo>
                  <a:lnTo>
                    <a:pt x="280" y="1008"/>
                  </a:lnTo>
                  <a:lnTo>
                    <a:pt x="392" y="990"/>
                  </a:lnTo>
                  <a:lnTo>
                    <a:pt x="1605" y="523"/>
                  </a:lnTo>
                  <a:lnTo>
                    <a:pt x="140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 flipH="1">
              <a:off x="1265519" y="1035794"/>
              <a:ext cx="74614" cy="36429"/>
            </a:xfrm>
            <a:custGeom>
              <a:avLst/>
              <a:gdLst/>
              <a:ahLst/>
              <a:cxnLst/>
              <a:rect l="l" t="t" r="r" b="b"/>
              <a:pathLst>
                <a:path w="3865" h="1887" extrusionOk="0">
                  <a:moveTo>
                    <a:pt x="2203" y="1"/>
                  </a:moveTo>
                  <a:lnTo>
                    <a:pt x="1886" y="38"/>
                  </a:lnTo>
                  <a:lnTo>
                    <a:pt x="1587" y="57"/>
                  </a:lnTo>
                  <a:lnTo>
                    <a:pt x="1270" y="94"/>
                  </a:lnTo>
                  <a:lnTo>
                    <a:pt x="672" y="225"/>
                  </a:lnTo>
                  <a:lnTo>
                    <a:pt x="542" y="281"/>
                  </a:lnTo>
                  <a:lnTo>
                    <a:pt x="448" y="300"/>
                  </a:lnTo>
                  <a:lnTo>
                    <a:pt x="355" y="356"/>
                  </a:lnTo>
                  <a:lnTo>
                    <a:pt x="243" y="430"/>
                  </a:lnTo>
                  <a:lnTo>
                    <a:pt x="150" y="542"/>
                  </a:lnTo>
                  <a:lnTo>
                    <a:pt x="75" y="673"/>
                  </a:lnTo>
                  <a:lnTo>
                    <a:pt x="19" y="822"/>
                  </a:lnTo>
                  <a:lnTo>
                    <a:pt x="0" y="971"/>
                  </a:lnTo>
                  <a:lnTo>
                    <a:pt x="0" y="1121"/>
                  </a:lnTo>
                  <a:lnTo>
                    <a:pt x="38" y="1270"/>
                  </a:lnTo>
                  <a:lnTo>
                    <a:pt x="94" y="1419"/>
                  </a:lnTo>
                  <a:lnTo>
                    <a:pt x="187" y="1550"/>
                  </a:lnTo>
                  <a:lnTo>
                    <a:pt x="280" y="1643"/>
                  </a:lnTo>
                  <a:lnTo>
                    <a:pt x="392" y="1718"/>
                  </a:lnTo>
                  <a:lnTo>
                    <a:pt x="523" y="1774"/>
                  </a:lnTo>
                  <a:lnTo>
                    <a:pt x="710" y="1849"/>
                  </a:lnTo>
                  <a:lnTo>
                    <a:pt x="896" y="1867"/>
                  </a:lnTo>
                  <a:lnTo>
                    <a:pt x="1102" y="1886"/>
                  </a:lnTo>
                  <a:lnTo>
                    <a:pt x="1288" y="1867"/>
                  </a:lnTo>
                  <a:lnTo>
                    <a:pt x="1699" y="1830"/>
                  </a:lnTo>
                  <a:lnTo>
                    <a:pt x="2072" y="1774"/>
                  </a:lnTo>
                  <a:lnTo>
                    <a:pt x="2819" y="1774"/>
                  </a:lnTo>
                  <a:lnTo>
                    <a:pt x="2987" y="1755"/>
                  </a:lnTo>
                  <a:lnTo>
                    <a:pt x="3155" y="1718"/>
                  </a:lnTo>
                  <a:lnTo>
                    <a:pt x="3304" y="1662"/>
                  </a:lnTo>
                  <a:lnTo>
                    <a:pt x="3453" y="1569"/>
                  </a:lnTo>
                  <a:lnTo>
                    <a:pt x="3584" y="1475"/>
                  </a:lnTo>
                  <a:lnTo>
                    <a:pt x="3677" y="1345"/>
                  </a:lnTo>
                  <a:lnTo>
                    <a:pt x="3771" y="1195"/>
                  </a:lnTo>
                  <a:lnTo>
                    <a:pt x="3827" y="1009"/>
                  </a:lnTo>
                  <a:lnTo>
                    <a:pt x="3864" y="822"/>
                  </a:lnTo>
                  <a:lnTo>
                    <a:pt x="3845" y="654"/>
                  </a:lnTo>
                  <a:lnTo>
                    <a:pt x="3789" y="486"/>
                  </a:lnTo>
                  <a:lnTo>
                    <a:pt x="3696" y="337"/>
                  </a:lnTo>
                  <a:lnTo>
                    <a:pt x="3584" y="206"/>
                  </a:lnTo>
                  <a:lnTo>
                    <a:pt x="3453" y="113"/>
                  </a:lnTo>
                  <a:lnTo>
                    <a:pt x="3304" y="57"/>
                  </a:lnTo>
                  <a:lnTo>
                    <a:pt x="3136" y="20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47"/>
          <p:cNvSpPr txBox="1">
            <a:spLocks noGrp="1"/>
          </p:cNvSpPr>
          <p:nvPr>
            <p:ph type="title"/>
          </p:nvPr>
        </p:nvSpPr>
        <p:spPr>
          <a:xfrm>
            <a:off x="3890412" y="2305805"/>
            <a:ext cx="4341257" cy="10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Landasan</a:t>
            </a:r>
            <a:r>
              <a:rPr lang="en" dirty="0"/>
              <a:t> </a:t>
            </a:r>
            <a:r>
              <a:rPr lang="en" dirty="0">
                <a:solidFill>
                  <a:schemeClr val="accent3"/>
                </a:solidFill>
              </a:rPr>
              <a:t>Teori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119" name="Google Shape;1119;p47"/>
          <p:cNvSpPr txBox="1">
            <a:spLocks noGrp="1"/>
          </p:cNvSpPr>
          <p:nvPr>
            <p:ph type="title" idx="2"/>
          </p:nvPr>
        </p:nvSpPr>
        <p:spPr>
          <a:xfrm>
            <a:off x="5398350" y="1457125"/>
            <a:ext cx="9471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579;p64">
            <a:extLst>
              <a:ext uri="{FF2B5EF4-FFF2-40B4-BE49-F238E27FC236}">
                <a16:creationId xmlns:a16="http://schemas.microsoft.com/office/drawing/2014/main" id="{9A8BF227-3D18-2E46-1CB7-181A200C4165}"/>
              </a:ext>
            </a:extLst>
          </p:cNvPr>
          <p:cNvGrpSpPr/>
          <p:nvPr/>
        </p:nvGrpSpPr>
        <p:grpSpPr>
          <a:xfrm>
            <a:off x="3657288" y="1012489"/>
            <a:ext cx="1800850" cy="3656886"/>
            <a:chOff x="5961076" y="539501"/>
            <a:chExt cx="2105303" cy="4603999"/>
          </a:xfrm>
        </p:grpSpPr>
        <p:sp>
          <p:nvSpPr>
            <p:cNvPr id="3" name="Google Shape;1580;p64">
              <a:extLst>
                <a:ext uri="{FF2B5EF4-FFF2-40B4-BE49-F238E27FC236}">
                  <a16:creationId xmlns:a16="http://schemas.microsoft.com/office/drawing/2014/main" id="{00FAF9B9-414A-7D18-70CC-C7BE66C852C5}"/>
                </a:ext>
              </a:extLst>
            </p:cNvPr>
            <p:cNvSpPr/>
            <p:nvPr/>
          </p:nvSpPr>
          <p:spPr>
            <a:xfrm flipH="1">
              <a:off x="6243676" y="4959839"/>
              <a:ext cx="518810" cy="183660"/>
            </a:xfrm>
            <a:custGeom>
              <a:avLst/>
              <a:gdLst/>
              <a:ahLst/>
              <a:cxnLst/>
              <a:rect l="l" t="t" r="r" b="b"/>
              <a:pathLst>
                <a:path w="23593" h="8352" extrusionOk="0">
                  <a:moveTo>
                    <a:pt x="10926" y="0"/>
                  </a:moveTo>
                  <a:lnTo>
                    <a:pt x="10815" y="19"/>
                  </a:lnTo>
                  <a:lnTo>
                    <a:pt x="10519" y="37"/>
                  </a:lnTo>
                  <a:lnTo>
                    <a:pt x="10056" y="93"/>
                  </a:lnTo>
                  <a:lnTo>
                    <a:pt x="9778" y="148"/>
                  </a:lnTo>
                  <a:lnTo>
                    <a:pt x="9445" y="222"/>
                  </a:lnTo>
                  <a:lnTo>
                    <a:pt x="9093" y="334"/>
                  </a:lnTo>
                  <a:lnTo>
                    <a:pt x="8723" y="463"/>
                  </a:lnTo>
                  <a:lnTo>
                    <a:pt x="8315" y="611"/>
                  </a:lnTo>
                  <a:lnTo>
                    <a:pt x="7871" y="796"/>
                  </a:lnTo>
                  <a:lnTo>
                    <a:pt x="7426" y="1019"/>
                  </a:lnTo>
                  <a:lnTo>
                    <a:pt x="6963" y="1278"/>
                  </a:lnTo>
                  <a:lnTo>
                    <a:pt x="6482" y="1574"/>
                  </a:lnTo>
                  <a:lnTo>
                    <a:pt x="5982" y="1908"/>
                  </a:lnTo>
                  <a:lnTo>
                    <a:pt x="5834" y="2019"/>
                  </a:lnTo>
                  <a:lnTo>
                    <a:pt x="5686" y="2093"/>
                  </a:lnTo>
                  <a:lnTo>
                    <a:pt x="5519" y="2148"/>
                  </a:lnTo>
                  <a:lnTo>
                    <a:pt x="5352" y="2185"/>
                  </a:lnTo>
                  <a:lnTo>
                    <a:pt x="5204" y="2222"/>
                  </a:lnTo>
                  <a:lnTo>
                    <a:pt x="4852" y="2222"/>
                  </a:lnTo>
                  <a:lnTo>
                    <a:pt x="4686" y="2204"/>
                  </a:lnTo>
                  <a:lnTo>
                    <a:pt x="4519" y="2167"/>
                  </a:lnTo>
                  <a:lnTo>
                    <a:pt x="4352" y="2130"/>
                  </a:lnTo>
                  <a:lnTo>
                    <a:pt x="4000" y="2000"/>
                  </a:lnTo>
                  <a:lnTo>
                    <a:pt x="3649" y="1833"/>
                  </a:lnTo>
                  <a:lnTo>
                    <a:pt x="3315" y="1648"/>
                  </a:lnTo>
                  <a:lnTo>
                    <a:pt x="3001" y="1445"/>
                  </a:lnTo>
                  <a:lnTo>
                    <a:pt x="2686" y="1222"/>
                  </a:lnTo>
                  <a:lnTo>
                    <a:pt x="2389" y="1000"/>
                  </a:lnTo>
                  <a:lnTo>
                    <a:pt x="2112" y="778"/>
                  </a:lnTo>
                  <a:lnTo>
                    <a:pt x="1630" y="371"/>
                  </a:lnTo>
                  <a:lnTo>
                    <a:pt x="1278" y="56"/>
                  </a:lnTo>
                  <a:lnTo>
                    <a:pt x="1223" y="19"/>
                  </a:lnTo>
                  <a:lnTo>
                    <a:pt x="1112" y="19"/>
                  </a:lnTo>
                  <a:lnTo>
                    <a:pt x="1056" y="37"/>
                  </a:lnTo>
                  <a:lnTo>
                    <a:pt x="1001" y="74"/>
                  </a:lnTo>
                  <a:lnTo>
                    <a:pt x="964" y="130"/>
                  </a:lnTo>
                  <a:lnTo>
                    <a:pt x="927" y="204"/>
                  </a:lnTo>
                  <a:lnTo>
                    <a:pt x="908" y="278"/>
                  </a:lnTo>
                  <a:lnTo>
                    <a:pt x="1" y="8352"/>
                  </a:lnTo>
                  <a:lnTo>
                    <a:pt x="23204" y="8352"/>
                  </a:lnTo>
                  <a:lnTo>
                    <a:pt x="23296" y="8315"/>
                  </a:lnTo>
                  <a:lnTo>
                    <a:pt x="23370" y="8259"/>
                  </a:lnTo>
                  <a:lnTo>
                    <a:pt x="23444" y="8185"/>
                  </a:lnTo>
                  <a:lnTo>
                    <a:pt x="23500" y="8093"/>
                  </a:lnTo>
                  <a:lnTo>
                    <a:pt x="23555" y="7981"/>
                  </a:lnTo>
                  <a:lnTo>
                    <a:pt x="23574" y="7870"/>
                  </a:lnTo>
                  <a:lnTo>
                    <a:pt x="23593" y="7741"/>
                  </a:lnTo>
                  <a:lnTo>
                    <a:pt x="23593" y="6037"/>
                  </a:lnTo>
                  <a:lnTo>
                    <a:pt x="23593" y="5944"/>
                  </a:lnTo>
                  <a:lnTo>
                    <a:pt x="23574" y="5852"/>
                  </a:lnTo>
                  <a:lnTo>
                    <a:pt x="23537" y="5759"/>
                  </a:lnTo>
                  <a:lnTo>
                    <a:pt x="23500" y="5685"/>
                  </a:lnTo>
                  <a:lnTo>
                    <a:pt x="23444" y="5611"/>
                  </a:lnTo>
                  <a:lnTo>
                    <a:pt x="23389" y="5556"/>
                  </a:lnTo>
                  <a:lnTo>
                    <a:pt x="23333" y="5500"/>
                  </a:lnTo>
                  <a:lnTo>
                    <a:pt x="23259" y="5463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1;p64">
              <a:extLst>
                <a:ext uri="{FF2B5EF4-FFF2-40B4-BE49-F238E27FC236}">
                  <a16:creationId xmlns:a16="http://schemas.microsoft.com/office/drawing/2014/main" id="{4A4E04AE-C9F5-4CFD-FB2C-E57888FD19C2}"/>
                </a:ext>
              </a:extLst>
            </p:cNvPr>
            <p:cNvSpPr/>
            <p:nvPr/>
          </p:nvSpPr>
          <p:spPr>
            <a:xfrm flipH="1">
              <a:off x="7071963" y="4959839"/>
              <a:ext cx="518788" cy="183660"/>
            </a:xfrm>
            <a:custGeom>
              <a:avLst/>
              <a:gdLst/>
              <a:ahLst/>
              <a:cxnLst/>
              <a:rect l="l" t="t" r="r" b="b"/>
              <a:pathLst>
                <a:path w="23592" h="8352" extrusionOk="0">
                  <a:moveTo>
                    <a:pt x="10926" y="0"/>
                  </a:moveTo>
                  <a:lnTo>
                    <a:pt x="10833" y="19"/>
                  </a:lnTo>
                  <a:lnTo>
                    <a:pt x="10537" y="37"/>
                  </a:lnTo>
                  <a:lnTo>
                    <a:pt x="10074" y="93"/>
                  </a:lnTo>
                  <a:lnTo>
                    <a:pt x="9778" y="148"/>
                  </a:lnTo>
                  <a:lnTo>
                    <a:pt x="9463" y="222"/>
                  </a:lnTo>
                  <a:lnTo>
                    <a:pt x="9111" y="334"/>
                  </a:lnTo>
                  <a:lnTo>
                    <a:pt x="8722" y="463"/>
                  </a:lnTo>
                  <a:lnTo>
                    <a:pt x="8315" y="611"/>
                  </a:lnTo>
                  <a:lnTo>
                    <a:pt x="7889" y="796"/>
                  </a:lnTo>
                  <a:lnTo>
                    <a:pt x="7444" y="1019"/>
                  </a:lnTo>
                  <a:lnTo>
                    <a:pt x="6963" y="1278"/>
                  </a:lnTo>
                  <a:lnTo>
                    <a:pt x="6481" y="1574"/>
                  </a:lnTo>
                  <a:lnTo>
                    <a:pt x="6000" y="1908"/>
                  </a:lnTo>
                  <a:lnTo>
                    <a:pt x="5852" y="2019"/>
                  </a:lnTo>
                  <a:lnTo>
                    <a:pt x="5685" y="2093"/>
                  </a:lnTo>
                  <a:lnTo>
                    <a:pt x="5537" y="2148"/>
                  </a:lnTo>
                  <a:lnTo>
                    <a:pt x="5370" y="2185"/>
                  </a:lnTo>
                  <a:lnTo>
                    <a:pt x="5204" y="2222"/>
                  </a:lnTo>
                  <a:lnTo>
                    <a:pt x="4870" y="2222"/>
                  </a:lnTo>
                  <a:lnTo>
                    <a:pt x="4704" y="2204"/>
                  </a:lnTo>
                  <a:lnTo>
                    <a:pt x="4518" y="2167"/>
                  </a:lnTo>
                  <a:lnTo>
                    <a:pt x="4352" y="2130"/>
                  </a:lnTo>
                  <a:lnTo>
                    <a:pt x="4000" y="2000"/>
                  </a:lnTo>
                  <a:lnTo>
                    <a:pt x="3667" y="1833"/>
                  </a:lnTo>
                  <a:lnTo>
                    <a:pt x="3333" y="1648"/>
                  </a:lnTo>
                  <a:lnTo>
                    <a:pt x="3000" y="1445"/>
                  </a:lnTo>
                  <a:lnTo>
                    <a:pt x="2685" y="1222"/>
                  </a:lnTo>
                  <a:lnTo>
                    <a:pt x="2389" y="1000"/>
                  </a:lnTo>
                  <a:lnTo>
                    <a:pt x="2111" y="778"/>
                  </a:lnTo>
                  <a:lnTo>
                    <a:pt x="1648" y="371"/>
                  </a:lnTo>
                  <a:lnTo>
                    <a:pt x="1296" y="56"/>
                  </a:lnTo>
                  <a:lnTo>
                    <a:pt x="1241" y="19"/>
                  </a:lnTo>
                  <a:lnTo>
                    <a:pt x="1111" y="19"/>
                  </a:lnTo>
                  <a:lnTo>
                    <a:pt x="1056" y="37"/>
                  </a:lnTo>
                  <a:lnTo>
                    <a:pt x="1019" y="74"/>
                  </a:lnTo>
                  <a:lnTo>
                    <a:pt x="963" y="130"/>
                  </a:lnTo>
                  <a:lnTo>
                    <a:pt x="944" y="204"/>
                  </a:lnTo>
                  <a:lnTo>
                    <a:pt x="926" y="278"/>
                  </a:lnTo>
                  <a:lnTo>
                    <a:pt x="0" y="8352"/>
                  </a:lnTo>
                  <a:lnTo>
                    <a:pt x="23203" y="8352"/>
                  </a:lnTo>
                  <a:lnTo>
                    <a:pt x="23296" y="8315"/>
                  </a:lnTo>
                  <a:lnTo>
                    <a:pt x="23388" y="8259"/>
                  </a:lnTo>
                  <a:lnTo>
                    <a:pt x="23462" y="8185"/>
                  </a:lnTo>
                  <a:lnTo>
                    <a:pt x="23518" y="8093"/>
                  </a:lnTo>
                  <a:lnTo>
                    <a:pt x="23555" y="7981"/>
                  </a:lnTo>
                  <a:lnTo>
                    <a:pt x="23592" y="7870"/>
                  </a:lnTo>
                  <a:lnTo>
                    <a:pt x="23592" y="7741"/>
                  </a:lnTo>
                  <a:lnTo>
                    <a:pt x="23592" y="6037"/>
                  </a:lnTo>
                  <a:lnTo>
                    <a:pt x="23592" y="5944"/>
                  </a:lnTo>
                  <a:lnTo>
                    <a:pt x="23573" y="5852"/>
                  </a:lnTo>
                  <a:lnTo>
                    <a:pt x="23555" y="5759"/>
                  </a:lnTo>
                  <a:lnTo>
                    <a:pt x="23499" y="5685"/>
                  </a:lnTo>
                  <a:lnTo>
                    <a:pt x="23462" y="5611"/>
                  </a:lnTo>
                  <a:lnTo>
                    <a:pt x="23407" y="5556"/>
                  </a:lnTo>
                  <a:lnTo>
                    <a:pt x="23333" y="5500"/>
                  </a:lnTo>
                  <a:lnTo>
                    <a:pt x="23259" y="5463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2;p64">
              <a:extLst>
                <a:ext uri="{FF2B5EF4-FFF2-40B4-BE49-F238E27FC236}">
                  <a16:creationId xmlns:a16="http://schemas.microsoft.com/office/drawing/2014/main" id="{EE3DF330-3286-8539-8A02-82ECBFB9439D}"/>
                </a:ext>
              </a:extLst>
            </p:cNvPr>
            <p:cNvSpPr/>
            <p:nvPr/>
          </p:nvSpPr>
          <p:spPr>
            <a:xfrm flipH="1">
              <a:off x="5961076" y="1078241"/>
              <a:ext cx="348585" cy="430850"/>
            </a:xfrm>
            <a:custGeom>
              <a:avLst/>
              <a:gdLst/>
              <a:ahLst/>
              <a:cxnLst/>
              <a:rect l="l" t="t" r="r" b="b"/>
              <a:pathLst>
                <a:path w="15852" h="19593" extrusionOk="0">
                  <a:moveTo>
                    <a:pt x="11185" y="0"/>
                  </a:moveTo>
                  <a:lnTo>
                    <a:pt x="11056" y="56"/>
                  </a:lnTo>
                  <a:lnTo>
                    <a:pt x="10926" y="130"/>
                  </a:lnTo>
                  <a:lnTo>
                    <a:pt x="10778" y="260"/>
                  </a:lnTo>
                  <a:lnTo>
                    <a:pt x="10630" y="426"/>
                  </a:lnTo>
                  <a:lnTo>
                    <a:pt x="10463" y="611"/>
                  </a:lnTo>
                  <a:lnTo>
                    <a:pt x="10111" y="1093"/>
                  </a:lnTo>
                  <a:lnTo>
                    <a:pt x="9741" y="1667"/>
                  </a:lnTo>
                  <a:lnTo>
                    <a:pt x="9352" y="2297"/>
                  </a:lnTo>
                  <a:lnTo>
                    <a:pt x="8982" y="2982"/>
                  </a:lnTo>
                  <a:lnTo>
                    <a:pt x="8593" y="3667"/>
                  </a:lnTo>
                  <a:lnTo>
                    <a:pt x="8241" y="4352"/>
                  </a:lnTo>
                  <a:lnTo>
                    <a:pt x="7612" y="5593"/>
                  </a:lnTo>
                  <a:lnTo>
                    <a:pt x="7186" y="6482"/>
                  </a:lnTo>
                  <a:lnTo>
                    <a:pt x="7019" y="6815"/>
                  </a:lnTo>
                  <a:lnTo>
                    <a:pt x="7093" y="6556"/>
                  </a:lnTo>
                  <a:lnTo>
                    <a:pt x="7260" y="5852"/>
                  </a:lnTo>
                  <a:lnTo>
                    <a:pt x="7463" y="4834"/>
                  </a:lnTo>
                  <a:lnTo>
                    <a:pt x="7574" y="4278"/>
                  </a:lnTo>
                  <a:lnTo>
                    <a:pt x="7686" y="3685"/>
                  </a:lnTo>
                  <a:lnTo>
                    <a:pt x="7778" y="3074"/>
                  </a:lnTo>
                  <a:lnTo>
                    <a:pt x="7852" y="2500"/>
                  </a:lnTo>
                  <a:lnTo>
                    <a:pt x="7889" y="1945"/>
                  </a:lnTo>
                  <a:lnTo>
                    <a:pt x="7908" y="1445"/>
                  </a:lnTo>
                  <a:lnTo>
                    <a:pt x="7889" y="1223"/>
                  </a:lnTo>
                  <a:lnTo>
                    <a:pt x="7871" y="1000"/>
                  </a:lnTo>
                  <a:lnTo>
                    <a:pt x="7852" y="815"/>
                  </a:lnTo>
                  <a:lnTo>
                    <a:pt x="7797" y="648"/>
                  </a:lnTo>
                  <a:lnTo>
                    <a:pt x="7741" y="519"/>
                  </a:lnTo>
                  <a:lnTo>
                    <a:pt x="7686" y="389"/>
                  </a:lnTo>
                  <a:lnTo>
                    <a:pt x="7593" y="315"/>
                  </a:lnTo>
                  <a:lnTo>
                    <a:pt x="7500" y="260"/>
                  </a:lnTo>
                  <a:lnTo>
                    <a:pt x="7389" y="260"/>
                  </a:lnTo>
                  <a:lnTo>
                    <a:pt x="7260" y="278"/>
                  </a:lnTo>
                  <a:lnTo>
                    <a:pt x="7130" y="352"/>
                  </a:lnTo>
                  <a:lnTo>
                    <a:pt x="7000" y="463"/>
                  </a:lnTo>
                  <a:lnTo>
                    <a:pt x="6852" y="611"/>
                  </a:lnTo>
                  <a:lnTo>
                    <a:pt x="6704" y="797"/>
                  </a:lnTo>
                  <a:lnTo>
                    <a:pt x="6556" y="1000"/>
                  </a:lnTo>
                  <a:lnTo>
                    <a:pt x="6389" y="1223"/>
                  </a:lnTo>
                  <a:lnTo>
                    <a:pt x="6056" y="1760"/>
                  </a:lnTo>
                  <a:lnTo>
                    <a:pt x="5741" y="2371"/>
                  </a:lnTo>
                  <a:lnTo>
                    <a:pt x="5408" y="3037"/>
                  </a:lnTo>
                  <a:lnTo>
                    <a:pt x="5075" y="3722"/>
                  </a:lnTo>
                  <a:lnTo>
                    <a:pt x="4760" y="4408"/>
                  </a:lnTo>
                  <a:lnTo>
                    <a:pt x="4482" y="5074"/>
                  </a:lnTo>
                  <a:lnTo>
                    <a:pt x="3982" y="6278"/>
                  </a:lnTo>
                  <a:lnTo>
                    <a:pt x="3649" y="7130"/>
                  </a:lnTo>
                  <a:lnTo>
                    <a:pt x="3519" y="7463"/>
                  </a:lnTo>
                  <a:lnTo>
                    <a:pt x="3501" y="7278"/>
                  </a:lnTo>
                  <a:lnTo>
                    <a:pt x="3463" y="6815"/>
                  </a:lnTo>
                  <a:lnTo>
                    <a:pt x="3389" y="6167"/>
                  </a:lnTo>
                  <a:lnTo>
                    <a:pt x="3315" y="5796"/>
                  </a:lnTo>
                  <a:lnTo>
                    <a:pt x="3241" y="5426"/>
                  </a:lnTo>
                  <a:lnTo>
                    <a:pt x="3149" y="5056"/>
                  </a:lnTo>
                  <a:lnTo>
                    <a:pt x="3038" y="4685"/>
                  </a:lnTo>
                  <a:lnTo>
                    <a:pt x="2908" y="4352"/>
                  </a:lnTo>
                  <a:lnTo>
                    <a:pt x="2741" y="4056"/>
                  </a:lnTo>
                  <a:lnTo>
                    <a:pt x="2667" y="3926"/>
                  </a:lnTo>
                  <a:lnTo>
                    <a:pt x="2575" y="3815"/>
                  </a:lnTo>
                  <a:lnTo>
                    <a:pt x="2482" y="3722"/>
                  </a:lnTo>
                  <a:lnTo>
                    <a:pt x="2371" y="3630"/>
                  </a:lnTo>
                  <a:lnTo>
                    <a:pt x="2260" y="3574"/>
                  </a:lnTo>
                  <a:lnTo>
                    <a:pt x="2149" y="3519"/>
                  </a:lnTo>
                  <a:lnTo>
                    <a:pt x="2019" y="3500"/>
                  </a:lnTo>
                  <a:lnTo>
                    <a:pt x="1889" y="3519"/>
                  </a:lnTo>
                  <a:lnTo>
                    <a:pt x="1760" y="3537"/>
                  </a:lnTo>
                  <a:lnTo>
                    <a:pt x="1630" y="3611"/>
                  </a:lnTo>
                  <a:lnTo>
                    <a:pt x="1519" y="3704"/>
                  </a:lnTo>
                  <a:lnTo>
                    <a:pt x="1426" y="3815"/>
                  </a:lnTo>
                  <a:lnTo>
                    <a:pt x="1334" y="3963"/>
                  </a:lnTo>
                  <a:lnTo>
                    <a:pt x="1260" y="4130"/>
                  </a:lnTo>
                  <a:lnTo>
                    <a:pt x="1186" y="4315"/>
                  </a:lnTo>
                  <a:lnTo>
                    <a:pt x="1130" y="4519"/>
                  </a:lnTo>
                  <a:lnTo>
                    <a:pt x="1019" y="4982"/>
                  </a:lnTo>
                  <a:lnTo>
                    <a:pt x="945" y="5482"/>
                  </a:lnTo>
                  <a:lnTo>
                    <a:pt x="908" y="6037"/>
                  </a:lnTo>
                  <a:lnTo>
                    <a:pt x="871" y="6593"/>
                  </a:lnTo>
                  <a:lnTo>
                    <a:pt x="871" y="7130"/>
                  </a:lnTo>
                  <a:lnTo>
                    <a:pt x="871" y="7667"/>
                  </a:lnTo>
                  <a:lnTo>
                    <a:pt x="889" y="8611"/>
                  </a:lnTo>
                  <a:lnTo>
                    <a:pt x="927" y="9278"/>
                  </a:lnTo>
                  <a:lnTo>
                    <a:pt x="945" y="9537"/>
                  </a:lnTo>
                  <a:lnTo>
                    <a:pt x="1" y="15185"/>
                  </a:lnTo>
                  <a:lnTo>
                    <a:pt x="8574" y="19592"/>
                  </a:lnTo>
                  <a:lnTo>
                    <a:pt x="9778" y="17296"/>
                  </a:lnTo>
                  <a:lnTo>
                    <a:pt x="11019" y="14907"/>
                  </a:lnTo>
                  <a:lnTo>
                    <a:pt x="12408" y="12167"/>
                  </a:lnTo>
                  <a:lnTo>
                    <a:pt x="13111" y="10759"/>
                  </a:lnTo>
                  <a:lnTo>
                    <a:pt x="13778" y="9389"/>
                  </a:lnTo>
                  <a:lnTo>
                    <a:pt x="14389" y="8093"/>
                  </a:lnTo>
                  <a:lnTo>
                    <a:pt x="14926" y="6908"/>
                  </a:lnTo>
                  <a:lnTo>
                    <a:pt x="15352" y="5908"/>
                  </a:lnTo>
                  <a:lnTo>
                    <a:pt x="15537" y="5463"/>
                  </a:lnTo>
                  <a:lnTo>
                    <a:pt x="15667" y="5074"/>
                  </a:lnTo>
                  <a:lnTo>
                    <a:pt x="15778" y="4759"/>
                  </a:lnTo>
                  <a:lnTo>
                    <a:pt x="15833" y="4519"/>
                  </a:lnTo>
                  <a:lnTo>
                    <a:pt x="15852" y="4334"/>
                  </a:lnTo>
                  <a:lnTo>
                    <a:pt x="15852" y="4278"/>
                  </a:lnTo>
                  <a:lnTo>
                    <a:pt x="15833" y="4222"/>
                  </a:lnTo>
                  <a:lnTo>
                    <a:pt x="15778" y="4185"/>
                  </a:lnTo>
                  <a:lnTo>
                    <a:pt x="15704" y="4148"/>
                  </a:lnTo>
                  <a:lnTo>
                    <a:pt x="15611" y="4167"/>
                  </a:lnTo>
                  <a:lnTo>
                    <a:pt x="15519" y="4185"/>
                  </a:lnTo>
                  <a:lnTo>
                    <a:pt x="15408" y="4241"/>
                  </a:lnTo>
                  <a:lnTo>
                    <a:pt x="15296" y="4315"/>
                  </a:lnTo>
                  <a:lnTo>
                    <a:pt x="15037" y="4537"/>
                  </a:lnTo>
                  <a:lnTo>
                    <a:pt x="14759" y="4797"/>
                  </a:lnTo>
                  <a:lnTo>
                    <a:pt x="14445" y="5111"/>
                  </a:lnTo>
                  <a:lnTo>
                    <a:pt x="14130" y="5482"/>
                  </a:lnTo>
                  <a:lnTo>
                    <a:pt x="13815" y="5852"/>
                  </a:lnTo>
                  <a:lnTo>
                    <a:pt x="13204" y="6630"/>
                  </a:lnTo>
                  <a:lnTo>
                    <a:pt x="12704" y="7315"/>
                  </a:lnTo>
                  <a:lnTo>
                    <a:pt x="12204" y="7982"/>
                  </a:lnTo>
                  <a:lnTo>
                    <a:pt x="12611" y="7000"/>
                  </a:lnTo>
                  <a:lnTo>
                    <a:pt x="13000" y="5963"/>
                  </a:lnTo>
                  <a:lnTo>
                    <a:pt x="13426" y="4778"/>
                  </a:lnTo>
                  <a:lnTo>
                    <a:pt x="13630" y="4167"/>
                  </a:lnTo>
                  <a:lnTo>
                    <a:pt x="13815" y="3574"/>
                  </a:lnTo>
                  <a:lnTo>
                    <a:pt x="13963" y="3019"/>
                  </a:lnTo>
                  <a:lnTo>
                    <a:pt x="14093" y="2519"/>
                  </a:lnTo>
                  <a:lnTo>
                    <a:pt x="14148" y="2074"/>
                  </a:lnTo>
                  <a:lnTo>
                    <a:pt x="14167" y="1889"/>
                  </a:lnTo>
                  <a:lnTo>
                    <a:pt x="14167" y="1723"/>
                  </a:lnTo>
                  <a:lnTo>
                    <a:pt x="14148" y="1574"/>
                  </a:lnTo>
                  <a:lnTo>
                    <a:pt x="14111" y="1482"/>
                  </a:lnTo>
                  <a:lnTo>
                    <a:pt x="14056" y="1389"/>
                  </a:lnTo>
                  <a:lnTo>
                    <a:pt x="13982" y="1352"/>
                  </a:lnTo>
                  <a:lnTo>
                    <a:pt x="13889" y="1334"/>
                  </a:lnTo>
                  <a:lnTo>
                    <a:pt x="13778" y="1371"/>
                  </a:lnTo>
                  <a:lnTo>
                    <a:pt x="13667" y="1426"/>
                  </a:lnTo>
                  <a:lnTo>
                    <a:pt x="13537" y="1519"/>
                  </a:lnTo>
                  <a:lnTo>
                    <a:pt x="13408" y="1630"/>
                  </a:lnTo>
                  <a:lnTo>
                    <a:pt x="13259" y="1778"/>
                  </a:lnTo>
                  <a:lnTo>
                    <a:pt x="12945" y="2130"/>
                  </a:lnTo>
                  <a:lnTo>
                    <a:pt x="12611" y="2556"/>
                  </a:lnTo>
                  <a:lnTo>
                    <a:pt x="12260" y="3037"/>
                  </a:lnTo>
                  <a:lnTo>
                    <a:pt x="11908" y="3556"/>
                  </a:lnTo>
                  <a:lnTo>
                    <a:pt x="11556" y="4111"/>
                  </a:lnTo>
                  <a:lnTo>
                    <a:pt x="10908" y="5204"/>
                  </a:lnTo>
                  <a:lnTo>
                    <a:pt x="10352" y="6148"/>
                  </a:lnTo>
                  <a:lnTo>
                    <a:pt x="9834" y="7093"/>
                  </a:lnTo>
                  <a:lnTo>
                    <a:pt x="10186" y="6204"/>
                  </a:lnTo>
                  <a:lnTo>
                    <a:pt x="10537" y="5259"/>
                  </a:lnTo>
                  <a:lnTo>
                    <a:pt x="10908" y="4130"/>
                  </a:lnTo>
                  <a:lnTo>
                    <a:pt x="11093" y="3537"/>
                  </a:lnTo>
                  <a:lnTo>
                    <a:pt x="11241" y="2945"/>
                  </a:lnTo>
                  <a:lnTo>
                    <a:pt x="11389" y="2371"/>
                  </a:lnTo>
                  <a:lnTo>
                    <a:pt x="11500" y="1815"/>
                  </a:lnTo>
                  <a:lnTo>
                    <a:pt x="11556" y="1297"/>
                  </a:lnTo>
                  <a:lnTo>
                    <a:pt x="11574" y="1056"/>
                  </a:lnTo>
                  <a:lnTo>
                    <a:pt x="11593" y="834"/>
                  </a:lnTo>
                  <a:lnTo>
                    <a:pt x="11574" y="648"/>
                  </a:lnTo>
                  <a:lnTo>
                    <a:pt x="11556" y="463"/>
                  </a:lnTo>
                  <a:lnTo>
                    <a:pt x="11519" y="297"/>
                  </a:lnTo>
                  <a:lnTo>
                    <a:pt x="11445" y="148"/>
                  </a:lnTo>
                  <a:lnTo>
                    <a:pt x="11426" y="93"/>
                  </a:lnTo>
                  <a:lnTo>
                    <a:pt x="11371" y="56"/>
                  </a:lnTo>
                  <a:lnTo>
                    <a:pt x="11334" y="19"/>
                  </a:lnTo>
                  <a:lnTo>
                    <a:pt x="1129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83;p64">
              <a:extLst>
                <a:ext uri="{FF2B5EF4-FFF2-40B4-BE49-F238E27FC236}">
                  <a16:creationId xmlns:a16="http://schemas.microsoft.com/office/drawing/2014/main" id="{F075BC68-C091-0FD6-2D06-5D86EA11444E}"/>
                </a:ext>
              </a:extLst>
            </p:cNvPr>
            <p:cNvSpPr/>
            <p:nvPr/>
          </p:nvSpPr>
          <p:spPr>
            <a:xfrm flipH="1">
              <a:off x="6063688" y="1375506"/>
              <a:ext cx="708980" cy="983437"/>
            </a:xfrm>
            <a:custGeom>
              <a:avLst/>
              <a:gdLst/>
              <a:ahLst/>
              <a:cxnLst/>
              <a:rect l="l" t="t" r="r" b="b"/>
              <a:pathLst>
                <a:path w="32241" h="44722" extrusionOk="0">
                  <a:moveTo>
                    <a:pt x="20130" y="1"/>
                  </a:moveTo>
                  <a:lnTo>
                    <a:pt x="12130" y="12204"/>
                  </a:lnTo>
                  <a:lnTo>
                    <a:pt x="11963" y="12463"/>
                  </a:lnTo>
                  <a:lnTo>
                    <a:pt x="11500" y="13148"/>
                  </a:lnTo>
                  <a:lnTo>
                    <a:pt x="10815" y="14259"/>
                  </a:lnTo>
                  <a:lnTo>
                    <a:pt x="9963" y="15722"/>
                  </a:lnTo>
                  <a:lnTo>
                    <a:pt x="7667" y="13556"/>
                  </a:lnTo>
                  <a:lnTo>
                    <a:pt x="5945" y="11945"/>
                  </a:lnTo>
                  <a:lnTo>
                    <a:pt x="4112" y="10259"/>
                  </a:lnTo>
                  <a:lnTo>
                    <a:pt x="2408" y="8723"/>
                  </a:lnTo>
                  <a:lnTo>
                    <a:pt x="1649" y="8074"/>
                  </a:lnTo>
                  <a:lnTo>
                    <a:pt x="1019" y="7537"/>
                  </a:lnTo>
                  <a:lnTo>
                    <a:pt x="501" y="7130"/>
                  </a:lnTo>
                  <a:lnTo>
                    <a:pt x="315" y="7000"/>
                  </a:lnTo>
                  <a:lnTo>
                    <a:pt x="167" y="6908"/>
                  </a:lnTo>
                  <a:lnTo>
                    <a:pt x="56" y="6852"/>
                  </a:lnTo>
                  <a:lnTo>
                    <a:pt x="1" y="6852"/>
                  </a:lnTo>
                  <a:lnTo>
                    <a:pt x="1" y="6889"/>
                  </a:lnTo>
                  <a:lnTo>
                    <a:pt x="1" y="6926"/>
                  </a:lnTo>
                  <a:lnTo>
                    <a:pt x="56" y="7037"/>
                  </a:lnTo>
                  <a:lnTo>
                    <a:pt x="56" y="44722"/>
                  </a:lnTo>
                  <a:lnTo>
                    <a:pt x="11352" y="44573"/>
                  </a:lnTo>
                  <a:lnTo>
                    <a:pt x="11760" y="44647"/>
                  </a:lnTo>
                  <a:lnTo>
                    <a:pt x="12167" y="44703"/>
                  </a:lnTo>
                  <a:lnTo>
                    <a:pt x="12574" y="44722"/>
                  </a:lnTo>
                  <a:lnTo>
                    <a:pt x="12963" y="44722"/>
                  </a:lnTo>
                  <a:lnTo>
                    <a:pt x="13371" y="44685"/>
                  </a:lnTo>
                  <a:lnTo>
                    <a:pt x="13778" y="44629"/>
                  </a:lnTo>
                  <a:lnTo>
                    <a:pt x="14185" y="44555"/>
                  </a:lnTo>
                  <a:lnTo>
                    <a:pt x="14574" y="44462"/>
                  </a:lnTo>
                  <a:lnTo>
                    <a:pt x="14982" y="44333"/>
                  </a:lnTo>
                  <a:lnTo>
                    <a:pt x="15371" y="44203"/>
                  </a:lnTo>
                  <a:lnTo>
                    <a:pt x="15759" y="44036"/>
                  </a:lnTo>
                  <a:lnTo>
                    <a:pt x="16148" y="43870"/>
                  </a:lnTo>
                  <a:lnTo>
                    <a:pt x="16537" y="43685"/>
                  </a:lnTo>
                  <a:lnTo>
                    <a:pt x="16908" y="43499"/>
                  </a:lnTo>
                  <a:lnTo>
                    <a:pt x="17278" y="43296"/>
                  </a:lnTo>
                  <a:lnTo>
                    <a:pt x="17630" y="43073"/>
                  </a:lnTo>
                  <a:lnTo>
                    <a:pt x="18315" y="42629"/>
                  </a:lnTo>
                  <a:lnTo>
                    <a:pt x="18963" y="42166"/>
                  </a:lnTo>
                  <a:lnTo>
                    <a:pt x="19556" y="41685"/>
                  </a:lnTo>
                  <a:lnTo>
                    <a:pt x="20093" y="41222"/>
                  </a:lnTo>
                  <a:lnTo>
                    <a:pt x="20574" y="40777"/>
                  </a:lnTo>
                  <a:lnTo>
                    <a:pt x="20982" y="40370"/>
                  </a:lnTo>
                  <a:lnTo>
                    <a:pt x="21333" y="39999"/>
                  </a:lnTo>
                  <a:lnTo>
                    <a:pt x="21593" y="39666"/>
                  </a:lnTo>
                  <a:lnTo>
                    <a:pt x="21982" y="39148"/>
                  </a:lnTo>
                  <a:lnTo>
                    <a:pt x="22370" y="38592"/>
                  </a:lnTo>
                  <a:lnTo>
                    <a:pt x="22741" y="38037"/>
                  </a:lnTo>
                  <a:lnTo>
                    <a:pt x="23111" y="37444"/>
                  </a:lnTo>
                  <a:lnTo>
                    <a:pt x="23481" y="36851"/>
                  </a:lnTo>
                  <a:lnTo>
                    <a:pt x="23833" y="36222"/>
                  </a:lnTo>
                  <a:lnTo>
                    <a:pt x="24167" y="35592"/>
                  </a:lnTo>
                  <a:lnTo>
                    <a:pt x="24500" y="34944"/>
                  </a:lnTo>
                  <a:lnTo>
                    <a:pt x="24833" y="34277"/>
                  </a:lnTo>
                  <a:lnTo>
                    <a:pt x="25148" y="33611"/>
                  </a:lnTo>
                  <a:lnTo>
                    <a:pt x="25444" y="32926"/>
                  </a:lnTo>
                  <a:lnTo>
                    <a:pt x="25759" y="32222"/>
                  </a:lnTo>
                  <a:lnTo>
                    <a:pt x="26333" y="30796"/>
                  </a:lnTo>
                  <a:lnTo>
                    <a:pt x="26870" y="29352"/>
                  </a:lnTo>
                  <a:lnTo>
                    <a:pt x="27370" y="27870"/>
                  </a:lnTo>
                  <a:lnTo>
                    <a:pt x="27852" y="26370"/>
                  </a:lnTo>
                  <a:lnTo>
                    <a:pt x="28296" y="24870"/>
                  </a:lnTo>
                  <a:lnTo>
                    <a:pt x="28722" y="23352"/>
                  </a:lnTo>
                  <a:lnTo>
                    <a:pt x="29111" y="21852"/>
                  </a:lnTo>
                  <a:lnTo>
                    <a:pt x="29481" y="20352"/>
                  </a:lnTo>
                  <a:lnTo>
                    <a:pt x="29815" y="18870"/>
                  </a:lnTo>
                  <a:lnTo>
                    <a:pt x="30129" y="17426"/>
                  </a:lnTo>
                  <a:lnTo>
                    <a:pt x="30407" y="16000"/>
                  </a:lnTo>
                  <a:lnTo>
                    <a:pt x="30666" y="14630"/>
                  </a:lnTo>
                  <a:lnTo>
                    <a:pt x="30907" y="13296"/>
                  </a:lnTo>
                  <a:lnTo>
                    <a:pt x="31129" y="12019"/>
                  </a:lnTo>
                  <a:lnTo>
                    <a:pt x="31500" y="9648"/>
                  </a:lnTo>
                  <a:lnTo>
                    <a:pt x="31778" y="7574"/>
                  </a:lnTo>
                  <a:lnTo>
                    <a:pt x="31981" y="5871"/>
                  </a:lnTo>
                  <a:lnTo>
                    <a:pt x="32129" y="4574"/>
                  </a:lnTo>
                  <a:lnTo>
                    <a:pt x="32240" y="3482"/>
                  </a:lnTo>
                  <a:lnTo>
                    <a:pt x="201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84;p64">
              <a:extLst>
                <a:ext uri="{FF2B5EF4-FFF2-40B4-BE49-F238E27FC236}">
                  <a16:creationId xmlns:a16="http://schemas.microsoft.com/office/drawing/2014/main" id="{F68CFE92-9841-21B4-A3B2-1CC08D8A84AC}"/>
                </a:ext>
              </a:extLst>
            </p:cNvPr>
            <p:cNvSpPr/>
            <p:nvPr/>
          </p:nvSpPr>
          <p:spPr>
            <a:xfrm flipH="1">
              <a:off x="6174026" y="1074569"/>
              <a:ext cx="22" cy="700030"/>
            </a:xfrm>
            <a:custGeom>
              <a:avLst/>
              <a:gdLst/>
              <a:ahLst/>
              <a:cxnLst/>
              <a:rect l="l" t="t" r="r" b="b"/>
              <a:pathLst>
                <a:path w="1" h="31834" fill="none" extrusionOk="0">
                  <a:moveTo>
                    <a:pt x="0" y="1"/>
                  </a:moveTo>
                  <a:lnTo>
                    <a:pt x="0" y="31833"/>
                  </a:lnTo>
                </a:path>
              </a:pathLst>
            </a:custGeom>
            <a:noFill/>
            <a:ln w="833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85;p64">
              <a:extLst>
                <a:ext uri="{FF2B5EF4-FFF2-40B4-BE49-F238E27FC236}">
                  <a16:creationId xmlns:a16="http://schemas.microsoft.com/office/drawing/2014/main" id="{1B65FAC3-19DF-38BC-1460-B5B59049DCDA}"/>
                </a:ext>
              </a:extLst>
            </p:cNvPr>
            <p:cNvSpPr/>
            <p:nvPr/>
          </p:nvSpPr>
          <p:spPr>
            <a:xfrm flipH="1">
              <a:off x="5987531" y="539501"/>
              <a:ext cx="383616" cy="535083"/>
            </a:xfrm>
            <a:custGeom>
              <a:avLst/>
              <a:gdLst/>
              <a:ahLst/>
              <a:cxnLst/>
              <a:rect l="l" t="t" r="r" b="b"/>
              <a:pathLst>
                <a:path w="17445" h="24333" extrusionOk="0">
                  <a:moveTo>
                    <a:pt x="6056" y="10148"/>
                  </a:moveTo>
                  <a:lnTo>
                    <a:pt x="6148" y="10166"/>
                  </a:lnTo>
                  <a:lnTo>
                    <a:pt x="6241" y="10203"/>
                  </a:lnTo>
                  <a:lnTo>
                    <a:pt x="6315" y="10259"/>
                  </a:lnTo>
                  <a:lnTo>
                    <a:pt x="6408" y="10333"/>
                  </a:lnTo>
                  <a:lnTo>
                    <a:pt x="6482" y="10407"/>
                  </a:lnTo>
                  <a:lnTo>
                    <a:pt x="6537" y="10500"/>
                  </a:lnTo>
                  <a:lnTo>
                    <a:pt x="6611" y="10611"/>
                  </a:lnTo>
                  <a:lnTo>
                    <a:pt x="6722" y="10852"/>
                  </a:lnTo>
                  <a:lnTo>
                    <a:pt x="6796" y="11148"/>
                  </a:lnTo>
                  <a:lnTo>
                    <a:pt x="6852" y="11463"/>
                  </a:lnTo>
                  <a:lnTo>
                    <a:pt x="6871" y="11796"/>
                  </a:lnTo>
                  <a:lnTo>
                    <a:pt x="6852" y="12148"/>
                  </a:lnTo>
                  <a:lnTo>
                    <a:pt x="6796" y="12463"/>
                  </a:lnTo>
                  <a:lnTo>
                    <a:pt x="6722" y="12740"/>
                  </a:lnTo>
                  <a:lnTo>
                    <a:pt x="6611" y="12981"/>
                  </a:lnTo>
                  <a:lnTo>
                    <a:pt x="6537" y="13092"/>
                  </a:lnTo>
                  <a:lnTo>
                    <a:pt x="6482" y="13185"/>
                  </a:lnTo>
                  <a:lnTo>
                    <a:pt x="6408" y="13259"/>
                  </a:lnTo>
                  <a:lnTo>
                    <a:pt x="6315" y="13333"/>
                  </a:lnTo>
                  <a:lnTo>
                    <a:pt x="6241" y="13389"/>
                  </a:lnTo>
                  <a:lnTo>
                    <a:pt x="6148" y="13426"/>
                  </a:lnTo>
                  <a:lnTo>
                    <a:pt x="6056" y="13444"/>
                  </a:lnTo>
                  <a:lnTo>
                    <a:pt x="5945" y="13463"/>
                  </a:lnTo>
                  <a:lnTo>
                    <a:pt x="5852" y="13444"/>
                  </a:lnTo>
                  <a:lnTo>
                    <a:pt x="5759" y="13426"/>
                  </a:lnTo>
                  <a:lnTo>
                    <a:pt x="5667" y="13389"/>
                  </a:lnTo>
                  <a:lnTo>
                    <a:pt x="5593" y="13333"/>
                  </a:lnTo>
                  <a:lnTo>
                    <a:pt x="5500" y="13259"/>
                  </a:lnTo>
                  <a:lnTo>
                    <a:pt x="5426" y="13185"/>
                  </a:lnTo>
                  <a:lnTo>
                    <a:pt x="5352" y="13092"/>
                  </a:lnTo>
                  <a:lnTo>
                    <a:pt x="5297" y="12981"/>
                  </a:lnTo>
                  <a:lnTo>
                    <a:pt x="5185" y="12740"/>
                  </a:lnTo>
                  <a:lnTo>
                    <a:pt x="5093" y="12463"/>
                  </a:lnTo>
                  <a:lnTo>
                    <a:pt x="5056" y="12148"/>
                  </a:lnTo>
                  <a:lnTo>
                    <a:pt x="5037" y="11796"/>
                  </a:lnTo>
                  <a:lnTo>
                    <a:pt x="5056" y="11463"/>
                  </a:lnTo>
                  <a:lnTo>
                    <a:pt x="5093" y="11148"/>
                  </a:lnTo>
                  <a:lnTo>
                    <a:pt x="5185" y="10852"/>
                  </a:lnTo>
                  <a:lnTo>
                    <a:pt x="5297" y="10611"/>
                  </a:lnTo>
                  <a:lnTo>
                    <a:pt x="5352" y="10500"/>
                  </a:lnTo>
                  <a:lnTo>
                    <a:pt x="5426" y="10407"/>
                  </a:lnTo>
                  <a:lnTo>
                    <a:pt x="5500" y="10333"/>
                  </a:lnTo>
                  <a:lnTo>
                    <a:pt x="5593" y="10259"/>
                  </a:lnTo>
                  <a:lnTo>
                    <a:pt x="5667" y="10203"/>
                  </a:lnTo>
                  <a:lnTo>
                    <a:pt x="5759" y="10166"/>
                  </a:lnTo>
                  <a:lnTo>
                    <a:pt x="5852" y="10148"/>
                  </a:lnTo>
                  <a:close/>
                  <a:moveTo>
                    <a:pt x="12333" y="10148"/>
                  </a:moveTo>
                  <a:lnTo>
                    <a:pt x="12426" y="10166"/>
                  </a:lnTo>
                  <a:lnTo>
                    <a:pt x="12519" y="10203"/>
                  </a:lnTo>
                  <a:lnTo>
                    <a:pt x="12593" y="10259"/>
                  </a:lnTo>
                  <a:lnTo>
                    <a:pt x="12685" y="10333"/>
                  </a:lnTo>
                  <a:lnTo>
                    <a:pt x="12759" y="10407"/>
                  </a:lnTo>
                  <a:lnTo>
                    <a:pt x="12833" y="10500"/>
                  </a:lnTo>
                  <a:lnTo>
                    <a:pt x="12889" y="10611"/>
                  </a:lnTo>
                  <a:lnTo>
                    <a:pt x="13000" y="10852"/>
                  </a:lnTo>
                  <a:lnTo>
                    <a:pt x="13074" y="11148"/>
                  </a:lnTo>
                  <a:lnTo>
                    <a:pt x="13130" y="11463"/>
                  </a:lnTo>
                  <a:lnTo>
                    <a:pt x="13148" y="11796"/>
                  </a:lnTo>
                  <a:lnTo>
                    <a:pt x="13130" y="12148"/>
                  </a:lnTo>
                  <a:lnTo>
                    <a:pt x="13074" y="12463"/>
                  </a:lnTo>
                  <a:lnTo>
                    <a:pt x="13000" y="12740"/>
                  </a:lnTo>
                  <a:lnTo>
                    <a:pt x="12889" y="12981"/>
                  </a:lnTo>
                  <a:lnTo>
                    <a:pt x="12833" y="13092"/>
                  </a:lnTo>
                  <a:lnTo>
                    <a:pt x="12759" y="13185"/>
                  </a:lnTo>
                  <a:lnTo>
                    <a:pt x="12685" y="13259"/>
                  </a:lnTo>
                  <a:lnTo>
                    <a:pt x="12593" y="13333"/>
                  </a:lnTo>
                  <a:lnTo>
                    <a:pt x="12519" y="13389"/>
                  </a:lnTo>
                  <a:lnTo>
                    <a:pt x="12426" y="13426"/>
                  </a:lnTo>
                  <a:lnTo>
                    <a:pt x="12333" y="13444"/>
                  </a:lnTo>
                  <a:lnTo>
                    <a:pt x="12241" y="13463"/>
                  </a:lnTo>
                  <a:lnTo>
                    <a:pt x="12130" y="13444"/>
                  </a:lnTo>
                  <a:lnTo>
                    <a:pt x="12037" y="13426"/>
                  </a:lnTo>
                  <a:lnTo>
                    <a:pt x="11944" y="13389"/>
                  </a:lnTo>
                  <a:lnTo>
                    <a:pt x="11870" y="13333"/>
                  </a:lnTo>
                  <a:lnTo>
                    <a:pt x="11778" y="13259"/>
                  </a:lnTo>
                  <a:lnTo>
                    <a:pt x="11704" y="13185"/>
                  </a:lnTo>
                  <a:lnTo>
                    <a:pt x="11648" y="13092"/>
                  </a:lnTo>
                  <a:lnTo>
                    <a:pt x="11574" y="12981"/>
                  </a:lnTo>
                  <a:lnTo>
                    <a:pt x="11463" y="12740"/>
                  </a:lnTo>
                  <a:lnTo>
                    <a:pt x="11389" y="12463"/>
                  </a:lnTo>
                  <a:lnTo>
                    <a:pt x="11333" y="12148"/>
                  </a:lnTo>
                  <a:lnTo>
                    <a:pt x="11315" y="11796"/>
                  </a:lnTo>
                  <a:lnTo>
                    <a:pt x="11333" y="11463"/>
                  </a:lnTo>
                  <a:lnTo>
                    <a:pt x="11389" y="11148"/>
                  </a:lnTo>
                  <a:lnTo>
                    <a:pt x="11463" y="10852"/>
                  </a:lnTo>
                  <a:lnTo>
                    <a:pt x="11574" y="10611"/>
                  </a:lnTo>
                  <a:lnTo>
                    <a:pt x="11648" y="10500"/>
                  </a:lnTo>
                  <a:lnTo>
                    <a:pt x="11704" y="10407"/>
                  </a:lnTo>
                  <a:lnTo>
                    <a:pt x="11778" y="10333"/>
                  </a:lnTo>
                  <a:lnTo>
                    <a:pt x="11870" y="10259"/>
                  </a:lnTo>
                  <a:lnTo>
                    <a:pt x="11944" y="10203"/>
                  </a:lnTo>
                  <a:lnTo>
                    <a:pt x="12037" y="10166"/>
                  </a:lnTo>
                  <a:lnTo>
                    <a:pt x="12130" y="10148"/>
                  </a:lnTo>
                  <a:close/>
                  <a:moveTo>
                    <a:pt x="9259" y="16259"/>
                  </a:moveTo>
                  <a:lnTo>
                    <a:pt x="9667" y="16277"/>
                  </a:lnTo>
                  <a:lnTo>
                    <a:pt x="10037" y="16296"/>
                  </a:lnTo>
                  <a:lnTo>
                    <a:pt x="10408" y="16351"/>
                  </a:lnTo>
                  <a:lnTo>
                    <a:pt x="10741" y="16407"/>
                  </a:lnTo>
                  <a:lnTo>
                    <a:pt x="11056" y="16481"/>
                  </a:lnTo>
                  <a:lnTo>
                    <a:pt x="11352" y="16574"/>
                  </a:lnTo>
                  <a:lnTo>
                    <a:pt x="11648" y="16666"/>
                  </a:lnTo>
                  <a:lnTo>
                    <a:pt x="11907" y="16777"/>
                  </a:lnTo>
                  <a:lnTo>
                    <a:pt x="12148" y="16907"/>
                  </a:lnTo>
                  <a:lnTo>
                    <a:pt x="12389" y="17037"/>
                  </a:lnTo>
                  <a:lnTo>
                    <a:pt x="12593" y="17166"/>
                  </a:lnTo>
                  <a:lnTo>
                    <a:pt x="12796" y="17314"/>
                  </a:lnTo>
                  <a:lnTo>
                    <a:pt x="12982" y="17444"/>
                  </a:lnTo>
                  <a:lnTo>
                    <a:pt x="13148" y="17611"/>
                  </a:lnTo>
                  <a:lnTo>
                    <a:pt x="13444" y="17907"/>
                  </a:lnTo>
                  <a:lnTo>
                    <a:pt x="13685" y="18222"/>
                  </a:lnTo>
                  <a:lnTo>
                    <a:pt x="13889" y="18518"/>
                  </a:lnTo>
                  <a:lnTo>
                    <a:pt x="14037" y="18796"/>
                  </a:lnTo>
                  <a:lnTo>
                    <a:pt x="14167" y="19055"/>
                  </a:lnTo>
                  <a:lnTo>
                    <a:pt x="14241" y="19259"/>
                  </a:lnTo>
                  <a:lnTo>
                    <a:pt x="14296" y="19425"/>
                  </a:lnTo>
                  <a:lnTo>
                    <a:pt x="14333" y="19574"/>
                  </a:lnTo>
                  <a:lnTo>
                    <a:pt x="13241" y="19796"/>
                  </a:lnTo>
                  <a:lnTo>
                    <a:pt x="13204" y="19666"/>
                  </a:lnTo>
                  <a:lnTo>
                    <a:pt x="13167" y="19537"/>
                  </a:lnTo>
                  <a:lnTo>
                    <a:pt x="13093" y="19370"/>
                  </a:lnTo>
                  <a:lnTo>
                    <a:pt x="13000" y="19185"/>
                  </a:lnTo>
                  <a:lnTo>
                    <a:pt x="12889" y="18981"/>
                  </a:lnTo>
                  <a:lnTo>
                    <a:pt x="12722" y="18777"/>
                  </a:lnTo>
                  <a:lnTo>
                    <a:pt x="12537" y="18555"/>
                  </a:lnTo>
                  <a:lnTo>
                    <a:pt x="12296" y="18333"/>
                  </a:lnTo>
                  <a:lnTo>
                    <a:pt x="12037" y="18111"/>
                  </a:lnTo>
                  <a:lnTo>
                    <a:pt x="11704" y="17925"/>
                  </a:lnTo>
                  <a:lnTo>
                    <a:pt x="11537" y="17833"/>
                  </a:lnTo>
                  <a:lnTo>
                    <a:pt x="11333" y="17740"/>
                  </a:lnTo>
                  <a:lnTo>
                    <a:pt x="11130" y="17666"/>
                  </a:lnTo>
                  <a:lnTo>
                    <a:pt x="10907" y="17592"/>
                  </a:lnTo>
                  <a:lnTo>
                    <a:pt x="10667" y="17537"/>
                  </a:lnTo>
                  <a:lnTo>
                    <a:pt x="10426" y="17481"/>
                  </a:lnTo>
                  <a:lnTo>
                    <a:pt x="10167" y="17425"/>
                  </a:lnTo>
                  <a:lnTo>
                    <a:pt x="9870" y="17407"/>
                  </a:lnTo>
                  <a:lnTo>
                    <a:pt x="9574" y="17388"/>
                  </a:lnTo>
                  <a:lnTo>
                    <a:pt x="9259" y="17370"/>
                  </a:lnTo>
                  <a:lnTo>
                    <a:pt x="8945" y="17388"/>
                  </a:lnTo>
                  <a:lnTo>
                    <a:pt x="8648" y="17407"/>
                  </a:lnTo>
                  <a:lnTo>
                    <a:pt x="8352" y="17444"/>
                  </a:lnTo>
                  <a:lnTo>
                    <a:pt x="8093" y="17481"/>
                  </a:lnTo>
                  <a:lnTo>
                    <a:pt x="7834" y="17537"/>
                  </a:lnTo>
                  <a:lnTo>
                    <a:pt x="7593" y="17611"/>
                  </a:lnTo>
                  <a:lnTo>
                    <a:pt x="7352" y="17685"/>
                  </a:lnTo>
                  <a:lnTo>
                    <a:pt x="7130" y="17777"/>
                  </a:lnTo>
                  <a:lnTo>
                    <a:pt x="6926" y="17870"/>
                  </a:lnTo>
                  <a:lnTo>
                    <a:pt x="6741" y="17962"/>
                  </a:lnTo>
                  <a:lnTo>
                    <a:pt x="6408" y="18185"/>
                  </a:lnTo>
                  <a:lnTo>
                    <a:pt x="6093" y="18425"/>
                  </a:lnTo>
                  <a:lnTo>
                    <a:pt x="5834" y="18666"/>
                  </a:lnTo>
                  <a:lnTo>
                    <a:pt x="5630" y="18907"/>
                  </a:lnTo>
                  <a:lnTo>
                    <a:pt x="5445" y="19129"/>
                  </a:lnTo>
                  <a:lnTo>
                    <a:pt x="5297" y="19351"/>
                  </a:lnTo>
                  <a:lnTo>
                    <a:pt x="5185" y="19555"/>
                  </a:lnTo>
                  <a:lnTo>
                    <a:pt x="5056" y="19870"/>
                  </a:lnTo>
                  <a:lnTo>
                    <a:pt x="5000" y="20018"/>
                  </a:lnTo>
                  <a:lnTo>
                    <a:pt x="3926" y="19722"/>
                  </a:lnTo>
                  <a:lnTo>
                    <a:pt x="3982" y="19574"/>
                  </a:lnTo>
                  <a:lnTo>
                    <a:pt x="4056" y="19388"/>
                  </a:lnTo>
                  <a:lnTo>
                    <a:pt x="4148" y="19166"/>
                  </a:lnTo>
                  <a:lnTo>
                    <a:pt x="4297" y="18907"/>
                  </a:lnTo>
                  <a:lnTo>
                    <a:pt x="4482" y="18611"/>
                  </a:lnTo>
                  <a:lnTo>
                    <a:pt x="4704" y="18296"/>
                  </a:lnTo>
                  <a:lnTo>
                    <a:pt x="4963" y="17981"/>
                  </a:lnTo>
                  <a:lnTo>
                    <a:pt x="5297" y="17666"/>
                  </a:lnTo>
                  <a:lnTo>
                    <a:pt x="5482" y="17500"/>
                  </a:lnTo>
                  <a:lnTo>
                    <a:pt x="5667" y="17351"/>
                  </a:lnTo>
                  <a:lnTo>
                    <a:pt x="5889" y="17203"/>
                  </a:lnTo>
                  <a:lnTo>
                    <a:pt x="6111" y="17055"/>
                  </a:lnTo>
                  <a:lnTo>
                    <a:pt x="6352" y="16925"/>
                  </a:lnTo>
                  <a:lnTo>
                    <a:pt x="6593" y="16796"/>
                  </a:lnTo>
                  <a:lnTo>
                    <a:pt x="6871" y="16685"/>
                  </a:lnTo>
                  <a:lnTo>
                    <a:pt x="7167" y="16574"/>
                  </a:lnTo>
                  <a:lnTo>
                    <a:pt x="7463" y="16500"/>
                  </a:lnTo>
                  <a:lnTo>
                    <a:pt x="7796" y="16407"/>
                  </a:lnTo>
                  <a:lnTo>
                    <a:pt x="8130" y="16351"/>
                  </a:lnTo>
                  <a:lnTo>
                    <a:pt x="8500" y="16296"/>
                  </a:lnTo>
                  <a:lnTo>
                    <a:pt x="8871" y="16277"/>
                  </a:lnTo>
                  <a:lnTo>
                    <a:pt x="9259" y="16259"/>
                  </a:lnTo>
                  <a:close/>
                  <a:moveTo>
                    <a:pt x="0" y="0"/>
                  </a:moveTo>
                  <a:lnTo>
                    <a:pt x="0" y="15611"/>
                  </a:lnTo>
                  <a:lnTo>
                    <a:pt x="19" y="16055"/>
                  </a:lnTo>
                  <a:lnTo>
                    <a:pt x="37" y="16500"/>
                  </a:lnTo>
                  <a:lnTo>
                    <a:pt x="93" y="16944"/>
                  </a:lnTo>
                  <a:lnTo>
                    <a:pt x="186" y="17370"/>
                  </a:lnTo>
                  <a:lnTo>
                    <a:pt x="278" y="17796"/>
                  </a:lnTo>
                  <a:lnTo>
                    <a:pt x="389" y="18203"/>
                  </a:lnTo>
                  <a:lnTo>
                    <a:pt x="537" y="18611"/>
                  </a:lnTo>
                  <a:lnTo>
                    <a:pt x="686" y="18999"/>
                  </a:lnTo>
                  <a:lnTo>
                    <a:pt x="852" y="19388"/>
                  </a:lnTo>
                  <a:lnTo>
                    <a:pt x="1056" y="19759"/>
                  </a:lnTo>
                  <a:lnTo>
                    <a:pt x="1260" y="20129"/>
                  </a:lnTo>
                  <a:lnTo>
                    <a:pt x="1482" y="20481"/>
                  </a:lnTo>
                  <a:lnTo>
                    <a:pt x="1741" y="20833"/>
                  </a:lnTo>
                  <a:lnTo>
                    <a:pt x="2000" y="21166"/>
                  </a:lnTo>
                  <a:lnTo>
                    <a:pt x="2260" y="21481"/>
                  </a:lnTo>
                  <a:lnTo>
                    <a:pt x="2556" y="21777"/>
                  </a:lnTo>
                  <a:lnTo>
                    <a:pt x="2852" y="22073"/>
                  </a:lnTo>
                  <a:lnTo>
                    <a:pt x="3167" y="22333"/>
                  </a:lnTo>
                  <a:lnTo>
                    <a:pt x="3500" y="22592"/>
                  </a:lnTo>
                  <a:lnTo>
                    <a:pt x="3852" y="22851"/>
                  </a:lnTo>
                  <a:lnTo>
                    <a:pt x="4204" y="23073"/>
                  </a:lnTo>
                  <a:lnTo>
                    <a:pt x="4574" y="23277"/>
                  </a:lnTo>
                  <a:lnTo>
                    <a:pt x="4945" y="23481"/>
                  </a:lnTo>
                  <a:lnTo>
                    <a:pt x="5334" y="23648"/>
                  </a:lnTo>
                  <a:lnTo>
                    <a:pt x="5722" y="23796"/>
                  </a:lnTo>
                  <a:lnTo>
                    <a:pt x="6130" y="23944"/>
                  </a:lnTo>
                  <a:lnTo>
                    <a:pt x="6537" y="24055"/>
                  </a:lnTo>
                  <a:lnTo>
                    <a:pt x="6963" y="24148"/>
                  </a:lnTo>
                  <a:lnTo>
                    <a:pt x="7389" y="24240"/>
                  </a:lnTo>
                  <a:lnTo>
                    <a:pt x="7834" y="24296"/>
                  </a:lnTo>
                  <a:lnTo>
                    <a:pt x="8278" y="24314"/>
                  </a:lnTo>
                  <a:lnTo>
                    <a:pt x="8722" y="24333"/>
                  </a:lnTo>
                  <a:lnTo>
                    <a:pt x="9167" y="24314"/>
                  </a:lnTo>
                  <a:lnTo>
                    <a:pt x="9611" y="24296"/>
                  </a:lnTo>
                  <a:lnTo>
                    <a:pt x="10056" y="24240"/>
                  </a:lnTo>
                  <a:lnTo>
                    <a:pt x="10482" y="24148"/>
                  </a:lnTo>
                  <a:lnTo>
                    <a:pt x="10907" y="24055"/>
                  </a:lnTo>
                  <a:lnTo>
                    <a:pt x="11315" y="23944"/>
                  </a:lnTo>
                  <a:lnTo>
                    <a:pt x="11722" y="23796"/>
                  </a:lnTo>
                  <a:lnTo>
                    <a:pt x="12111" y="23648"/>
                  </a:lnTo>
                  <a:lnTo>
                    <a:pt x="12500" y="23481"/>
                  </a:lnTo>
                  <a:lnTo>
                    <a:pt x="12889" y="23277"/>
                  </a:lnTo>
                  <a:lnTo>
                    <a:pt x="13241" y="23073"/>
                  </a:lnTo>
                  <a:lnTo>
                    <a:pt x="13593" y="22851"/>
                  </a:lnTo>
                  <a:lnTo>
                    <a:pt x="13944" y="22592"/>
                  </a:lnTo>
                  <a:lnTo>
                    <a:pt x="14278" y="22333"/>
                  </a:lnTo>
                  <a:lnTo>
                    <a:pt x="14593" y="22073"/>
                  </a:lnTo>
                  <a:lnTo>
                    <a:pt x="14889" y="21777"/>
                  </a:lnTo>
                  <a:lnTo>
                    <a:pt x="15185" y="21481"/>
                  </a:lnTo>
                  <a:lnTo>
                    <a:pt x="15444" y="21166"/>
                  </a:lnTo>
                  <a:lnTo>
                    <a:pt x="15704" y="20833"/>
                  </a:lnTo>
                  <a:lnTo>
                    <a:pt x="15963" y="20481"/>
                  </a:lnTo>
                  <a:lnTo>
                    <a:pt x="16185" y="20129"/>
                  </a:lnTo>
                  <a:lnTo>
                    <a:pt x="16389" y="19759"/>
                  </a:lnTo>
                  <a:lnTo>
                    <a:pt x="16593" y="19388"/>
                  </a:lnTo>
                  <a:lnTo>
                    <a:pt x="16759" y="18999"/>
                  </a:lnTo>
                  <a:lnTo>
                    <a:pt x="16907" y="18611"/>
                  </a:lnTo>
                  <a:lnTo>
                    <a:pt x="17055" y="18203"/>
                  </a:lnTo>
                  <a:lnTo>
                    <a:pt x="17167" y="17796"/>
                  </a:lnTo>
                  <a:lnTo>
                    <a:pt x="17259" y="17370"/>
                  </a:lnTo>
                  <a:lnTo>
                    <a:pt x="17352" y="16944"/>
                  </a:lnTo>
                  <a:lnTo>
                    <a:pt x="17407" y="16500"/>
                  </a:lnTo>
                  <a:lnTo>
                    <a:pt x="17426" y="16055"/>
                  </a:lnTo>
                  <a:lnTo>
                    <a:pt x="17444" y="15611"/>
                  </a:lnTo>
                  <a:lnTo>
                    <a:pt x="174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86;p64">
              <a:extLst>
                <a:ext uri="{FF2B5EF4-FFF2-40B4-BE49-F238E27FC236}">
                  <a16:creationId xmlns:a16="http://schemas.microsoft.com/office/drawing/2014/main" id="{CEF8584D-86BF-B64C-B375-37D845CD6DD0}"/>
                </a:ext>
              </a:extLst>
            </p:cNvPr>
            <p:cNvSpPr/>
            <p:nvPr/>
          </p:nvSpPr>
          <p:spPr>
            <a:xfrm flipH="1">
              <a:off x="6511206" y="4907304"/>
              <a:ext cx="224804" cy="189378"/>
            </a:xfrm>
            <a:custGeom>
              <a:avLst/>
              <a:gdLst/>
              <a:ahLst/>
              <a:cxnLst/>
              <a:rect l="l" t="t" r="r" b="b"/>
              <a:pathLst>
                <a:path w="10223" h="8612" extrusionOk="0">
                  <a:moveTo>
                    <a:pt x="7944" y="0"/>
                  </a:moveTo>
                  <a:lnTo>
                    <a:pt x="185" y="260"/>
                  </a:lnTo>
                  <a:lnTo>
                    <a:pt x="0" y="2482"/>
                  </a:lnTo>
                  <a:lnTo>
                    <a:pt x="3648" y="8611"/>
                  </a:lnTo>
                  <a:lnTo>
                    <a:pt x="10222" y="3704"/>
                  </a:lnTo>
                  <a:lnTo>
                    <a:pt x="9241" y="2482"/>
                  </a:lnTo>
                  <a:lnTo>
                    <a:pt x="7944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87;p64">
              <a:extLst>
                <a:ext uri="{FF2B5EF4-FFF2-40B4-BE49-F238E27FC236}">
                  <a16:creationId xmlns:a16="http://schemas.microsoft.com/office/drawing/2014/main" id="{5731F0AB-8BBE-7EE4-F7DF-13595E1FB5A3}"/>
                </a:ext>
              </a:extLst>
            </p:cNvPr>
            <p:cNvSpPr/>
            <p:nvPr/>
          </p:nvSpPr>
          <p:spPr>
            <a:xfrm flipH="1">
              <a:off x="7339075" y="4907304"/>
              <a:ext cx="224804" cy="189378"/>
            </a:xfrm>
            <a:custGeom>
              <a:avLst/>
              <a:gdLst/>
              <a:ahLst/>
              <a:cxnLst/>
              <a:rect l="l" t="t" r="r" b="b"/>
              <a:pathLst>
                <a:path w="10223" h="8612" extrusionOk="0">
                  <a:moveTo>
                    <a:pt x="7944" y="0"/>
                  </a:moveTo>
                  <a:lnTo>
                    <a:pt x="2074" y="260"/>
                  </a:lnTo>
                  <a:lnTo>
                    <a:pt x="0" y="2482"/>
                  </a:lnTo>
                  <a:lnTo>
                    <a:pt x="3648" y="8611"/>
                  </a:lnTo>
                  <a:lnTo>
                    <a:pt x="10222" y="3704"/>
                  </a:lnTo>
                  <a:lnTo>
                    <a:pt x="9241" y="2482"/>
                  </a:lnTo>
                  <a:lnTo>
                    <a:pt x="7944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88;p64">
              <a:extLst>
                <a:ext uri="{FF2B5EF4-FFF2-40B4-BE49-F238E27FC236}">
                  <a16:creationId xmlns:a16="http://schemas.microsoft.com/office/drawing/2014/main" id="{0215CA03-9225-2314-D757-38F27F381516}"/>
                </a:ext>
              </a:extLst>
            </p:cNvPr>
            <p:cNvSpPr/>
            <p:nvPr/>
          </p:nvSpPr>
          <p:spPr>
            <a:xfrm flipH="1">
              <a:off x="6492082" y="2811364"/>
              <a:ext cx="763955" cy="2108137"/>
            </a:xfrm>
            <a:custGeom>
              <a:avLst/>
              <a:gdLst/>
              <a:ahLst/>
              <a:cxnLst/>
              <a:rect l="l" t="t" r="r" b="b"/>
              <a:pathLst>
                <a:path w="34741" h="95868" extrusionOk="0">
                  <a:moveTo>
                    <a:pt x="29333" y="0"/>
                  </a:moveTo>
                  <a:lnTo>
                    <a:pt x="1" y="1963"/>
                  </a:lnTo>
                  <a:lnTo>
                    <a:pt x="556" y="3056"/>
                  </a:lnTo>
                  <a:lnTo>
                    <a:pt x="1130" y="4241"/>
                  </a:lnTo>
                  <a:lnTo>
                    <a:pt x="1686" y="5481"/>
                  </a:lnTo>
                  <a:lnTo>
                    <a:pt x="2241" y="6778"/>
                  </a:lnTo>
                  <a:lnTo>
                    <a:pt x="2797" y="8148"/>
                  </a:lnTo>
                  <a:lnTo>
                    <a:pt x="3334" y="9574"/>
                  </a:lnTo>
                  <a:lnTo>
                    <a:pt x="3890" y="11037"/>
                  </a:lnTo>
                  <a:lnTo>
                    <a:pt x="4427" y="12574"/>
                  </a:lnTo>
                  <a:lnTo>
                    <a:pt x="4982" y="14148"/>
                  </a:lnTo>
                  <a:lnTo>
                    <a:pt x="5501" y="15759"/>
                  </a:lnTo>
                  <a:lnTo>
                    <a:pt x="6038" y="17426"/>
                  </a:lnTo>
                  <a:lnTo>
                    <a:pt x="6575" y="19129"/>
                  </a:lnTo>
                  <a:lnTo>
                    <a:pt x="7093" y="20870"/>
                  </a:lnTo>
                  <a:lnTo>
                    <a:pt x="7612" y="22648"/>
                  </a:lnTo>
                  <a:lnTo>
                    <a:pt x="8130" y="24462"/>
                  </a:lnTo>
                  <a:lnTo>
                    <a:pt x="8649" y="26296"/>
                  </a:lnTo>
                  <a:lnTo>
                    <a:pt x="9149" y="28166"/>
                  </a:lnTo>
                  <a:lnTo>
                    <a:pt x="9649" y="30055"/>
                  </a:lnTo>
                  <a:lnTo>
                    <a:pt x="10630" y="33888"/>
                  </a:lnTo>
                  <a:lnTo>
                    <a:pt x="11575" y="37795"/>
                  </a:lnTo>
                  <a:lnTo>
                    <a:pt x="12519" y="41740"/>
                  </a:lnTo>
                  <a:lnTo>
                    <a:pt x="13408" y="45703"/>
                  </a:lnTo>
                  <a:lnTo>
                    <a:pt x="14278" y="49665"/>
                  </a:lnTo>
                  <a:lnTo>
                    <a:pt x="15130" y="53610"/>
                  </a:lnTo>
                  <a:lnTo>
                    <a:pt x="15926" y="57499"/>
                  </a:lnTo>
                  <a:lnTo>
                    <a:pt x="16704" y="61332"/>
                  </a:lnTo>
                  <a:lnTo>
                    <a:pt x="17445" y="65072"/>
                  </a:lnTo>
                  <a:lnTo>
                    <a:pt x="18130" y="68702"/>
                  </a:lnTo>
                  <a:lnTo>
                    <a:pt x="18797" y="72202"/>
                  </a:lnTo>
                  <a:lnTo>
                    <a:pt x="19408" y="75535"/>
                  </a:lnTo>
                  <a:lnTo>
                    <a:pt x="19982" y="78702"/>
                  </a:lnTo>
                  <a:lnTo>
                    <a:pt x="20982" y="84424"/>
                  </a:lnTo>
                  <a:lnTo>
                    <a:pt x="21778" y="89164"/>
                  </a:lnTo>
                  <a:lnTo>
                    <a:pt x="22371" y="92775"/>
                  </a:lnTo>
                  <a:lnTo>
                    <a:pt x="22852" y="95868"/>
                  </a:lnTo>
                  <a:lnTo>
                    <a:pt x="33018" y="95664"/>
                  </a:lnTo>
                  <a:lnTo>
                    <a:pt x="33315" y="88905"/>
                  </a:lnTo>
                  <a:lnTo>
                    <a:pt x="33629" y="81776"/>
                  </a:lnTo>
                  <a:lnTo>
                    <a:pt x="33963" y="73313"/>
                  </a:lnTo>
                  <a:lnTo>
                    <a:pt x="34296" y="64406"/>
                  </a:lnTo>
                  <a:lnTo>
                    <a:pt x="34444" y="60073"/>
                  </a:lnTo>
                  <a:lnTo>
                    <a:pt x="34555" y="55943"/>
                  </a:lnTo>
                  <a:lnTo>
                    <a:pt x="34648" y="52147"/>
                  </a:lnTo>
                  <a:lnTo>
                    <a:pt x="34722" y="48795"/>
                  </a:lnTo>
                  <a:lnTo>
                    <a:pt x="34741" y="45980"/>
                  </a:lnTo>
                  <a:lnTo>
                    <a:pt x="34722" y="44814"/>
                  </a:lnTo>
                  <a:lnTo>
                    <a:pt x="34704" y="43832"/>
                  </a:lnTo>
                  <a:lnTo>
                    <a:pt x="34666" y="42869"/>
                  </a:lnTo>
                  <a:lnTo>
                    <a:pt x="34592" y="41777"/>
                  </a:lnTo>
                  <a:lnTo>
                    <a:pt x="34500" y="40555"/>
                  </a:lnTo>
                  <a:lnTo>
                    <a:pt x="34389" y="39221"/>
                  </a:lnTo>
                  <a:lnTo>
                    <a:pt x="34111" y="36258"/>
                  </a:lnTo>
                  <a:lnTo>
                    <a:pt x="33741" y="32981"/>
                  </a:lnTo>
                  <a:lnTo>
                    <a:pt x="33333" y="29462"/>
                  </a:lnTo>
                  <a:lnTo>
                    <a:pt x="32889" y="25796"/>
                  </a:lnTo>
                  <a:lnTo>
                    <a:pt x="32407" y="22055"/>
                  </a:lnTo>
                  <a:lnTo>
                    <a:pt x="31907" y="18351"/>
                  </a:lnTo>
                  <a:lnTo>
                    <a:pt x="30963" y="11370"/>
                  </a:lnTo>
                  <a:lnTo>
                    <a:pt x="30130" y="5518"/>
                  </a:lnTo>
                  <a:lnTo>
                    <a:pt x="293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89;p64">
              <a:extLst>
                <a:ext uri="{FF2B5EF4-FFF2-40B4-BE49-F238E27FC236}">
                  <a16:creationId xmlns:a16="http://schemas.microsoft.com/office/drawing/2014/main" id="{CE373EBB-08DA-F4CB-4FCE-2556DFD1FFEA}"/>
                </a:ext>
              </a:extLst>
            </p:cNvPr>
            <p:cNvSpPr/>
            <p:nvPr/>
          </p:nvSpPr>
          <p:spPr>
            <a:xfrm flipH="1">
              <a:off x="6610987" y="2773892"/>
              <a:ext cx="961051" cy="2162321"/>
            </a:xfrm>
            <a:custGeom>
              <a:avLst/>
              <a:gdLst/>
              <a:ahLst/>
              <a:cxnLst/>
              <a:rect l="l" t="t" r="r" b="b"/>
              <a:pathLst>
                <a:path w="43704" h="98332" extrusionOk="0">
                  <a:moveTo>
                    <a:pt x="10482" y="0"/>
                  </a:moveTo>
                  <a:lnTo>
                    <a:pt x="10667" y="2408"/>
                  </a:lnTo>
                  <a:lnTo>
                    <a:pt x="10871" y="5019"/>
                  </a:lnTo>
                  <a:lnTo>
                    <a:pt x="11352" y="10667"/>
                  </a:lnTo>
                  <a:lnTo>
                    <a:pt x="11889" y="16704"/>
                  </a:lnTo>
                  <a:lnTo>
                    <a:pt x="12167" y="19778"/>
                  </a:lnTo>
                  <a:lnTo>
                    <a:pt x="12408" y="22852"/>
                  </a:lnTo>
                  <a:lnTo>
                    <a:pt x="12649" y="25907"/>
                  </a:lnTo>
                  <a:lnTo>
                    <a:pt x="12871" y="28889"/>
                  </a:lnTo>
                  <a:lnTo>
                    <a:pt x="13056" y="31759"/>
                  </a:lnTo>
                  <a:lnTo>
                    <a:pt x="13204" y="34518"/>
                  </a:lnTo>
                  <a:lnTo>
                    <a:pt x="13297" y="37111"/>
                  </a:lnTo>
                  <a:lnTo>
                    <a:pt x="13334" y="38333"/>
                  </a:lnTo>
                  <a:lnTo>
                    <a:pt x="13334" y="39518"/>
                  </a:lnTo>
                  <a:lnTo>
                    <a:pt x="13352" y="40629"/>
                  </a:lnTo>
                  <a:lnTo>
                    <a:pt x="13334" y="41685"/>
                  </a:lnTo>
                  <a:lnTo>
                    <a:pt x="13297" y="42684"/>
                  </a:lnTo>
                  <a:lnTo>
                    <a:pt x="13241" y="43610"/>
                  </a:lnTo>
                  <a:lnTo>
                    <a:pt x="13167" y="44555"/>
                  </a:lnTo>
                  <a:lnTo>
                    <a:pt x="13075" y="45499"/>
                  </a:lnTo>
                  <a:lnTo>
                    <a:pt x="12963" y="46444"/>
                  </a:lnTo>
                  <a:lnTo>
                    <a:pt x="12815" y="47370"/>
                  </a:lnTo>
                  <a:lnTo>
                    <a:pt x="12667" y="48314"/>
                  </a:lnTo>
                  <a:lnTo>
                    <a:pt x="12482" y="49240"/>
                  </a:lnTo>
                  <a:lnTo>
                    <a:pt x="12260" y="50166"/>
                  </a:lnTo>
                  <a:lnTo>
                    <a:pt x="12038" y="51073"/>
                  </a:lnTo>
                  <a:lnTo>
                    <a:pt x="1" y="97998"/>
                  </a:lnTo>
                  <a:lnTo>
                    <a:pt x="12056" y="98331"/>
                  </a:lnTo>
                  <a:lnTo>
                    <a:pt x="12500" y="97016"/>
                  </a:lnTo>
                  <a:lnTo>
                    <a:pt x="13723" y="93424"/>
                  </a:lnTo>
                  <a:lnTo>
                    <a:pt x="14593" y="90942"/>
                  </a:lnTo>
                  <a:lnTo>
                    <a:pt x="15593" y="88091"/>
                  </a:lnTo>
                  <a:lnTo>
                    <a:pt x="16723" y="84924"/>
                  </a:lnTo>
                  <a:lnTo>
                    <a:pt x="17945" y="81517"/>
                  </a:lnTo>
                  <a:lnTo>
                    <a:pt x="19260" y="77943"/>
                  </a:lnTo>
                  <a:lnTo>
                    <a:pt x="20630" y="74276"/>
                  </a:lnTo>
                  <a:lnTo>
                    <a:pt x="22056" y="70554"/>
                  </a:lnTo>
                  <a:lnTo>
                    <a:pt x="23500" y="66851"/>
                  </a:lnTo>
                  <a:lnTo>
                    <a:pt x="24222" y="65036"/>
                  </a:lnTo>
                  <a:lnTo>
                    <a:pt x="24945" y="63258"/>
                  </a:lnTo>
                  <a:lnTo>
                    <a:pt x="25685" y="61499"/>
                  </a:lnTo>
                  <a:lnTo>
                    <a:pt x="26389" y="59795"/>
                  </a:lnTo>
                  <a:lnTo>
                    <a:pt x="27111" y="58166"/>
                  </a:lnTo>
                  <a:lnTo>
                    <a:pt x="27815" y="56592"/>
                  </a:lnTo>
                  <a:lnTo>
                    <a:pt x="28500" y="55073"/>
                  </a:lnTo>
                  <a:lnTo>
                    <a:pt x="29167" y="53647"/>
                  </a:lnTo>
                  <a:lnTo>
                    <a:pt x="30037" y="51814"/>
                  </a:lnTo>
                  <a:lnTo>
                    <a:pt x="30852" y="49962"/>
                  </a:lnTo>
                  <a:lnTo>
                    <a:pt x="31648" y="48073"/>
                  </a:lnTo>
                  <a:lnTo>
                    <a:pt x="32407" y="46166"/>
                  </a:lnTo>
                  <a:lnTo>
                    <a:pt x="33148" y="44240"/>
                  </a:lnTo>
                  <a:lnTo>
                    <a:pt x="33852" y="42314"/>
                  </a:lnTo>
                  <a:lnTo>
                    <a:pt x="34518" y="40370"/>
                  </a:lnTo>
                  <a:lnTo>
                    <a:pt x="35167" y="38425"/>
                  </a:lnTo>
                  <a:lnTo>
                    <a:pt x="35778" y="36481"/>
                  </a:lnTo>
                  <a:lnTo>
                    <a:pt x="36370" y="34537"/>
                  </a:lnTo>
                  <a:lnTo>
                    <a:pt x="36926" y="32611"/>
                  </a:lnTo>
                  <a:lnTo>
                    <a:pt x="37463" y="30685"/>
                  </a:lnTo>
                  <a:lnTo>
                    <a:pt x="37963" y="28796"/>
                  </a:lnTo>
                  <a:lnTo>
                    <a:pt x="38444" y="26926"/>
                  </a:lnTo>
                  <a:lnTo>
                    <a:pt x="38907" y="25092"/>
                  </a:lnTo>
                  <a:lnTo>
                    <a:pt x="39333" y="23296"/>
                  </a:lnTo>
                  <a:lnTo>
                    <a:pt x="39740" y="21518"/>
                  </a:lnTo>
                  <a:lnTo>
                    <a:pt x="40129" y="19796"/>
                  </a:lnTo>
                  <a:lnTo>
                    <a:pt x="40833" y="16500"/>
                  </a:lnTo>
                  <a:lnTo>
                    <a:pt x="41463" y="13426"/>
                  </a:lnTo>
                  <a:lnTo>
                    <a:pt x="42000" y="10611"/>
                  </a:lnTo>
                  <a:lnTo>
                    <a:pt x="42481" y="8111"/>
                  </a:lnTo>
                  <a:lnTo>
                    <a:pt x="42870" y="5945"/>
                  </a:lnTo>
                  <a:lnTo>
                    <a:pt x="43203" y="4148"/>
                  </a:lnTo>
                  <a:lnTo>
                    <a:pt x="43481" y="2778"/>
                  </a:lnTo>
                  <a:lnTo>
                    <a:pt x="43703" y="1704"/>
                  </a:lnTo>
                  <a:lnTo>
                    <a:pt x="104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0;p64">
              <a:extLst>
                <a:ext uri="{FF2B5EF4-FFF2-40B4-BE49-F238E27FC236}">
                  <a16:creationId xmlns:a16="http://schemas.microsoft.com/office/drawing/2014/main" id="{ABCE49FC-8861-4DBB-E5F3-D2E53743E0B9}"/>
                </a:ext>
              </a:extLst>
            </p:cNvPr>
            <p:cNvSpPr/>
            <p:nvPr/>
          </p:nvSpPr>
          <p:spPr>
            <a:xfrm flipH="1">
              <a:off x="6599595" y="1359211"/>
              <a:ext cx="948825" cy="1483907"/>
            </a:xfrm>
            <a:custGeom>
              <a:avLst/>
              <a:gdLst/>
              <a:ahLst/>
              <a:cxnLst/>
              <a:rect l="l" t="t" r="r" b="b"/>
              <a:pathLst>
                <a:path w="43148" h="67481" extrusionOk="0">
                  <a:moveTo>
                    <a:pt x="19241" y="1"/>
                  </a:moveTo>
                  <a:lnTo>
                    <a:pt x="14723" y="2204"/>
                  </a:lnTo>
                  <a:lnTo>
                    <a:pt x="14593" y="2260"/>
                  </a:lnTo>
                  <a:lnTo>
                    <a:pt x="14167" y="2408"/>
                  </a:lnTo>
                  <a:lnTo>
                    <a:pt x="13538" y="2667"/>
                  </a:lnTo>
                  <a:lnTo>
                    <a:pt x="12686" y="3038"/>
                  </a:lnTo>
                  <a:lnTo>
                    <a:pt x="12204" y="3278"/>
                  </a:lnTo>
                  <a:lnTo>
                    <a:pt x="11686" y="3538"/>
                  </a:lnTo>
                  <a:lnTo>
                    <a:pt x="11149" y="3834"/>
                  </a:lnTo>
                  <a:lnTo>
                    <a:pt x="10575" y="4167"/>
                  </a:lnTo>
                  <a:lnTo>
                    <a:pt x="9964" y="4538"/>
                  </a:lnTo>
                  <a:lnTo>
                    <a:pt x="9352" y="4927"/>
                  </a:lnTo>
                  <a:lnTo>
                    <a:pt x="8723" y="5371"/>
                  </a:lnTo>
                  <a:lnTo>
                    <a:pt x="8093" y="5834"/>
                  </a:lnTo>
                  <a:lnTo>
                    <a:pt x="7445" y="6352"/>
                  </a:lnTo>
                  <a:lnTo>
                    <a:pt x="6797" y="6889"/>
                  </a:lnTo>
                  <a:lnTo>
                    <a:pt x="6167" y="7482"/>
                  </a:lnTo>
                  <a:lnTo>
                    <a:pt x="5519" y="8093"/>
                  </a:lnTo>
                  <a:lnTo>
                    <a:pt x="4908" y="8760"/>
                  </a:lnTo>
                  <a:lnTo>
                    <a:pt x="4316" y="9464"/>
                  </a:lnTo>
                  <a:lnTo>
                    <a:pt x="4019" y="9834"/>
                  </a:lnTo>
                  <a:lnTo>
                    <a:pt x="3723" y="10204"/>
                  </a:lnTo>
                  <a:lnTo>
                    <a:pt x="3445" y="10593"/>
                  </a:lnTo>
                  <a:lnTo>
                    <a:pt x="3167" y="11000"/>
                  </a:lnTo>
                  <a:lnTo>
                    <a:pt x="2908" y="11408"/>
                  </a:lnTo>
                  <a:lnTo>
                    <a:pt x="2649" y="11834"/>
                  </a:lnTo>
                  <a:lnTo>
                    <a:pt x="2408" y="12260"/>
                  </a:lnTo>
                  <a:lnTo>
                    <a:pt x="2167" y="12704"/>
                  </a:lnTo>
                  <a:lnTo>
                    <a:pt x="1945" y="13167"/>
                  </a:lnTo>
                  <a:lnTo>
                    <a:pt x="1723" y="13630"/>
                  </a:lnTo>
                  <a:lnTo>
                    <a:pt x="1519" y="14112"/>
                  </a:lnTo>
                  <a:lnTo>
                    <a:pt x="1316" y="14593"/>
                  </a:lnTo>
                  <a:lnTo>
                    <a:pt x="1130" y="15093"/>
                  </a:lnTo>
                  <a:lnTo>
                    <a:pt x="964" y="15611"/>
                  </a:lnTo>
                  <a:lnTo>
                    <a:pt x="797" y="16130"/>
                  </a:lnTo>
                  <a:lnTo>
                    <a:pt x="649" y="16667"/>
                  </a:lnTo>
                  <a:lnTo>
                    <a:pt x="519" y="17223"/>
                  </a:lnTo>
                  <a:lnTo>
                    <a:pt x="408" y="17778"/>
                  </a:lnTo>
                  <a:lnTo>
                    <a:pt x="316" y="18352"/>
                  </a:lnTo>
                  <a:lnTo>
                    <a:pt x="223" y="18945"/>
                  </a:lnTo>
                  <a:lnTo>
                    <a:pt x="149" y="19556"/>
                  </a:lnTo>
                  <a:lnTo>
                    <a:pt x="93" y="20185"/>
                  </a:lnTo>
                  <a:lnTo>
                    <a:pt x="56" y="20852"/>
                  </a:lnTo>
                  <a:lnTo>
                    <a:pt x="19" y="21537"/>
                  </a:lnTo>
                  <a:lnTo>
                    <a:pt x="1" y="22241"/>
                  </a:lnTo>
                  <a:lnTo>
                    <a:pt x="1" y="22982"/>
                  </a:lnTo>
                  <a:lnTo>
                    <a:pt x="1" y="24500"/>
                  </a:lnTo>
                  <a:lnTo>
                    <a:pt x="56" y="26111"/>
                  </a:lnTo>
                  <a:lnTo>
                    <a:pt x="149" y="27796"/>
                  </a:lnTo>
                  <a:lnTo>
                    <a:pt x="279" y="29519"/>
                  </a:lnTo>
                  <a:lnTo>
                    <a:pt x="445" y="31315"/>
                  </a:lnTo>
                  <a:lnTo>
                    <a:pt x="630" y="33130"/>
                  </a:lnTo>
                  <a:lnTo>
                    <a:pt x="853" y="34981"/>
                  </a:lnTo>
                  <a:lnTo>
                    <a:pt x="1075" y="36852"/>
                  </a:lnTo>
                  <a:lnTo>
                    <a:pt x="1334" y="38741"/>
                  </a:lnTo>
                  <a:lnTo>
                    <a:pt x="1612" y="40629"/>
                  </a:lnTo>
                  <a:lnTo>
                    <a:pt x="1908" y="42500"/>
                  </a:lnTo>
                  <a:lnTo>
                    <a:pt x="2205" y="44370"/>
                  </a:lnTo>
                  <a:lnTo>
                    <a:pt x="2501" y="46203"/>
                  </a:lnTo>
                  <a:lnTo>
                    <a:pt x="3130" y="49740"/>
                  </a:lnTo>
                  <a:lnTo>
                    <a:pt x="3742" y="53055"/>
                  </a:lnTo>
                  <a:lnTo>
                    <a:pt x="4334" y="56073"/>
                  </a:lnTo>
                  <a:lnTo>
                    <a:pt x="4871" y="58721"/>
                  </a:lnTo>
                  <a:lnTo>
                    <a:pt x="5334" y="60907"/>
                  </a:lnTo>
                  <a:lnTo>
                    <a:pt x="5686" y="62555"/>
                  </a:lnTo>
                  <a:lnTo>
                    <a:pt x="6001" y="63981"/>
                  </a:lnTo>
                  <a:lnTo>
                    <a:pt x="28389" y="66999"/>
                  </a:lnTo>
                  <a:lnTo>
                    <a:pt x="43148" y="67480"/>
                  </a:lnTo>
                  <a:lnTo>
                    <a:pt x="38092" y="15223"/>
                  </a:lnTo>
                  <a:lnTo>
                    <a:pt x="37963" y="14593"/>
                  </a:lnTo>
                  <a:lnTo>
                    <a:pt x="37833" y="13945"/>
                  </a:lnTo>
                  <a:lnTo>
                    <a:pt x="37555" y="12593"/>
                  </a:lnTo>
                  <a:lnTo>
                    <a:pt x="37407" y="11908"/>
                  </a:lnTo>
                  <a:lnTo>
                    <a:pt x="37259" y="11223"/>
                  </a:lnTo>
                  <a:lnTo>
                    <a:pt x="37074" y="10519"/>
                  </a:lnTo>
                  <a:lnTo>
                    <a:pt x="36870" y="9852"/>
                  </a:lnTo>
                  <a:lnTo>
                    <a:pt x="36648" y="9186"/>
                  </a:lnTo>
                  <a:lnTo>
                    <a:pt x="36407" y="8538"/>
                  </a:lnTo>
                  <a:lnTo>
                    <a:pt x="36259" y="8241"/>
                  </a:lnTo>
                  <a:lnTo>
                    <a:pt x="36111" y="7927"/>
                  </a:lnTo>
                  <a:lnTo>
                    <a:pt x="35963" y="7630"/>
                  </a:lnTo>
                  <a:lnTo>
                    <a:pt x="35778" y="7352"/>
                  </a:lnTo>
                  <a:lnTo>
                    <a:pt x="35611" y="7075"/>
                  </a:lnTo>
                  <a:lnTo>
                    <a:pt x="35426" y="6815"/>
                  </a:lnTo>
                  <a:lnTo>
                    <a:pt x="35222" y="6556"/>
                  </a:lnTo>
                  <a:lnTo>
                    <a:pt x="35000" y="6334"/>
                  </a:lnTo>
                  <a:lnTo>
                    <a:pt x="34778" y="6093"/>
                  </a:lnTo>
                  <a:lnTo>
                    <a:pt x="34537" y="5890"/>
                  </a:lnTo>
                  <a:lnTo>
                    <a:pt x="34278" y="5686"/>
                  </a:lnTo>
                  <a:lnTo>
                    <a:pt x="34018" y="5519"/>
                  </a:lnTo>
                  <a:lnTo>
                    <a:pt x="29056" y="2519"/>
                  </a:lnTo>
                  <a:lnTo>
                    <a:pt x="192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591;p64">
              <a:extLst>
                <a:ext uri="{FF2B5EF4-FFF2-40B4-BE49-F238E27FC236}">
                  <a16:creationId xmlns:a16="http://schemas.microsoft.com/office/drawing/2014/main" id="{BDFC1058-98DD-841C-4A75-2A3EAA8FAE98}"/>
                </a:ext>
              </a:extLst>
            </p:cNvPr>
            <p:cNvSpPr/>
            <p:nvPr/>
          </p:nvSpPr>
          <p:spPr>
            <a:xfrm flipH="1">
              <a:off x="6599595" y="1359211"/>
              <a:ext cx="948825" cy="1483907"/>
            </a:xfrm>
            <a:custGeom>
              <a:avLst/>
              <a:gdLst/>
              <a:ahLst/>
              <a:cxnLst/>
              <a:rect l="l" t="t" r="r" b="b"/>
              <a:pathLst>
                <a:path w="43148" h="67481" fill="none" extrusionOk="0">
                  <a:moveTo>
                    <a:pt x="28389" y="66999"/>
                  </a:moveTo>
                  <a:lnTo>
                    <a:pt x="43148" y="67480"/>
                  </a:lnTo>
                  <a:lnTo>
                    <a:pt x="38092" y="15223"/>
                  </a:lnTo>
                  <a:lnTo>
                    <a:pt x="38092" y="15223"/>
                  </a:lnTo>
                  <a:lnTo>
                    <a:pt x="37963" y="14593"/>
                  </a:lnTo>
                  <a:lnTo>
                    <a:pt x="37833" y="13945"/>
                  </a:lnTo>
                  <a:lnTo>
                    <a:pt x="37555" y="12593"/>
                  </a:lnTo>
                  <a:lnTo>
                    <a:pt x="37407" y="11908"/>
                  </a:lnTo>
                  <a:lnTo>
                    <a:pt x="37259" y="11223"/>
                  </a:lnTo>
                  <a:lnTo>
                    <a:pt x="37074" y="10519"/>
                  </a:lnTo>
                  <a:lnTo>
                    <a:pt x="36870" y="9852"/>
                  </a:lnTo>
                  <a:lnTo>
                    <a:pt x="36648" y="9186"/>
                  </a:lnTo>
                  <a:lnTo>
                    <a:pt x="36407" y="8538"/>
                  </a:lnTo>
                  <a:lnTo>
                    <a:pt x="36259" y="8241"/>
                  </a:lnTo>
                  <a:lnTo>
                    <a:pt x="36111" y="7927"/>
                  </a:lnTo>
                  <a:lnTo>
                    <a:pt x="35963" y="7630"/>
                  </a:lnTo>
                  <a:lnTo>
                    <a:pt x="35778" y="7352"/>
                  </a:lnTo>
                  <a:lnTo>
                    <a:pt x="35611" y="7075"/>
                  </a:lnTo>
                  <a:lnTo>
                    <a:pt x="35426" y="6815"/>
                  </a:lnTo>
                  <a:lnTo>
                    <a:pt x="35222" y="6556"/>
                  </a:lnTo>
                  <a:lnTo>
                    <a:pt x="35000" y="6334"/>
                  </a:lnTo>
                  <a:lnTo>
                    <a:pt x="34778" y="6093"/>
                  </a:lnTo>
                  <a:lnTo>
                    <a:pt x="34537" y="5890"/>
                  </a:lnTo>
                  <a:lnTo>
                    <a:pt x="34278" y="5686"/>
                  </a:lnTo>
                  <a:lnTo>
                    <a:pt x="34018" y="5519"/>
                  </a:lnTo>
                  <a:lnTo>
                    <a:pt x="29056" y="2519"/>
                  </a:lnTo>
                  <a:lnTo>
                    <a:pt x="19241" y="1"/>
                  </a:lnTo>
                  <a:lnTo>
                    <a:pt x="14723" y="2204"/>
                  </a:lnTo>
                  <a:lnTo>
                    <a:pt x="14723" y="2204"/>
                  </a:lnTo>
                  <a:lnTo>
                    <a:pt x="14593" y="2260"/>
                  </a:lnTo>
                  <a:lnTo>
                    <a:pt x="14167" y="2408"/>
                  </a:lnTo>
                  <a:lnTo>
                    <a:pt x="13538" y="2667"/>
                  </a:lnTo>
                  <a:lnTo>
                    <a:pt x="12686" y="3038"/>
                  </a:lnTo>
                  <a:lnTo>
                    <a:pt x="12204" y="3278"/>
                  </a:lnTo>
                  <a:lnTo>
                    <a:pt x="11686" y="3538"/>
                  </a:lnTo>
                  <a:lnTo>
                    <a:pt x="11149" y="3834"/>
                  </a:lnTo>
                  <a:lnTo>
                    <a:pt x="10575" y="4167"/>
                  </a:lnTo>
                  <a:lnTo>
                    <a:pt x="9964" y="4538"/>
                  </a:lnTo>
                  <a:lnTo>
                    <a:pt x="9352" y="4927"/>
                  </a:lnTo>
                  <a:lnTo>
                    <a:pt x="8723" y="5371"/>
                  </a:lnTo>
                  <a:lnTo>
                    <a:pt x="8093" y="5834"/>
                  </a:lnTo>
                  <a:lnTo>
                    <a:pt x="7445" y="6352"/>
                  </a:lnTo>
                  <a:lnTo>
                    <a:pt x="6797" y="6889"/>
                  </a:lnTo>
                  <a:lnTo>
                    <a:pt x="6167" y="7482"/>
                  </a:lnTo>
                  <a:lnTo>
                    <a:pt x="5519" y="8093"/>
                  </a:lnTo>
                  <a:lnTo>
                    <a:pt x="4908" y="8760"/>
                  </a:lnTo>
                  <a:lnTo>
                    <a:pt x="4316" y="9464"/>
                  </a:lnTo>
                  <a:lnTo>
                    <a:pt x="4019" y="9834"/>
                  </a:lnTo>
                  <a:lnTo>
                    <a:pt x="3723" y="10204"/>
                  </a:lnTo>
                  <a:lnTo>
                    <a:pt x="3445" y="10593"/>
                  </a:lnTo>
                  <a:lnTo>
                    <a:pt x="3167" y="11000"/>
                  </a:lnTo>
                  <a:lnTo>
                    <a:pt x="2908" y="11408"/>
                  </a:lnTo>
                  <a:lnTo>
                    <a:pt x="2649" y="11834"/>
                  </a:lnTo>
                  <a:lnTo>
                    <a:pt x="2408" y="12260"/>
                  </a:lnTo>
                  <a:lnTo>
                    <a:pt x="2167" y="12704"/>
                  </a:lnTo>
                  <a:lnTo>
                    <a:pt x="1945" y="13167"/>
                  </a:lnTo>
                  <a:lnTo>
                    <a:pt x="1723" y="13630"/>
                  </a:lnTo>
                  <a:lnTo>
                    <a:pt x="1519" y="14112"/>
                  </a:lnTo>
                  <a:lnTo>
                    <a:pt x="1316" y="14593"/>
                  </a:lnTo>
                  <a:lnTo>
                    <a:pt x="1130" y="15093"/>
                  </a:lnTo>
                  <a:lnTo>
                    <a:pt x="964" y="15611"/>
                  </a:lnTo>
                  <a:lnTo>
                    <a:pt x="797" y="16130"/>
                  </a:lnTo>
                  <a:lnTo>
                    <a:pt x="649" y="16667"/>
                  </a:lnTo>
                  <a:lnTo>
                    <a:pt x="519" y="17223"/>
                  </a:lnTo>
                  <a:lnTo>
                    <a:pt x="408" y="17778"/>
                  </a:lnTo>
                  <a:lnTo>
                    <a:pt x="316" y="18352"/>
                  </a:lnTo>
                  <a:lnTo>
                    <a:pt x="223" y="18945"/>
                  </a:lnTo>
                  <a:lnTo>
                    <a:pt x="223" y="18945"/>
                  </a:lnTo>
                  <a:lnTo>
                    <a:pt x="149" y="19556"/>
                  </a:lnTo>
                  <a:lnTo>
                    <a:pt x="93" y="20185"/>
                  </a:lnTo>
                  <a:lnTo>
                    <a:pt x="56" y="20852"/>
                  </a:lnTo>
                  <a:lnTo>
                    <a:pt x="19" y="21537"/>
                  </a:lnTo>
                  <a:lnTo>
                    <a:pt x="1" y="22241"/>
                  </a:lnTo>
                  <a:lnTo>
                    <a:pt x="1" y="22982"/>
                  </a:lnTo>
                  <a:lnTo>
                    <a:pt x="1" y="24500"/>
                  </a:lnTo>
                  <a:lnTo>
                    <a:pt x="56" y="26111"/>
                  </a:lnTo>
                  <a:lnTo>
                    <a:pt x="149" y="27796"/>
                  </a:lnTo>
                  <a:lnTo>
                    <a:pt x="279" y="29519"/>
                  </a:lnTo>
                  <a:lnTo>
                    <a:pt x="445" y="31315"/>
                  </a:lnTo>
                  <a:lnTo>
                    <a:pt x="630" y="33130"/>
                  </a:lnTo>
                  <a:lnTo>
                    <a:pt x="853" y="34981"/>
                  </a:lnTo>
                  <a:lnTo>
                    <a:pt x="1075" y="36852"/>
                  </a:lnTo>
                  <a:lnTo>
                    <a:pt x="1334" y="38741"/>
                  </a:lnTo>
                  <a:lnTo>
                    <a:pt x="1612" y="40629"/>
                  </a:lnTo>
                  <a:lnTo>
                    <a:pt x="1908" y="42500"/>
                  </a:lnTo>
                  <a:lnTo>
                    <a:pt x="2205" y="44370"/>
                  </a:lnTo>
                  <a:lnTo>
                    <a:pt x="2501" y="46203"/>
                  </a:lnTo>
                  <a:lnTo>
                    <a:pt x="3130" y="49740"/>
                  </a:lnTo>
                  <a:lnTo>
                    <a:pt x="3742" y="53055"/>
                  </a:lnTo>
                  <a:lnTo>
                    <a:pt x="4334" y="56073"/>
                  </a:lnTo>
                  <a:lnTo>
                    <a:pt x="4871" y="58721"/>
                  </a:lnTo>
                  <a:lnTo>
                    <a:pt x="5334" y="60907"/>
                  </a:lnTo>
                  <a:lnTo>
                    <a:pt x="5686" y="62555"/>
                  </a:lnTo>
                  <a:lnTo>
                    <a:pt x="6001" y="639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2;p64">
              <a:extLst>
                <a:ext uri="{FF2B5EF4-FFF2-40B4-BE49-F238E27FC236}">
                  <a16:creationId xmlns:a16="http://schemas.microsoft.com/office/drawing/2014/main" id="{82926A3E-B41A-0311-C2B9-0EA12609865E}"/>
                </a:ext>
              </a:extLst>
            </p:cNvPr>
            <p:cNvSpPr/>
            <p:nvPr/>
          </p:nvSpPr>
          <p:spPr>
            <a:xfrm flipH="1">
              <a:off x="6982764" y="1465908"/>
              <a:ext cx="35052" cy="55811"/>
            </a:xfrm>
            <a:custGeom>
              <a:avLst/>
              <a:gdLst/>
              <a:ahLst/>
              <a:cxnLst/>
              <a:rect l="l" t="t" r="r" b="b"/>
              <a:pathLst>
                <a:path w="1594" h="2538" extrusionOk="0">
                  <a:moveTo>
                    <a:pt x="1242" y="1"/>
                  </a:moveTo>
                  <a:lnTo>
                    <a:pt x="1186" y="19"/>
                  </a:lnTo>
                  <a:lnTo>
                    <a:pt x="1130" y="38"/>
                  </a:lnTo>
                  <a:lnTo>
                    <a:pt x="1093" y="75"/>
                  </a:lnTo>
                  <a:lnTo>
                    <a:pt x="1056" y="130"/>
                  </a:lnTo>
                  <a:lnTo>
                    <a:pt x="19" y="2112"/>
                  </a:lnTo>
                  <a:lnTo>
                    <a:pt x="1" y="2223"/>
                  </a:lnTo>
                  <a:lnTo>
                    <a:pt x="1" y="2334"/>
                  </a:lnTo>
                  <a:lnTo>
                    <a:pt x="19" y="2389"/>
                  </a:lnTo>
                  <a:lnTo>
                    <a:pt x="38" y="2426"/>
                  </a:lnTo>
                  <a:lnTo>
                    <a:pt x="75" y="2482"/>
                  </a:lnTo>
                  <a:lnTo>
                    <a:pt x="130" y="2500"/>
                  </a:lnTo>
                  <a:lnTo>
                    <a:pt x="242" y="2537"/>
                  </a:lnTo>
                  <a:lnTo>
                    <a:pt x="353" y="2537"/>
                  </a:lnTo>
                  <a:lnTo>
                    <a:pt x="408" y="2519"/>
                  </a:lnTo>
                  <a:lnTo>
                    <a:pt x="445" y="2482"/>
                  </a:lnTo>
                  <a:lnTo>
                    <a:pt x="501" y="2445"/>
                  </a:lnTo>
                  <a:lnTo>
                    <a:pt x="519" y="2408"/>
                  </a:lnTo>
                  <a:lnTo>
                    <a:pt x="1556" y="426"/>
                  </a:lnTo>
                  <a:lnTo>
                    <a:pt x="1593" y="315"/>
                  </a:lnTo>
                  <a:lnTo>
                    <a:pt x="1575" y="204"/>
                  </a:lnTo>
                  <a:lnTo>
                    <a:pt x="1575" y="149"/>
                  </a:lnTo>
                  <a:lnTo>
                    <a:pt x="1538" y="93"/>
                  </a:lnTo>
                  <a:lnTo>
                    <a:pt x="1501" y="56"/>
                  </a:lnTo>
                  <a:lnTo>
                    <a:pt x="1445" y="19"/>
                  </a:lnTo>
                  <a:lnTo>
                    <a:pt x="1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93;p64">
              <a:extLst>
                <a:ext uri="{FF2B5EF4-FFF2-40B4-BE49-F238E27FC236}">
                  <a16:creationId xmlns:a16="http://schemas.microsoft.com/office/drawing/2014/main" id="{A7C66931-4140-393D-DD9F-BE6532D62538}"/>
                </a:ext>
              </a:extLst>
            </p:cNvPr>
            <p:cNvSpPr/>
            <p:nvPr/>
          </p:nvSpPr>
          <p:spPr>
            <a:xfrm flipH="1">
              <a:off x="7011263" y="1448800"/>
              <a:ext cx="37911" cy="54601"/>
            </a:xfrm>
            <a:custGeom>
              <a:avLst/>
              <a:gdLst/>
              <a:ahLst/>
              <a:cxnLst/>
              <a:rect l="l" t="t" r="r" b="b"/>
              <a:pathLst>
                <a:path w="1724" h="2483" extrusionOk="0">
                  <a:moveTo>
                    <a:pt x="1371" y="1"/>
                  </a:moveTo>
                  <a:lnTo>
                    <a:pt x="1316" y="19"/>
                  </a:lnTo>
                  <a:lnTo>
                    <a:pt x="1260" y="56"/>
                  </a:lnTo>
                  <a:lnTo>
                    <a:pt x="1223" y="93"/>
                  </a:lnTo>
                  <a:lnTo>
                    <a:pt x="1186" y="130"/>
                  </a:lnTo>
                  <a:lnTo>
                    <a:pt x="945" y="630"/>
                  </a:lnTo>
                  <a:lnTo>
                    <a:pt x="668" y="1130"/>
                  </a:lnTo>
                  <a:lnTo>
                    <a:pt x="371" y="1593"/>
                  </a:lnTo>
                  <a:lnTo>
                    <a:pt x="56" y="2056"/>
                  </a:lnTo>
                  <a:lnTo>
                    <a:pt x="19" y="2112"/>
                  </a:lnTo>
                  <a:lnTo>
                    <a:pt x="1" y="2167"/>
                  </a:lnTo>
                  <a:lnTo>
                    <a:pt x="1" y="2223"/>
                  </a:lnTo>
                  <a:lnTo>
                    <a:pt x="19" y="2278"/>
                  </a:lnTo>
                  <a:lnTo>
                    <a:pt x="75" y="2390"/>
                  </a:lnTo>
                  <a:lnTo>
                    <a:pt x="112" y="2427"/>
                  </a:lnTo>
                  <a:lnTo>
                    <a:pt x="149" y="2464"/>
                  </a:lnTo>
                  <a:lnTo>
                    <a:pt x="205" y="2482"/>
                  </a:lnTo>
                  <a:lnTo>
                    <a:pt x="371" y="2482"/>
                  </a:lnTo>
                  <a:lnTo>
                    <a:pt x="464" y="2427"/>
                  </a:lnTo>
                  <a:lnTo>
                    <a:pt x="538" y="2353"/>
                  </a:lnTo>
                  <a:lnTo>
                    <a:pt x="871" y="1890"/>
                  </a:lnTo>
                  <a:lnTo>
                    <a:pt x="1168" y="1408"/>
                  </a:lnTo>
                  <a:lnTo>
                    <a:pt x="1445" y="927"/>
                  </a:lnTo>
                  <a:lnTo>
                    <a:pt x="1686" y="427"/>
                  </a:lnTo>
                  <a:lnTo>
                    <a:pt x="1723" y="316"/>
                  </a:lnTo>
                  <a:lnTo>
                    <a:pt x="1723" y="204"/>
                  </a:lnTo>
                  <a:lnTo>
                    <a:pt x="1705" y="149"/>
                  </a:lnTo>
                  <a:lnTo>
                    <a:pt x="1668" y="112"/>
                  </a:lnTo>
                  <a:lnTo>
                    <a:pt x="1631" y="56"/>
                  </a:lnTo>
                  <a:lnTo>
                    <a:pt x="1593" y="3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94;p64">
              <a:extLst>
                <a:ext uri="{FF2B5EF4-FFF2-40B4-BE49-F238E27FC236}">
                  <a16:creationId xmlns:a16="http://schemas.microsoft.com/office/drawing/2014/main" id="{201FDB8E-3EE8-1A00-FFA9-4CEDA4C1CE3B}"/>
                </a:ext>
              </a:extLst>
            </p:cNvPr>
            <p:cNvSpPr/>
            <p:nvPr/>
          </p:nvSpPr>
          <p:spPr>
            <a:xfrm flipH="1">
              <a:off x="7046294" y="1429251"/>
              <a:ext cx="34634" cy="47674"/>
            </a:xfrm>
            <a:custGeom>
              <a:avLst/>
              <a:gdLst/>
              <a:ahLst/>
              <a:cxnLst/>
              <a:rect l="l" t="t" r="r" b="b"/>
              <a:pathLst>
                <a:path w="1575" h="2168" extrusionOk="0">
                  <a:moveTo>
                    <a:pt x="1223" y="1"/>
                  </a:moveTo>
                  <a:lnTo>
                    <a:pt x="1130" y="38"/>
                  </a:lnTo>
                  <a:lnTo>
                    <a:pt x="1038" y="131"/>
                  </a:lnTo>
                  <a:lnTo>
                    <a:pt x="38" y="1742"/>
                  </a:lnTo>
                  <a:lnTo>
                    <a:pt x="1" y="1797"/>
                  </a:lnTo>
                  <a:lnTo>
                    <a:pt x="1" y="1853"/>
                  </a:lnTo>
                  <a:lnTo>
                    <a:pt x="1" y="1964"/>
                  </a:lnTo>
                  <a:lnTo>
                    <a:pt x="56" y="2056"/>
                  </a:lnTo>
                  <a:lnTo>
                    <a:pt x="93" y="2093"/>
                  </a:lnTo>
                  <a:lnTo>
                    <a:pt x="130" y="2130"/>
                  </a:lnTo>
                  <a:lnTo>
                    <a:pt x="241" y="2168"/>
                  </a:lnTo>
                  <a:lnTo>
                    <a:pt x="352" y="2168"/>
                  </a:lnTo>
                  <a:lnTo>
                    <a:pt x="445" y="2112"/>
                  </a:lnTo>
                  <a:lnTo>
                    <a:pt x="519" y="2038"/>
                  </a:lnTo>
                  <a:lnTo>
                    <a:pt x="1538" y="427"/>
                  </a:lnTo>
                  <a:lnTo>
                    <a:pt x="1575" y="371"/>
                  </a:lnTo>
                  <a:lnTo>
                    <a:pt x="1575" y="316"/>
                  </a:lnTo>
                  <a:lnTo>
                    <a:pt x="1575" y="205"/>
                  </a:lnTo>
                  <a:lnTo>
                    <a:pt x="1519" y="93"/>
                  </a:lnTo>
                  <a:lnTo>
                    <a:pt x="1482" y="56"/>
                  </a:lnTo>
                  <a:lnTo>
                    <a:pt x="1445" y="19"/>
                  </a:lnTo>
                  <a:lnTo>
                    <a:pt x="13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95;p64">
              <a:extLst>
                <a:ext uri="{FF2B5EF4-FFF2-40B4-BE49-F238E27FC236}">
                  <a16:creationId xmlns:a16="http://schemas.microsoft.com/office/drawing/2014/main" id="{1132BCFD-49C9-BD9F-4ABA-FB47658AB060}"/>
                </a:ext>
              </a:extLst>
            </p:cNvPr>
            <p:cNvSpPr/>
            <p:nvPr/>
          </p:nvSpPr>
          <p:spPr>
            <a:xfrm flipH="1">
              <a:off x="7080093" y="1410537"/>
              <a:ext cx="32193" cy="42353"/>
            </a:xfrm>
            <a:custGeom>
              <a:avLst/>
              <a:gdLst/>
              <a:ahLst/>
              <a:cxnLst/>
              <a:rect l="l" t="t" r="r" b="b"/>
              <a:pathLst>
                <a:path w="1464" h="1926" extrusionOk="0">
                  <a:moveTo>
                    <a:pt x="1204" y="0"/>
                  </a:moveTo>
                  <a:lnTo>
                    <a:pt x="1093" y="19"/>
                  </a:lnTo>
                  <a:lnTo>
                    <a:pt x="1001" y="56"/>
                  </a:lnTo>
                  <a:lnTo>
                    <a:pt x="927" y="148"/>
                  </a:lnTo>
                  <a:lnTo>
                    <a:pt x="38" y="1500"/>
                  </a:lnTo>
                  <a:lnTo>
                    <a:pt x="19" y="1556"/>
                  </a:lnTo>
                  <a:lnTo>
                    <a:pt x="1" y="1611"/>
                  </a:lnTo>
                  <a:lnTo>
                    <a:pt x="19" y="1722"/>
                  </a:lnTo>
                  <a:lnTo>
                    <a:pt x="56" y="1815"/>
                  </a:lnTo>
                  <a:lnTo>
                    <a:pt x="93" y="1870"/>
                  </a:lnTo>
                  <a:lnTo>
                    <a:pt x="149" y="1889"/>
                  </a:lnTo>
                  <a:lnTo>
                    <a:pt x="260" y="1926"/>
                  </a:lnTo>
                  <a:lnTo>
                    <a:pt x="371" y="1926"/>
                  </a:lnTo>
                  <a:lnTo>
                    <a:pt x="464" y="1870"/>
                  </a:lnTo>
                  <a:lnTo>
                    <a:pt x="538" y="1796"/>
                  </a:lnTo>
                  <a:lnTo>
                    <a:pt x="1427" y="426"/>
                  </a:lnTo>
                  <a:lnTo>
                    <a:pt x="1445" y="389"/>
                  </a:lnTo>
                  <a:lnTo>
                    <a:pt x="1464" y="333"/>
                  </a:lnTo>
                  <a:lnTo>
                    <a:pt x="1445" y="222"/>
                  </a:lnTo>
                  <a:lnTo>
                    <a:pt x="1390" y="111"/>
                  </a:lnTo>
                  <a:lnTo>
                    <a:pt x="1352" y="74"/>
                  </a:lnTo>
                  <a:lnTo>
                    <a:pt x="1315" y="3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96;p64">
              <a:extLst>
                <a:ext uri="{FF2B5EF4-FFF2-40B4-BE49-F238E27FC236}">
                  <a16:creationId xmlns:a16="http://schemas.microsoft.com/office/drawing/2014/main" id="{5FC4CBBE-861D-566A-95B8-A0D1B508D540}"/>
                </a:ext>
              </a:extLst>
            </p:cNvPr>
            <p:cNvSpPr/>
            <p:nvPr/>
          </p:nvSpPr>
          <p:spPr>
            <a:xfrm flipH="1">
              <a:off x="7108196" y="1386501"/>
              <a:ext cx="34216" cy="43584"/>
            </a:xfrm>
            <a:custGeom>
              <a:avLst/>
              <a:gdLst/>
              <a:ahLst/>
              <a:cxnLst/>
              <a:rect l="l" t="t" r="r" b="b"/>
              <a:pathLst>
                <a:path w="1556" h="1982" extrusionOk="0">
                  <a:moveTo>
                    <a:pt x="1297" y="0"/>
                  </a:moveTo>
                  <a:lnTo>
                    <a:pt x="1185" y="19"/>
                  </a:lnTo>
                  <a:lnTo>
                    <a:pt x="1093" y="56"/>
                  </a:lnTo>
                  <a:lnTo>
                    <a:pt x="1019" y="149"/>
                  </a:lnTo>
                  <a:lnTo>
                    <a:pt x="37" y="1556"/>
                  </a:lnTo>
                  <a:lnTo>
                    <a:pt x="19" y="1593"/>
                  </a:lnTo>
                  <a:lnTo>
                    <a:pt x="0" y="1649"/>
                  </a:lnTo>
                  <a:lnTo>
                    <a:pt x="0" y="1723"/>
                  </a:lnTo>
                  <a:lnTo>
                    <a:pt x="19" y="1778"/>
                  </a:lnTo>
                  <a:lnTo>
                    <a:pt x="74" y="1871"/>
                  </a:lnTo>
                  <a:lnTo>
                    <a:pt x="111" y="1908"/>
                  </a:lnTo>
                  <a:lnTo>
                    <a:pt x="148" y="1945"/>
                  </a:lnTo>
                  <a:lnTo>
                    <a:pt x="260" y="1982"/>
                  </a:lnTo>
                  <a:lnTo>
                    <a:pt x="371" y="1982"/>
                  </a:lnTo>
                  <a:lnTo>
                    <a:pt x="463" y="1926"/>
                  </a:lnTo>
                  <a:lnTo>
                    <a:pt x="537" y="1852"/>
                  </a:lnTo>
                  <a:lnTo>
                    <a:pt x="1519" y="445"/>
                  </a:lnTo>
                  <a:lnTo>
                    <a:pt x="1537" y="389"/>
                  </a:lnTo>
                  <a:lnTo>
                    <a:pt x="1556" y="334"/>
                  </a:lnTo>
                  <a:lnTo>
                    <a:pt x="1556" y="278"/>
                  </a:lnTo>
                  <a:lnTo>
                    <a:pt x="1537" y="223"/>
                  </a:lnTo>
                  <a:lnTo>
                    <a:pt x="1500" y="112"/>
                  </a:lnTo>
                  <a:lnTo>
                    <a:pt x="1445" y="75"/>
                  </a:lnTo>
                  <a:lnTo>
                    <a:pt x="1408" y="38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97;p64">
              <a:extLst>
                <a:ext uri="{FF2B5EF4-FFF2-40B4-BE49-F238E27FC236}">
                  <a16:creationId xmlns:a16="http://schemas.microsoft.com/office/drawing/2014/main" id="{C17EA162-9DC9-51F1-BA1C-53E47F1CE29F}"/>
                </a:ext>
              </a:extLst>
            </p:cNvPr>
            <p:cNvSpPr/>
            <p:nvPr/>
          </p:nvSpPr>
          <p:spPr>
            <a:xfrm flipH="1">
              <a:off x="6841872" y="1418255"/>
              <a:ext cx="45211" cy="35866"/>
            </a:xfrm>
            <a:custGeom>
              <a:avLst/>
              <a:gdLst/>
              <a:ahLst/>
              <a:cxnLst/>
              <a:rect l="l" t="t" r="r" b="b"/>
              <a:pathLst>
                <a:path w="2056" h="1631" extrusionOk="0">
                  <a:moveTo>
                    <a:pt x="241" y="1"/>
                  </a:moveTo>
                  <a:lnTo>
                    <a:pt x="130" y="38"/>
                  </a:lnTo>
                  <a:lnTo>
                    <a:pt x="93" y="75"/>
                  </a:lnTo>
                  <a:lnTo>
                    <a:pt x="56" y="112"/>
                  </a:lnTo>
                  <a:lnTo>
                    <a:pt x="19" y="149"/>
                  </a:lnTo>
                  <a:lnTo>
                    <a:pt x="0" y="205"/>
                  </a:lnTo>
                  <a:lnTo>
                    <a:pt x="0" y="316"/>
                  </a:lnTo>
                  <a:lnTo>
                    <a:pt x="37" y="427"/>
                  </a:lnTo>
                  <a:lnTo>
                    <a:pt x="93" y="519"/>
                  </a:lnTo>
                  <a:lnTo>
                    <a:pt x="148" y="538"/>
                  </a:lnTo>
                  <a:lnTo>
                    <a:pt x="204" y="556"/>
                  </a:lnTo>
                  <a:lnTo>
                    <a:pt x="407" y="631"/>
                  </a:lnTo>
                  <a:lnTo>
                    <a:pt x="519" y="668"/>
                  </a:lnTo>
                  <a:lnTo>
                    <a:pt x="537" y="668"/>
                  </a:lnTo>
                  <a:lnTo>
                    <a:pt x="574" y="686"/>
                  </a:lnTo>
                  <a:lnTo>
                    <a:pt x="778" y="797"/>
                  </a:lnTo>
                  <a:lnTo>
                    <a:pt x="963" y="927"/>
                  </a:lnTo>
                  <a:lnTo>
                    <a:pt x="1056" y="982"/>
                  </a:lnTo>
                  <a:lnTo>
                    <a:pt x="1111" y="1019"/>
                  </a:lnTo>
                  <a:lnTo>
                    <a:pt x="1259" y="1168"/>
                  </a:lnTo>
                  <a:lnTo>
                    <a:pt x="1407" y="1334"/>
                  </a:lnTo>
                  <a:lnTo>
                    <a:pt x="1445" y="1390"/>
                  </a:lnTo>
                  <a:lnTo>
                    <a:pt x="1463" y="1390"/>
                  </a:lnTo>
                  <a:lnTo>
                    <a:pt x="1519" y="1482"/>
                  </a:lnTo>
                  <a:lnTo>
                    <a:pt x="1611" y="1575"/>
                  </a:lnTo>
                  <a:lnTo>
                    <a:pt x="1704" y="1612"/>
                  </a:lnTo>
                  <a:lnTo>
                    <a:pt x="1759" y="1630"/>
                  </a:lnTo>
                  <a:lnTo>
                    <a:pt x="1815" y="1630"/>
                  </a:lnTo>
                  <a:lnTo>
                    <a:pt x="1870" y="1612"/>
                  </a:lnTo>
                  <a:lnTo>
                    <a:pt x="1926" y="1593"/>
                  </a:lnTo>
                  <a:lnTo>
                    <a:pt x="2000" y="1519"/>
                  </a:lnTo>
                  <a:lnTo>
                    <a:pt x="2056" y="1408"/>
                  </a:lnTo>
                  <a:lnTo>
                    <a:pt x="2056" y="1353"/>
                  </a:lnTo>
                  <a:lnTo>
                    <a:pt x="2056" y="1297"/>
                  </a:lnTo>
                  <a:lnTo>
                    <a:pt x="2056" y="1242"/>
                  </a:lnTo>
                  <a:lnTo>
                    <a:pt x="2019" y="1205"/>
                  </a:lnTo>
                  <a:lnTo>
                    <a:pt x="1870" y="982"/>
                  </a:lnTo>
                  <a:lnTo>
                    <a:pt x="1685" y="797"/>
                  </a:lnTo>
                  <a:lnTo>
                    <a:pt x="1500" y="612"/>
                  </a:lnTo>
                  <a:lnTo>
                    <a:pt x="1296" y="445"/>
                  </a:lnTo>
                  <a:lnTo>
                    <a:pt x="1074" y="316"/>
                  </a:lnTo>
                  <a:lnTo>
                    <a:pt x="852" y="186"/>
                  </a:lnTo>
                  <a:lnTo>
                    <a:pt x="611" y="93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98;p64">
              <a:extLst>
                <a:ext uri="{FF2B5EF4-FFF2-40B4-BE49-F238E27FC236}">
                  <a16:creationId xmlns:a16="http://schemas.microsoft.com/office/drawing/2014/main" id="{E2AC6E68-8661-233D-E1E8-719DCA33D572}"/>
                </a:ext>
              </a:extLst>
            </p:cNvPr>
            <p:cNvSpPr/>
            <p:nvPr/>
          </p:nvSpPr>
          <p:spPr>
            <a:xfrm flipH="1">
              <a:off x="6847567" y="1455727"/>
              <a:ext cx="39516" cy="39516"/>
            </a:xfrm>
            <a:custGeom>
              <a:avLst/>
              <a:gdLst/>
              <a:ahLst/>
              <a:cxnLst/>
              <a:rect l="l" t="t" r="r" b="b"/>
              <a:pathLst>
                <a:path w="1797" h="1797" extrusionOk="0">
                  <a:moveTo>
                    <a:pt x="296" y="1"/>
                  </a:moveTo>
                  <a:lnTo>
                    <a:pt x="185" y="19"/>
                  </a:lnTo>
                  <a:lnTo>
                    <a:pt x="130" y="38"/>
                  </a:lnTo>
                  <a:lnTo>
                    <a:pt x="93" y="75"/>
                  </a:lnTo>
                  <a:lnTo>
                    <a:pt x="19" y="167"/>
                  </a:lnTo>
                  <a:lnTo>
                    <a:pt x="0" y="278"/>
                  </a:lnTo>
                  <a:lnTo>
                    <a:pt x="0" y="334"/>
                  </a:lnTo>
                  <a:lnTo>
                    <a:pt x="19" y="389"/>
                  </a:lnTo>
                  <a:lnTo>
                    <a:pt x="37" y="445"/>
                  </a:lnTo>
                  <a:lnTo>
                    <a:pt x="93" y="482"/>
                  </a:lnTo>
                  <a:lnTo>
                    <a:pt x="407" y="760"/>
                  </a:lnTo>
                  <a:lnTo>
                    <a:pt x="722" y="1056"/>
                  </a:lnTo>
                  <a:lnTo>
                    <a:pt x="1019" y="1371"/>
                  </a:lnTo>
                  <a:lnTo>
                    <a:pt x="1296" y="1704"/>
                  </a:lnTo>
                  <a:lnTo>
                    <a:pt x="1333" y="1741"/>
                  </a:lnTo>
                  <a:lnTo>
                    <a:pt x="1389" y="1778"/>
                  </a:lnTo>
                  <a:lnTo>
                    <a:pt x="1500" y="1797"/>
                  </a:lnTo>
                  <a:lnTo>
                    <a:pt x="1611" y="1778"/>
                  </a:lnTo>
                  <a:lnTo>
                    <a:pt x="1667" y="1741"/>
                  </a:lnTo>
                  <a:lnTo>
                    <a:pt x="1704" y="1704"/>
                  </a:lnTo>
                  <a:lnTo>
                    <a:pt x="1778" y="1612"/>
                  </a:lnTo>
                  <a:lnTo>
                    <a:pt x="1778" y="1556"/>
                  </a:lnTo>
                  <a:lnTo>
                    <a:pt x="1796" y="1501"/>
                  </a:lnTo>
                  <a:lnTo>
                    <a:pt x="1759" y="1389"/>
                  </a:lnTo>
                  <a:lnTo>
                    <a:pt x="1704" y="1297"/>
                  </a:lnTo>
                  <a:lnTo>
                    <a:pt x="1426" y="964"/>
                  </a:lnTo>
                  <a:lnTo>
                    <a:pt x="1130" y="649"/>
                  </a:lnTo>
                  <a:lnTo>
                    <a:pt x="815" y="352"/>
                  </a:lnTo>
                  <a:lnTo>
                    <a:pt x="500" y="75"/>
                  </a:lnTo>
                  <a:lnTo>
                    <a:pt x="407" y="19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99;p64">
              <a:extLst>
                <a:ext uri="{FF2B5EF4-FFF2-40B4-BE49-F238E27FC236}">
                  <a16:creationId xmlns:a16="http://schemas.microsoft.com/office/drawing/2014/main" id="{6D0DCCFE-E473-ADF3-E817-2DAB547D7DEA}"/>
                </a:ext>
              </a:extLst>
            </p:cNvPr>
            <p:cNvSpPr/>
            <p:nvPr/>
          </p:nvSpPr>
          <p:spPr>
            <a:xfrm flipH="1">
              <a:off x="6850426" y="1489526"/>
              <a:ext cx="44816" cy="40747"/>
            </a:xfrm>
            <a:custGeom>
              <a:avLst/>
              <a:gdLst/>
              <a:ahLst/>
              <a:cxnLst/>
              <a:rect l="l" t="t" r="r" b="b"/>
              <a:pathLst>
                <a:path w="2038" h="1853" extrusionOk="0">
                  <a:moveTo>
                    <a:pt x="204" y="1"/>
                  </a:moveTo>
                  <a:lnTo>
                    <a:pt x="149" y="19"/>
                  </a:lnTo>
                  <a:lnTo>
                    <a:pt x="112" y="38"/>
                  </a:lnTo>
                  <a:lnTo>
                    <a:pt x="56" y="75"/>
                  </a:lnTo>
                  <a:lnTo>
                    <a:pt x="38" y="130"/>
                  </a:lnTo>
                  <a:lnTo>
                    <a:pt x="1" y="241"/>
                  </a:lnTo>
                  <a:lnTo>
                    <a:pt x="1" y="352"/>
                  </a:lnTo>
                  <a:lnTo>
                    <a:pt x="19" y="408"/>
                  </a:lnTo>
                  <a:lnTo>
                    <a:pt x="38" y="464"/>
                  </a:lnTo>
                  <a:lnTo>
                    <a:pt x="75" y="501"/>
                  </a:lnTo>
                  <a:lnTo>
                    <a:pt x="130" y="519"/>
                  </a:lnTo>
                  <a:lnTo>
                    <a:pt x="353" y="649"/>
                  </a:lnTo>
                  <a:lnTo>
                    <a:pt x="556" y="760"/>
                  </a:lnTo>
                  <a:lnTo>
                    <a:pt x="741" y="908"/>
                  </a:lnTo>
                  <a:lnTo>
                    <a:pt x="797" y="945"/>
                  </a:lnTo>
                  <a:lnTo>
                    <a:pt x="890" y="1038"/>
                  </a:lnTo>
                  <a:lnTo>
                    <a:pt x="1056" y="1186"/>
                  </a:lnTo>
                  <a:lnTo>
                    <a:pt x="1223" y="1371"/>
                  </a:lnTo>
                  <a:lnTo>
                    <a:pt x="1297" y="1445"/>
                  </a:lnTo>
                  <a:lnTo>
                    <a:pt x="1353" y="1501"/>
                  </a:lnTo>
                  <a:lnTo>
                    <a:pt x="1353" y="1519"/>
                  </a:lnTo>
                  <a:lnTo>
                    <a:pt x="1501" y="1723"/>
                  </a:lnTo>
                  <a:lnTo>
                    <a:pt x="1575" y="1797"/>
                  </a:lnTo>
                  <a:lnTo>
                    <a:pt x="1667" y="1852"/>
                  </a:lnTo>
                  <a:lnTo>
                    <a:pt x="1834" y="1852"/>
                  </a:lnTo>
                  <a:lnTo>
                    <a:pt x="1890" y="1815"/>
                  </a:lnTo>
                  <a:lnTo>
                    <a:pt x="1964" y="1741"/>
                  </a:lnTo>
                  <a:lnTo>
                    <a:pt x="2019" y="1649"/>
                  </a:lnTo>
                  <a:lnTo>
                    <a:pt x="2038" y="1593"/>
                  </a:lnTo>
                  <a:lnTo>
                    <a:pt x="2038" y="1538"/>
                  </a:lnTo>
                  <a:lnTo>
                    <a:pt x="2019" y="1482"/>
                  </a:lnTo>
                  <a:lnTo>
                    <a:pt x="1982" y="1426"/>
                  </a:lnTo>
                  <a:lnTo>
                    <a:pt x="1834" y="1204"/>
                  </a:lnTo>
                  <a:lnTo>
                    <a:pt x="1667" y="1001"/>
                  </a:lnTo>
                  <a:lnTo>
                    <a:pt x="1501" y="797"/>
                  </a:lnTo>
                  <a:lnTo>
                    <a:pt x="1297" y="630"/>
                  </a:lnTo>
                  <a:lnTo>
                    <a:pt x="1093" y="445"/>
                  </a:lnTo>
                  <a:lnTo>
                    <a:pt x="890" y="297"/>
                  </a:lnTo>
                  <a:lnTo>
                    <a:pt x="667" y="149"/>
                  </a:lnTo>
                  <a:lnTo>
                    <a:pt x="427" y="38"/>
                  </a:lnTo>
                  <a:lnTo>
                    <a:pt x="3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0;p64">
              <a:extLst>
                <a:ext uri="{FF2B5EF4-FFF2-40B4-BE49-F238E27FC236}">
                  <a16:creationId xmlns:a16="http://schemas.microsoft.com/office/drawing/2014/main" id="{56114FBD-0E61-62E3-5549-6D29F4ECE541}"/>
                </a:ext>
              </a:extLst>
            </p:cNvPr>
            <p:cNvSpPr/>
            <p:nvPr/>
          </p:nvSpPr>
          <p:spPr>
            <a:xfrm flipH="1">
              <a:off x="6887480" y="1498080"/>
              <a:ext cx="23639" cy="63133"/>
            </a:xfrm>
            <a:custGeom>
              <a:avLst/>
              <a:gdLst/>
              <a:ahLst/>
              <a:cxnLst/>
              <a:rect l="l" t="t" r="r" b="b"/>
              <a:pathLst>
                <a:path w="1075" h="2871" extrusionOk="0">
                  <a:moveTo>
                    <a:pt x="223" y="0"/>
                  </a:moveTo>
                  <a:lnTo>
                    <a:pt x="112" y="56"/>
                  </a:lnTo>
                  <a:lnTo>
                    <a:pt x="38" y="149"/>
                  </a:lnTo>
                  <a:lnTo>
                    <a:pt x="1" y="241"/>
                  </a:lnTo>
                  <a:lnTo>
                    <a:pt x="1" y="297"/>
                  </a:lnTo>
                  <a:lnTo>
                    <a:pt x="19" y="352"/>
                  </a:lnTo>
                  <a:lnTo>
                    <a:pt x="167" y="926"/>
                  </a:lnTo>
                  <a:lnTo>
                    <a:pt x="297" y="1500"/>
                  </a:lnTo>
                  <a:lnTo>
                    <a:pt x="408" y="2093"/>
                  </a:lnTo>
                  <a:lnTo>
                    <a:pt x="519" y="2667"/>
                  </a:lnTo>
                  <a:lnTo>
                    <a:pt x="538" y="2723"/>
                  </a:lnTo>
                  <a:lnTo>
                    <a:pt x="575" y="2760"/>
                  </a:lnTo>
                  <a:lnTo>
                    <a:pt x="612" y="2815"/>
                  </a:lnTo>
                  <a:lnTo>
                    <a:pt x="649" y="2834"/>
                  </a:lnTo>
                  <a:lnTo>
                    <a:pt x="760" y="2871"/>
                  </a:lnTo>
                  <a:lnTo>
                    <a:pt x="871" y="2871"/>
                  </a:lnTo>
                  <a:lnTo>
                    <a:pt x="926" y="2852"/>
                  </a:lnTo>
                  <a:lnTo>
                    <a:pt x="982" y="2815"/>
                  </a:lnTo>
                  <a:lnTo>
                    <a:pt x="1056" y="2723"/>
                  </a:lnTo>
                  <a:lnTo>
                    <a:pt x="1075" y="2630"/>
                  </a:lnTo>
                  <a:lnTo>
                    <a:pt x="1075" y="2519"/>
                  </a:lnTo>
                  <a:lnTo>
                    <a:pt x="963" y="1926"/>
                  </a:lnTo>
                  <a:lnTo>
                    <a:pt x="852" y="1352"/>
                  </a:lnTo>
                  <a:lnTo>
                    <a:pt x="723" y="778"/>
                  </a:lnTo>
                  <a:lnTo>
                    <a:pt x="575" y="204"/>
                  </a:lnTo>
                  <a:lnTo>
                    <a:pt x="556" y="149"/>
                  </a:lnTo>
                  <a:lnTo>
                    <a:pt x="519" y="112"/>
                  </a:lnTo>
                  <a:lnTo>
                    <a:pt x="426" y="37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1;p64">
              <a:extLst>
                <a:ext uri="{FF2B5EF4-FFF2-40B4-BE49-F238E27FC236}">
                  <a16:creationId xmlns:a16="http://schemas.microsoft.com/office/drawing/2014/main" id="{7F3B7DEA-AFA4-C940-5876-B925AA6AAC79}"/>
                </a:ext>
              </a:extLst>
            </p:cNvPr>
            <p:cNvSpPr/>
            <p:nvPr/>
          </p:nvSpPr>
          <p:spPr>
            <a:xfrm flipH="1">
              <a:off x="6920861" y="1496453"/>
              <a:ext cx="22826" cy="60692"/>
            </a:xfrm>
            <a:custGeom>
              <a:avLst/>
              <a:gdLst/>
              <a:ahLst/>
              <a:cxnLst/>
              <a:rect l="l" t="t" r="r" b="b"/>
              <a:pathLst>
                <a:path w="1038" h="2760" extrusionOk="0">
                  <a:moveTo>
                    <a:pt x="741" y="0"/>
                  </a:moveTo>
                  <a:lnTo>
                    <a:pt x="630" y="37"/>
                  </a:lnTo>
                  <a:lnTo>
                    <a:pt x="556" y="93"/>
                  </a:lnTo>
                  <a:lnTo>
                    <a:pt x="482" y="186"/>
                  </a:lnTo>
                  <a:lnTo>
                    <a:pt x="463" y="297"/>
                  </a:lnTo>
                  <a:lnTo>
                    <a:pt x="389" y="815"/>
                  </a:lnTo>
                  <a:lnTo>
                    <a:pt x="296" y="1352"/>
                  </a:lnTo>
                  <a:lnTo>
                    <a:pt x="167" y="1871"/>
                  </a:lnTo>
                  <a:lnTo>
                    <a:pt x="19" y="2389"/>
                  </a:lnTo>
                  <a:lnTo>
                    <a:pt x="0" y="2445"/>
                  </a:lnTo>
                  <a:lnTo>
                    <a:pt x="19" y="2500"/>
                  </a:lnTo>
                  <a:lnTo>
                    <a:pt x="56" y="2611"/>
                  </a:lnTo>
                  <a:lnTo>
                    <a:pt x="130" y="2704"/>
                  </a:lnTo>
                  <a:lnTo>
                    <a:pt x="167" y="2723"/>
                  </a:lnTo>
                  <a:lnTo>
                    <a:pt x="222" y="2741"/>
                  </a:lnTo>
                  <a:lnTo>
                    <a:pt x="333" y="2760"/>
                  </a:lnTo>
                  <a:lnTo>
                    <a:pt x="445" y="2723"/>
                  </a:lnTo>
                  <a:lnTo>
                    <a:pt x="519" y="2648"/>
                  </a:lnTo>
                  <a:lnTo>
                    <a:pt x="574" y="2537"/>
                  </a:lnTo>
                  <a:lnTo>
                    <a:pt x="741" y="2000"/>
                  </a:lnTo>
                  <a:lnTo>
                    <a:pt x="870" y="1426"/>
                  </a:lnTo>
                  <a:lnTo>
                    <a:pt x="963" y="871"/>
                  </a:lnTo>
                  <a:lnTo>
                    <a:pt x="1037" y="297"/>
                  </a:lnTo>
                  <a:lnTo>
                    <a:pt x="1037" y="241"/>
                  </a:lnTo>
                  <a:lnTo>
                    <a:pt x="1019" y="186"/>
                  </a:lnTo>
                  <a:lnTo>
                    <a:pt x="1000" y="130"/>
                  </a:lnTo>
                  <a:lnTo>
                    <a:pt x="963" y="93"/>
                  </a:lnTo>
                  <a:lnTo>
                    <a:pt x="852" y="19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2;p64">
              <a:extLst>
                <a:ext uri="{FF2B5EF4-FFF2-40B4-BE49-F238E27FC236}">
                  <a16:creationId xmlns:a16="http://schemas.microsoft.com/office/drawing/2014/main" id="{71E299AA-E353-8C6E-B52F-AD63E53879A0}"/>
                </a:ext>
              </a:extLst>
            </p:cNvPr>
            <p:cNvSpPr/>
            <p:nvPr/>
          </p:nvSpPr>
          <p:spPr>
            <a:xfrm flipH="1">
              <a:off x="6950592" y="1485458"/>
              <a:ext cx="29335" cy="57438"/>
            </a:xfrm>
            <a:custGeom>
              <a:avLst/>
              <a:gdLst/>
              <a:ahLst/>
              <a:cxnLst/>
              <a:rect l="l" t="t" r="r" b="b"/>
              <a:pathLst>
                <a:path w="1334" h="2612" extrusionOk="0">
                  <a:moveTo>
                    <a:pt x="981" y="0"/>
                  </a:moveTo>
                  <a:lnTo>
                    <a:pt x="870" y="56"/>
                  </a:lnTo>
                  <a:lnTo>
                    <a:pt x="833" y="93"/>
                  </a:lnTo>
                  <a:lnTo>
                    <a:pt x="796" y="130"/>
                  </a:lnTo>
                  <a:lnTo>
                    <a:pt x="648" y="371"/>
                  </a:lnTo>
                  <a:lnTo>
                    <a:pt x="537" y="630"/>
                  </a:lnTo>
                  <a:lnTo>
                    <a:pt x="407" y="889"/>
                  </a:lnTo>
                  <a:lnTo>
                    <a:pt x="296" y="1148"/>
                  </a:lnTo>
                  <a:lnTo>
                    <a:pt x="204" y="1426"/>
                  </a:lnTo>
                  <a:lnTo>
                    <a:pt x="130" y="1704"/>
                  </a:lnTo>
                  <a:lnTo>
                    <a:pt x="56" y="1982"/>
                  </a:lnTo>
                  <a:lnTo>
                    <a:pt x="0" y="2260"/>
                  </a:lnTo>
                  <a:lnTo>
                    <a:pt x="0" y="2371"/>
                  </a:lnTo>
                  <a:lnTo>
                    <a:pt x="37" y="2482"/>
                  </a:lnTo>
                  <a:lnTo>
                    <a:pt x="74" y="2519"/>
                  </a:lnTo>
                  <a:lnTo>
                    <a:pt x="111" y="2556"/>
                  </a:lnTo>
                  <a:lnTo>
                    <a:pt x="148" y="2593"/>
                  </a:lnTo>
                  <a:lnTo>
                    <a:pt x="204" y="2611"/>
                  </a:lnTo>
                  <a:lnTo>
                    <a:pt x="315" y="2611"/>
                  </a:lnTo>
                  <a:lnTo>
                    <a:pt x="426" y="2574"/>
                  </a:lnTo>
                  <a:lnTo>
                    <a:pt x="481" y="2556"/>
                  </a:lnTo>
                  <a:lnTo>
                    <a:pt x="519" y="2519"/>
                  </a:lnTo>
                  <a:lnTo>
                    <a:pt x="556" y="2463"/>
                  </a:lnTo>
                  <a:lnTo>
                    <a:pt x="574" y="2408"/>
                  </a:lnTo>
                  <a:lnTo>
                    <a:pt x="611" y="2148"/>
                  </a:lnTo>
                  <a:lnTo>
                    <a:pt x="685" y="1889"/>
                  </a:lnTo>
                  <a:lnTo>
                    <a:pt x="759" y="1630"/>
                  </a:lnTo>
                  <a:lnTo>
                    <a:pt x="833" y="1371"/>
                  </a:lnTo>
                  <a:lnTo>
                    <a:pt x="944" y="1130"/>
                  </a:lnTo>
                  <a:lnTo>
                    <a:pt x="1037" y="889"/>
                  </a:lnTo>
                  <a:lnTo>
                    <a:pt x="1167" y="649"/>
                  </a:lnTo>
                  <a:lnTo>
                    <a:pt x="1296" y="426"/>
                  </a:lnTo>
                  <a:lnTo>
                    <a:pt x="1315" y="371"/>
                  </a:lnTo>
                  <a:lnTo>
                    <a:pt x="1333" y="315"/>
                  </a:lnTo>
                  <a:lnTo>
                    <a:pt x="1333" y="204"/>
                  </a:lnTo>
                  <a:lnTo>
                    <a:pt x="1278" y="93"/>
                  </a:lnTo>
                  <a:lnTo>
                    <a:pt x="1241" y="56"/>
                  </a:lnTo>
                  <a:lnTo>
                    <a:pt x="1185" y="19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03;p64">
              <a:extLst>
                <a:ext uri="{FF2B5EF4-FFF2-40B4-BE49-F238E27FC236}">
                  <a16:creationId xmlns:a16="http://schemas.microsoft.com/office/drawing/2014/main" id="{237BB906-9DA4-7B49-B9EE-3D9A7A5E0A9A}"/>
                </a:ext>
              </a:extLst>
            </p:cNvPr>
            <p:cNvSpPr/>
            <p:nvPr/>
          </p:nvSpPr>
          <p:spPr>
            <a:xfrm flipH="1">
              <a:off x="6883811" y="1132799"/>
              <a:ext cx="279383" cy="372225"/>
            </a:xfrm>
            <a:custGeom>
              <a:avLst/>
              <a:gdLst/>
              <a:ahLst/>
              <a:cxnLst/>
              <a:rect l="l" t="t" r="r" b="b"/>
              <a:pathLst>
                <a:path w="12705" h="16927" extrusionOk="0">
                  <a:moveTo>
                    <a:pt x="4186" y="1"/>
                  </a:moveTo>
                  <a:lnTo>
                    <a:pt x="4001" y="130"/>
                  </a:lnTo>
                  <a:lnTo>
                    <a:pt x="3575" y="445"/>
                  </a:lnTo>
                  <a:lnTo>
                    <a:pt x="3334" y="630"/>
                  </a:lnTo>
                  <a:lnTo>
                    <a:pt x="3112" y="816"/>
                  </a:lnTo>
                  <a:lnTo>
                    <a:pt x="2945" y="1001"/>
                  </a:lnTo>
                  <a:lnTo>
                    <a:pt x="2871" y="1056"/>
                  </a:lnTo>
                  <a:lnTo>
                    <a:pt x="2834" y="1130"/>
                  </a:lnTo>
                  <a:lnTo>
                    <a:pt x="2797" y="1167"/>
                  </a:lnTo>
                  <a:lnTo>
                    <a:pt x="2760" y="1204"/>
                  </a:lnTo>
                  <a:lnTo>
                    <a:pt x="2705" y="1223"/>
                  </a:lnTo>
                  <a:lnTo>
                    <a:pt x="2649" y="1223"/>
                  </a:lnTo>
                  <a:lnTo>
                    <a:pt x="2519" y="1204"/>
                  </a:lnTo>
                  <a:lnTo>
                    <a:pt x="2390" y="1167"/>
                  </a:lnTo>
                  <a:lnTo>
                    <a:pt x="2260" y="1093"/>
                  </a:lnTo>
                  <a:lnTo>
                    <a:pt x="2149" y="1038"/>
                  </a:lnTo>
                  <a:lnTo>
                    <a:pt x="2038" y="964"/>
                  </a:lnTo>
                  <a:lnTo>
                    <a:pt x="1" y="11463"/>
                  </a:lnTo>
                  <a:lnTo>
                    <a:pt x="371" y="11741"/>
                  </a:lnTo>
                  <a:lnTo>
                    <a:pt x="1371" y="12463"/>
                  </a:lnTo>
                  <a:lnTo>
                    <a:pt x="2075" y="12926"/>
                  </a:lnTo>
                  <a:lnTo>
                    <a:pt x="2853" y="13445"/>
                  </a:lnTo>
                  <a:lnTo>
                    <a:pt x="3723" y="14000"/>
                  </a:lnTo>
                  <a:lnTo>
                    <a:pt x="4649" y="14556"/>
                  </a:lnTo>
                  <a:lnTo>
                    <a:pt x="5593" y="15093"/>
                  </a:lnTo>
                  <a:lnTo>
                    <a:pt x="6575" y="15593"/>
                  </a:lnTo>
                  <a:lnTo>
                    <a:pt x="7056" y="15834"/>
                  </a:lnTo>
                  <a:lnTo>
                    <a:pt x="7538" y="16056"/>
                  </a:lnTo>
                  <a:lnTo>
                    <a:pt x="8001" y="16260"/>
                  </a:lnTo>
                  <a:lnTo>
                    <a:pt x="8464" y="16445"/>
                  </a:lnTo>
                  <a:lnTo>
                    <a:pt x="8927" y="16593"/>
                  </a:lnTo>
                  <a:lnTo>
                    <a:pt x="9371" y="16723"/>
                  </a:lnTo>
                  <a:lnTo>
                    <a:pt x="9778" y="16834"/>
                  </a:lnTo>
                  <a:lnTo>
                    <a:pt x="10186" y="16889"/>
                  </a:lnTo>
                  <a:lnTo>
                    <a:pt x="10556" y="16926"/>
                  </a:lnTo>
                  <a:lnTo>
                    <a:pt x="10908" y="16926"/>
                  </a:lnTo>
                  <a:lnTo>
                    <a:pt x="11241" y="16889"/>
                  </a:lnTo>
                  <a:lnTo>
                    <a:pt x="11389" y="16852"/>
                  </a:lnTo>
                  <a:lnTo>
                    <a:pt x="11538" y="16815"/>
                  </a:lnTo>
                  <a:lnTo>
                    <a:pt x="11649" y="16741"/>
                  </a:lnTo>
                  <a:lnTo>
                    <a:pt x="11778" y="16630"/>
                  </a:lnTo>
                  <a:lnTo>
                    <a:pt x="11889" y="16482"/>
                  </a:lnTo>
                  <a:lnTo>
                    <a:pt x="12001" y="16315"/>
                  </a:lnTo>
                  <a:lnTo>
                    <a:pt x="12093" y="16130"/>
                  </a:lnTo>
                  <a:lnTo>
                    <a:pt x="12204" y="15908"/>
                  </a:lnTo>
                  <a:lnTo>
                    <a:pt x="12371" y="15463"/>
                  </a:lnTo>
                  <a:lnTo>
                    <a:pt x="12519" y="15019"/>
                  </a:lnTo>
                  <a:lnTo>
                    <a:pt x="12630" y="14649"/>
                  </a:lnTo>
                  <a:lnTo>
                    <a:pt x="12704" y="14297"/>
                  </a:lnTo>
                  <a:lnTo>
                    <a:pt x="11964" y="6815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04;p64">
              <a:extLst>
                <a:ext uri="{FF2B5EF4-FFF2-40B4-BE49-F238E27FC236}">
                  <a16:creationId xmlns:a16="http://schemas.microsoft.com/office/drawing/2014/main" id="{2E9FC5B6-D581-FC58-82E1-465773DC2E77}"/>
                </a:ext>
              </a:extLst>
            </p:cNvPr>
            <p:cNvSpPr/>
            <p:nvPr/>
          </p:nvSpPr>
          <p:spPr>
            <a:xfrm flipH="1">
              <a:off x="6888296" y="1124245"/>
              <a:ext cx="187751" cy="262275"/>
            </a:xfrm>
            <a:custGeom>
              <a:avLst/>
              <a:gdLst/>
              <a:ahLst/>
              <a:cxnLst/>
              <a:rect l="l" t="t" r="r" b="b"/>
              <a:pathLst>
                <a:path w="8538" h="11927" extrusionOk="0">
                  <a:moveTo>
                    <a:pt x="1" y="1"/>
                  </a:moveTo>
                  <a:lnTo>
                    <a:pt x="3112" y="5797"/>
                  </a:lnTo>
                  <a:lnTo>
                    <a:pt x="3130" y="6519"/>
                  </a:lnTo>
                  <a:lnTo>
                    <a:pt x="3167" y="7186"/>
                  </a:lnTo>
                  <a:lnTo>
                    <a:pt x="3241" y="7797"/>
                  </a:lnTo>
                  <a:lnTo>
                    <a:pt x="3334" y="8353"/>
                  </a:lnTo>
                  <a:lnTo>
                    <a:pt x="3464" y="8853"/>
                  </a:lnTo>
                  <a:lnTo>
                    <a:pt x="3612" y="9315"/>
                  </a:lnTo>
                  <a:lnTo>
                    <a:pt x="3778" y="9723"/>
                  </a:lnTo>
                  <a:lnTo>
                    <a:pt x="3945" y="10093"/>
                  </a:lnTo>
                  <a:lnTo>
                    <a:pt x="4149" y="10408"/>
                  </a:lnTo>
                  <a:lnTo>
                    <a:pt x="4371" y="10704"/>
                  </a:lnTo>
                  <a:lnTo>
                    <a:pt x="4593" y="10945"/>
                  </a:lnTo>
                  <a:lnTo>
                    <a:pt x="4815" y="11167"/>
                  </a:lnTo>
                  <a:lnTo>
                    <a:pt x="5056" y="11352"/>
                  </a:lnTo>
                  <a:lnTo>
                    <a:pt x="5315" y="11501"/>
                  </a:lnTo>
                  <a:lnTo>
                    <a:pt x="5556" y="11630"/>
                  </a:lnTo>
                  <a:lnTo>
                    <a:pt x="5815" y="11741"/>
                  </a:lnTo>
                  <a:lnTo>
                    <a:pt x="6075" y="11815"/>
                  </a:lnTo>
                  <a:lnTo>
                    <a:pt x="6315" y="11871"/>
                  </a:lnTo>
                  <a:lnTo>
                    <a:pt x="6575" y="11908"/>
                  </a:lnTo>
                  <a:lnTo>
                    <a:pt x="6815" y="11926"/>
                  </a:lnTo>
                  <a:lnTo>
                    <a:pt x="7278" y="11926"/>
                  </a:lnTo>
                  <a:lnTo>
                    <a:pt x="7686" y="11871"/>
                  </a:lnTo>
                  <a:lnTo>
                    <a:pt x="8038" y="11815"/>
                  </a:lnTo>
                  <a:lnTo>
                    <a:pt x="8297" y="11741"/>
                  </a:lnTo>
                  <a:lnTo>
                    <a:pt x="8538" y="11667"/>
                  </a:lnTo>
                  <a:lnTo>
                    <a:pt x="8426" y="73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05;p64">
              <a:extLst>
                <a:ext uri="{FF2B5EF4-FFF2-40B4-BE49-F238E27FC236}">
                  <a16:creationId xmlns:a16="http://schemas.microsoft.com/office/drawing/2014/main" id="{1B7AB9B7-7064-2053-24AE-08831314B115}"/>
                </a:ext>
              </a:extLst>
            </p:cNvPr>
            <p:cNvSpPr/>
            <p:nvPr/>
          </p:nvSpPr>
          <p:spPr>
            <a:xfrm flipH="1">
              <a:off x="6888296" y="1124245"/>
              <a:ext cx="187751" cy="262275"/>
            </a:xfrm>
            <a:custGeom>
              <a:avLst/>
              <a:gdLst/>
              <a:ahLst/>
              <a:cxnLst/>
              <a:rect l="l" t="t" r="r" b="b"/>
              <a:pathLst>
                <a:path w="8538" h="11927" fill="none" extrusionOk="0">
                  <a:moveTo>
                    <a:pt x="1" y="1"/>
                  </a:moveTo>
                  <a:lnTo>
                    <a:pt x="8426" y="7334"/>
                  </a:lnTo>
                  <a:lnTo>
                    <a:pt x="8538" y="11667"/>
                  </a:lnTo>
                  <a:lnTo>
                    <a:pt x="8538" y="11667"/>
                  </a:lnTo>
                  <a:lnTo>
                    <a:pt x="8297" y="11741"/>
                  </a:lnTo>
                  <a:lnTo>
                    <a:pt x="8038" y="11815"/>
                  </a:lnTo>
                  <a:lnTo>
                    <a:pt x="7686" y="11871"/>
                  </a:lnTo>
                  <a:lnTo>
                    <a:pt x="7278" y="11926"/>
                  </a:lnTo>
                  <a:lnTo>
                    <a:pt x="7038" y="11926"/>
                  </a:lnTo>
                  <a:lnTo>
                    <a:pt x="6815" y="11926"/>
                  </a:lnTo>
                  <a:lnTo>
                    <a:pt x="6575" y="11908"/>
                  </a:lnTo>
                  <a:lnTo>
                    <a:pt x="6315" y="11871"/>
                  </a:lnTo>
                  <a:lnTo>
                    <a:pt x="6075" y="11815"/>
                  </a:lnTo>
                  <a:lnTo>
                    <a:pt x="5815" y="11741"/>
                  </a:lnTo>
                  <a:lnTo>
                    <a:pt x="5556" y="11630"/>
                  </a:lnTo>
                  <a:lnTo>
                    <a:pt x="5315" y="11501"/>
                  </a:lnTo>
                  <a:lnTo>
                    <a:pt x="5056" y="11352"/>
                  </a:lnTo>
                  <a:lnTo>
                    <a:pt x="4815" y="11167"/>
                  </a:lnTo>
                  <a:lnTo>
                    <a:pt x="4593" y="10945"/>
                  </a:lnTo>
                  <a:lnTo>
                    <a:pt x="4371" y="10704"/>
                  </a:lnTo>
                  <a:lnTo>
                    <a:pt x="4149" y="10408"/>
                  </a:lnTo>
                  <a:lnTo>
                    <a:pt x="3945" y="10093"/>
                  </a:lnTo>
                  <a:lnTo>
                    <a:pt x="3778" y="9723"/>
                  </a:lnTo>
                  <a:lnTo>
                    <a:pt x="3612" y="9315"/>
                  </a:lnTo>
                  <a:lnTo>
                    <a:pt x="3464" y="8853"/>
                  </a:lnTo>
                  <a:lnTo>
                    <a:pt x="3334" y="8353"/>
                  </a:lnTo>
                  <a:lnTo>
                    <a:pt x="3241" y="7797"/>
                  </a:lnTo>
                  <a:lnTo>
                    <a:pt x="3167" y="7186"/>
                  </a:lnTo>
                  <a:lnTo>
                    <a:pt x="3130" y="6519"/>
                  </a:lnTo>
                  <a:lnTo>
                    <a:pt x="3112" y="57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06;p64">
              <a:extLst>
                <a:ext uri="{FF2B5EF4-FFF2-40B4-BE49-F238E27FC236}">
                  <a16:creationId xmlns:a16="http://schemas.microsoft.com/office/drawing/2014/main" id="{DD6355E8-EEA4-6554-5429-CAF57B7752F1}"/>
                </a:ext>
              </a:extLst>
            </p:cNvPr>
            <p:cNvSpPr/>
            <p:nvPr/>
          </p:nvSpPr>
          <p:spPr>
            <a:xfrm flipH="1">
              <a:off x="6794224" y="679161"/>
              <a:ext cx="380779" cy="421087"/>
            </a:xfrm>
            <a:custGeom>
              <a:avLst/>
              <a:gdLst/>
              <a:ahLst/>
              <a:cxnLst/>
              <a:rect l="l" t="t" r="r" b="b"/>
              <a:pathLst>
                <a:path w="17316" h="19149" extrusionOk="0">
                  <a:moveTo>
                    <a:pt x="16723" y="1"/>
                  </a:moveTo>
                  <a:lnTo>
                    <a:pt x="16315" y="56"/>
                  </a:lnTo>
                  <a:lnTo>
                    <a:pt x="15704" y="149"/>
                  </a:lnTo>
                  <a:lnTo>
                    <a:pt x="14926" y="297"/>
                  </a:lnTo>
                  <a:lnTo>
                    <a:pt x="14000" y="464"/>
                  </a:lnTo>
                  <a:lnTo>
                    <a:pt x="12963" y="667"/>
                  </a:lnTo>
                  <a:lnTo>
                    <a:pt x="11852" y="908"/>
                  </a:lnTo>
                  <a:lnTo>
                    <a:pt x="10686" y="1186"/>
                  </a:lnTo>
                  <a:lnTo>
                    <a:pt x="9501" y="1464"/>
                  </a:lnTo>
                  <a:lnTo>
                    <a:pt x="8334" y="1778"/>
                  </a:lnTo>
                  <a:lnTo>
                    <a:pt x="7186" y="2093"/>
                  </a:lnTo>
                  <a:lnTo>
                    <a:pt x="6093" y="2427"/>
                  </a:lnTo>
                  <a:lnTo>
                    <a:pt x="5112" y="2778"/>
                  </a:lnTo>
                  <a:lnTo>
                    <a:pt x="4667" y="2964"/>
                  </a:lnTo>
                  <a:lnTo>
                    <a:pt x="4260" y="3130"/>
                  </a:lnTo>
                  <a:lnTo>
                    <a:pt x="3871" y="3315"/>
                  </a:lnTo>
                  <a:lnTo>
                    <a:pt x="3538" y="3482"/>
                  </a:lnTo>
                  <a:lnTo>
                    <a:pt x="3242" y="3667"/>
                  </a:lnTo>
                  <a:lnTo>
                    <a:pt x="3001" y="3834"/>
                  </a:lnTo>
                  <a:lnTo>
                    <a:pt x="2742" y="4001"/>
                  </a:lnTo>
                  <a:lnTo>
                    <a:pt x="2482" y="4167"/>
                  </a:lnTo>
                  <a:lnTo>
                    <a:pt x="2242" y="4352"/>
                  </a:lnTo>
                  <a:lnTo>
                    <a:pt x="2001" y="4538"/>
                  </a:lnTo>
                  <a:lnTo>
                    <a:pt x="1779" y="4741"/>
                  </a:lnTo>
                  <a:lnTo>
                    <a:pt x="1556" y="4964"/>
                  </a:lnTo>
                  <a:lnTo>
                    <a:pt x="1353" y="5204"/>
                  </a:lnTo>
                  <a:lnTo>
                    <a:pt x="1168" y="5464"/>
                  </a:lnTo>
                  <a:lnTo>
                    <a:pt x="982" y="5741"/>
                  </a:lnTo>
                  <a:lnTo>
                    <a:pt x="816" y="6019"/>
                  </a:lnTo>
                  <a:lnTo>
                    <a:pt x="668" y="6334"/>
                  </a:lnTo>
                  <a:lnTo>
                    <a:pt x="519" y="6649"/>
                  </a:lnTo>
                  <a:lnTo>
                    <a:pt x="408" y="7000"/>
                  </a:lnTo>
                  <a:lnTo>
                    <a:pt x="297" y="7371"/>
                  </a:lnTo>
                  <a:lnTo>
                    <a:pt x="205" y="7760"/>
                  </a:lnTo>
                  <a:lnTo>
                    <a:pt x="131" y="8167"/>
                  </a:lnTo>
                  <a:lnTo>
                    <a:pt x="75" y="8593"/>
                  </a:lnTo>
                  <a:lnTo>
                    <a:pt x="19" y="9056"/>
                  </a:lnTo>
                  <a:lnTo>
                    <a:pt x="1" y="9537"/>
                  </a:lnTo>
                  <a:lnTo>
                    <a:pt x="1" y="10037"/>
                  </a:lnTo>
                  <a:lnTo>
                    <a:pt x="19" y="10556"/>
                  </a:lnTo>
                  <a:lnTo>
                    <a:pt x="56" y="11112"/>
                  </a:lnTo>
                  <a:lnTo>
                    <a:pt x="112" y="11704"/>
                  </a:lnTo>
                  <a:lnTo>
                    <a:pt x="186" y="12315"/>
                  </a:lnTo>
                  <a:lnTo>
                    <a:pt x="279" y="12945"/>
                  </a:lnTo>
                  <a:lnTo>
                    <a:pt x="390" y="13611"/>
                  </a:lnTo>
                  <a:lnTo>
                    <a:pt x="538" y="14315"/>
                  </a:lnTo>
                  <a:lnTo>
                    <a:pt x="705" y="15037"/>
                  </a:lnTo>
                  <a:lnTo>
                    <a:pt x="890" y="15778"/>
                  </a:lnTo>
                  <a:lnTo>
                    <a:pt x="1093" y="16574"/>
                  </a:lnTo>
                  <a:lnTo>
                    <a:pt x="1334" y="17389"/>
                  </a:lnTo>
                  <a:lnTo>
                    <a:pt x="1593" y="18241"/>
                  </a:lnTo>
                  <a:lnTo>
                    <a:pt x="1871" y="17871"/>
                  </a:lnTo>
                  <a:lnTo>
                    <a:pt x="2093" y="17889"/>
                  </a:lnTo>
                  <a:lnTo>
                    <a:pt x="2334" y="17963"/>
                  </a:lnTo>
                  <a:lnTo>
                    <a:pt x="2630" y="18056"/>
                  </a:lnTo>
                  <a:lnTo>
                    <a:pt x="2779" y="18130"/>
                  </a:lnTo>
                  <a:lnTo>
                    <a:pt x="2964" y="18222"/>
                  </a:lnTo>
                  <a:lnTo>
                    <a:pt x="3149" y="18334"/>
                  </a:lnTo>
                  <a:lnTo>
                    <a:pt x="3316" y="18445"/>
                  </a:lnTo>
                  <a:lnTo>
                    <a:pt x="3501" y="18593"/>
                  </a:lnTo>
                  <a:lnTo>
                    <a:pt x="3686" y="18759"/>
                  </a:lnTo>
                  <a:lnTo>
                    <a:pt x="3871" y="18945"/>
                  </a:lnTo>
                  <a:lnTo>
                    <a:pt x="4038" y="19148"/>
                  </a:lnTo>
                  <a:lnTo>
                    <a:pt x="8890" y="10556"/>
                  </a:lnTo>
                  <a:lnTo>
                    <a:pt x="8945" y="10463"/>
                  </a:lnTo>
                  <a:lnTo>
                    <a:pt x="9056" y="10186"/>
                  </a:lnTo>
                  <a:lnTo>
                    <a:pt x="9260" y="9815"/>
                  </a:lnTo>
                  <a:lnTo>
                    <a:pt x="9390" y="9612"/>
                  </a:lnTo>
                  <a:lnTo>
                    <a:pt x="9538" y="9426"/>
                  </a:lnTo>
                  <a:lnTo>
                    <a:pt x="9704" y="9241"/>
                  </a:lnTo>
                  <a:lnTo>
                    <a:pt x="9889" y="9075"/>
                  </a:lnTo>
                  <a:lnTo>
                    <a:pt x="10093" y="8945"/>
                  </a:lnTo>
                  <a:lnTo>
                    <a:pt x="10186" y="8908"/>
                  </a:lnTo>
                  <a:lnTo>
                    <a:pt x="10297" y="8871"/>
                  </a:lnTo>
                  <a:lnTo>
                    <a:pt x="10408" y="8834"/>
                  </a:lnTo>
                  <a:lnTo>
                    <a:pt x="10649" y="8834"/>
                  </a:lnTo>
                  <a:lnTo>
                    <a:pt x="10778" y="8852"/>
                  </a:lnTo>
                  <a:lnTo>
                    <a:pt x="10908" y="8889"/>
                  </a:lnTo>
                  <a:lnTo>
                    <a:pt x="11038" y="8945"/>
                  </a:lnTo>
                  <a:lnTo>
                    <a:pt x="11167" y="9019"/>
                  </a:lnTo>
                  <a:lnTo>
                    <a:pt x="11297" y="9112"/>
                  </a:lnTo>
                  <a:lnTo>
                    <a:pt x="11852" y="9519"/>
                  </a:lnTo>
                  <a:lnTo>
                    <a:pt x="12389" y="9871"/>
                  </a:lnTo>
                  <a:lnTo>
                    <a:pt x="12889" y="10149"/>
                  </a:lnTo>
                  <a:lnTo>
                    <a:pt x="13130" y="10278"/>
                  </a:lnTo>
                  <a:lnTo>
                    <a:pt x="13371" y="10389"/>
                  </a:lnTo>
                  <a:lnTo>
                    <a:pt x="13612" y="10482"/>
                  </a:lnTo>
                  <a:lnTo>
                    <a:pt x="13834" y="10556"/>
                  </a:lnTo>
                  <a:lnTo>
                    <a:pt x="14056" y="10612"/>
                  </a:lnTo>
                  <a:lnTo>
                    <a:pt x="14260" y="10630"/>
                  </a:lnTo>
                  <a:lnTo>
                    <a:pt x="14463" y="10649"/>
                  </a:lnTo>
                  <a:lnTo>
                    <a:pt x="14667" y="10630"/>
                  </a:lnTo>
                  <a:lnTo>
                    <a:pt x="14871" y="10593"/>
                  </a:lnTo>
                  <a:lnTo>
                    <a:pt x="15056" y="10537"/>
                  </a:lnTo>
                  <a:lnTo>
                    <a:pt x="15186" y="10482"/>
                  </a:lnTo>
                  <a:lnTo>
                    <a:pt x="15315" y="10408"/>
                  </a:lnTo>
                  <a:lnTo>
                    <a:pt x="15556" y="10241"/>
                  </a:lnTo>
                  <a:lnTo>
                    <a:pt x="15797" y="10037"/>
                  </a:lnTo>
                  <a:lnTo>
                    <a:pt x="16000" y="9797"/>
                  </a:lnTo>
                  <a:lnTo>
                    <a:pt x="16204" y="9556"/>
                  </a:lnTo>
                  <a:lnTo>
                    <a:pt x="16389" y="9334"/>
                  </a:lnTo>
                  <a:lnTo>
                    <a:pt x="16649" y="8908"/>
                  </a:lnTo>
                  <a:lnTo>
                    <a:pt x="16815" y="8945"/>
                  </a:lnTo>
                  <a:lnTo>
                    <a:pt x="16963" y="7575"/>
                  </a:lnTo>
                  <a:lnTo>
                    <a:pt x="17093" y="6186"/>
                  </a:lnTo>
                  <a:lnTo>
                    <a:pt x="17223" y="4556"/>
                  </a:lnTo>
                  <a:lnTo>
                    <a:pt x="17278" y="3741"/>
                  </a:lnTo>
                  <a:lnTo>
                    <a:pt x="17297" y="2945"/>
                  </a:lnTo>
                  <a:lnTo>
                    <a:pt x="17315" y="2186"/>
                  </a:lnTo>
                  <a:lnTo>
                    <a:pt x="17297" y="1501"/>
                  </a:lnTo>
                  <a:lnTo>
                    <a:pt x="17260" y="927"/>
                  </a:lnTo>
                  <a:lnTo>
                    <a:pt x="17223" y="667"/>
                  </a:lnTo>
                  <a:lnTo>
                    <a:pt x="17186" y="464"/>
                  </a:lnTo>
                  <a:lnTo>
                    <a:pt x="17130" y="278"/>
                  </a:lnTo>
                  <a:lnTo>
                    <a:pt x="17074" y="149"/>
                  </a:lnTo>
                  <a:lnTo>
                    <a:pt x="17000" y="38"/>
                  </a:lnTo>
                  <a:lnTo>
                    <a:pt x="16963" y="19"/>
                  </a:lnTo>
                  <a:lnTo>
                    <a:pt x="16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07;p64">
              <a:extLst>
                <a:ext uri="{FF2B5EF4-FFF2-40B4-BE49-F238E27FC236}">
                  <a16:creationId xmlns:a16="http://schemas.microsoft.com/office/drawing/2014/main" id="{3E59AF3D-6A3D-E25D-3380-3F84B99D3A32}"/>
                </a:ext>
              </a:extLst>
            </p:cNvPr>
            <p:cNvSpPr/>
            <p:nvPr/>
          </p:nvSpPr>
          <p:spPr>
            <a:xfrm flipH="1">
              <a:off x="6784856" y="856711"/>
              <a:ext cx="368970" cy="441449"/>
            </a:xfrm>
            <a:custGeom>
              <a:avLst/>
              <a:gdLst/>
              <a:ahLst/>
              <a:cxnLst/>
              <a:rect l="l" t="t" r="r" b="b"/>
              <a:pathLst>
                <a:path w="16779" h="20075" extrusionOk="0">
                  <a:moveTo>
                    <a:pt x="16037" y="1"/>
                  </a:moveTo>
                  <a:lnTo>
                    <a:pt x="15908" y="241"/>
                  </a:lnTo>
                  <a:lnTo>
                    <a:pt x="15741" y="501"/>
                  </a:lnTo>
                  <a:lnTo>
                    <a:pt x="15519" y="815"/>
                  </a:lnTo>
                  <a:lnTo>
                    <a:pt x="15223" y="1149"/>
                  </a:lnTo>
                  <a:lnTo>
                    <a:pt x="15074" y="1315"/>
                  </a:lnTo>
                  <a:lnTo>
                    <a:pt x="14889" y="1463"/>
                  </a:lnTo>
                  <a:lnTo>
                    <a:pt x="14704" y="1612"/>
                  </a:lnTo>
                  <a:lnTo>
                    <a:pt x="14519" y="1741"/>
                  </a:lnTo>
                  <a:lnTo>
                    <a:pt x="14297" y="1852"/>
                  </a:lnTo>
                  <a:lnTo>
                    <a:pt x="14093" y="1945"/>
                  </a:lnTo>
                  <a:lnTo>
                    <a:pt x="13963" y="1963"/>
                  </a:lnTo>
                  <a:lnTo>
                    <a:pt x="13852" y="2000"/>
                  </a:lnTo>
                  <a:lnTo>
                    <a:pt x="13612" y="2000"/>
                  </a:lnTo>
                  <a:lnTo>
                    <a:pt x="13352" y="1982"/>
                  </a:lnTo>
                  <a:lnTo>
                    <a:pt x="13075" y="1908"/>
                  </a:lnTo>
                  <a:lnTo>
                    <a:pt x="12797" y="1834"/>
                  </a:lnTo>
                  <a:lnTo>
                    <a:pt x="12519" y="1723"/>
                  </a:lnTo>
                  <a:lnTo>
                    <a:pt x="12223" y="1593"/>
                  </a:lnTo>
                  <a:lnTo>
                    <a:pt x="11926" y="1445"/>
                  </a:lnTo>
                  <a:lnTo>
                    <a:pt x="10741" y="834"/>
                  </a:lnTo>
                  <a:lnTo>
                    <a:pt x="10445" y="686"/>
                  </a:lnTo>
                  <a:lnTo>
                    <a:pt x="10167" y="575"/>
                  </a:lnTo>
                  <a:lnTo>
                    <a:pt x="9889" y="463"/>
                  </a:lnTo>
                  <a:lnTo>
                    <a:pt x="9630" y="371"/>
                  </a:lnTo>
                  <a:lnTo>
                    <a:pt x="9519" y="371"/>
                  </a:lnTo>
                  <a:lnTo>
                    <a:pt x="9389" y="426"/>
                  </a:lnTo>
                  <a:lnTo>
                    <a:pt x="9241" y="519"/>
                  </a:lnTo>
                  <a:lnTo>
                    <a:pt x="9075" y="667"/>
                  </a:lnTo>
                  <a:lnTo>
                    <a:pt x="8908" y="852"/>
                  </a:lnTo>
                  <a:lnTo>
                    <a:pt x="8704" y="1075"/>
                  </a:lnTo>
                  <a:lnTo>
                    <a:pt x="8501" y="1334"/>
                  </a:lnTo>
                  <a:lnTo>
                    <a:pt x="8297" y="1612"/>
                  </a:lnTo>
                  <a:lnTo>
                    <a:pt x="7834" y="2278"/>
                  </a:lnTo>
                  <a:lnTo>
                    <a:pt x="7371" y="3038"/>
                  </a:lnTo>
                  <a:lnTo>
                    <a:pt x="6871" y="3871"/>
                  </a:lnTo>
                  <a:lnTo>
                    <a:pt x="6371" y="4741"/>
                  </a:lnTo>
                  <a:lnTo>
                    <a:pt x="5871" y="5630"/>
                  </a:lnTo>
                  <a:lnTo>
                    <a:pt x="5408" y="6500"/>
                  </a:lnTo>
                  <a:lnTo>
                    <a:pt x="4556" y="8167"/>
                  </a:lnTo>
                  <a:lnTo>
                    <a:pt x="3890" y="9519"/>
                  </a:lnTo>
                  <a:lnTo>
                    <a:pt x="3667" y="10019"/>
                  </a:lnTo>
                  <a:lnTo>
                    <a:pt x="3519" y="10371"/>
                  </a:lnTo>
                  <a:lnTo>
                    <a:pt x="3501" y="10389"/>
                  </a:lnTo>
                  <a:lnTo>
                    <a:pt x="3464" y="10389"/>
                  </a:lnTo>
                  <a:lnTo>
                    <a:pt x="3353" y="10371"/>
                  </a:lnTo>
                  <a:lnTo>
                    <a:pt x="3001" y="10260"/>
                  </a:lnTo>
                  <a:lnTo>
                    <a:pt x="2501" y="10093"/>
                  </a:lnTo>
                  <a:lnTo>
                    <a:pt x="2223" y="10000"/>
                  </a:lnTo>
                  <a:lnTo>
                    <a:pt x="1927" y="9945"/>
                  </a:lnTo>
                  <a:lnTo>
                    <a:pt x="1630" y="9908"/>
                  </a:lnTo>
                  <a:lnTo>
                    <a:pt x="1334" y="9908"/>
                  </a:lnTo>
                  <a:lnTo>
                    <a:pt x="1186" y="9926"/>
                  </a:lnTo>
                  <a:lnTo>
                    <a:pt x="1056" y="9945"/>
                  </a:lnTo>
                  <a:lnTo>
                    <a:pt x="908" y="9982"/>
                  </a:lnTo>
                  <a:lnTo>
                    <a:pt x="797" y="10037"/>
                  </a:lnTo>
                  <a:lnTo>
                    <a:pt x="667" y="10111"/>
                  </a:lnTo>
                  <a:lnTo>
                    <a:pt x="556" y="10204"/>
                  </a:lnTo>
                  <a:lnTo>
                    <a:pt x="445" y="10297"/>
                  </a:lnTo>
                  <a:lnTo>
                    <a:pt x="353" y="10426"/>
                  </a:lnTo>
                  <a:lnTo>
                    <a:pt x="260" y="10574"/>
                  </a:lnTo>
                  <a:lnTo>
                    <a:pt x="186" y="10741"/>
                  </a:lnTo>
                  <a:lnTo>
                    <a:pt x="130" y="10926"/>
                  </a:lnTo>
                  <a:lnTo>
                    <a:pt x="75" y="11130"/>
                  </a:lnTo>
                  <a:lnTo>
                    <a:pt x="19" y="11426"/>
                  </a:lnTo>
                  <a:lnTo>
                    <a:pt x="1" y="11704"/>
                  </a:lnTo>
                  <a:lnTo>
                    <a:pt x="1" y="11963"/>
                  </a:lnTo>
                  <a:lnTo>
                    <a:pt x="19" y="12185"/>
                  </a:lnTo>
                  <a:lnTo>
                    <a:pt x="75" y="12408"/>
                  </a:lnTo>
                  <a:lnTo>
                    <a:pt x="130" y="12611"/>
                  </a:lnTo>
                  <a:lnTo>
                    <a:pt x="205" y="12797"/>
                  </a:lnTo>
                  <a:lnTo>
                    <a:pt x="297" y="12963"/>
                  </a:lnTo>
                  <a:lnTo>
                    <a:pt x="390" y="13111"/>
                  </a:lnTo>
                  <a:lnTo>
                    <a:pt x="519" y="13241"/>
                  </a:lnTo>
                  <a:lnTo>
                    <a:pt x="649" y="13371"/>
                  </a:lnTo>
                  <a:lnTo>
                    <a:pt x="779" y="13482"/>
                  </a:lnTo>
                  <a:lnTo>
                    <a:pt x="927" y="13593"/>
                  </a:lnTo>
                  <a:lnTo>
                    <a:pt x="1075" y="13667"/>
                  </a:lnTo>
                  <a:lnTo>
                    <a:pt x="1408" y="13834"/>
                  </a:lnTo>
                  <a:lnTo>
                    <a:pt x="1742" y="13945"/>
                  </a:lnTo>
                  <a:lnTo>
                    <a:pt x="2056" y="14037"/>
                  </a:lnTo>
                  <a:lnTo>
                    <a:pt x="2686" y="14167"/>
                  </a:lnTo>
                  <a:lnTo>
                    <a:pt x="2945" y="14222"/>
                  </a:lnTo>
                  <a:lnTo>
                    <a:pt x="3149" y="14278"/>
                  </a:lnTo>
                  <a:lnTo>
                    <a:pt x="3316" y="14333"/>
                  </a:lnTo>
                  <a:lnTo>
                    <a:pt x="3371" y="14371"/>
                  </a:lnTo>
                  <a:lnTo>
                    <a:pt x="3408" y="14408"/>
                  </a:lnTo>
                  <a:lnTo>
                    <a:pt x="3667" y="14815"/>
                  </a:lnTo>
                  <a:lnTo>
                    <a:pt x="4001" y="15371"/>
                  </a:lnTo>
                  <a:lnTo>
                    <a:pt x="4445" y="16037"/>
                  </a:lnTo>
                  <a:lnTo>
                    <a:pt x="4704" y="16389"/>
                  </a:lnTo>
                  <a:lnTo>
                    <a:pt x="5001" y="16741"/>
                  </a:lnTo>
                  <a:lnTo>
                    <a:pt x="5297" y="17111"/>
                  </a:lnTo>
                  <a:lnTo>
                    <a:pt x="5630" y="17463"/>
                  </a:lnTo>
                  <a:lnTo>
                    <a:pt x="6001" y="17815"/>
                  </a:lnTo>
                  <a:lnTo>
                    <a:pt x="6371" y="18167"/>
                  </a:lnTo>
                  <a:lnTo>
                    <a:pt x="6797" y="18482"/>
                  </a:lnTo>
                  <a:lnTo>
                    <a:pt x="7223" y="18778"/>
                  </a:lnTo>
                  <a:lnTo>
                    <a:pt x="7704" y="19056"/>
                  </a:lnTo>
                  <a:lnTo>
                    <a:pt x="7945" y="19167"/>
                  </a:lnTo>
                  <a:lnTo>
                    <a:pt x="8186" y="19296"/>
                  </a:lnTo>
                  <a:lnTo>
                    <a:pt x="8519" y="19426"/>
                  </a:lnTo>
                  <a:lnTo>
                    <a:pt x="8908" y="19556"/>
                  </a:lnTo>
                  <a:lnTo>
                    <a:pt x="9334" y="19667"/>
                  </a:lnTo>
                  <a:lnTo>
                    <a:pt x="9797" y="19778"/>
                  </a:lnTo>
                  <a:lnTo>
                    <a:pt x="10278" y="19889"/>
                  </a:lnTo>
                  <a:lnTo>
                    <a:pt x="10778" y="19963"/>
                  </a:lnTo>
                  <a:lnTo>
                    <a:pt x="11315" y="20037"/>
                  </a:lnTo>
                  <a:lnTo>
                    <a:pt x="11834" y="20074"/>
                  </a:lnTo>
                  <a:lnTo>
                    <a:pt x="12371" y="20074"/>
                  </a:lnTo>
                  <a:lnTo>
                    <a:pt x="12908" y="20056"/>
                  </a:lnTo>
                  <a:lnTo>
                    <a:pt x="13426" y="20000"/>
                  </a:lnTo>
                  <a:lnTo>
                    <a:pt x="13667" y="19944"/>
                  </a:lnTo>
                  <a:lnTo>
                    <a:pt x="13926" y="19907"/>
                  </a:lnTo>
                  <a:lnTo>
                    <a:pt x="14167" y="19833"/>
                  </a:lnTo>
                  <a:lnTo>
                    <a:pt x="14389" y="19759"/>
                  </a:lnTo>
                  <a:lnTo>
                    <a:pt x="14612" y="19667"/>
                  </a:lnTo>
                  <a:lnTo>
                    <a:pt x="14834" y="19574"/>
                  </a:lnTo>
                  <a:lnTo>
                    <a:pt x="15037" y="19463"/>
                  </a:lnTo>
                  <a:lnTo>
                    <a:pt x="15241" y="19352"/>
                  </a:lnTo>
                  <a:lnTo>
                    <a:pt x="15426" y="19204"/>
                  </a:lnTo>
                  <a:lnTo>
                    <a:pt x="15611" y="19056"/>
                  </a:lnTo>
                  <a:lnTo>
                    <a:pt x="15908" y="18759"/>
                  </a:lnTo>
                  <a:lnTo>
                    <a:pt x="16167" y="18500"/>
                  </a:lnTo>
                  <a:lnTo>
                    <a:pt x="16278" y="18352"/>
                  </a:lnTo>
                  <a:lnTo>
                    <a:pt x="16389" y="18204"/>
                  </a:lnTo>
                  <a:lnTo>
                    <a:pt x="16463" y="18056"/>
                  </a:lnTo>
                  <a:lnTo>
                    <a:pt x="16537" y="17889"/>
                  </a:lnTo>
                  <a:lnTo>
                    <a:pt x="16611" y="17704"/>
                  </a:lnTo>
                  <a:lnTo>
                    <a:pt x="16667" y="17500"/>
                  </a:lnTo>
                  <a:lnTo>
                    <a:pt x="16704" y="17278"/>
                  </a:lnTo>
                  <a:lnTo>
                    <a:pt x="16741" y="17019"/>
                  </a:lnTo>
                  <a:lnTo>
                    <a:pt x="16760" y="16722"/>
                  </a:lnTo>
                  <a:lnTo>
                    <a:pt x="16778" y="16389"/>
                  </a:lnTo>
                  <a:lnTo>
                    <a:pt x="16778" y="15611"/>
                  </a:lnTo>
                  <a:lnTo>
                    <a:pt x="16760" y="14648"/>
                  </a:lnTo>
                  <a:lnTo>
                    <a:pt x="16723" y="13445"/>
                  </a:lnTo>
                  <a:lnTo>
                    <a:pt x="16556" y="10297"/>
                  </a:lnTo>
                  <a:lnTo>
                    <a:pt x="16315" y="5889"/>
                  </a:lnTo>
                  <a:lnTo>
                    <a:pt x="16186" y="3130"/>
                  </a:lnTo>
                  <a:lnTo>
                    <a:pt x="1603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08;p64">
              <a:extLst>
                <a:ext uri="{FF2B5EF4-FFF2-40B4-BE49-F238E27FC236}">
                  <a16:creationId xmlns:a16="http://schemas.microsoft.com/office/drawing/2014/main" id="{45D60785-C0DD-3A4B-839B-2D86CD75C217}"/>
                </a:ext>
              </a:extLst>
            </p:cNvPr>
            <p:cNvSpPr/>
            <p:nvPr/>
          </p:nvSpPr>
          <p:spPr>
            <a:xfrm flipH="1">
              <a:off x="6841454" y="1031402"/>
              <a:ext cx="14293" cy="27729"/>
            </a:xfrm>
            <a:custGeom>
              <a:avLst/>
              <a:gdLst/>
              <a:ahLst/>
              <a:cxnLst/>
              <a:rect l="l" t="t" r="r" b="b"/>
              <a:pathLst>
                <a:path w="650" h="1261" extrusionOk="0">
                  <a:moveTo>
                    <a:pt x="260" y="1"/>
                  </a:moveTo>
                  <a:lnTo>
                    <a:pt x="186" y="38"/>
                  </a:lnTo>
                  <a:lnTo>
                    <a:pt x="131" y="112"/>
                  </a:lnTo>
                  <a:lnTo>
                    <a:pt x="94" y="186"/>
                  </a:lnTo>
                  <a:lnTo>
                    <a:pt x="57" y="279"/>
                  </a:lnTo>
                  <a:lnTo>
                    <a:pt x="20" y="390"/>
                  </a:lnTo>
                  <a:lnTo>
                    <a:pt x="1" y="501"/>
                  </a:lnTo>
                  <a:lnTo>
                    <a:pt x="1" y="630"/>
                  </a:lnTo>
                  <a:lnTo>
                    <a:pt x="1" y="760"/>
                  </a:lnTo>
                  <a:lnTo>
                    <a:pt x="20" y="871"/>
                  </a:lnTo>
                  <a:lnTo>
                    <a:pt x="57" y="982"/>
                  </a:lnTo>
                  <a:lnTo>
                    <a:pt x="94" y="1075"/>
                  </a:lnTo>
                  <a:lnTo>
                    <a:pt x="131" y="1149"/>
                  </a:lnTo>
                  <a:lnTo>
                    <a:pt x="186" y="1204"/>
                  </a:lnTo>
                  <a:lnTo>
                    <a:pt x="260" y="1241"/>
                  </a:lnTo>
                  <a:lnTo>
                    <a:pt x="316" y="1260"/>
                  </a:lnTo>
                  <a:lnTo>
                    <a:pt x="390" y="1241"/>
                  </a:lnTo>
                  <a:lnTo>
                    <a:pt x="445" y="1204"/>
                  </a:lnTo>
                  <a:lnTo>
                    <a:pt x="501" y="1149"/>
                  </a:lnTo>
                  <a:lnTo>
                    <a:pt x="557" y="1075"/>
                  </a:lnTo>
                  <a:lnTo>
                    <a:pt x="594" y="982"/>
                  </a:lnTo>
                  <a:lnTo>
                    <a:pt x="631" y="871"/>
                  </a:lnTo>
                  <a:lnTo>
                    <a:pt x="649" y="760"/>
                  </a:lnTo>
                  <a:lnTo>
                    <a:pt x="649" y="630"/>
                  </a:lnTo>
                  <a:lnTo>
                    <a:pt x="649" y="501"/>
                  </a:lnTo>
                  <a:lnTo>
                    <a:pt x="631" y="390"/>
                  </a:lnTo>
                  <a:lnTo>
                    <a:pt x="594" y="279"/>
                  </a:lnTo>
                  <a:lnTo>
                    <a:pt x="557" y="186"/>
                  </a:lnTo>
                  <a:lnTo>
                    <a:pt x="501" y="112"/>
                  </a:lnTo>
                  <a:lnTo>
                    <a:pt x="445" y="38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09;p64">
              <a:extLst>
                <a:ext uri="{FF2B5EF4-FFF2-40B4-BE49-F238E27FC236}">
                  <a16:creationId xmlns:a16="http://schemas.microsoft.com/office/drawing/2014/main" id="{8519EAEB-2AF9-27A1-BFEA-5E2D8C05E00F}"/>
                </a:ext>
              </a:extLst>
            </p:cNvPr>
            <p:cNvSpPr/>
            <p:nvPr/>
          </p:nvSpPr>
          <p:spPr>
            <a:xfrm flipH="1">
              <a:off x="6800332" y="1026938"/>
              <a:ext cx="8576" cy="26080"/>
            </a:xfrm>
            <a:custGeom>
              <a:avLst/>
              <a:gdLst/>
              <a:ahLst/>
              <a:cxnLst/>
              <a:rect l="l" t="t" r="r" b="b"/>
              <a:pathLst>
                <a:path w="390" h="1186" extrusionOk="0">
                  <a:moveTo>
                    <a:pt x="149" y="0"/>
                  </a:moveTo>
                  <a:lnTo>
                    <a:pt x="112" y="37"/>
                  </a:lnTo>
                  <a:lnTo>
                    <a:pt x="93" y="74"/>
                  </a:lnTo>
                  <a:lnTo>
                    <a:pt x="56" y="148"/>
                  </a:lnTo>
                  <a:lnTo>
                    <a:pt x="1" y="315"/>
                  </a:lnTo>
                  <a:lnTo>
                    <a:pt x="1" y="556"/>
                  </a:lnTo>
                  <a:lnTo>
                    <a:pt x="1" y="796"/>
                  </a:lnTo>
                  <a:lnTo>
                    <a:pt x="56" y="1000"/>
                  </a:lnTo>
                  <a:lnTo>
                    <a:pt x="75" y="1074"/>
                  </a:lnTo>
                  <a:lnTo>
                    <a:pt x="112" y="1148"/>
                  </a:lnTo>
                  <a:lnTo>
                    <a:pt x="149" y="1185"/>
                  </a:lnTo>
                  <a:lnTo>
                    <a:pt x="223" y="1185"/>
                  </a:lnTo>
                  <a:lnTo>
                    <a:pt x="260" y="1148"/>
                  </a:lnTo>
                  <a:lnTo>
                    <a:pt x="297" y="1074"/>
                  </a:lnTo>
                  <a:lnTo>
                    <a:pt x="334" y="1000"/>
                  </a:lnTo>
                  <a:lnTo>
                    <a:pt x="371" y="796"/>
                  </a:lnTo>
                  <a:lnTo>
                    <a:pt x="389" y="556"/>
                  </a:lnTo>
                  <a:lnTo>
                    <a:pt x="371" y="315"/>
                  </a:lnTo>
                  <a:lnTo>
                    <a:pt x="334" y="148"/>
                  </a:lnTo>
                  <a:lnTo>
                    <a:pt x="315" y="74"/>
                  </a:lnTo>
                  <a:lnTo>
                    <a:pt x="278" y="37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0;p64">
              <a:extLst>
                <a:ext uri="{FF2B5EF4-FFF2-40B4-BE49-F238E27FC236}">
                  <a16:creationId xmlns:a16="http://schemas.microsoft.com/office/drawing/2014/main" id="{EF4E0879-A02F-ABF5-1B48-65F7ECF27767}"/>
                </a:ext>
              </a:extLst>
            </p:cNvPr>
            <p:cNvSpPr/>
            <p:nvPr/>
          </p:nvSpPr>
          <p:spPr>
            <a:xfrm flipH="1">
              <a:off x="7098015" y="1095746"/>
              <a:ext cx="42771" cy="21198"/>
            </a:xfrm>
            <a:custGeom>
              <a:avLst/>
              <a:gdLst/>
              <a:ahLst/>
              <a:cxnLst/>
              <a:rect l="l" t="t" r="r" b="b"/>
              <a:pathLst>
                <a:path w="1945" h="964" extrusionOk="0">
                  <a:moveTo>
                    <a:pt x="889" y="1"/>
                  </a:moveTo>
                  <a:lnTo>
                    <a:pt x="741" y="19"/>
                  </a:lnTo>
                  <a:lnTo>
                    <a:pt x="593" y="38"/>
                  </a:lnTo>
                  <a:lnTo>
                    <a:pt x="445" y="93"/>
                  </a:lnTo>
                  <a:lnTo>
                    <a:pt x="204" y="186"/>
                  </a:lnTo>
                  <a:lnTo>
                    <a:pt x="56" y="297"/>
                  </a:lnTo>
                  <a:lnTo>
                    <a:pt x="0" y="334"/>
                  </a:lnTo>
                  <a:lnTo>
                    <a:pt x="1945" y="964"/>
                  </a:lnTo>
                  <a:lnTo>
                    <a:pt x="1815" y="667"/>
                  </a:lnTo>
                  <a:lnTo>
                    <a:pt x="1686" y="445"/>
                  </a:lnTo>
                  <a:lnTo>
                    <a:pt x="1537" y="278"/>
                  </a:lnTo>
                  <a:lnTo>
                    <a:pt x="1389" y="149"/>
                  </a:lnTo>
                  <a:lnTo>
                    <a:pt x="1223" y="56"/>
                  </a:lnTo>
                  <a:lnTo>
                    <a:pt x="1056" y="19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1;p64">
              <a:extLst>
                <a:ext uri="{FF2B5EF4-FFF2-40B4-BE49-F238E27FC236}">
                  <a16:creationId xmlns:a16="http://schemas.microsoft.com/office/drawing/2014/main" id="{9D94E04B-4B86-9068-15DD-6A902DEA7633}"/>
                </a:ext>
              </a:extLst>
            </p:cNvPr>
            <p:cNvSpPr/>
            <p:nvPr/>
          </p:nvSpPr>
          <p:spPr>
            <a:xfrm flipH="1">
              <a:off x="7098015" y="1095746"/>
              <a:ext cx="42771" cy="21198"/>
            </a:xfrm>
            <a:custGeom>
              <a:avLst/>
              <a:gdLst/>
              <a:ahLst/>
              <a:cxnLst/>
              <a:rect l="l" t="t" r="r" b="b"/>
              <a:pathLst>
                <a:path w="1945" h="964" fill="none" extrusionOk="0">
                  <a:moveTo>
                    <a:pt x="0" y="334"/>
                  </a:moveTo>
                  <a:lnTo>
                    <a:pt x="0" y="334"/>
                  </a:lnTo>
                  <a:lnTo>
                    <a:pt x="56" y="297"/>
                  </a:lnTo>
                  <a:lnTo>
                    <a:pt x="204" y="186"/>
                  </a:lnTo>
                  <a:lnTo>
                    <a:pt x="445" y="93"/>
                  </a:lnTo>
                  <a:lnTo>
                    <a:pt x="593" y="38"/>
                  </a:lnTo>
                  <a:lnTo>
                    <a:pt x="741" y="19"/>
                  </a:lnTo>
                  <a:lnTo>
                    <a:pt x="889" y="1"/>
                  </a:lnTo>
                  <a:lnTo>
                    <a:pt x="1056" y="19"/>
                  </a:lnTo>
                  <a:lnTo>
                    <a:pt x="1223" y="56"/>
                  </a:lnTo>
                  <a:lnTo>
                    <a:pt x="1389" y="149"/>
                  </a:lnTo>
                  <a:lnTo>
                    <a:pt x="1537" y="278"/>
                  </a:lnTo>
                  <a:lnTo>
                    <a:pt x="1686" y="445"/>
                  </a:lnTo>
                  <a:lnTo>
                    <a:pt x="1815" y="667"/>
                  </a:lnTo>
                  <a:lnTo>
                    <a:pt x="1945" y="96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2;p64">
              <a:extLst>
                <a:ext uri="{FF2B5EF4-FFF2-40B4-BE49-F238E27FC236}">
                  <a16:creationId xmlns:a16="http://schemas.microsoft.com/office/drawing/2014/main" id="{9FB9F317-43FC-35D5-7B85-175AAD1E3F45}"/>
                </a:ext>
              </a:extLst>
            </p:cNvPr>
            <p:cNvSpPr/>
            <p:nvPr/>
          </p:nvSpPr>
          <p:spPr>
            <a:xfrm flipH="1">
              <a:off x="6789337" y="1042001"/>
              <a:ext cx="35448" cy="76569"/>
            </a:xfrm>
            <a:custGeom>
              <a:avLst/>
              <a:gdLst/>
              <a:ahLst/>
              <a:cxnLst/>
              <a:rect l="l" t="t" r="r" b="b"/>
              <a:pathLst>
                <a:path w="1612" h="3482" extrusionOk="0">
                  <a:moveTo>
                    <a:pt x="0" y="0"/>
                  </a:moveTo>
                  <a:lnTo>
                    <a:pt x="0" y="3482"/>
                  </a:lnTo>
                  <a:lnTo>
                    <a:pt x="1445" y="3315"/>
                  </a:lnTo>
                  <a:lnTo>
                    <a:pt x="1500" y="3296"/>
                  </a:lnTo>
                  <a:lnTo>
                    <a:pt x="1537" y="3278"/>
                  </a:lnTo>
                  <a:lnTo>
                    <a:pt x="1593" y="3204"/>
                  </a:lnTo>
                  <a:lnTo>
                    <a:pt x="1611" y="3130"/>
                  </a:lnTo>
                  <a:lnTo>
                    <a:pt x="1611" y="3074"/>
                  </a:lnTo>
                  <a:lnTo>
                    <a:pt x="1593" y="3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6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13;p64">
              <a:extLst>
                <a:ext uri="{FF2B5EF4-FFF2-40B4-BE49-F238E27FC236}">
                  <a16:creationId xmlns:a16="http://schemas.microsoft.com/office/drawing/2014/main" id="{CC644A9C-1765-B46B-091E-93383499946A}"/>
                </a:ext>
              </a:extLst>
            </p:cNvPr>
            <p:cNvSpPr/>
            <p:nvPr/>
          </p:nvSpPr>
          <p:spPr>
            <a:xfrm flipH="1">
              <a:off x="6844731" y="987421"/>
              <a:ext cx="50511" cy="27312"/>
            </a:xfrm>
            <a:custGeom>
              <a:avLst/>
              <a:gdLst/>
              <a:ahLst/>
              <a:cxnLst/>
              <a:rect l="l" t="t" r="r" b="b"/>
              <a:pathLst>
                <a:path w="2297" h="1242" extrusionOk="0">
                  <a:moveTo>
                    <a:pt x="1019" y="1"/>
                  </a:moveTo>
                  <a:lnTo>
                    <a:pt x="890" y="19"/>
                  </a:lnTo>
                  <a:lnTo>
                    <a:pt x="778" y="38"/>
                  </a:lnTo>
                  <a:lnTo>
                    <a:pt x="649" y="56"/>
                  </a:lnTo>
                  <a:lnTo>
                    <a:pt x="538" y="112"/>
                  </a:lnTo>
                  <a:lnTo>
                    <a:pt x="408" y="167"/>
                  </a:lnTo>
                  <a:lnTo>
                    <a:pt x="316" y="242"/>
                  </a:lnTo>
                  <a:lnTo>
                    <a:pt x="204" y="334"/>
                  </a:lnTo>
                  <a:lnTo>
                    <a:pt x="112" y="482"/>
                  </a:lnTo>
                  <a:lnTo>
                    <a:pt x="38" y="667"/>
                  </a:lnTo>
                  <a:lnTo>
                    <a:pt x="1" y="779"/>
                  </a:lnTo>
                  <a:lnTo>
                    <a:pt x="1" y="853"/>
                  </a:lnTo>
                  <a:lnTo>
                    <a:pt x="19" y="890"/>
                  </a:lnTo>
                  <a:lnTo>
                    <a:pt x="38" y="908"/>
                  </a:lnTo>
                  <a:lnTo>
                    <a:pt x="75" y="908"/>
                  </a:lnTo>
                  <a:lnTo>
                    <a:pt x="112" y="927"/>
                  </a:lnTo>
                  <a:lnTo>
                    <a:pt x="334" y="890"/>
                  </a:lnTo>
                  <a:lnTo>
                    <a:pt x="556" y="871"/>
                  </a:lnTo>
                  <a:lnTo>
                    <a:pt x="778" y="871"/>
                  </a:lnTo>
                  <a:lnTo>
                    <a:pt x="982" y="890"/>
                  </a:lnTo>
                  <a:lnTo>
                    <a:pt x="1353" y="927"/>
                  </a:lnTo>
                  <a:lnTo>
                    <a:pt x="1667" y="1001"/>
                  </a:lnTo>
                  <a:lnTo>
                    <a:pt x="1927" y="1093"/>
                  </a:lnTo>
                  <a:lnTo>
                    <a:pt x="2130" y="1167"/>
                  </a:lnTo>
                  <a:lnTo>
                    <a:pt x="2297" y="1242"/>
                  </a:lnTo>
                  <a:lnTo>
                    <a:pt x="2297" y="1130"/>
                  </a:lnTo>
                  <a:lnTo>
                    <a:pt x="2297" y="1019"/>
                  </a:lnTo>
                  <a:lnTo>
                    <a:pt x="2278" y="908"/>
                  </a:lnTo>
                  <a:lnTo>
                    <a:pt x="2241" y="797"/>
                  </a:lnTo>
                  <a:lnTo>
                    <a:pt x="2186" y="686"/>
                  </a:lnTo>
                  <a:lnTo>
                    <a:pt x="2130" y="593"/>
                  </a:lnTo>
                  <a:lnTo>
                    <a:pt x="2075" y="501"/>
                  </a:lnTo>
                  <a:lnTo>
                    <a:pt x="2001" y="408"/>
                  </a:lnTo>
                  <a:lnTo>
                    <a:pt x="1816" y="260"/>
                  </a:lnTo>
                  <a:lnTo>
                    <a:pt x="1612" y="149"/>
                  </a:lnTo>
                  <a:lnTo>
                    <a:pt x="1501" y="93"/>
                  </a:lnTo>
                  <a:lnTo>
                    <a:pt x="1371" y="56"/>
                  </a:lnTo>
                  <a:lnTo>
                    <a:pt x="1241" y="19"/>
                  </a:lnTo>
                  <a:lnTo>
                    <a:pt x="1112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14;p64">
              <a:extLst>
                <a:ext uri="{FF2B5EF4-FFF2-40B4-BE49-F238E27FC236}">
                  <a16:creationId xmlns:a16="http://schemas.microsoft.com/office/drawing/2014/main" id="{509F0FF8-3802-75AD-54E5-1A57F154FDE3}"/>
                </a:ext>
              </a:extLst>
            </p:cNvPr>
            <p:cNvSpPr/>
            <p:nvPr/>
          </p:nvSpPr>
          <p:spPr>
            <a:xfrm flipH="1">
              <a:off x="6765720" y="973172"/>
              <a:ext cx="50115" cy="31380"/>
            </a:xfrm>
            <a:custGeom>
              <a:avLst/>
              <a:gdLst/>
              <a:ahLst/>
              <a:cxnLst/>
              <a:rect l="l" t="t" r="r" b="b"/>
              <a:pathLst>
                <a:path w="2279" h="1427" extrusionOk="0">
                  <a:moveTo>
                    <a:pt x="1149" y="1"/>
                  </a:moveTo>
                  <a:lnTo>
                    <a:pt x="1019" y="19"/>
                  </a:lnTo>
                  <a:lnTo>
                    <a:pt x="890" y="38"/>
                  </a:lnTo>
                  <a:lnTo>
                    <a:pt x="779" y="75"/>
                  </a:lnTo>
                  <a:lnTo>
                    <a:pt x="649" y="130"/>
                  </a:lnTo>
                  <a:lnTo>
                    <a:pt x="556" y="167"/>
                  </a:lnTo>
                  <a:lnTo>
                    <a:pt x="464" y="223"/>
                  </a:lnTo>
                  <a:lnTo>
                    <a:pt x="353" y="297"/>
                  </a:lnTo>
                  <a:lnTo>
                    <a:pt x="279" y="390"/>
                  </a:lnTo>
                  <a:lnTo>
                    <a:pt x="186" y="482"/>
                  </a:lnTo>
                  <a:lnTo>
                    <a:pt x="112" y="593"/>
                  </a:lnTo>
                  <a:lnTo>
                    <a:pt x="56" y="723"/>
                  </a:lnTo>
                  <a:lnTo>
                    <a:pt x="1" y="834"/>
                  </a:lnTo>
                  <a:lnTo>
                    <a:pt x="1" y="1001"/>
                  </a:lnTo>
                  <a:lnTo>
                    <a:pt x="19" y="1223"/>
                  </a:lnTo>
                  <a:lnTo>
                    <a:pt x="38" y="1315"/>
                  </a:lnTo>
                  <a:lnTo>
                    <a:pt x="75" y="1390"/>
                  </a:lnTo>
                  <a:lnTo>
                    <a:pt x="93" y="1408"/>
                  </a:lnTo>
                  <a:lnTo>
                    <a:pt x="130" y="1427"/>
                  </a:lnTo>
                  <a:lnTo>
                    <a:pt x="167" y="1427"/>
                  </a:lnTo>
                  <a:lnTo>
                    <a:pt x="204" y="1408"/>
                  </a:lnTo>
                  <a:lnTo>
                    <a:pt x="390" y="1260"/>
                  </a:lnTo>
                  <a:lnTo>
                    <a:pt x="575" y="1149"/>
                  </a:lnTo>
                  <a:lnTo>
                    <a:pt x="760" y="1056"/>
                  </a:lnTo>
                  <a:lnTo>
                    <a:pt x="945" y="964"/>
                  </a:lnTo>
                  <a:lnTo>
                    <a:pt x="1297" y="815"/>
                  </a:lnTo>
                  <a:lnTo>
                    <a:pt x="1612" y="723"/>
                  </a:lnTo>
                  <a:lnTo>
                    <a:pt x="1890" y="667"/>
                  </a:lnTo>
                  <a:lnTo>
                    <a:pt x="2093" y="649"/>
                  </a:lnTo>
                  <a:lnTo>
                    <a:pt x="2278" y="630"/>
                  </a:lnTo>
                  <a:lnTo>
                    <a:pt x="2223" y="538"/>
                  </a:lnTo>
                  <a:lnTo>
                    <a:pt x="2167" y="445"/>
                  </a:lnTo>
                  <a:lnTo>
                    <a:pt x="2093" y="353"/>
                  </a:lnTo>
                  <a:lnTo>
                    <a:pt x="2001" y="278"/>
                  </a:lnTo>
                  <a:lnTo>
                    <a:pt x="1927" y="204"/>
                  </a:lnTo>
                  <a:lnTo>
                    <a:pt x="1816" y="149"/>
                  </a:lnTo>
                  <a:lnTo>
                    <a:pt x="1723" y="93"/>
                  </a:lnTo>
                  <a:lnTo>
                    <a:pt x="1612" y="56"/>
                  </a:lnTo>
                  <a:lnTo>
                    <a:pt x="1390" y="19"/>
                  </a:lnTo>
                  <a:lnTo>
                    <a:pt x="1149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15;p64">
              <a:extLst>
                <a:ext uri="{FF2B5EF4-FFF2-40B4-BE49-F238E27FC236}">
                  <a16:creationId xmlns:a16="http://schemas.microsoft.com/office/drawing/2014/main" id="{56C12A79-4600-887C-07AC-9C9BFC979A48}"/>
                </a:ext>
              </a:extLst>
            </p:cNvPr>
            <p:cNvSpPr/>
            <p:nvPr/>
          </p:nvSpPr>
          <p:spPr>
            <a:xfrm flipH="1">
              <a:off x="7087429" y="1407678"/>
              <a:ext cx="978951" cy="776577"/>
            </a:xfrm>
            <a:custGeom>
              <a:avLst/>
              <a:gdLst/>
              <a:ahLst/>
              <a:cxnLst/>
              <a:rect l="l" t="t" r="r" b="b"/>
              <a:pathLst>
                <a:path w="44518" h="35315" extrusionOk="0">
                  <a:moveTo>
                    <a:pt x="38277" y="0"/>
                  </a:moveTo>
                  <a:lnTo>
                    <a:pt x="13463" y="11241"/>
                  </a:lnTo>
                  <a:lnTo>
                    <a:pt x="12500" y="11574"/>
                  </a:lnTo>
                  <a:lnTo>
                    <a:pt x="11518" y="11926"/>
                  </a:lnTo>
                  <a:lnTo>
                    <a:pt x="10574" y="12296"/>
                  </a:lnTo>
                  <a:lnTo>
                    <a:pt x="9611" y="12722"/>
                  </a:lnTo>
                  <a:lnTo>
                    <a:pt x="8666" y="13148"/>
                  </a:lnTo>
                  <a:lnTo>
                    <a:pt x="7741" y="13630"/>
                  </a:lnTo>
                  <a:lnTo>
                    <a:pt x="6815" y="14130"/>
                  </a:lnTo>
                  <a:lnTo>
                    <a:pt x="5907" y="14685"/>
                  </a:lnTo>
                  <a:lnTo>
                    <a:pt x="5370" y="15019"/>
                  </a:lnTo>
                  <a:lnTo>
                    <a:pt x="4852" y="15389"/>
                  </a:lnTo>
                  <a:lnTo>
                    <a:pt x="4370" y="15741"/>
                  </a:lnTo>
                  <a:lnTo>
                    <a:pt x="3907" y="16111"/>
                  </a:lnTo>
                  <a:lnTo>
                    <a:pt x="3481" y="16500"/>
                  </a:lnTo>
                  <a:lnTo>
                    <a:pt x="3093" y="16889"/>
                  </a:lnTo>
                  <a:lnTo>
                    <a:pt x="2722" y="17278"/>
                  </a:lnTo>
                  <a:lnTo>
                    <a:pt x="2370" y="17667"/>
                  </a:lnTo>
                  <a:lnTo>
                    <a:pt x="2056" y="18056"/>
                  </a:lnTo>
                  <a:lnTo>
                    <a:pt x="1759" y="18463"/>
                  </a:lnTo>
                  <a:lnTo>
                    <a:pt x="1481" y="18870"/>
                  </a:lnTo>
                  <a:lnTo>
                    <a:pt x="1241" y="19278"/>
                  </a:lnTo>
                  <a:lnTo>
                    <a:pt x="1018" y="19704"/>
                  </a:lnTo>
                  <a:lnTo>
                    <a:pt x="833" y="20111"/>
                  </a:lnTo>
                  <a:lnTo>
                    <a:pt x="648" y="20537"/>
                  </a:lnTo>
                  <a:lnTo>
                    <a:pt x="500" y="20963"/>
                  </a:lnTo>
                  <a:lnTo>
                    <a:pt x="370" y="21389"/>
                  </a:lnTo>
                  <a:lnTo>
                    <a:pt x="259" y="21815"/>
                  </a:lnTo>
                  <a:lnTo>
                    <a:pt x="167" y="22241"/>
                  </a:lnTo>
                  <a:lnTo>
                    <a:pt x="93" y="22648"/>
                  </a:lnTo>
                  <a:lnTo>
                    <a:pt x="56" y="23074"/>
                  </a:lnTo>
                  <a:lnTo>
                    <a:pt x="19" y="23500"/>
                  </a:lnTo>
                  <a:lnTo>
                    <a:pt x="0" y="23926"/>
                  </a:lnTo>
                  <a:lnTo>
                    <a:pt x="0" y="24352"/>
                  </a:lnTo>
                  <a:lnTo>
                    <a:pt x="37" y="24778"/>
                  </a:lnTo>
                  <a:lnTo>
                    <a:pt x="74" y="25185"/>
                  </a:lnTo>
                  <a:lnTo>
                    <a:pt x="111" y="25611"/>
                  </a:lnTo>
                  <a:lnTo>
                    <a:pt x="185" y="26018"/>
                  </a:lnTo>
                  <a:lnTo>
                    <a:pt x="278" y="26426"/>
                  </a:lnTo>
                  <a:lnTo>
                    <a:pt x="370" y="26833"/>
                  </a:lnTo>
                  <a:lnTo>
                    <a:pt x="481" y="27222"/>
                  </a:lnTo>
                  <a:lnTo>
                    <a:pt x="611" y="27629"/>
                  </a:lnTo>
                  <a:lnTo>
                    <a:pt x="741" y="28018"/>
                  </a:lnTo>
                  <a:lnTo>
                    <a:pt x="889" y="28389"/>
                  </a:lnTo>
                  <a:lnTo>
                    <a:pt x="1056" y="28777"/>
                  </a:lnTo>
                  <a:lnTo>
                    <a:pt x="1222" y="29148"/>
                  </a:lnTo>
                  <a:lnTo>
                    <a:pt x="1407" y="29518"/>
                  </a:lnTo>
                  <a:lnTo>
                    <a:pt x="1611" y="29870"/>
                  </a:lnTo>
                  <a:lnTo>
                    <a:pt x="1815" y="30222"/>
                  </a:lnTo>
                  <a:lnTo>
                    <a:pt x="2018" y="30555"/>
                  </a:lnTo>
                  <a:lnTo>
                    <a:pt x="2241" y="30889"/>
                  </a:lnTo>
                  <a:lnTo>
                    <a:pt x="2463" y="31222"/>
                  </a:lnTo>
                  <a:lnTo>
                    <a:pt x="2685" y="31537"/>
                  </a:lnTo>
                  <a:lnTo>
                    <a:pt x="2926" y="31833"/>
                  </a:lnTo>
                  <a:lnTo>
                    <a:pt x="3426" y="32407"/>
                  </a:lnTo>
                  <a:lnTo>
                    <a:pt x="3944" y="32944"/>
                  </a:lnTo>
                  <a:lnTo>
                    <a:pt x="4204" y="33203"/>
                  </a:lnTo>
                  <a:lnTo>
                    <a:pt x="4481" y="33444"/>
                  </a:lnTo>
                  <a:lnTo>
                    <a:pt x="4741" y="33666"/>
                  </a:lnTo>
                  <a:lnTo>
                    <a:pt x="5018" y="33870"/>
                  </a:lnTo>
                  <a:lnTo>
                    <a:pt x="5296" y="34074"/>
                  </a:lnTo>
                  <a:lnTo>
                    <a:pt x="5555" y="34259"/>
                  </a:lnTo>
                  <a:lnTo>
                    <a:pt x="5833" y="34425"/>
                  </a:lnTo>
                  <a:lnTo>
                    <a:pt x="6111" y="34574"/>
                  </a:lnTo>
                  <a:lnTo>
                    <a:pt x="6389" y="34722"/>
                  </a:lnTo>
                  <a:lnTo>
                    <a:pt x="6648" y="34851"/>
                  </a:lnTo>
                  <a:lnTo>
                    <a:pt x="6926" y="34944"/>
                  </a:lnTo>
                  <a:lnTo>
                    <a:pt x="7185" y="35037"/>
                  </a:lnTo>
                  <a:lnTo>
                    <a:pt x="7444" y="35111"/>
                  </a:lnTo>
                  <a:lnTo>
                    <a:pt x="7703" y="35166"/>
                  </a:lnTo>
                  <a:lnTo>
                    <a:pt x="7963" y="35203"/>
                  </a:lnTo>
                  <a:lnTo>
                    <a:pt x="8222" y="35240"/>
                  </a:lnTo>
                  <a:lnTo>
                    <a:pt x="9259" y="35277"/>
                  </a:lnTo>
                  <a:lnTo>
                    <a:pt x="10296" y="35296"/>
                  </a:lnTo>
                  <a:lnTo>
                    <a:pt x="11314" y="35314"/>
                  </a:lnTo>
                  <a:lnTo>
                    <a:pt x="12296" y="35314"/>
                  </a:lnTo>
                  <a:lnTo>
                    <a:pt x="13259" y="35296"/>
                  </a:lnTo>
                  <a:lnTo>
                    <a:pt x="14222" y="35277"/>
                  </a:lnTo>
                  <a:lnTo>
                    <a:pt x="15148" y="35222"/>
                  </a:lnTo>
                  <a:lnTo>
                    <a:pt x="16074" y="35185"/>
                  </a:lnTo>
                  <a:lnTo>
                    <a:pt x="16962" y="35111"/>
                  </a:lnTo>
                  <a:lnTo>
                    <a:pt x="17833" y="35037"/>
                  </a:lnTo>
                  <a:lnTo>
                    <a:pt x="18703" y="34944"/>
                  </a:lnTo>
                  <a:lnTo>
                    <a:pt x="19536" y="34851"/>
                  </a:lnTo>
                  <a:lnTo>
                    <a:pt x="20351" y="34740"/>
                  </a:lnTo>
                  <a:lnTo>
                    <a:pt x="21166" y="34629"/>
                  </a:lnTo>
                  <a:lnTo>
                    <a:pt x="21944" y="34500"/>
                  </a:lnTo>
                  <a:lnTo>
                    <a:pt x="22703" y="34351"/>
                  </a:lnTo>
                  <a:lnTo>
                    <a:pt x="23462" y="34222"/>
                  </a:lnTo>
                  <a:lnTo>
                    <a:pt x="24184" y="34055"/>
                  </a:lnTo>
                  <a:lnTo>
                    <a:pt x="25592" y="33740"/>
                  </a:lnTo>
                  <a:lnTo>
                    <a:pt x="26925" y="33388"/>
                  </a:lnTo>
                  <a:lnTo>
                    <a:pt x="28203" y="33018"/>
                  </a:lnTo>
                  <a:lnTo>
                    <a:pt x="29388" y="32629"/>
                  </a:lnTo>
                  <a:lnTo>
                    <a:pt x="30518" y="32222"/>
                  </a:lnTo>
                  <a:lnTo>
                    <a:pt x="31592" y="31814"/>
                  </a:lnTo>
                  <a:lnTo>
                    <a:pt x="32573" y="31388"/>
                  </a:lnTo>
                  <a:lnTo>
                    <a:pt x="33499" y="30963"/>
                  </a:lnTo>
                  <a:lnTo>
                    <a:pt x="34369" y="30555"/>
                  </a:lnTo>
                  <a:lnTo>
                    <a:pt x="35166" y="30129"/>
                  </a:lnTo>
                  <a:lnTo>
                    <a:pt x="35906" y="29722"/>
                  </a:lnTo>
                  <a:lnTo>
                    <a:pt x="36573" y="29314"/>
                  </a:lnTo>
                  <a:lnTo>
                    <a:pt x="37184" y="28944"/>
                  </a:lnTo>
                  <a:lnTo>
                    <a:pt x="37721" y="28574"/>
                  </a:lnTo>
                  <a:lnTo>
                    <a:pt x="38221" y="28222"/>
                  </a:lnTo>
                  <a:lnTo>
                    <a:pt x="38647" y="27907"/>
                  </a:lnTo>
                  <a:lnTo>
                    <a:pt x="39017" y="27629"/>
                  </a:lnTo>
                  <a:lnTo>
                    <a:pt x="39573" y="27166"/>
                  </a:lnTo>
                  <a:lnTo>
                    <a:pt x="39906" y="26870"/>
                  </a:lnTo>
                  <a:lnTo>
                    <a:pt x="40017" y="26759"/>
                  </a:lnTo>
                  <a:lnTo>
                    <a:pt x="40999" y="26018"/>
                  </a:lnTo>
                  <a:lnTo>
                    <a:pt x="41888" y="25352"/>
                  </a:lnTo>
                  <a:lnTo>
                    <a:pt x="43295" y="24241"/>
                  </a:lnTo>
                  <a:lnTo>
                    <a:pt x="44202" y="23518"/>
                  </a:lnTo>
                  <a:lnTo>
                    <a:pt x="44517" y="23278"/>
                  </a:lnTo>
                  <a:lnTo>
                    <a:pt x="42758" y="10796"/>
                  </a:lnTo>
                  <a:lnTo>
                    <a:pt x="42499" y="10722"/>
                  </a:lnTo>
                  <a:lnTo>
                    <a:pt x="41758" y="10556"/>
                  </a:lnTo>
                  <a:lnTo>
                    <a:pt x="40573" y="10315"/>
                  </a:lnTo>
                  <a:lnTo>
                    <a:pt x="39832" y="10185"/>
                  </a:lnTo>
                  <a:lnTo>
                    <a:pt x="38999" y="10037"/>
                  </a:lnTo>
                  <a:lnTo>
                    <a:pt x="38073" y="9889"/>
                  </a:lnTo>
                  <a:lnTo>
                    <a:pt x="37073" y="9759"/>
                  </a:lnTo>
                  <a:lnTo>
                    <a:pt x="35980" y="9611"/>
                  </a:lnTo>
                  <a:lnTo>
                    <a:pt x="34832" y="9500"/>
                  </a:lnTo>
                  <a:lnTo>
                    <a:pt x="33610" y="9371"/>
                  </a:lnTo>
                  <a:lnTo>
                    <a:pt x="32332" y="9278"/>
                  </a:lnTo>
                  <a:lnTo>
                    <a:pt x="30981" y="9222"/>
                  </a:lnTo>
                  <a:lnTo>
                    <a:pt x="29592" y="9167"/>
                  </a:lnTo>
                  <a:lnTo>
                    <a:pt x="382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16;p64">
              <a:extLst>
                <a:ext uri="{FF2B5EF4-FFF2-40B4-BE49-F238E27FC236}">
                  <a16:creationId xmlns:a16="http://schemas.microsoft.com/office/drawing/2014/main" id="{7DB2AA1E-441F-2029-2937-377044895C58}"/>
                </a:ext>
              </a:extLst>
            </p:cNvPr>
            <p:cNvSpPr/>
            <p:nvPr/>
          </p:nvSpPr>
          <p:spPr>
            <a:xfrm flipH="1">
              <a:off x="6854890" y="1323389"/>
              <a:ext cx="22" cy="699612"/>
            </a:xfrm>
            <a:custGeom>
              <a:avLst/>
              <a:gdLst/>
              <a:ahLst/>
              <a:cxnLst/>
              <a:rect l="l" t="t" r="r" b="b"/>
              <a:pathLst>
                <a:path w="1" h="31815" fill="none" extrusionOk="0">
                  <a:moveTo>
                    <a:pt x="0" y="0"/>
                  </a:moveTo>
                  <a:lnTo>
                    <a:pt x="0" y="31814"/>
                  </a:lnTo>
                </a:path>
              </a:pathLst>
            </a:custGeom>
            <a:noFill/>
            <a:ln w="833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17;p64">
              <a:extLst>
                <a:ext uri="{FF2B5EF4-FFF2-40B4-BE49-F238E27FC236}">
                  <a16:creationId xmlns:a16="http://schemas.microsoft.com/office/drawing/2014/main" id="{E2D218A5-0DD5-DE1A-5901-9A635DAC13B6}"/>
                </a:ext>
              </a:extLst>
            </p:cNvPr>
            <p:cNvSpPr/>
            <p:nvPr/>
          </p:nvSpPr>
          <p:spPr>
            <a:xfrm flipH="1">
              <a:off x="6668813" y="788299"/>
              <a:ext cx="383616" cy="535105"/>
            </a:xfrm>
            <a:custGeom>
              <a:avLst/>
              <a:gdLst/>
              <a:ahLst/>
              <a:cxnLst/>
              <a:rect l="l" t="t" r="r" b="b"/>
              <a:pathLst>
                <a:path w="17445" h="24334" extrusionOk="0">
                  <a:moveTo>
                    <a:pt x="5964" y="10130"/>
                  </a:moveTo>
                  <a:lnTo>
                    <a:pt x="6056" y="10148"/>
                  </a:lnTo>
                  <a:lnTo>
                    <a:pt x="6149" y="10167"/>
                  </a:lnTo>
                  <a:lnTo>
                    <a:pt x="6241" y="10204"/>
                  </a:lnTo>
                  <a:lnTo>
                    <a:pt x="6315" y="10260"/>
                  </a:lnTo>
                  <a:lnTo>
                    <a:pt x="6408" y="10334"/>
                  </a:lnTo>
                  <a:lnTo>
                    <a:pt x="6482" y="10408"/>
                  </a:lnTo>
                  <a:lnTo>
                    <a:pt x="6556" y="10500"/>
                  </a:lnTo>
                  <a:lnTo>
                    <a:pt x="6612" y="10611"/>
                  </a:lnTo>
                  <a:lnTo>
                    <a:pt x="6723" y="10852"/>
                  </a:lnTo>
                  <a:lnTo>
                    <a:pt x="6815" y="11130"/>
                  </a:lnTo>
                  <a:lnTo>
                    <a:pt x="6852" y="11445"/>
                  </a:lnTo>
                  <a:lnTo>
                    <a:pt x="6871" y="11796"/>
                  </a:lnTo>
                  <a:lnTo>
                    <a:pt x="6852" y="12130"/>
                  </a:lnTo>
                  <a:lnTo>
                    <a:pt x="6815" y="12445"/>
                  </a:lnTo>
                  <a:lnTo>
                    <a:pt x="6723" y="12741"/>
                  </a:lnTo>
                  <a:lnTo>
                    <a:pt x="6612" y="12982"/>
                  </a:lnTo>
                  <a:lnTo>
                    <a:pt x="6556" y="13074"/>
                  </a:lnTo>
                  <a:lnTo>
                    <a:pt x="6482" y="13167"/>
                  </a:lnTo>
                  <a:lnTo>
                    <a:pt x="6408" y="13259"/>
                  </a:lnTo>
                  <a:lnTo>
                    <a:pt x="6315" y="13333"/>
                  </a:lnTo>
                  <a:lnTo>
                    <a:pt x="6241" y="13371"/>
                  </a:lnTo>
                  <a:lnTo>
                    <a:pt x="6149" y="13426"/>
                  </a:lnTo>
                  <a:lnTo>
                    <a:pt x="6056" y="13445"/>
                  </a:lnTo>
                  <a:lnTo>
                    <a:pt x="5852" y="13445"/>
                  </a:lnTo>
                  <a:lnTo>
                    <a:pt x="5760" y="13426"/>
                  </a:lnTo>
                  <a:lnTo>
                    <a:pt x="5686" y="13371"/>
                  </a:lnTo>
                  <a:lnTo>
                    <a:pt x="5593" y="13333"/>
                  </a:lnTo>
                  <a:lnTo>
                    <a:pt x="5519" y="13259"/>
                  </a:lnTo>
                  <a:lnTo>
                    <a:pt x="5445" y="13167"/>
                  </a:lnTo>
                  <a:lnTo>
                    <a:pt x="5371" y="13074"/>
                  </a:lnTo>
                  <a:lnTo>
                    <a:pt x="5297" y="12982"/>
                  </a:lnTo>
                  <a:lnTo>
                    <a:pt x="5186" y="12741"/>
                  </a:lnTo>
                  <a:lnTo>
                    <a:pt x="5112" y="12445"/>
                  </a:lnTo>
                  <a:lnTo>
                    <a:pt x="5056" y="12130"/>
                  </a:lnTo>
                  <a:lnTo>
                    <a:pt x="5038" y="11796"/>
                  </a:lnTo>
                  <a:lnTo>
                    <a:pt x="5056" y="11445"/>
                  </a:lnTo>
                  <a:lnTo>
                    <a:pt x="5112" y="11130"/>
                  </a:lnTo>
                  <a:lnTo>
                    <a:pt x="5186" y="10852"/>
                  </a:lnTo>
                  <a:lnTo>
                    <a:pt x="5297" y="10611"/>
                  </a:lnTo>
                  <a:lnTo>
                    <a:pt x="5371" y="10500"/>
                  </a:lnTo>
                  <a:lnTo>
                    <a:pt x="5445" y="10408"/>
                  </a:lnTo>
                  <a:lnTo>
                    <a:pt x="5519" y="10334"/>
                  </a:lnTo>
                  <a:lnTo>
                    <a:pt x="5593" y="10260"/>
                  </a:lnTo>
                  <a:lnTo>
                    <a:pt x="5686" y="10204"/>
                  </a:lnTo>
                  <a:lnTo>
                    <a:pt x="5760" y="10167"/>
                  </a:lnTo>
                  <a:lnTo>
                    <a:pt x="5852" y="10148"/>
                  </a:lnTo>
                  <a:lnTo>
                    <a:pt x="5964" y="10130"/>
                  </a:lnTo>
                  <a:close/>
                  <a:moveTo>
                    <a:pt x="12241" y="10130"/>
                  </a:moveTo>
                  <a:lnTo>
                    <a:pt x="12334" y="10148"/>
                  </a:lnTo>
                  <a:lnTo>
                    <a:pt x="12426" y="10167"/>
                  </a:lnTo>
                  <a:lnTo>
                    <a:pt x="12519" y="10204"/>
                  </a:lnTo>
                  <a:lnTo>
                    <a:pt x="12612" y="10260"/>
                  </a:lnTo>
                  <a:lnTo>
                    <a:pt x="12686" y="10334"/>
                  </a:lnTo>
                  <a:lnTo>
                    <a:pt x="12760" y="10408"/>
                  </a:lnTo>
                  <a:lnTo>
                    <a:pt x="12834" y="10500"/>
                  </a:lnTo>
                  <a:lnTo>
                    <a:pt x="12889" y="10611"/>
                  </a:lnTo>
                  <a:lnTo>
                    <a:pt x="13000" y="10852"/>
                  </a:lnTo>
                  <a:lnTo>
                    <a:pt x="13093" y="11130"/>
                  </a:lnTo>
                  <a:lnTo>
                    <a:pt x="13149" y="11445"/>
                  </a:lnTo>
                  <a:lnTo>
                    <a:pt x="13167" y="11796"/>
                  </a:lnTo>
                  <a:lnTo>
                    <a:pt x="13149" y="12130"/>
                  </a:lnTo>
                  <a:lnTo>
                    <a:pt x="13093" y="12445"/>
                  </a:lnTo>
                  <a:lnTo>
                    <a:pt x="13000" y="12741"/>
                  </a:lnTo>
                  <a:lnTo>
                    <a:pt x="12889" y="12982"/>
                  </a:lnTo>
                  <a:lnTo>
                    <a:pt x="12834" y="13074"/>
                  </a:lnTo>
                  <a:lnTo>
                    <a:pt x="12760" y="13167"/>
                  </a:lnTo>
                  <a:lnTo>
                    <a:pt x="12686" y="13259"/>
                  </a:lnTo>
                  <a:lnTo>
                    <a:pt x="12612" y="13333"/>
                  </a:lnTo>
                  <a:lnTo>
                    <a:pt x="12519" y="13371"/>
                  </a:lnTo>
                  <a:lnTo>
                    <a:pt x="12426" y="13426"/>
                  </a:lnTo>
                  <a:lnTo>
                    <a:pt x="12334" y="13445"/>
                  </a:lnTo>
                  <a:lnTo>
                    <a:pt x="12149" y="13445"/>
                  </a:lnTo>
                  <a:lnTo>
                    <a:pt x="12056" y="13426"/>
                  </a:lnTo>
                  <a:lnTo>
                    <a:pt x="11963" y="13371"/>
                  </a:lnTo>
                  <a:lnTo>
                    <a:pt x="11871" y="13333"/>
                  </a:lnTo>
                  <a:lnTo>
                    <a:pt x="11797" y="13259"/>
                  </a:lnTo>
                  <a:lnTo>
                    <a:pt x="11723" y="13167"/>
                  </a:lnTo>
                  <a:lnTo>
                    <a:pt x="11649" y="13074"/>
                  </a:lnTo>
                  <a:lnTo>
                    <a:pt x="11575" y="12982"/>
                  </a:lnTo>
                  <a:lnTo>
                    <a:pt x="11463" y="12741"/>
                  </a:lnTo>
                  <a:lnTo>
                    <a:pt x="11389" y="12445"/>
                  </a:lnTo>
                  <a:lnTo>
                    <a:pt x="11334" y="12130"/>
                  </a:lnTo>
                  <a:lnTo>
                    <a:pt x="11315" y="11796"/>
                  </a:lnTo>
                  <a:lnTo>
                    <a:pt x="11334" y="11445"/>
                  </a:lnTo>
                  <a:lnTo>
                    <a:pt x="11389" y="11130"/>
                  </a:lnTo>
                  <a:lnTo>
                    <a:pt x="11463" y="10852"/>
                  </a:lnTo>
                  <a:lnTo>
                    <a:pt x="11575" y="10611"/>
                  </a:lnTo>
                  <a:lnTo>
                    <a:pt x="11649" y="10500"/>
                  </a:lnTo>
                  <a:lnTo>
                    <a:pt x="11723" y="10408"/>
                  </a:lnTo>
                  <a:lnTo>
                    <a:pt x="11797" y="10334"/>
                  </a:lnTo>
                  <a:lnTo>
                    <a:pt x="11871" y="10260"/>
                  </a:lnTo>
                  <a:lnTo>
                    <a:pt x="11963" y="10204"/>
                  </a:lnTo>
                  <a:lnTo>
                    <a:pt x="12056" y="10167"/>
                  </a:lnTo>
                  <a:lnTo>
                    <a:pt x="12149" y="10148"/>
                  </a:lnTo>
                  <a:lnTo>
                    <a:pt x="12241" y="10130"/>
                  </a:lnTo>
                  <a:close/>
                  <a:moveTo>
                    <a:pt x="13278" y="16259"/>
                  </a:moveTo>
                  <a:lnTo>
                    <a:pt x="14352" y="16556"/>
                  </a:lnTo>
                  <a:lnTo>
                    <a:pt x="14297" y="16722"/>
                  </a:lnTo>
                  <a:lnTo>
                    <a:pt x="14223" y="16889"/>
                  </a:lnTo>
                  <a:lnTo>
                    <a:pt x="14112" y="17111"/>
                  </a:lnTo>
                  <a:lnTo>
                    <a:pt x="13982" y="17370"/>
                  </a:lnTo>
                  <a:lnTo>
                    <a:pt x="13797" y="17667"/>
                  </a:lnTo>
                  <a:lnTo>
                    <a:pt x="13574" y="17982"/>
                  </a:lnTo>
                  <a:lnTo>
                    <a:pt x="13297" y="18296"/>
                  </a:lnTo>
                  <a:lnTo>
                    <a:pt x="12982" y="18611"/>
                  </a:lnTo>
                  <a:lnTo>
                    <a:pt x="12797" y="18778"/>
                  </a:lnTo>
                  <a:lnTo>
                    <a:pt x="12593" y="18926"/>
                  </a:lnTo>
                  <a:lnTo>
                    <a:pt x="12389" y="19074"/>
                  </a:lnTo>
                  <a:lnTo>
                    <a:pt x="12167" y="19222"/>
                  </a:lnTo>
                  <a:lnTo>
                    <a:pt x="11926" y="19352"/>
                  </a:lnTo>
                  <a:lnTo>
                    <a:pt x="11667" y="19481"/>
                  </a:lnTo>
                  <a:lnTo>
                    <a:pt x="11408" y="19593"/>
                  </a:lnTo>
                  <a:lnTo>
                    <a:pt x="11112" y="19704"/>
                  </a:lnTo>
                  <a:lnTo>
                    <a:pt x="10797" y="19778"/>
                  </a:lnTo>
                  <a:lnTo>
                    <a:pt x="10482" y="19870"/>
                  </a:lnTo>
                  <a:lnTo>
                    <a:pt x="10149" y="19926"/>
                  </a:lnTo>
                  <a:lnTo>
                    <a:pt x="9778" y="19981"/>
                  </a:lnTo>
                  <a:lnTo>
                    <a:pt x="9408" y="20000"/>
                  </a:lnTo>
                  <a:lnTo>
                    <a:pt x="9001" y="20019"/>
                  </a:lnTo>
                  <a:lnTo>
                    <a:pt x="8612" y="20000"/>
                  </a:lnTo>
                  <a:lnTo>
                    <a:pt x="8223" y="19981"/>
                  </a:lnTo>
                  <a:lnTo>
                    <a:pt x="7871" y="19926"/>
                  </a:lnTo>
                  <a:lnTo>
                    <a:pt x="7538" y="19870"/>
                  </a:lnTo>
                  <a:lnTo>
                    <a:pt x="7204" y="19796"/>
                  </a:lnTo>
                  <a:lnTo>
                    <a:pt x="6908" y="19704"/>
                  </a:lnTo>
                  <a:lnTo>
                    <a:pt x="6630" y="19611"/>
                  </a:lnTo>
                  <a:lnTo>
                    <a:pt x="6371" y="19500"/>
                  </a:lnTo>
                  <a:lnTo>
                    <a:pt x="6112" y="19370"/>
                  </a:lnTo>
                  <a:lnTo>
                    <a:pt x="5890" y="19241"/>
                  </a:lnTo>
                  <a:lnTo>
                    <a:pt x="5686" y="19111"/>
                  </a:lnTo>
                  <a:lnTo>
                    <a:pt x="5482" y="18981"/>
                  </a:lnTo>
                  <a:lnTo>
                    <a:pt x="5297" y="18833"/>
                  </a:lnTo>
                  <a:lnTo>
                    <a:pt x="5130" y="18667"/>
                  </a:lnTo>
                  <a:lnTo>
                    <a:pt x="4834" y="18370"/>
                  </a:lnTo>
                  <a:lnTo>
                    <a:pt x="4593" y="18056"/>
                  </a:lnTo>
                  <a:lnTo>
                    <a:pt x="4390" y="17759"/>
                  </a:lnTo>
                  <a:lnTo>
                    <a:pt x="4241" y="17482"/>
                  </a:lnTo>
                  <a:lnTo>
                    <a:pt x="4112" y="17222"/>
                  </a:lnTo>
                  <a:lnTo>
                    <a:pt x="4038" y="17019"/>
                  </a:lnTo>
                  <a:lnTo>
                    <a:pt x="3982" y="16852"/>
                  </a:lnTo>
                  <a:lnTo>
                    <a:pt x="3927" y="16704"/>
                  </a:lnTo>
                  <a:lnTo>
                    <a:pt x="5019" y="16482"/>
                  </a:lnTo>
                  <a:lnTo>
                    <a:pt x="5056" y="16611"/>
                  </a:lnTo>
                  <a:lnTo>
                    <a:pt x="5112" y="16741"/>
                  </a:lnTo>
                  <a:lnTo>
                    <a:pt x="5167" y="16907"/>
                  </a:lnTo>
                  <a:lnTo>
                    <a:pt x="5260" y="17093"/>
                  </a:lnTo>
                  <a:lnTo>
                    <a:pt x="5390" y="17296"/>
                  </a:lnTo>
                  <a:lnTo>
                    <a:pt x="5538" y="17500"/>
                  </a:lnTo>
                  <a:lnTo>
                    <a:pt x="5741" y="17722"/>
                  </a:lnTo>
                  <a:lnTo>
                    <a:pt x="5964" y="17944"/>
                  </a:lnTo>
                  <a:lnTo>
                    <a:pt x="6241" y="18167"/>
                  </a:lnTo>
                  <a:lnTo>
                    <a:pt x="6556" y="18352"/>
                  </a:lnTo>
                  <a:lnTo>
                    <a:pt x="6741" y="18444"/>
                  </a:lnTo>
                  <a:lnTo>
                    <a:pt x="6945" y="18537"/>
                  </a:lnTo>
                  <a:lnTo>
                    <a:pt x="7149" y="18611"/>
                  </a:lnTo>
                  <a:lnTo>
                    <a:pt x="7371" y="18685"/>
                  </a:lnTo>
                  <a:lnTo>
                    <a:pt x="7593" y="18741"/>
                  </a:lnTo>
                  <a:lnTo>
                    <a:pt x="7852" y="18796"/>
                  </a:lnTo>
                  <a:lnTo>
                    <a:pt x="8112" y="18852"/>
                  </a:lnTo>
                  <a:lnTo>
                    <a:pt x="8389" y="18870"/>
                  </a:lnTo>
                  <a:lnTo>
                    <a:pt x="8686" y="18889"/>
                  </a:lnTo>
                  <a:lnTo>
                    <a:pt x="9001" y="18907"/>
                  </a:lnTo>
                  <a:lnTo>
                    <a:pt x="9315" y="18889"/>
                  </a:lnTo>
                  <a:lnTo>
                    <a:pt x="9630" y="18870"/>
                  </a:lnTo>
                  <a:lnTo>
                    <a:pt x="9908" y="18833"/>
                  </a:lnTo>
                  <a:lnTo>
                    <a:pt x="10186" y="18796"/>
                  </a:lnTo>
                  <a:lnTo>
                    <a:pt x="10445" y="18741"/>
                  </a:lnTo>
                  <a:lnTo>
                    <a:pt x="10686" y="18667"/>
                  </a:lnTo>
                  <a:lnTo>
                    <a:pt x="10908" y="18593"/>
                  </a:lnTo>
                  <a:lnTo>
                    <a:pt x="11130" y="18500"/>
                  </a:lnTo>
                  <a:lnTo>
                    <a:pt x="11334" y="18407"/>
                  </a:lnTo>
                  <a:lnTo>
                    <a:pt x="11519" y="18315"/>
                  </a:lnTo>
                  <a:lnTo>
                    <a:pt x="11871" y="18093"/>
                  </a:lnTo>
                  <a:lnTo>
                    <a:pt x="12167" y="17870"/>
                  </a:lnTo>
                  <a:lnTo>
                    <a:pt x="12426" y="17630"/>
                  </a:lnTo>
                  <a:lnTo>
                    <a:pt x="12649" y="17370"/>
                  </a:lnTo>
                  <a:lnTo>
                    <a:pt x="12834" y="17148"/>
                  </a:lnTo>
                  <a:lnTo>
                    <a:pt x="12963" y="16926"/>
                  </a:lnTo>
                  <a:lnTo>
                    <a:pt x="13074" y="16722"/>
                  </a:lnTo>
                  <a:lnTo>
                    <a:pt x="13223" y="16407"/>
                  </a:lnTo>
                  <a:lnTo>
                    <a:pt x="13278" y="16259"/>
                  </a:lnTo>
                  <a:close/>
                  <a:moveTo>
                    <a:pt x="1" y="1"/>
                  </a:moveTo>
                  <a:lnTo>
                    <a:pt x="1" y="15611"/>
                  </a:lnTo>
                  <a:lnTo>
                    <a:pt x="19" y="16056"/>
                  </a:lnTo>
                  <a:lnTo>
                    <a:pt x="56" y="16500"/>
                  </a:lnTo>
                  <a:lnTo>
                    <a:pt x="112" y="16926"/>
                  </a:lnTo>
                  <a:lnTo>
                    <a:pt x="186" y="17370"/>
                  </a:lnTo>
                  <a:lnTo>
                    <a:pt x="279" y="17778"/>
                  </a:lnTo>
                  <a:lnTo>
                    <a:pt x="408" y="18204"/>
                  </a:lnTo>
                  <a:lnTo>
                    <a:pt x="538" y="18611"/>
                  </a:lnTo>
                  <a:lnTo>
                    <a:pt x="686" y="19000"/>
                  </a:lnTo>
                  <a:lnTo>
                    <a:pt x="871" y="19389"/>
                  </a:lnTo>
                  <a:lnTo>
                    <a:pt x="1056" y="19759"/>
                  </a:lnTo>
                  <a:lnTo>
                    <a:pt x="1279" y="20130"/>
                  </a:lnTo>
                  <a:lnTo>
                    <a:pt x="1501" y="20481"/>
                  </a:lnTo>
                  <a:lnTo>
                    <a:pt x="1741" y="20815"/>
                  </a:lnTo>
                  <a:lnTo>
                    <a:pt x="2001" y="21148"/>
                  </a:lnTo>
                  <a:lnTo>
                    <a:pt x="2279" y="21463"/>
                  </a:lnTo>
                  <a:lnTo>
                    <a:pt x="2556" y="21778"/>
                  </a:lnTo>
                  <a:lnTo>
                    <a:pt x="2871" y="22055"/>
                  </a:lnTo>
                  <a:lnTo>
                    <a:pt x="3186" y="22333"/>
                  </a:lnTo>
                  <a:lnTo>
                    <a:pt x="3519" y="22593"/>
                  </a:lnTo>
                  <a:lnTo>
                    <a:pt x="3853" y="22833"/>
                  </a:lnTo>
                  <a:lnTo>
                    <a:pt x="4204" y="23055"/>
                  </a:lnTo>
                  <a:lnTo>
                    <a:pt x="4575" y="23278"/>
                  </a:lnTo>
                  <a:lnTo>
                    <a:pt x="4945" y="23463"/>
                  </a:lnTo>
                  <a:lnTo>
                    <a:pt x="5334" y="23648"/>
                  </a:lnTo>
                  <a:lnTo>
                    <a:pt x="5723" y="23796"/>
                  </a:lnTo>
                  <a:lnTo>
                    <a:pt x="6130" y="23926"/>
                  </a:lnTo>
                  <a:lnTo>
                    <a:pt x="6556" y="24055"/>
                  </a:lnTo>
                  <a:lnTo>
                    <a:pt x="6964" y="24148"/>
                  </a:lnTo>
                  <a:lnTo>
                    <a:pt x="7408" y="24222"/>
                  </a:lnTo>
                  <a:lnTo>
                    <a:pt x="7834" y="24278"/>
                  </a:lnTo>
                  <a:lnTo>
                    <a:pt x="8278" y="24315"/>
                  </a:lnTo>
                  <a:lnTo>
                    <a:pt x="8723" y="24333"/>
                  </a:lnTo>
                  <a:lnTo>
                    <a:pt x="9186" y="24315"/>
                  </a:lnTo>
                  <a:lnTo>
                    <a:pt x="9612" y="24278"/>
                  </a:lnTo>
                  <a:lnTo>
                    <a:pt x="10056" y="24222"/>
                  </a:lnTo>
                  <a:lnTo>
                    <a:pt x="10482" y="24148"/>
                  </a:lnTo>
                  <a:lnTo>
                    <a:pt x="10908" y="24055"/>
                  </a:lnTo>
                  <a:lnTo>
                    <a:pt x="11315" y="23926"/>
                  </a:lnTo>
                  <a:lnTo>
                    <a:pt x="11723" y="23796"/>
                  </a:lnTo>
                  <a:lnTo>
                    <a:pt x="12130" y="23648"/>
                  </a:lnTo>
                  <a:lnTo>
                    <a:pt x="12519" y="23463"/>
                  </a:lnTo>
                  <a:lnTo>
                    <a:pt x="12889" y="23278"/>
                  </a:lnTo>
                  <a:lnTo>
                    <a:pt x="13260" y="23055"/>
                  </a:lnTo>
                  <a:lnTo>
                    <a:pt x="13612" y="22833"/>
                  </a:lnTo>
                  <a:lnTo>
                    <a:pt x="13945" y="22593"/>
                  </a:lnTo>
                  <a:lnTo>
                    <a:pt x="14278" y="22333"/>
                  </a:lnTo>
                  <a:lnTo>
                    <a:pt x="14593" y="22055"/>
                  </a:lnTo>
                  <a:lnTo>
                    <a:pt x="14889" y="21778"/>
                  </a:lnTo>
                  <a:lnTo>
                    <a:pt x="15186" y="21463"/>
                  </a:lnTo>
                  <a:lnTo>
                    <a:pt x="15463" y="21148"/>
                  </a:lnTo>
                  <a:lnTo>
                    <a:pt x="15723" y="20815"/>
                  </a:lnTo>
                  <a:lnTo>
                    <a:pt x="15963" y="20481"/>
                  </a:lnTo>
                  <a:lnTo>
                    <a:pt x="16186" y="20130"/>
                  </a:lnTo>
                  <a:lnTo>
                    <a:pt x="16389" y="19759"/>
                  </a:lnTo>
                  <a:lnTo>
                    <a:pt x="16593" y="19389"/>
                  </a:lnTo>
                  <a:lnTo>
                    <a:pt x="16760" y="19000"/>
                  </a:lnTo>
                  <a:lnTo>
                    <a:pt x="16926" y="18611"/>
                  </a:lnTo>
                  <a:lnTo>
                    <a:pt x="17056" y="18204"/>
                  </a:lnTo>
                  <a:lnTo>
                    <a:pt x="17167" y="17778"/>
                  </a:lnTo>
                  <a:lnTo>
                    <a:pt x="17278" y="17370"/>
                  </a:lnTo>
                  <a:lnTo>
                    <a:pt x="17352" y="16926"/>
                  </a:lnTo>
                  <a:lnTo>
                    <a:pt x="17408" y="16500"/>
                  </a:lnTo>
                  <a:lnTo>
                    <a:pt x="17445" y="16056"/>
                  </a:lnTo>
                  <a:lnTo>
                    <a:pt x="17445" y="15611"/>
                  </a:lnTo>
                  <a:lnTo>
                    <a:pt x="174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18;p64">
              <a:extLst>
                <a:ext uri="{FF2B5EF4-FFF2-40B4-BE49-F238E27FC236}">
                  <a16:creationId xmlns:a16="http://schemas.microsoft.com/office/drawing/2014/main" id="{FA1A8E3B-9723-DC5E-828F-CA67CF935A26}"/>
                </a:ext>
              </a:extLst>
            </p:cNvPr>
            <p:cNvSpPr/>
            <p:nvPr/>
          </p:nvSpPr>
          <p:spPr>
            <a:xfrm flipH="1">
              <a:off x="6693245" y="1551429"/>
              <a:ext cx="433687" cy="339218"/>
            </a:xfrm>
            <a:custGeom>
              <a:avLst/>
              <a:gdLst/>
              <a:ahLst/>
              <a:cxnLst/>
              <a:rect l="l" t="t" r="r" b="b"/>
              <a:pathLst>
                <a:path w="19722" h="15426" extrusionOk="0">
                  <a:moveTo>
                    <a:pt x="10037" y="0"/>
                  </a:moveTo>
                  <a:lnTo>
                    <a:pt x="9870" y="19"/>
                  </a:lnTo>
                  <a:lnTo>
                    <a:pt x="9685" y="56"/>
                  </a:lnTo>
                  <a:lnTo>
                    <a:pt x="9481" y="111"/>
                  </a:lnTo>
                  <a:lnTo>
                    <a:pt x="9278" y="204"/>
                  </a:lnTo>
                  <a:lnTo>
                    <a:pt x="8852" y="389"/>
                  </a:lnTo>
                  <a:lnTo>
                    <a:pt x="8389" y="648"/>
                  </a:lnTo>
                  <a:lnTo>
                    <a:pt x="7926" y="945"/>
                  </a:lnTo>
                  <a:lnTo>
                    <a:pt x="7463" y="1260"/>
                  </a:lnTo>
                  <a:lnTo>
                    <a:pt x="7018" y="1574"/>
                  </a:lnTo>
                  <a:lnTo>
                    <a:pt x="6574" y="1908"/>
                  </a:lnTo>
                  <a:lnTo>
                    <a:pt x="5833" y="2519"/>
                  </a:lnTo>
                  <a:lnTo>
                    <a:pt x="5315" y="2945"/>
                  </a:lnTo>
                  <a:lnTo>
                    <a:pt x="5129" y="3111"/>
                  </a:lnTo>
                  <a:lnTo>
                    <a:pt x="0" y="5815"/>
                  </a:lnTo>
                  <a:lnTo>
                    <a:pt x="1685" y="15426"/>
                  </a:lnTo>
                  <a:lnTo>
                    <a:pt x="4278" y="15000"/>
                  </a:lnTo>
                  <a:lnTo>
                    <a:pt x="6963" y="14537"/>
                  </a:lnTo>
                  <a:lnTo>
                    <a:pt x="10018" y="13963"/>
                  </a:lnTo>
                  <a:lnTo>
                    <a:pt x="11592" y="13667"/>
                  </a:lnTo>
                  <a:lnTo>
                    <a:pt x="13092" y="13370"/>
                  </a:lnTo>
                  <a:lnTo>
                    <a:pt x="14518" y="13074"/>
                  </a:lnTo>
                  <a:lnTo>
                    <a:pt x="15796" y="12778"/>
                  </a:lnTo>
                  <a:lnTo>
                    <a:pt x="16888" y="12518"/>
                  </a:lnTo>
                  <a:lnTo>
                    <a:pt x="17351" y="12389"/>
                  </a:lnTo>
                  <a:lnTo>
                    <a:pt x="17740" y="12278"/>
                  </a:lnTo>
                  <a:lnTo>
                    <a:pt x="18055" y="12148"/>
                  </a:lnTo>
                  <a:lnTo>
                    <a:pt x="18296" y="12056"/>
                  </a:lnTo>
                  <a:lnTo>
                    <a:pt x="18462" y="11963"/>
                  </a:lnTo>
                  <a:lnTo>
                    <a:pt x="18499" y="11907"/>
                  </a:lnTo>
                  <a:lnTo>
                    <a:pt x="18518" y="11870"/>
                  </a:lnTo>
                  <a:lnTo>
                    <a:pt x="18537" y="11796"/>
                  </a:lnTo>
                  <a:lnTo>
                    <a:pt x="18499" y="11722"/>
                  </a:lnTo>
                  <a:lnTo>
                    <a:pt x="18444" y="11667"/>
                  </a:lnTo>
                  <a:lnTo>
                    <a:pt x="18351" y="11593"/>
                  </a:lnTo>
                  <a:lnTo>
                    <a:pt x="18259" y="11556"/>
                  </a:lnTo>
                  <a:lnTo>
                    <a:pt x="18111" y="11500"/>
                  </a:lnTo>
                  <a:lnTo>
                    <a:pt x="17796" y="11407"/>
                  </a:lnTo>
                  <a:lnTo>
                    <a:pt x="17407" y="11352"/>
                  </a:lnTo>
                  <a:lnTo>
                    <a:pt x="16962" y="11296"/>
                  </a:lnTo>
                  <a:lnTo>
                    <a:pt x="16481" y="11259"/>
                  </a:lnTo>
                  <a:lnTo>
                    <a:pt x="15981" y="11241"/>
                  </a:lnTo>
                  <a:lnTo>
                    <a:pt x="14981" y="11222"/>
                  </a:lnTo>
                  <a:lnTo>
                    <a:pt x="14129" y="11222"/>
                  </a:lnTo>
                  <a:lnTo>
                    <a:pt x="13277" y="11259"/>
                  </a:lnTo>
                  <a:lnTo>
                    <a:pt x="14314" y="10963"/>
                  </a:lnTo>
                  <a:lnTo>
                    <a:pt x="15388" y="10667"/>
                  </a:lnTo>
                  <a:lnTo>
                    <a:pt x="16611" y="10278"/>
                  </a:lnTo>
                  <a:lnTo>
                    <a:pt x="17222" y="10074"/>
                  </a:lnTo>
                  <a:lnTo>
                    <a:pt x="17814" y="9852"/>
                  </a:lnTo>
                  <a:lnTo>
                    <a:pt x="18351" y="9630"/>
                  </a:lnTo>
                  <a:lnTo>
                    <a:pt x="18833" y="9407"/>
                  </a:lnTo>
                  <a:lnTo>
                    <a:pt x="19240" y="9204"/>
                  </a:lnTo>
                  <a:lnTo>
                    <a:pt x="19388" y="9093"/>
                  </a:lnTo>
                  <a:lnTo>
                    <a:pt x="19518" y="9000"/>
                  </a:lnTo>
                  <a:lnTo>
                    <a:pt x="19629" y="8889"/>
                  </a:lnTo>
                  <a:lnTo>
                    <a:pt x="19685" y="8796"/>
                  </a:lnTo>
                  <a:lnTo>
                    <a:pt x="19722" y="8704"/>
                  </a:lnTo>
                  <a:lnTo>
                    <a:pt x="19703" y="8611"/>
                  </a:lnTo>
                  <a:lnTo>
                    <a:pt x="19666" y="8537"/>
                  </a:lnTo>
                  <a:lnTo>
                    <a:pt x="19574" y="8463"/>
                  </a:lnTo>
                  <a:lnTo>
                    <a:pt x="19462" y="8407"/>
                  </a:lnTo>
                  <a:lnTo>
                    <a:pt x="19314" y="8352"/>
                  </a:lnTo>
                  <a:lnTo>
                    <a:pt x="19129" y="8315"/>
                  </a:lnTo>
                  <a:lnTo>
                    <a:pt x="18925" y="8296"/>
                  </a:lnTo>
                  <a:lnTo>
                    <a:pt x="18462" y="8259"/>
                  </a:lnTo>
                  <a:lnTo>
                    <a:pt x="17907" y="8241"/>
                  </a:lnTo>
                  <a:lnTo>
                    <a:pt x="17296" y="8259"/>
                  </a:lnTo>
                  <a:lnTo>
                    <a:pt x="16666" y="8315"/>
                  </a:lnTo>
                  <a:lnTo>
                    <a:pt x="16000" y="8352"/>
                  </a:lnTo>
                  <a:lnTo>
                    <a:pt x="14722" y="8500"/>
                  </a:lnTo>
                  <a:lnTo>
                    <a:pt x="13611" y="8630"/>
                  </a:lnTo>
                  <a:lnTo>
                    <a:pt x="12537" y="8796"/>
                  </a:lnTo>
                  <a:lnTo>
                    <a:pt x="12537" y="8796"/>
                  </a:lnTo>
                  <a:lnTo>
                    <a:pt x="13481" y="8537"/>
                  </a:lnTo>
                  <a:lnTo>
                    <a:pt x="14444" y="8222"/>
                  </a:lnTo>
                  <a:lnTo>
                    <a:pt x="15574" y="7852"/>
                  </a:lnTo>
                  <a:lnTo>
                    <a:pt x="16166" y="7630"/>
                  </a:lnTo>
                  <a:lnTo>
                    <a:pt x="16740" y="7389"/>
                  </a:lnTo>
                  <a:lnTo>
                    <a:pt x="17296" y="7148"/>
                  </a:lnTo>
                  <a:lnTo>
                    <a:pt x="17814" y="6889"/>
                  </a:lnTo>
                  <a:lnTo>
                    <a:pt x="18277" y="6630"/>
                  </a:lnTo>
                  <a:lnTo>
                    <a:pt x="18481" y="6500"/>
                  </a:lnTo>
                  <a:lnTo>
                    <a:pt x="18648" y="6371"/>
                  </a:lnTo>
                  <a:lnTo>
                    <a:pt x="18814" y="6241"/>
                  </a:lnTo>
                  <a:lnTo>
                    <a:pt x="18944" y="6111"/>
                  </a:lnTo>
                  <a:lnTo>
                    <a:pt x="19055" y="5982"/>
                  </a:lnTo>
                  <a:lnTo>
                    <a:pt x="19129" y="5852"/>
                  </a:lnTo>
                  <a:lnTo>
                    <a:pt x="19148" y="5778"/>
                  </a:lnTo>
                  <a:lnTo>
                    <a:pt x="19166" y="5722"/>
                  </a:lnTo>
                  <a:lnTo>
                    <a:pt x="19166" y="5667"/>
                  </a:lnTo>
                  <a:lnTo>
                    <a:pt x="19148" y="5630"/>
                  </a:lnTo>
                  <a:lnTo>
                    <a:pt x="19129" y="5574"/>
                  </a:lnTo>
                  <a:lnTo>
                    <a:pt x="19092" y="5537"/>
                  </a:lnTo>
                  <a:lnTo>
                    <a:pt x="18981" y="5463"/>
                  </a:lnTo>
                  <a:lnTo>
                    <a:pt x="18833" y="5408"/>
                  </a:lnTo>
                  <a:lnTo>
                    <a:pt x="18629" y="5371"/>
                  </a:lnTo>
                  <a:lnTo>
                    <a:pt x="18407" y="5352"/>
                  </a:lnTo>
                  <a:lnTo>
                    <a:pt x="18148" y="5333"/>
                  </a:lnTo>
                  <a:lnTo>
                    <a:pt x="17555" y="5352"/>
                  </a:lnTo>
                  <a:lnTo>
                    <a:pt x="16870" y="5389"/>
                  </a:lnTo>
                  <a:lnTo>
                    <a:pt x="16111" y="5463"/>
                  </a:lnTo>
                  <a:lnTo>
                    <a:pt x="15333" y="5574"/>
                  </a:lnTo>
                  <a:lnTo>
                    <a:pt x="14555" y="5685"/>
                  </a:lnTo>
                  <a:lnTo>
                    <a:pt x="13777" y="5815"/>
                  </a:lnTo>
                  <a:lnTo>
                    <a:pt x="12407" y="6074"/>
                  </a:lnTo>
                  <a:lnTo>
                    <a:pt x="11407" y="6278"/>
                  </a:lnTo>
                  <a:lnTo>
                    <a:pt x="11037" y="6352"/>
                  </a:lnTo>
                  <a:lnTo>
                    <a:pt x="11296" y="6241"/>
                  </a:lnTo>
                  <a:lnTo>
                    <a:pt x="11963" y="5945"/>
                  </a:lnTo>
                  <a:lnTo>
                    <a:pt x="12907" y="5500"/>
                  </a:lnTo>
                  <a:lnTo>
                    <a:pt x="13444" y="5241"/>
                  </a:lnTo>
                  <a:lnTo>
                    <a:pt x="13981" y="4963"/>
                  </a:lnTo>
                  <a:lnTo>
                    <a:pt x="14518" y="4667"/>
                  </a:lnTo>
                  <a:lnTo>
                    <a:pt x="15037" y="4371"/>
                  </a:lnTo>
                  <a:lnTo>
                    <a:pt x="15500" y="4074"/>
                  </a:lnTo>
                  <a:lnTo>
                    <a:pt x="15907" y="3778"/>
                  </a:lnTo>
                  <a:lnTo>
                    <a:pt x="16092" y="3630"/>
                  </a:lnTo>
                  <a:lnTo>
                    <a:pt x="16259" y="3482"/>
                  </a:lnTo>
                  <a:lnTo>
                    <a:pt x="16388" y="3352"/>
                  </a:lnTo>
                  <a:lnTo>
                    <a:pt x="16500" y="3204"/>
                  </a:lnTo>
                  <a:lnTo>
                    <a:pt x="16574" y="3074"/>
                  </a:lnTo>
                  <a:lnTo>
                    <a:pt x="16629" y="2945"/>
                  </a:lnTo>
                  <a:lnTo>
                    <a:pt x="16629" y="2834"/>
                  </a:lnTo>
                  <a:lnTo>
                    <a:pt x="16611" y="2722"/>
                  </a:lnTo>
                  <a:lnTo>
                    <a:pt x="16592" y="2667"/>
                  </a:lnTo>
                  <a:lnTo>
                    <a:pt x="16555" y="2630"/>
                  </a:lnTo>
                  <a:lnTo>
                    <a:pt x="16462" y="2537"/>
                  </a:lnTo>
                  <a:lnTo>
                    <a:pt x="16314" y="2482"/>
                  </a:lnTo>
                  <a:lnTo>
                    <a:pt x="16148" y="2445"/>
                  </a:lnTo>
                  <a:lnTo>
                    <a:pt x="15944" y="2408"/>
                  </a:lnTo>
                  <a:lnTo>
                    <a:pt x="15444" y="2408"/>
                  </a:lnTo>
                  <a:lnTo>
                    <a:pt x="15166" y="2426"/>
                  </a:lnTo>
                  <a:lnTo>
                    <a:pt x="14537" y="2482"/>
                  </a:lnTo>
                  <a:lnTo>
                    <a:pt x="13833" y="2593"/>
                  </a:lnTo>
                  <a:lnTo>
                    <a:pt x="13092" y="2722"/>
                  </a:lnTo>
                  <a:lnTo>
                    <a:pt x="12352" y="2889"/>
                  </a:lnTo>
                  <a:lnTo>
                    <a:pt x="11592" y="3056"/>
                  </a:lnTo>
                  <a:lnTo>
                    <a:pt x="10889" y="3241"/>
                  </a:lnTo>
                  <a:lnTo>
                    <a:pt x="9611" y="3574"/>
                  </a:lnTo>
                  <a:lnTo>
                    <a:pt x="8722" y="3815"/>
                  </a:lnTo>
                  <a:lnTo>
                    <a:pt x="8389" y="3926"/>
                  </a:lnTo>
                  <a:lnTo>
                    <a:pt x="8518" y="3796"/>
                  </a:lnTo>
                  <a:lnTo>
                    <a:pt x="8870" y="3482"/>
                  </a:lnTo>
                  <a:lnTo>
                    <a:pt x="9333" y="3019"/>
                  </a:lnTo>
                  <a:lnTo>
                    <a:pt x="9592" y="2741"/>
                  </a:lnTo>
                  <a:lnTo>
                    <a:pt x="9852" y="2445"/>
                  </a:lnTo>
                  <a:lnTo>
                    <a:pt x="10092" y="2148"/>
                  </a:lnTo>
                  <a:lnTo>
                    <a:pt x="10315" y="1834"/>
                  </a:lnTo>
                  <a:lnTo>
                    <a:pt x="10518" y="1519"/>
                  </a:lnTo>
                  <a:lnTo>
                    <a:pt x="10648" y="1222"/>
                  </a:lnTo>
                  <a:lnTo>
                    <a:pt x="10703" y="1074"/>
                  </a:lnTo>
                  <a:lnTo>
                    <a:pt x="10740" y="926"/>
                  </a:lnTo>
                  <a:lnTo>
                    <a:pt x="10759" y="778"/>
                  </a:lnTo>
                  <a:lnTo>
                    <a:pt x="10759" y="648"/>
                  </a:lnTo>
                  <a:lnTo>
                    <a:pt x="10740" y="519"/>
                  </a:lnTo>
                  <a:lnTo>
                    <a:pt x="10703" y="408"/>
                  </a:lnTo>
                  <a:lnTo>
                    <a:pt x="10648" y="297"/>
                  </a:lnTo>
                  <a:lnTo>
                    <a:pt x="10555" y="185"/>
                  </a:lnTo>
                  <a:lnTo>
                    <a:pt x="10463" y="93"/>
                  </a:lnTo>
                  <a:lnTo>
                    <a:pt x="10333" y="37"/>
                  </a:lnTo>
                  <a:lnTo>
                    <a:pt x="10203" y="19"/>
                  </a:lnTo>
                  <a:lnTo>
                    <a:pt x="10037" y="0"/>
                  </a:lnTo>
                  <a:close/>
                </a:path>
              </a:pathLst>
            </a:custGeom>
            <a:solidFill>
              <a:srgbClr val="FF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8" name="Google Shape;888;p45"/>
          <p:cNvSpPr txBox="1">
            <a:spLocks noGrp="1"/>
          </p:cNvSpPr>
          <p:nvPr>
            <p:ph type="title"/>
          </p:nvPr>
        </p:nvSpPr>
        <p:spPr>
          <a:xfrm>
            <a:off x="639051" y="410028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Landasan Teori</a:t>
            </a:r>
            <a:endParaRPr sz="2000" dirty="0"/>
          </a:p>
        </p:txBody>
      </p:sp>
      <p:sp>
        <p:nvSpPr>
          <p:cNvPr id="889" name="Google Shape;889;p45"/>
          <p:cNvSpPr/>
          <p:nvPr/>
        </p:nvSpPr>
        <p:spPr>
          <a:xfrm>
            <a:off x="701575" y="1210105"/>
            <a:ext cx="739075" cy="739075"/>
          </a:xfrm>
          <a:custGeom>
            <a:avLst/>
            <a:gdLst/>
            <a:ahLst/>
            <a:cxnLst/>
            <a:rect l="l" t="t" r="r" b="b"/>
            <a:pathLst>
              <a:path w="15138" h="15138" extrusionOk="0">
                <a:moveTo>
                  <a:pt x="7174" y="1"/>
                </a:moveTo>
                <a:lnTo>
                  <a:pt x="6799" y="40"/>
                </a:lnTo>
                <a:lnTo>
                  <a:pt x="6410" y="79"/>
                </a:lnTo>
                <a:lnTo>
                  <a:pt x="6048" y="156"/>
                </a:lnTo>
                <a:lnTo>
                  <a:pt x="5672" y="234"/>
                </a:lnTo>
                <a:lnTo>
                  <a:pt x="5310" y="338"/>
                </a:lnTo>
                <a:lnTo>
                  <a:pt x="4960" y="454"/>
                </a:lnTo>
                <a:lnTo>
                  <a:pt x="4623" y="597"/>
                </a:lnTo>
                <a:lnTo>
                  <a:pt x="4287" y="739"/>
                </a:lnTo>
                <a:lnTo>
                  <a:pt x="3963" y="907"/>
                </a:lnTo>
                <a:lnTo>
                  <a:pt x="3639" y="1089"/>
                </a:lnTo>
                <a:lnTo>
                  <a:pt x="3328" y="1296"/>
                </a:lnTo>
                <a:lnTo>
                  <a:pt x="3044" y="1503"/>
                </a:lnTo>
                <a:lnTo>
                  <a:pt x="2746" y="1723"/>
                </a:lnTo>
                <a:lnTo>
                  <a:pt x="2474" y="1969"/>
                </a:lnTo>
                <a:lnTo>
                  <a:pt x="2215" y="2215"/>
                </a:lnTo>
                <a:lnTo>
                  <a:pt x="1969" y="2474"/>
                </a:lnTo>
                <a:lnTo>
                  <a:pt x="1723" y="2746"/>
                </a:lnTo>
                <a:lnTo>
                  <a:pt x="1503" y="3044"/>
                </a:lnTo>
                <a:lnTo>
                  <a:pt x="1295" y="3329"/>
                </a:lnTo>
                <a:lnTo>
                  <a:pt x="1088" y="3639"/>
                </a:lnTo>
                <a:lnTo>
                  <a:pt x="907" y="3963"/>
                </a:lnTo>
                <a:lnTo>
                  <a:pt x="739" y="4287"/>
                </a:lnTo>
                <a:lnTo>
                  <a:pt x="596" y="4624"/>
                </a:lnTo>
                <a:lnTo>
                  <a:pt x="454" y="4960"/>
                </a:lnTo>
                <a:lnTo>
                  <a:pt x="337" y="5310"/>
                </a:lnTo>
                <a:lnTo>
                  <a:pt x="234" y="5672"/>
                </a:lnTo>
                <a:lnTo>
                  <a:pt x="156" y="6035"/>
                </a:lnTo>
                <a:lnTo>
                  <a:pt x="78" y="6411"/>
                </a:lnTo>
                <a:lnTo>
                  <a:pt x="39" y="6799"/>
                </a:lnTo>
                <a:lnTo>
                  <a:pt x="1" y="7174"/>
                </a:lnTo>
                <a:lnTo>
                  <a:pt x="1" y="7563"/>
                </a:lnTo>
                <a:lnTo>
                  <a:pt x="1" y="7951"/>
                </a:lnTo>
                <a:lnTo>
                  <a:pt x="39" y="8340"/>
                </a:lnTo>
                <a:lnTo>
                  <a:pt x="78" y="8715"/>
                </a:lnTo>
                <a:lnTo>
                  <a:pt x="156" y="9091"/>
                </a:lnTo>
                <a:lnTo>
                  <a:pt x="234" y="9453"/>
                </a:lnTo>
                <a:lnTo>
                  <a:pt x="337" y="9816"/>
                </a:lnTo>
                <a:lnTo>
                  <a:pt x="454" y="10166"/>
                </a:lnTo>
                <a:lnTo>
                  <a:pt x="596" y="10515"/>
                </a:lnTo>
                <a:lnTo>
                  <a:pt x="739" y="10852"/>
                </a:lnTo>
                <a:lnTo>
                  <a:pt x="907" y="11176"/>
                </a:lnTo>
                <a:lnTo>
                  <a:pt x="1088" y="11486"/>
                </a:lnTo>
                <a:lnTo>
                  <a:pt x="1295" y="11797"/>
                </a:lnTo>
                <a:lnTo>
                  <a:pt x="1503" y="12095"/>
                </a:lnTo>
                <a:lnTo>
                  <a:pt x="1723" y="12380"/>
                </a:lnTo>
                <a:lnTo>
                  <a:pt x="1969" y="12652"/>
                </a:lnTo>
                <a:lnTo>
                  <a:pt x="2215" y="12924"/>
                </a:lnTo>
                <a:lnTo>
                  <a:pt x="2474" y="13170"/>
                </a:lnTo>
                <a:lnTo>
                  <a:pt x="2746" y="13403"/>
                </a:lnTo>
                <a:lnTo>
                  <a:pt x="3044" y="13636"/>
                </a:lnTo>
                <a:lnTo>
                  <a:pt x="3328" y="13843"/>
                </a:lnTo>
                <a:lnTo>
                  <a:pt x="3639" y="14037"/>
                </a:lnTo>
                <a:lnTo>
                  <a:pt x="3963" y="14219"/>
                </a:lnTo>
                <a:lnTo>
                  <a:pt x="4287" y="14387"/>
                </a:lnTo>
                <a:lnTo>
                  <a:pt x="4623" y="14542"/>
                </a:lnTo>
                <a:lnTo>
                  <a:pt x="4960" y="14672"/>
                </a:lnTo>
                <a:lnTo>
                  <a:pt x="5310" y="14801"/>
                </a:lnTo>
                <a:lnTo>
                  <a:pt x="5672" y="14892"/>
                </a:lnTo>
                <a:lnTo>
                  <a:pt x="6048" y="14983"/>
                </a:lnTo>
                <a:lnTo>
                  <a:pt x="6410" y="15047"/>
                </a:lnTo>
                <a:lnTo>
                  <a:pt x="6799" y="15099"/>
                </a:lnTo>
                <a:lnTo>
                  <a:pt x="7174" y="15125"/>
                </a:lnTo>
                <a:lnTo>
                  <a:pt x="7563" y="15138"/>
                </a:lnTo>
                <a:lnTo>
                  <a:pt x="7951" y="15125"/>
                </a:lnTo>
                <a:lnTo>
                  <a:pt x="8340" y="15099"/>
                </a:lnTo>
                <a:lnTo>
                  <a:pt x="8715" y="15047"/>
                </a:lnTo>
                <a:lnTo>
                  <a:pt x="9091" y="14983"/>
                </a:lnTo>
                <a:lnTo>
                  <a:pt x="9453" y="14892"/>
                </a:lnTo>
                <a:lnTo>
                  <a:pt x="9816" y="14801"/>
                </a:lnTo>
                <a:lnTo>
                  <a:pt x="10165" y="14672"/>
                </a:lnTo>
                <a:lnTo>
                  <a:pt x="10515" y="14542"/>
                </a:lnTo>
                <a:lnTo>
                  <a:pt x="10852" y="14387"/>
                </a:lnTo>
                <a:lnTo>
                  <a:pt x="11175" y="14219"/>
                </a:lnTo>
                <a:lnTo>
                  <a:pt x="11486" y="14037"/>
                </a:lnTo>
                <a:lnTo>
                  <a:pt x="11797" y="13843"/>
                </a:lnTo>
                <a:lnTo>
                  <a:pt x="12095" y="13636"/>
                </a:lnTo>
                <a:lnTo>
                  <a:pt x="12380" y="13403"/>
                </a:lnTo>
                <a:lnTo>
                  <a:pt x="12652" y="13170"/>
                </a:lnTo>
                <a:lnTo>
                  <a:pt x="12923" y="12924"/>
                </a:lnTo>
                <a:lnTo>
                  <a:pt x="13169" y="12652"/>
                </a:lnTo>
                <a:lnTo>
                  <a:pt x="13403" y="12380"/>
                </a:lnTo>
                <a:lnTo>
                  <a:pt x="13636" y="12095"/>
                </a:lnTo>
                <a:lnTo>
                  <a:pt x="13843" y="11797"/>
                </a:lnTo>
                <a:lnTo>
                  <a:pt x="14037" y="11486"/>
                </a:lnTo>
                <a:lnTo>
                  <a:pt x="14218" y="11176"/>
                </a:lnTo>
                <a:lnTo>
                  <a:pt x="14387" y="10852"/>
                </a:lnTo>
                <a:lnTo>
                  <a:pt x="14542" y="10515"/>
                </a:lnTo>
                <a:lnTo>
                  <a:pt x="14672" y="10166"/>
                </a:lnTo>
                <a:lnTo>
                  <a:pt x="14801" y="9816"/>
                </a:lnTo>
                <a:lnTo>
                  <a:pt x="14905" y="9453"/>
                </a:lnTo>
                <a:lnTo>
                  <a:pt x="14982" y="9091"/>
                </a:lnTo>
                <a:lnTo>
                  <a:pt x="15047" y="8715"/>
                </a:lnTo>
                <a:lnTo>
                  <a:pt x="15099" y="8340"/>
                </a:lnTo>
                <a:lnTo>
                  <a:pt x="15125" y="7951"/>
                </a:lnTo>
                <a:lnTo>
                  <a:pt x="15138" y="7563"/>
                </a:lnTo>
                <a:lnTo>
                  <a:pt x="15125" y="7174"/>
                </a:lnTo>
                <a:lnTo>
                  <a:pt x="15099" y="6799"/>
                </a:lnTo>
                <a:lnTo>
                  <a:pt x="15047" y="6411"/>
                </a:lnTo>
                <a:lnTo>
                  <a:pt x="14982" y="6035"/>
                </a:lnTo>
                <a:lnTo>
                  <a:pt x="14905" y="5672"/>
                </a:lnTo>
                <a:lnTo>
                  <a:pt x="14801" y="5310"/>
                </a:lnTo>
                <a:lnTo>
                  <a:pt x="14672" y="4960"/>
                </a:lnTo>
                <a:lnTo>
                  <a:pt x="14542" y="4624"/>
                </a:lnTo>
                <a:lnTo>
                  <a:pt x="14387" y="4287"/>
                </a:lnTo>
                <a:lnTo>
                  <a:pt x="14218" y="3963"/>
                </a:lnTo>
                <a:lnTo>
                  <a:pt x="14037" y="3639"/>
                </a:lnTo>
                <a:lnTo>
                  <a:pt x="13843" y="3329"/>
                </a:lnTo>
                <a:lnTo>
                  <a:pt x="13636" y="3044"/>
                </a:lnTo>
                <a:lnTo>
                  <a:pt x="13403" y="2746"/>
                </a:lnTo>
                <a:lnTo>
                  <a:pt x="13169" y="2474"/>
                </a:lnTo>
                <a:lnTo>
                  <a:pt x="12923" y="2215"/>
                </a:lnTo>
                <a:lnTo>
                  <a:pt x="12652" y="1969"/>
                </a:lnTo>
                <a:lnTo>
                  <a:pt x="12380" y="1723"/>
                </a:lnTo>
                <a:lnTo>
                  <a:pt x="12095" y="1503"/>
                </a:lnTo>
                <a:lnTo>
                  <a:pt x="11797" y="1296"/>
                </a:lnTo>
                <a:lnTo>
                  <a:pt x="11486" y="1089"/>
                </a:lnTo>
                <a:lnTo>
                  <a:pt x="11175" y="907"/>
                </a:lnTo>
                <a:lnTo>
                  <a:pt x="10852" y="739"/>
                </a:lnTo>
                <a:lnTo>
                  <a:pt x="10515" y="597"/>
                </a:lnTo>
                <a:lnTo>
                  <a:pt x="10165" y="454"/>
                </a:lnTo>
                <a:lnTo>
                  <a:pt x="9816" y="338"/>
                </a:lnTo>
                <a:lnTo>
                  <a:pt x="9453" y="234"/>
                </a:lnTo>
                <a:lnTo>
                  <a:pt x="9091" y="156"/>
                </a:lnTo>
                <a:lnTo>
                  <a:pt x="8715" y="79"/>
                </a:lnTo>
                <a:lnTo>
                  <a:pt x="8340" y="40"/>
                </a:lnTo>
                <a:lnTo>
                  <a:pt x="79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grpSp>
        <p:nvGrpSpPr>
          <p:cNvPr id="890" name="Google Shape;890;p45"/>
          <p:cNvGrpSpPr/>
          <p:nvPr/>
        </p:nvGrpSpPr>
        <p:grpSpPr>
          <a:xfrm>
            <a:off x="824111" y="1435178"/>
            <a:ext cx="520345" cy="281364"/>
            <a:chOff x="858673" y="1348600"/>
            <a:chExt cx="520345" cy="281364"/>
          </a:xfrm>
        </p:grpSpPr>
        <p:sp>
          <p:nvSpPr>
            <p:cNvPr id="891" name="Google Shape;891;p45"/>
            <p:cNvSpPr/>
            <p:nvPr/>
          </p:nvSpPr>
          <p:spPr>
            <a:xfrm>
              <a:off x="949726" y="1349870"/>
              <a:ext cx="49994" cy="280095"/>
            </a:xfrm>
            <a:custGeom>
              <a:avLst/>
              <a:gdLst/>
              <a:ahLst/>
              <a:cxnLst/>
              <a:rect l="l" t="t" r="r" b="b"/>
              <a:pathLst>
                <a:path w="1024" h="5737" extrusionOk="0">
                  <a:moveTo>
                    <a:pt x="402" y="1"/>
                  </a:moveTo>
                  <a:lnTo>
                    <a:pt x="311" y="39"/>
                  </a:lnTo>
                  <a:lnTo>
                    <a:pt x="221" y="78"/>
                  </a:lnTo>
                  <a:lnTo>
                    <a:pt x="156" y="143"/>
                  </a:lnTo>
                  <a:lnTo>
                    <a:pt x="91" y="221"/>
                  </a:lnTo>
                  <a:lnTo>
                    <a:pt x="39" y="298"/>
                  </a:lnTo>
                  <a:lnTo>
                    <a:pt x="14" y="402"/>
                  </a:lnTo>
                  <a:lnTo>
                    <a:pt x="1" y="493"/>
                  </a:lnTo>
                  <a:lnTo>
                    <a:pt x="14" y="5232"/>
                  </a:lnTo>
                  <a:lnTo>
                    <a:pt x="26" y="5336"/>
                  </a:lnTo>
                  <a:lnTo>
                    <a:pt x="52" y="5426"/>
                  </a:lnTo>
                  <a:lnTo>
                    <a:pt x="104" y="5517"/>
                  </a:lnTo>
                  <a:lnTo>
                    <a:pt x="169" y="5594"/>
                  </a:lnTo>
                  <a:lnTo>
                    <a:pt x="247" y="5646"/>
                  </a:lnTo>
                  <a:lnTo>
                    <a:pt x="324" y="5698"/>
                  </a:lnTo>
                  <a:lnTo>
                    <a:pt x="415" y="5724"/>
                  </a:lnTo>
                  <a:lnTo>
                    <a:pt x="519" y="5737"/>
                  </a:lnTo>
                  <a:lnTo>
                    <a:pt x="622" y="5724"/>
                  </a:lnTo>
                  <a:lnTo>
                    <a:pt x="713" y="5698"/>
                  </a:lnTo>
                  <a:lnTo>
                    <a:pt x="803" y="5646"/>
                  </a:lnTo>
                  <a:lnTo>
                    <a:pt x="881" y="5594"/>
                  </a:lnTo>
                  <a:lnTo>
                    <a:pt x="933" y="5517"/>
                  </a:lnTo>
                  <a:lnTo>
                    <a:pt x="985" y="5426"/>
                  </a:lnTo>
                  <a:lnTo>
                    <a:pt x="1011" y="5336"/>
                  </a:lnTo>
                  <a:lnTo>
                    <a:pt x="1024" y="5232"/>
                  </a:lnTo>
                  <a:lnTo>
                    <a:pt x="1011" y="493"/>
                  </a:lnTo>
                  <a:lnTo>
                    <a:pt x="998" y="389"/>
                  </a:lnTo>
                  <a:lnTo>
                    <a:pt x="972" y="298"/>
                  </a:lnTo>
                  <a:lnTo>
                    <a:pt x="920" y="221"/>
                  </a:lnTo>
                  <a:lnTo>
                    <a:pt x="868" y="143"/>
                  </a:lnTo>
                  <a:lnTo>
                    <a:pt x="790" y="78"/>
                  </a:lnTo>
                  <a:lnTo>
                    <a:pt x="700" y="39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2" name="Google Shape;892;p45"/>
            <p:cNvSpPr/>
            <p:nvPr/>
          </p:nvSpPr>
          <p:spPr>
            <a:xfrm>
              <a:off x="890944" y="1399815"/>
              <a:ext cx="49360" cy="180204"/>
            </a:xfrm>
            <a:custGeom>
              <a:avLst/>
              <a:gdLst/>
              <a:ahLst/>
              <a:cxnLst/>
              <a:rect l="l" t="t" r="r" b="b"/>
              <a:pathLst>
                <a:path w="1011" h="3691" extrusionOk="0">
                  <a:moveTo>
                    <a:pt x="505" y="1"/>
                  </a:moveTo>
                  <a:lnTo>
                    <a:pt x="402" y="14"/>
                  </a:lnTo>
                  <a:lnTo>
                    <a:pt x="311" y="39"/>
                  </a:lnTo>
                  <a:lnTo>
                    <a:pt x="220" y="91"/>
                  </a:lnTo>
                  <a:lnTo>
                    <a:pt x="156" y="156"/>
                  </a:lnTo>
                  <a:lnTo>
                    <a:pt x="91" y="221"/>
                  </a:lnTo>
                  <a:lnTo>
                    <a:pt x="39" y="311"/>
                  </a:lnTo>
                  <a:lnTo>
                    <a:pt x="13" y="402"/>
                  </a:lnTo>
                  <a:lnTo>
                    <a:pt x="0" y="506"/>
                  </a:lnTo>
                  <a:lnTo>
                    <a:pt x="13" y="3186"/>
                  </a:lnTo>
                  <a:lnTo>
                    <a:pt x="26" y="3290"/>
                  </a:lnTo>
                  <a:lnTo>
                    <a:pt x="52" y="3380"/>
                  </a:lnTo>
                  <a:lnTo>
                    <a:pt x="104" y="3471"/>
                  </a:lnTo>
                  <a:lnTo>
                    <a:pt x="156" y="3549"/>
                  </a:lnTo>
                  <a:lnTo>
                    <a:pt x="233" y="3600"/>
                  </a:lnTo>
                  <a:lnTo>
                    <a:pt x="324" y="3652"/>
                  </a:lnTo>
                  <a:lnTo>
                    <a:pt x="415" y="3678"/>
                  </a:lnTo>
                  <a:lnTo>
                    <a:pt x="518" y="3691"/>
                  </a:lnTo>
                  <a:lnTo>
                    <a:pt x="609" y="3678"/>
                  </a:lnTo>
                  <a:lnTo>
                    <a:pt x="713" y="3652"/>
                  </a:lnTo>
                  <a:lnTo>
                    <a:pt x="790" y="3600"/>
                  </a:lnTo>
                  <a:lnTo>
                    <a:pt x="868" y="3536"/>
                  </a:lnTo>
                  <a:lnTo>
                    <a:pt x="933" y="3471"/>
                  </a:lnTo>
                  <a:lnTo>
                    <a:pt x="972" y="3380"/>
                  </a:lnTo>
                  <a:lnTo>
                    <a:pt x="1010" y="3290"/>
                  </a:lnTo>
                  <a:lnTo>
                    <a:pt x="1010" y="3186"/>
                  </a:lnTo>
                  <a:lnTo>
                    <a:pt x="1010" y="506"/>
                  </a:lnTo>
                  <a:lnTo>
                    <a:pt x="997" y="402"/>
                  </a:lnTo>
                  <a:lnTo>
                    <a:pt x="972" y="311"/>
                  </a:lnTo>
                  <a:lnTo>
                    <a:pt x="920" y="221"/>
                  </a:lnTo>
                  <a:lnTo>
                    <a:pt x="855" y="143"/>
                  </a:lnTo>
                  <a:lnTo>
                    <a:pt x="790" y="91"/>
                  </a:lnTo>
                  <a:lnTo>
                    <a:pt x="700" y="39"/>
                  </a:lnTo>
                  <a:lnTo>
                    <a:pt x="609" y="1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3" name="Google Shape;893;p45"/>
            <p:cNvSpPr/>
            <p:nvPr/>
          </p:nvSpPr>
          <p:spPr>
            <a:xfrm>
              <a:off x="858673" y="1466847"/>
              <a:ext cx="23484" cy="46186"/>
            </a:xfrm>
            <a:custGeom>
              <a:avLst/>
              <a:gdLst/>
              <a:ahLst/>
              <a:cxnLst/>
              <a:rect l="l" t="t" r="r" b="b"/>
              <a:pathLst>
                <a:path w="481" h="946" extrusionOk="0">
                  <a:moveTo>
                    <a:pt x="480" y="0"/>
                  </a:moveTo>
                  <a:lnTo>
                    <a:pt x="376" y="13"/>
                  </a:lnTo>
                  <a:lnTo>
                    <a:pt x="299" y="39"/>
                  </a:lnTo>
                  <a:lnTo>
                    <a:pt x="208" y="78"/>
                  </a:lnTo>
                  <a:lnTo>
                    <a:pt x="143" y="143"/>
                  </a:lnTo>
                  <a:lnTo>
                    <a:pt x="92" y="207"/>
                  </a:lnTo>
                  <a:lnTo>
                    <a:pt x="40" y="298"/>
                  </a:lnTo>
                  <a:lnTo>
                    <a:pt x="14" y="376"/>
                  </a:lnTo>
                  <a:lnTo>
                    <a:pt x="1" y="479"/>
                  </a:lnTo>
                  <a:lnTo>
                    <a:pt x="14" y="570"/>
                  </a:lnTo>
                  <a:lnTo>
                    <a:pt x="40" y="661"/>
                  </a:lnTo>
                  <a:lnTo>
                    <a:pt x="92" y="738"/>
                  </a:lnTo>
                  <a:lnTo>
                    <a:pt x="143" y="803"/>
                  </a:lnTo>
                  <a:lnTo>
                    <a:pt x="221" y="868"/>
                  </a:lnTo>
                  <a:lnTo>
                    <a:pt x="299" y="907"/>
                  </a:lnTo>
                  <a:lnTo>
                    <a:pt x="389" y="932"/>
                  </a:lnTo>
                  <a:lnTo>
                    <a:pt x="480" y="945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4" name="Google Shape;894;p45"/>
            <p:cNvSpPr/>
            <p:nvPr/>
          </p:nvSpPr>
          <p:spPr>
            <a:xfrm>
              <a:off x="1238019" y="1348600"/>
              <a:ext cx="49994" cy="280729"/>
            </a:xfrm>
            <a:custGeom>
              <a:avLst/>
              <a:gdLst/>
              <a:ahLst/>
              <a:cxnLst/>
              <a:rect l="l" t="t" r="r" b="b"/>
              <a:pathLst>
                <a:path w="1024" h="5750" extrusionOk="0">
                  <a:moveTo>
                    <a:pt x="505" y="1"/>
                  </a:moveTo>
                  <a:lnTo>
                    <a:pt x="402" y="14"/>
                  </a:lnTo>
                  <a:lnTo>
                    <a:pt x="311" y="53"/>
                  </a:lnTo>
                  <a:lnTo>
                    <a:pt x="220" y="91"/>
                  </a:lnTo>
                  <a:lnTo>
                    <a:pt x="156" y="156"/>
                  </a:lnTo>
                  <a:lnTo>
                    <a:pt x="91" y="234"/>
                  </a:lnTo>
                  <a:lnTo>
                    <a:pt x="39" y="311"/>
                  </a:lnTo>
                  <a:lnTo>
                    <a:pt x="13" y="402"/>
                  </a:lnTo>
                  <a:lnTo>
                    <a:pt x="0" y="506"/>
                  </a:lnTo>
                  <a:lnTo>
                    <a:pt x="13" y="5245"/>
                  </a:lnTo>
                  <a:lnTo>
                    <a:pt x="26" y="5349"/>
                  </a:lnTo>
                  <a:lnTo>
                    <a:pt x="52" y="5439"/>
                  </a:lnTo>
                  <a:lnTo>
                    <a:pt x="104" y="5530"/>
                  </a:lnTo>
                  <a:lnTo>
                    <a:pt x="169" y="5608"/>
                  </a:lnTo>
                  <a:lnTo>
                    <a:pt x="233" y="5659"/>
                  </a:lnTo>
                  <a:lnTo>
                    <a:pt x="324" y="5711"/>
                  </a:lnTo>
                  <a:lnTo>
                    <a:pt x="415" y="5737"/>
                  </a:lnTo>
                  <a:lnTo>
                    <a:pt x="518" y="5750"/>
                  </a:lnTo>
                  <a:lnTo>
                    <a:pt x="622" y="5737"/>
                  </a:lnTo>
                  <a:lnTo>
                    <a:pt x="712" y="5711"/>
                  </a:lnTo>
                  <a:lnTo>
                    <a:pt x="803" y="5659"/>
                  </a:lnTo>
                  <a:lnTo>
                    <a:pt x="868" y="5595"/>
                  </a:lnTo>
                  <a:lnTo>
                    <a:pt x="933" y="5530"/>
                  </a:lnTo>
                  <a:lnTo>
                    <a:pt x="984" y="5439"/>
                  </a:lnTo>
                  <a:lnTo>
                    <a:pt x="1010" y="5349"/>
                  </a:lnTo>
                  <a:lnTo>
                    <a:pt x="1023" y="5245"/>
                  </a:lnTo>
                  <a:lnTo>
                    <a:pt x="1010" y="506"/>
                  </a:lnTo>
                  <a:lnTo>
                    <a:pt x="997" y="402"/>
                  </a:lnTo>
                  <a:lnTo>
                    <a:pt x="971" y="311"/>
                  </a:lnTo>
                  <a:lnTo>
                    <a:pt x="920" y="221"/>
                  </a:lnTo>
                  <a:lnTo>
                    <a:pt x="855" y="156"/>
                  </a:lnTo>
                  <a:lnTo>
                    <a:pt x="790" y="91"/>
                  </a:lnTo>
                  <a:lnTo>
                    <a:pt x="699" y="40"/>
                  </a:lnTo>
                  <a:lnTo>
                    <a:pt x="609" y="1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5" name="Google Shape;895;p45"/>
            <p:cNvSpPr/>
            <p:nvPr/>
          </p:nvSpPr>
          <p:spPr>
            <a:xfrm>
              <a:off x="1297436" y="1399180"/>
              <a:ext cx="49360" cy="179618"/>
            </a:xfrm>
            <a:custGeom>
              <a:avLst/>
              <a:gdLst/>
              <a:ahLst/>
              <a:cxnLst/>
              <a:rect l="l" t="t" r="r" b="b"/>
              <a:pathLst>
                <a:path w="1011" h="3679" extrusionOk="0">
                  <a:moveTo>
                    <a:pt x="402" y="1"/>
                  </a:moveTo>
                  <a:lnTo>
                    <a:pt x="298" y="39"/>
                  </a:lnTo>
                  <a:lnTo>
                    <a:pt x="221" y="78"/>
                  </a:lnTo>
                  <a:lnTo>
                    <a:pt x="143" y="143"/>
                  </a:lnTo>
                  <a:lnTo>
                    <a:pt x="78" y="221"/>
                  </a:lnTo>
                  <a:lnTo>
                    <a:pt x="39" y="298"/>
                  </a:lnTo>
                  <a:lnTo>
                    <a:pt x="13" y="402"/>
                  </a:lnTo>
                  <a:lnTo>
                    <a:pt x="0" y="493"/>
                  </a:lnTo>
                  <a:lnTo>
                    <a:pt x="0" y="3186"/>
                  </a:lnTo>
                  <a:lnTo>
                    <a:pt x="13" y="3277"/>
                  </a:lnTo>
                  <a:lnTo>
                    <a:pt x="39" y="3380"/>
                  </a:lnTo>
                  <a:lnTo>
                    <a:pt x="91" y="3458"/>
                  </a:lnTo>
                  <a:lnTo>
                    <a:pt x="156" y="3536"/>
                  </a:lnTo>
                  <a:lnTo>
                    <a:pt x="233" y="3600"/>
                  </a:lnTo>
                  <a:lnTo>
                    <a:pt x="311" y="3639"/>
                  </a:lnTo>
                  <a:lnTo>
                    <a:pt x="402" y="3678"/>
                  </a:lnTo>
                  <a:lnTo>
                    <a:pt x="505" y="3678"/>
                  </a:lnTo>
                  <a:lnTo>
                    <a:pt x="609" y="3665"/>
                  </a:lnTo>
                  <a:lnTo>
                    <a:pt x="700" y="3639"/>
                  </a:lnTo>
                  <a:lnTo>
                    <a:pt x="790" y="3600"/>
                  </a:lnTo>
                  <a:lnTo>
                    <a:pt x="868" y="3536"/>
                  </a:lnTo>
                  <a:lnTo>
                    <a:pt x="920" y="3458"/>
                  </a:lnTo>
                  <a:lnTo>
                    <a:pt x="972" y="3380"/>
                  </a:lnTo>
                  <a:lnTo>
                    <a:pt x="997" y="3277"/>
                  </a:lnTo>
                  <a:lnTo>
                    <a:pt x="1010" y="3173"/>
                  </a:lnTo>
                  <a:lnTo>
                    <a:pt x="997" y="493"/>
                  </a:lnTo>
                  <a:lnTo>
                    <a:pt x="997" y="389"/>
                  </a:lnTo>
                  <a:lnTo>
                    <a:pt x="959" y="298"/>
                  </a:lnTo>
                  <a:lnTo>
                    <a:pt x="920" y="221"/>
                  </a:lnTo>
                  <a:lnTo>
                    <a:pt x="855" y="143"/>
                  </a:lnTo>
                  <a:lnTo>
                    <a:pt x="777" y="78"/>
                  </a:lnTo>
                  <a:lnTo>
                    <a:pt x="700" y="39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6" name="Google Shape;896;p45"/>
            <p:cNvSpPr/>
            <p:nvPr/>
          </p:nvSpPr>
          <p:spPr>
            <a:xfrm>
              <a:off x="1355583" y="1465578"/>
              <a:ext cx="23435" cy="46186"/>
            </a:xfrm>
            <a:custGeom>
              <a:avLst/>
              <a:gdLst/>
              <a:ahLst/>
              <a:cxnLst/>
              <a:rect l="l" t="t" r="r" b="b"/>
              <a:pathLst>
                <a:path w="480" h="946" extrusionOk="0">
                  <a:moveTo>
                    <a:pt x="1" y="0"/>
                  </a:moveTo>
                  <a:lnTo>
                    <a:pt x="1" y="946"/>
                  </a:lnTo>
                  <a:lnTo>
                    <a:pt x="104" y="946"/>
                  </a:lnTo>
                  <a:lnTo>
                    <a:pt x="195" y="907"/>
                  </a:lnTo>
                  <a:lnTo>
                    <a:pt x="273" y="868"/>
                  </a:lnTo>
                  <a:lnTo>
                    <a:pt x="337" y="816"/>
                  </a:lnTo>
                  <a:lnTo>
                    <a:pt x="402" y="738"/>
                  </a:lnTo>
                  <a:lnTo>
                    <a:pt x="441" y="661"/>
                  </a:lnTo>
                  <a:lnTo>
                    <a:pt x="467" y="570"/>
                  </a:lnTo>
                  <a:lnTo>
                    <a:pt x="480" y="479"/>
                  </a:lnTo>
                  <a:lnTo>
                    <a:pt x="467" y="376"/>
                  </a:lnTo>
                  <a:lnTo>
                    <a:pt x="441" y="298"/>
                  </a:lnTo>
                  <a:lnTo>
                    <a:pt x="402" y="207"/>
                  </a:lnTo>
                  <a:lnTo>
                    <a:pt x="337" y="143"/>
                  </a:lnTo>
                  <a:lnTo>
                    <a:pt x="273" y="91"/>
                  </a:lnTo>
                  <a:lnTo>
                    <a:pt x="195" y="39"/>
                  </a:lnTo>
                  <a:lnTo>
                    <a:pt x="104" y="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7" name="Google Shape;897;p45"/>
            <p:cNvSpPr/>
            <p:nvPr/>
          </p:nvSpPr>
          <p:spPr>
            <a:xfrm>
              <a:off x="1014219" y="1462404"/>
              <a:ext cx="207398" cy="43647"/>
            </a:xfrm>
            <a:custGeom>
              <a:avLst/>
              <a:gdLst/>
              <a:ahLst/>
              <a:cxnLst/>
              <a:rect l="l" t="t" r="r" b="b"/>
              <a:pathLst>
                <a:path w="4248" h="894" extrusionOk="0">
                  <a:moveTo>
                    <a:pt x="0" y="1"/>
                  </a:moveTo>
                  <a:lnTo>
                    <a:pt x="0" y="894"/>
                  </a:lnTo>
                  <a:lnTo>
                    <a:pt x="4248" y="881"/>
                  </a:lnTo>
                  <a:lnTo>
                    <a:pt x="4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898" name="Google Shape;898;p45"/>
          <p:cNvSpPr/>
          <p:nvPr/>
        </p:nvSpPr>
        <p:spPr>
          <a:xfrm>
            <a:off x="705015" y="2460631"/>
            <a:ext cx="739710" cy="739710"/>
          </a:xfrm>
          <a:custGeom>
            <a:avLst/>
            <a:gdLst/>
            <a:ahLst/>
            <a:cxnLst/>
            <a:rect l="l" t="t" r="r" b="b"/>
            <a:pathLst>
              <a:path w="15151" h="15151" extrusionOk="0">
                <a:moveTo>
                  <a:pt x="7576" y="0"/>
                </a:moveTo>
                <a:lnTo>
                  <a:pt x="7187" y="13"/>
                </a:lnTo>
                <a:lnTo>
                  <a:pt x="6799" y="39"/>
                </a:lnTo>
                <a:lnTo>
                  <a:pt x="6423" y="91"/>
                </a:lnTo>
                <a:lnTo>
                  <a:pt x="6048" y="156"/>
                </a:lnTo>
                <a:lnTo>
                  <a:pt x="5685" y="246"/>
                </a:lnTo>
                <a:lnTo>
                  <a:pt x="5323" y="350"/>
                </a:lnTo>
                <a:lnTo>
                  <a:pt x="4973" y="466"/>
                </a:lnTo>
                <a:lnTo>
                  <a:pt x="4624" y="596"/>
                </a:lnTo>
                <a:lnTo>
                  <a:pt x="4300" y="751"/>
                </a:lnTo>
                <a:lnTo>
                  <a:pt x="3963" y="920"/>
                </a:lnTo>
                <a:lnTo>
                  <a:pt x="3652" y="1101"/>
                </a:lnTo>
                <a:lnTo>
                  <a:pt x="3342" y="1295"/>
                </a:lnTo>
                <a:lnTo>
                  <a:pt x="3044" y="1502"/>
                </a:lnTo>
                <a:lnTo>
                  <a:pt x="2759" y="1735"/>
                </a:lnTo>
                <a:lnTo>
                  <a:pt x="2487" y="1969"/>
                </a:lnTo>
                <a:lnTo>
                  <a:pt x="2228" y="2227"/>
                </a:lnTo>
                <a:lnTo>
                  <a:pt x="1969" y="2486"/>
                </a:lnTo>
                <a:lnTo>
                  <a:pt x="1736" y="2758"/>
                </a:lnTo>
                <a:lnTo>
                  <a:pt x="1516" y="3043"/>
                </a:lnTo>
                <a:lnTo>
                  <a:pt x="1296" y="3341"/>
                </a:lnTo>
                <a:lnTo>
                  <a:pt x="1101" y="3652"/>
                </a:lnTo>
                <a:lnTo>
                  <a:pt x="920" y="3963"/>
                </a:lnTo>
                <a:lnTo>
                  <a:pt x="752" y="4286"/>
                </a:lnTo>
                <a:lnTo>
                  <a:pt x="596" y="4623"/>
                </a:lnTo>
                <a:lnTo>
                  <a:pt x="467" y="4973"/>
                </a:lnTo>
                <a:lnTo>
                  <a:pt x="350" y="5322"/>
                </a:lnTo>
                <a:lnTo>
                  <a:pt x="247" y="5685"/>
                </a:lnTo>
                <a:lnTo>
                  <a:pt x="156" y="6047"/>
                </a:lnTo>
                <a:lnTo>
                  <a:pt x="91" y="6423"/>
                </a:lnTo>
                <a:lnTo>
                  <a:pt x="40" y="6798"/>
                </a:lnTo>
                <a:lnTo>
                  <a:pt x="14" y="7187"/>
                </a:lnTo>
                <a:lnTo>
                  <a:pt x="1" y="7575"/>
                </a:lnTo>
                <a:lnTo>
                  <a:pt x="14" y="7964"/>
                </a:lnTo>
                <a:lnTo>
                  <a:pt x="40" y="8352"/>
                </a:lnTo>
                <a:lnTo>
                  <a:pt x="91" y="8728"/>
                </a:lnTo>
                <a:lnTo>
                  <a:pt x="156" y="9103"/>
                </a:lnTo>
                <a:lnTo>
                  <a:pt x="247" y="9466"/>
                </a:lnTo>
                <a:lnTo>
                  <a:pt x="350" y="9828"/>
                </a:lnTo>
                <a:lnTo>
                  <a:pt x="467" y="10178"/>
                </a:lnTo>
                <a:lnTo>
                  <a:pt x="596" y="10515"/>
                </a:lnTo>
                <a:lnTo>
                  <a:pt x="752" y="10851"/>
                </a:lnTo>
                <a:lnTo>
                  <a:pt x="920" y="11188"/>
                </a:lnTo>
                <a:lnTo>
                  <a:pt x="1101" y="11499"/>
                </a:lnTo>
                <a:lnTo>
                  <a:pt x="1296" y="11810"/>
                </a:lnTo>
                <a:lnTo>
                  <a:pt x="1516" y="12107"/>
                </a:lnTo>
                <a:lnTo>
                  <a:pt x="1736" y="12392"/>
                </a:lnTo>
                <a:lnTo>
                  <a:pt x="1969" y="12664"/>
                </a:lnTo>
                <a:lnTo>
                  <a:pt x="2228" y="12923"/>
                </a:lnTo>
                <a:lnTo>
                  <a:pt x="2487" y="13182"/>
                </a:lnTo>
                <a:lnTo>
                  <a:pt x="2759" y="13415"/>
                </a:lnTo>
                <a:lnTo>
                  <a:pt x="3044" y="13635"/>
                </a:lnTo>
                <a:lnTo>
                  <a:pt x="3342" y="13855"/>
                </a:lnTo>
                <a:lnTo>
                  <a:pt x="3652" y="14050"/>
                </a:lnTo>
                <a:lnTo>
                  <a:pt x="3963" y="14231"/>
                </a:lnTo>
                <a:lnTo>
                  <a:pt x="4300" y="14399"/>
                </a:lnTo>
                <a:lnTo>
                  <a:pt x="4624" y="14555"/>
                </a:lnTo>
                <a:lnTo>
                  <a:pt x="4973" y="14684"/>
                </a:lnTo>
                <a:lnTo>
                  <a:pt x="5323" y="14801"/>
                </a:lnTo>
                <a:lnTo>
                  <a:pt x="5685" y="14904"/>
                </a:lnTo>
                <a:lnTo>
                  <a:pt x="6048" y="14995"/>
                </a:lnTo>
                <a:lnTo>
                  <a:pt x="6423" y="15060"/>
                </a:lnTo>
                <a:lnTo>
                  <a:pt x="6799" y="15099"/>
                </a:lnTo>
                <a:lnTo>
                  <a:pt x="7187" y="15137"/>
                </a:lnTo>
                <a:lnTo>
                  <a:pt x="7576" y="15150"/>
                </a:lnTo>
                <a:lnTo>
                  <a:pt x="7964" y="15137"/>
                </a:lnTo>
                <a:lnTo>
                  <a:pt x="8353" y="15099"/>
                </a:lnTo>
                <a:lnTo>
                  <a:pt x="8728" y="15060"/>
                </a:lnTo>
                <a:lnTo>
                  <a:pt x="9104" y="14995"/>
                </a:lnTo>
                <a:lnTo>
                  <a:pt x="9466" y="14904"/>
                </a:lnTo>
                <a:lnTo>
                  <a:pt x="9829" y="14801"/>
                </a:lnTo>
                <a:lnTo>
                  <a:pt x="10179" y="14684"/>
                </a:lnTo>
                <a:lnTo>
                  <a:pt x="10528" y="14555"/>
                </a:lnTo>
                <a:lnTo>
                  <a:pt x="10852" y="14399"/>
                </a:lnTo>
                <a:lnTo>
                  <a:pt x="11189" y="14231"/>
                </a:lnTo>
                <a:lnTo>
                  <a:pt x="11499" y="14050"/>
                </a:lnTo>
                <a:lnTo>
                  <a:pt x="11810" y="13855"/>
                </a:lnTo>
                <a:lnTo>
                  <a:pt x="12108" y="13635"/>
                </a:lnTo>
                <a:lnTo>
                  <a:pt x="12393" y="13415"/>
                </a:lnTo>
                <a:lnTo>
                  <a:pt x="12665" y="13182"/>
                </a:lnTo>
                <a:lnTo>
                  <a:pt x="12924" y="12923"/>
                </a:lnTo>
                <a:lnTo>
                  <a:pt x="13183" y="12664"/>
                </a:lnTo>
                <a:lnTo>
                  <a:pt x="13416" y="12392"/>
                </a:lnTo>
                <a:lnTo>
                  <a:pt x="13636" y="12107"/>
                </a:lnTo>
                <a:lnTo>
                  <a:pt x="13856" y="11810"/>
                </a:lnTo>
                <a:lnTo>
                  <a:pt x="14050" y="11499"/>
                </a:lnTo>
                <a:lnTo>
                  <a:pt x="14231" y="11188"/>
                </a:lnTo>
                <a:lnTo>
                  <a:pt x="14400" y="10851"/>
                </a:lnTo>
                <a:lnTo>
                  <a:pt x="14555" y="10515"/>
                </a:lnTo>
                <a:lnTo>
                  <a:pt x="14685" y="10178"/>
                </a:lnTo>
                <a:lnTo>
                  <a:pt x="14801" y="9828"/>
                </a:lnTo>
                <a:lnTo>
                  <a:pt x="14905" y="9466"/>
                </a:lnTo>
                <a:lnTo>
                  <a:pt x="14995" y="9103"/>
                </a:lnTo>
                <a:lnTo>
                  <a:pt x="15060" y="8728"/>
                </a:lnTo>
                <a:lnTo>
                  <a:pt x="15112" y="8352"/>
                </a:lnTo>
                <a:lnTo>
                  <a:pt x="15138" y="7964"/>
                </a:lnTo>
                <a:lnTo>
                  <a:pt x="15151" y="7575"/>
                </a:lnTo>
                <a:lnTo>
                  <a:pt x="15138" y="7187"/>
                </a:lnTo>
                <a:lnTo>
                  <a:pt x="15112" y="6798"/>
                </a:lnTo>
                <a:lnTo>
                  <a:pt x="15060" y="6423"/>
                </a:lnTo>
                <a:lnTo>
                  <a:pt x="14995" y="6047"/>
                </a:lnTo>
                <a:lnTo>
                  <a:pt x="14905" y="5685"/>
                </a:lnTo>
                <a:lnTo>
                  <a:pt x="14801" y="5322"/>
                </a:lnTo>
                <a:lnTo>
                  <a:pt x="14685" y="4973"/>
                </a:lnTo>
                <a:lnTo>
                  <a:pt x="14555" y="4623"/>
                </a:lnTo>
                <a:lnTo>
                  <a:pt x="14400" y="4286"/>
                </a:lnTo>
                <a:lnTo>
                  <a:pt x="14231" y="3963"/>
                </a:lnTo>
                <a:lnTo>
                  <a:pt x="14050" y="3652"/>
                </a:lnTo>
                <a:lnTo>
                  <a:pt x="13856" y="3341"/>
                </a:lnTo>
                <a:lnTo>
                  <a:pt x="13636" y="3043"/>
                </a:lnTo>
                <a:lnTo>
                  <a:pt x="13416" y="2758"/>
                </a:lnTo>
                <a:lnTo>
                  <a:pt x="13183" y="2486"/>
                </a:lnTo>
                <a:lnTo>
                  <a:pt x="12924" y="2227"/>
                </a:lnTo>
                <a:lnTo>
                  <a:pt x="12665" y="1969"/>
                </a:lnTo>
                <a:lnTo>
                  <a:pt x="12393" y="1735"/>
                </a:lnTo>
                <a:lnTo>
                  <a:pt x="12108" y="1502"/>
                </a:lnTo>
                <a:lnTo>
                  <a:pt x="11810" y="1295"/>
                </a:lnTo>
                <a:lnTo>
                  <a:pt x="11499" y="1101"/>
                </a:lnTo>
                <a:lnTo>
                  <a:pt x="11189" y="920"/>
                </a:lnTo>
                <a:lnTo>
                  <a:pt x="10852" y="751"/>
                </a:lnTo>
                <a:lnTo>
                  <a:pt x="10528" y="596"/>
                </a:lnTo>
                <a:lnTo>
                  <a:pt x="10179" y="466"/>
                </a:lnTo>
                <a:lnTo>
                  <a:pt x="9829" y="350"/>
                </a:lnTo>
                <a:lnTo>
                  <a:pt x="9466" y="246"/>
                </a:lnTo>
                <a:lnTo>
                  <a:pt x="9104" y="156"/>
                </a:lnTo>
                <a:lnTo>
                  <a:pt x="8728" y="91"/>
                </a:lnTo>
                <a:lnTo>
                  <a:pt x="8353" y="39"/>
                </a:lnTo>
                <a:lnTo>
                  <a:pt x="7964" y="13"/>
                </a:lnTo>
                <a:lnTo>
                  <a:pt x="75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899" name="Google Shape;899;p45"/>
          <p:cNvGrpSpPr/>
          <p:nvPr/>
        </p:nvGrpSpPr>
        <p:grpSpPr>
          <a:xfrm>
            <a:off x="854495" y="2555807"/>
            <a:ext cx="444427" cy="483681"/>
            <a:chOff x="858666" y="2410637"/>
            <a:chExt cx="444427" cy="483681"/>
          </a:xfrm>
        </p:grpSpPr>
        <p:sp>
          <p:nvSpPr>
            <p:cNvPr id="900" name="Google Shape;900;p45"/>
            <p:cNvSpPr/>
            <p:nvPr/>
          </p:nvSpPr>
          <p:spPr>
            <a:xfrm>
              <a:off x="902264" y="2410637"/>
              <a:ext cx="173271" cy="455270"/>
            </a:xfrm>
            <a:custGeom>
              <a:avLst/>
              <a:gdLst/>
              <a:ahLst/>
              <a:cxnLst/>
              <a:rect l="l" t="t" r="r" b="b"/>
              <a:pathLst>
                <a:path w="3549" h="9325" extrusionOk="0">
                  <a:moveTo>
                    <a:pt x="3043" y="1"/>
                  </a:moveTo>
                  <a:lnTo>
                    <a:pt x="2979" y="14"/>
                  </a:lnTo>
                  <a:lnTo>
                    <a:pt x="2927" y="53"/>
                  </a:lnTo>
                  <a:lnTo>
                    <a:pt x="2862" y="105"/>
                  </a:lnTo>
                  <a:lnTo>
                    <a:pt x="2823" y="169"/>
                  </a:lnTo>
                  <a:lnTo>
                    <a:pt x="2784" y="260"/>
                  </a:lnTo>
                  <a:lnTo>
                    <a:pt x="2746" y="376"/>
                  </a:lnTo>
                  <a:lnTo>
                    <a:pt x="2538" y="1386"/>
                  </a:lnTo>
                  <a:lnTo>
                    <a:pt x="2176" y="3031"/>
                  </a:lnTo>
                  <a:lnTo>
                    <a:pt x="1800" y="4701"/>
                  </a:lnTo>
                  <a:lnTo>
                    <a:pt x="1554" y="5802"/>
                  </a:lnTo>
                  <a:lnTo>
                    <a:pt x="1516" y="5983"/>
                  </a:lnTo>
                  <a:lnTo>
                    <a:pt x="1451" y="6165"/>
                  </a:lnTo>
                  <a:lnTo>
                    <a:pt x="1386" y="6320"/>
                  </a:lnTo>
                  <a:lnTo>
                    <a:pt x="1295" y="6462"/>
                  </a:lnTo>
                  <a:lnTo>
                    <a:pt x="1218" y="6605"/>
                  </a:lnTo>
                  <a:lnTo>
                    <a:pt x="1114" y="6721"/>
                  </a:lnTo>
                  <a:lnTo>
                    <a:pt x="1011" y="6838"/>
                  </a:lnTo>
                  <a:lnTo>
                    <a:pt x="907" y="6941"/>
                  </a:lnTo>
                  <a:lnTo>
                    <a:pt x="674" y="7123"/>
                  </a:lnTo>
                  <a:lnTo>
                    <a:pt x="441" y="7278"/>
                  </a:lnTo>
                  <a:lnTo>
                    <a:pt x="1" y="7563"/>
                  </a:lnTo>
                  <a:lnTo>
                    <a:pt x="687" y="9324"/>
                  </a:lnTo>
                  <a:lnTo>
                    <a:pt x="2254" y="8858"/>
                  </a:lnTo>
                  <a:lnTo>
                    <a:pt x="2461" y="8793"/>
                  </a:lnTo>
                  <a:lnTo>
                    <a:pt x="2681" y="8754"/>
                  </a:lnTo>
                  <a:lnTo>
                    <a:pt x="2901" y="8703"/>
                  </a:lnTo>
                  <a:lnTo>
                    <a:pt x="3095" y="8664"/>
                  </a:lnTo>
                  <a:lnTo>
                    <a:pt x="3277" y="8599"/>
                  </a:lnTo>
                  <a:lnTo>
                    <a:pt x="3354" y="8573"/>
                  </a:lnTo>
                  <a:lnTo>
                    <a:pt x="3419" y="8534"/>
                  </a:lnTo>
                  <a:lnTo>
                    <a:pt x="3471" y="8482"/>
                  </a:lnTo>
                  <a:lnTo>
                    <a:pt x="3510" y="8444"/>
                  </a:lnTo>
                  <a:lnTo>
                    <a:pt x="3535" y="8392"/>
                  </a:lnTo>
                  <a:lnTo>
                    <a:pt x="3548" y="8327"/>
                  </a:lnTo>
                  <a:lnTo>
                    <a:pt x="3548" y="5996"/>
                  </a:lnTo>
                  <a:lnTo>
                    <a:pt x="3535" y="5931"/>
                  </a:lnTo>
                  <a:lnTo>
                    <a:pt x="3523" y="5854"/>
                  </a:lnTo>
                  <a:lnTo>
                    <a:pt x="3484" y="5802"/>
                  </a:lnTo>
                  <a:lnTo>
                    <a:pt x="3432" y="5750"/>
                  </a:lnTo>
                  <a:lnTo>
                    <a:pt x="3380" y="5724"/>
                  </a:lnTo>
                  <a:lnTo>
                    <a:pt x="3328" y="5685"/>
                  </a:lnTo>
                  <a:lnTo>
                    <a:pt x="3251" y="5673"/>
                  </a:lnTo>
                  <a:lnTo>
                    <a:pt x="3121" y="5673"/>
                  </a:lnTo>
                  <a:lnTo>
                    <a:pt x="3043" y="5698"/>
                  </a:lnTo>
                  <a:lnTo>
                    <a:pt x="2979" y="5724"/>
                  </a:lnTo>
                  <a:lnTo>
                    <a:pt x="2927" y="5763"/>
                  </a:lnTo>
                  <a:lnTo>
                    <a:pt x="2862" y="5828"/>
                  </a:lnTo>
                  <a:lnTo>
                    <a:pt x="2823" y="5893"/>
                  </a:lnTo>
                  <a:lnTo>
                    <a:pt x="2784" y="5970"/>
                  </a:lnTo>
                  <a:lnTo>
                    <a:pt x="2759" y="6074"/>
                  </a:lnTo>
                  <a:lnTo>
                    <a:pt x="2681" y="6449"/>
                  </a:lnTo>
                  <a:lnTo>
                    <a:pt x="2603" y="6760"/>
                  </a:lnTo>
                  <a:lnTo>
                    <a:pt x="2525" y="7006"/>
                  </a:lnTo>
                  <a:lnTo>
                    <a:pt x="2448" y="7175"/>
                  </a:lnTo>
                  <a:lnTo>
                    <a:pt x="2383" y="7304"/>
                  </a:lnTo>
                  <a:lnTo>
                    <a:pt x="2331" y="7382"/>
                  </a:lnTo>
                  <a:lnTo>
                    <a:pt x="2279" y="7434"/>
                  </a:lnTo>
                  <a:lnTo>
                    <a:pt x="2279" y="7434"/>
                  </a:lnTo>
                  <a:lnTo>
                    <a:pt x="2318" y="7343"/>
                  </a:lnTo>
                  <a:lnTo>
                    <a:pt x="2409" y="7084"/>
                  </a:lnTo>
                  <a:lnTo>
                    <a:pt x="2461" y="6903"/>
                  </a:lnTo>
                  <a:lnTo>
                    <a:pt x="2513" y="6683"/>
                  </a:lnTo>
                  <a:lnTo>
                    <a:pt x="2551" y="6424"/>
                  </a:lnTo>
                  <a:lnTo>
                    <a:pt x="2590" y="6139"/>
                  </a:lnTo>
                  <a:lnTo>
                    <a:pt x="2603" y="5996"/>
                  </a:lnTo>
                  <a:lnTo>
                    <a:pt x="2629" y="5880"/>
                  </a:lnTo>
                  <a:lnTo>
                    <a:pt x="2668" y="5763"/>
                  </a:lnTo>
                  <a:lnTo>
                    <a:pt x="2720" y="5660"/>
                  </a:lnTo>
                  <a:lnTo>
                    <a:pt x="2784" y="5582"/>
                  </a:lnTo>
                  <a:lnTo>
                    <a:pt x="2849" y="5517"/>
                  </a:lnTo>
                  <a:lnTo>
                    <a:pt x="2927" y="5465"/>
                  </a:lnTo>
                  <a:lnTo>
                    <a:pt x="3030" y="5426"/>
                  </a:lnTo>
                  <a:lnTo>
                    <a:pt x="3134" y="5414"/>
                  </a:lnTo>
                  <a:lnTo>
                    <a:pt x="3225" y="5426"/>
                  </a:lnTo>
                  <a:lnTo>
                    <a:pt x="3302" y="5439"/>
                  </a:lnTo>
                  <a:lnTo>
                    <a:pt x="3380" y="5465"/>
                  </a:lnTo>
                  <a:lnTo>
                    <a:pt x="3484" y="5530"/>
                  </a:lnTo>
                  <a:lnTo>
                    <a:pt x="3523" y="5556"/>
                  </a:lnTo>
                  <a:lnTo>
                    <a:pt x="3523" y="493"/>
                  </a:lnTo>
                  <a:lnTo>
                    <a:pt x="3523" y="415"/>
                  </a:lnTo>
                  <a:lnTo>
                    <a:pt x="3497" y="325"/>
                  </a:lnTo>
                  <a:lnTo>
                    <a:pt x="3458" y="247"/>
                  </a:lnTo>
                  <a:lnTo>
                    <a:pt x="3419" y="182"/>
                  </a:lnTo>
                  <a:lnTo>
                    <a:pt x="3367" y="130"/>
                  </a:lnTo>
                  <a:lnTo>
                    <a:pt x="3315" y="79"/>
                  </a:lnTo>
                  <a:lnTo>
                    <a:pt x="3251" y="40"/>
                  </a:lnTo>
                  <a:lnTo>
                    <a:pt x="3186" y="14"/>
                  </a:lnTo>
                  <a:lnTo>
                    <a:pt x="31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1" name="Google Shape;901;p45"/>
            <p:cNvSpPr/>
            <p:nvPr/>
          </p:nvSpPr>
          <p:spPr>
            <a:xfrm>
              <a:off x="858666" y="2780464"/>
              <a:ext cx="68937" cy="113854"/>
            </a:xfrm>
            <a:custGeom>
              <a:avLst/>
              <a:gdLst/>
              <a:ahLst/>
              <a:cxnLst/>
              <a:rect l="l" t="t" r="r" b="b"/>
              <a:pathLst>
                <a:path w="1412" h="2332" extrusionOk="0">
                  <a:moveTo>
                    <a:pt x="401" y="1"/>
                  </a:moveTo>
                  <a:lnTo>
                    <a:pt x="337" y="14"/>
                  </a:lnTo>
                  <a:lnTo>
                    <a:pt x="220" y="66"/>
                  </a:lnTo>
                  <a:lnTo>
                    <a:pt x="155" y="92"/>
                  </a:lnTo>
                  <a:lnTo>
                    <a:pt x="104" y="130"/>
                  </a:lnTo>
                  <a:lnTo>
                    <a:pt x="65" y="182"/>
                  </a:lnTo>
                  <a:lnTo>
                    <a:pt x="26" y="247"/>
                  </a:lnTo>
                  <a:lnTo>
                    <a:pt x="13" y="299"/>
                  </a:lnTo>
                  <a:lnTo>
                    <a:pt x="0" y="364"/>
                  </a:lnTo>
                  <a:lnTo>
                    <a:pt x="0" y="428"/>
                  </a:lnTo>
                  <a:lnTo>
                    <a:pt x="26" y="506"/>
                  </a:lnTo>
                  <a:lnTo>
                    <a:pt x="635" y="2125"/>
                  </a:lnTo>
                  <a:lnTo>
                    <a:pt x="673" y="2176"/>
                  </a:lnTo>
                  <a:lnTo>
                    <a:pt x="712" y="2228"/>
                  </a:lnTo>
                  <a:lnTo>
                    <a:pt x="764" y="2280"/>
                  </a:lnTo>
                  <a:lnTo>
                    <a:pt x="816" y="2306"/>
                  </a:lnTo>
                  <a:lnTo>
                    <a:pt x="881" y="2332"/>
                  </a:lnTo>
                  <a:lnTo>
                    <a:pt x="1010" y="2332"/>
                  </a:lnTo>
                  <a:lnTo>
                    <a:pt x="1075" y="2319"/>
                  </a:lnTo>
                  <a:lnTo>
                    <a:pt x="1191" y="2267"/>
                  </a:lnTo>
                  <a:lnTo>
                    <a:pt x="1256" y="2241"/>
                  </a:lnTo>
                  <a:lnTo>
                    <a:pt x="1308" y="2202"/>
                  </a:lnTo>
                  <a:lnTo>
                    <a:pt x="1347" y="2150"/>
                  </a:lnTo>
                  <a:lnTo>
                    <a:pt x="1386" y="2086"/>
                  </a:lnTo>
                  <a:lnTo>
                    <a:pt x="1399" y="2034"/>
                  </a:lnTo>
                  <a:lnTo>
                    <a:pt x="1411" y="1969"/>
                  </a:lnTo>
                  <a:lnTo>
                    <a:pt x="1411" y="1904"/>
                  </a:lnTo>
                  <a:lnTo>
                    <a:pt x="1386" y="1827"/>
                  </a:lnTo>
                  <a:lnTo>
                    <a:pt x="777" y="208"/>
                  </a:lnTo>
                  <a:lnTo>
                    <a:pt x="738" y="156"/>
                  </a:lnTo>
                  <a:lnTo>
                    <a:pt x="699" y="105"/>
                  </a:lnTo>
                  <a:lnTo>
                    <a:pt x="647" y="53"/>
                  </a:lnTo>
                  <a:lnTo>
                    <a:pt x="596" y="27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2" name="Google Shape;902;p45"/>
            <p:cNvSpPr/>
            <p:nvPr/>
          </p:nvSpPr>
          <p:spPr>
            <a:xfrm>
              <a:off x="1086860" y="2410637"/>
              <a:ext cx="172636" cy="455270"/>
            </a:xfrm>
            <a:custGeom>
              <a:avLst/>
              <a:gdLst/>
              <a:ahLst/>
              <a:cxnLst/>
              <a:rect l="l" t="t" r="r" b="b"/>
              <a:pathLst>
                <a:path w="3536" h="9325" extrusionOk="0">
                  <a:moveTo>
                    <a:pt x="428" y="1"/>
                  </a:moveTo>
                  <a:lnTo>
                    <a:pt x="363" y="14"/>
                  </a:lnTo>
                  <a:lnTo>
                    <a:pt x="298" y="40"/>
                  </a:lnTo>
                  <a:lnTo>
                    <a:pt x="234" y="79"/>
                  </a:lnTo>
                  <a:lnTo>
                    <a:pt x="169" y="130"/>
                  </a:lnTo>
                  <a:lnTo>
                    <a:pt x="117" y="182"/>
                  </a:lnTo>
                  <a:lnTo>
                    <a:pt x="78" y="247"/>
                  </a:lnTo>
                  <a:lnTo>
                    <a:pt x="39" y="325"/>
                  </a:lnTo>
                  <a:lnTo>
                    <a:pt x="26" y="415"/>
                  </a:lnTo>
                  <a:lnTo>
                    <a:pt x="13" y="493"/>
                  </a:lnTo>
                  <a:lnTo>
                    <a:pt x="13" y="5556"/>
                  </a:lnTo>
                  <a:lnTo>
                    <a:pt x="52" y="5530"/>
                  </a:lnTo>
                  <a:lnTo>
                    <a:pt x="156" y="5465"/>
                  </a:lnTo>
                  <a:lnTo>
                    <a:pt x="234" y="5439"/>
                  </a:lnTo>
                  <a:lnTo>
                    <a:pt x="324" y="5426"/>
                  </a:lnTo>
                  <a:lnTo>
                    <a:pt x="415" y="5414"/>
                  </a:lnTo>
                  <a:lnTo>
                    <a:pt x="518" y="5426"/>
                  </a:lnTo>
                  <a:lnTo>
                    <a:pt x="609" y="5465"/>
                  </a:lnTo>
                  <a:lnTo>
                    <a:pt x="687" y="5517"/>
                  </a:lnTo>
                  <a:lnTo>
                    <a:pt x="764" y="5582"/>
                  </a:lnTo>
                  <a:lnTo>
                    <a:pt x="816" y="5660"/>
                  </a:lnTo>
                  <a:lnTo>
                    <a:pt x="868" y="5763"/>
                  </a:lnTo>
                  <a:lnTo>
                    <a:pt x="907" y="5880"/>
                  </a:lnTo>
                  <a:lnTo>
                    <a:pt x="933" y="5996"/>
                  </a:lnTo>
                  <a:lnTo>
                    <a:pt x="959" y="6139"/>
                  </a:lnTo>
                  <a:lnTo>
                    <a:pt x="985" y="6424"/>
                  </a:lnTo>
                  <a:lnTo>
                    <a:pt x="1036" y="6683"/>
                  </a:lnTo>
                  <a:lnTo>
                    <a:pt x="1088" y="6903"/>
                  </a:lnTo>
                  <a:lnTo>
                    <a:pt x="1127" y="7084"/>
                  </a:lnTo>
                  <a:lnTo>
                    <a:pt x="1218" y="7343"/>
                  </a:lnTo>
                  <a:lnTo>
                    <a:pt x="1257" y="7434"/>
                  </a:lnTo>
                  <a:lnTo>
                    <a:pt x="1205" y="7382"/>
                  </a:lnTo>
                  <a:lnTo>
                    <a:pt x="1153" y="7304"/>
                  </a:lnTo>
                  <a:lnTo>
                    <a:pt x="1088" y="7175"/>
                  </a:lnTo>
                  <a:lnTo>
                    <a:pt x="1023" y="7006"/>
                  </a:lnTo>
                  <a:lnTo>
                    <a:pt x="946" y="6760"/>
                  </a:lnTo>
                  <a:lnTo>
                    <a:pt x="855" y="6449"/>
                  </a:lnTo>
                  <a:lnTo>
                    <a:pt x="777" y="6074"/>
                  </a:lnTo>
                  <a:lnTo>
                    <a:pt x="764" y="5970"/>
                  </a:lnTo>
                  <a:lnTo>
                    <a:pt x="726" y="5893"/>
                  </a:lnTo>
                  <a:lnTo>
                    <a:pt x="674" y="5828"/>
                  </a:lnTo>
                  <a:lnTo>
                    <a:pt x="622" y="5763"/>
                  </a:lnTo>
                  <a:lnTo>
                    <a:pt x="557" y="5724"/>
                  </a:lnTo>
                  <a:lnTo>
                    <a:pt x="493" y="5698"/>
                  </a:lnTo>
                  <a:lnTo>
                    <a:pt x="428" y="5673"/>
                  </a:lnTo>
                  <a:lnTo>
                    <a:pt x="285" y="5673"/>
                  </a:lnTo>
                  <a:lnTo>
                    <a:pt x="221" y="5685"/>
                  </a:lnTo>
                  <a:lnTo>
                    <a:pt x="156" y="5724"/>
                  </a:lnTo>
                  <a:lnTo>
                    <a:pt x="104" y="5750"/>
                  </a:lnTo>
                  <a:lnTo>
                    <a:pt x="65" y="5802"/>
                  </a:lnTo>
                  <a:lnTo>
                    <a:pt x="26" y="5854"/>
                  </a:lnTo>
                  <a:lnTo>
                    <a:pt x="1" y="5931"/>
                  </a:lnTo>
                  <a:lnTo>
                    <a:pt x="1" y="5996"/>
                  </a:lnTo>
                  <a:lnTo>
                    <a:pt x="1" y="8327"/>
                  </a:lnTo>
                  <a:lnTo>
                    <a:pt x="1" y="8392"/>
                  </a:lnTo>
                  <a:lnTo>
                    <a:pt x="26" y="8444"/>
                  </a:lnTo>
                  <a:lnTo>
                    <a:pt x="65" y="8482"/>
                  </a:lnTo>
                  <a:lnTo>
                    <a:pt x="117" y="8534"/>
                  </a:lnTo>
                  <a:lnTo>
                    <a:pt x="182" y="8573"/>
                  </a:lnTo>
                  <a:lnTo>
                    <a:pt x="259" y="8599"/>
                  </a:lnTo>
                  <a:lnTo>
                    <a:pt x="441" y="8664"/>
                  </a:lnTo>
                  <a:lnTo>
                    <a:pt x="648" y="8703"/>
                  </a:lnTo>
                  <a:lnTo>
                    <a:pt x="855" y="8754"/>
                  </a:lnTo>
                  <a:lnTo>
                    <a:pt x="1075" y="8793"/>
                  </a:lnTo>
                  <a:lnTo>
                    <a:pt x="1282" y="8858"/>
                  </a:lnTo>
                  <a:lnTo>
                    <a:pt x="2862" y="9324"/>
                  </a:lnTo>
                  <a:lnTo>
                    <a:pt x="3536" y="7563"/>
                  </a:lnTo>
                  <a:lnTo>
                    <a:pt x="3095" y="7278"/>
                  </a:lnTo>
                  <a:lnTo>
                    <a:pt x="2862" y="7123"/>
                  </a:lnTo>
                  <a:lnTo>
                    <a:pt x="2642" y="6941"/>
                  </a:lnTo>
                  <a:lnTo>
                    <a:pt x="2526" y="6838"/>
                  </a:lnTo>
                  <a:lnTo>
                    <a:pt x="2422" y="6721"/>
                  </a:lnTo>
                  <a:lnTo>
                    <a:pt x="2331" y="6605"/>
                  </a:lnTo>
                  <a:lnTo>
                    <a:pt x="2241" y="6462"/>
                  </a:lnTo>
                  <a:lnTo>
                    <a:pt x="2163" y="6320"/>
                  </a:lnTo>
                  <a:lnTo>
                    <a:pt x="2085" y="6165"/>
                  </a:lnTo>
                  <a:lnTo>
                    <a:pt x="2033" y="5983"/>
                  </a:lnTo>
                  <a:lnTo>
                    <a:pt x="1982" y="5802"/>
                  </a:lnTo>
                  <a:lnTo>
                    <a:pt x="1749" y="4701"/>
                  </a:lnTo>
                  <a:lnTo>
                    <a:pt x="1373" y="3031"/>
                  </a:lnTo>
                  <a:lnTo>
                    <a:pt x="1011" y="1386"/>
                  </a:lnTo>
                  <a:lnTo>
                    <a:pt x="790" y="376"/>
                  </a:lnTo>
                  <a:lnTo>
                    <a:pt x="764" y="260"/>
                  </a:lnTo>
                  <a:lnTo>
                    <a:pt x="726" y="169"/>
                  </a:lnTo>
                  <a:lnTo>
                    <a:pt x="674" y="105"/>
                  </a:lnTo>
                  <a:lnTo>
                    <a:pt x="622" y="53"/>
                  </a:lnTo>
                  <a:lnTo>
                    <a:pt x="557" y="1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  <p:sp>
          <p:nvSpPr>
            <p:cNvPr id="903" name="Google Shape;903;p45"/>
            <p:cNvSpPr/>
            <p:nvPr/>
          </p:nvSpPr>
          <p:spPr>
            <a:xfrm>
              <a:off x="1234156" y="2780464"/>
              <a:ext cx="68937" cy="113854"/>
            </a:xfrm>
            <a:custGeom>
              <a:avLst/>
              <a:gdLst/>
              <a:ahLst/>
              <a:cxnLst/>
              <a:rect l="l" t="t" r="r" b="b"/>
              <a:pathLst>
                <a:path w="1412" h="2332" extrusionOk="0">
                  <a:moveTo>
                    <a:pt x="881" y="1"/>
                  </a:moveTo>
                  <a:lnTo>
                    <a:pt x="816" y="27"/>
                  </a:lnTo>
                  <a:lnTo>
                    <a:pt x="765" y="53"/>
                  </a:lnTo>
                  <a:lnTo>
                    <a:pt x="713" y="105"/>
                  </a:lnTo>
                  <a:lnTo>
                    <a:pt x="674" y="156"/>
                  </a:lnTo>
                  <a:lnTo>
                    <a:pt x="648" y="208"/>
                  </a:lnTo>
                  <a:lnTo>
                    <a:pt x="26" y="1827"/>
                  </a:lnTo>
                  <a:lnTo>
                    <a:pt x="14" y="1904"/>
                  </a:lnTo>
                  <a:lnTo>
                    <a:pt x="1" y="1969"/>
                  </a:lnTo>
                  <a:lnTo>
                    <a:pt x="14" y="2034"/>
                  </a:lnTo>
                  <a:lnTo>
                    <a:pt x="39" y="2086"/>
                  </a:lnTo>
                  <a:lnTo>
                    <a:pt x="65" y="2150"/>
                  </a:lnTo>
                  <a:lnTo>
                    <a:pt x="104" y="2202"/>
                  </a:lnTo>
                  <a:lnTo>
                    <a:pt x="156" y="2241"/>
                  </a:lnTo>
                  <a:lnTo>
                    <a:pt x="221" y="2267"/>
                  </a:lnTo>
                  <a:lnTo>
                    <a:pt x="337" y="2319"/>
                  </a:lnTo>
                  <a:lnTo>
                    <a:pt x="402" y="2332"/>
                  </a:lnTo>
                  <a:lnTo>
                    <a:pt x="531" y="2332"/>
                  </a:lnTo>
                  <a:lnTo>
                    <a:pt x="596" y="2306"/>
                  </a:lnTo>
                  <a:lnTo>
                    <a:pt x="661" y="2280"/>
                  </a:lnTo>
                  <a:lnTo>
                    <a:pt x="700" y="2228"/>
                  </a:lnTo>
                  <a:lnTo>
                    <a:pt x="752" y="2176"/>
                  </a:lnTo>
                  <a:lnTo>
                    <a:pt x="777" y="2125"/>
                  </a:lnTo>
                  <a:lnTo>
                    <a:pt x="1399" y="506"/>
                  </a:lnTo>
                  <a:lnTo>
                    <a:pt x="1412" y="428"/>
                  </a:lnTo>
                  <a:lnTo>
                    <a:pt x="1412" y="364"/>
                  </a:lnTo>
                  <a:lnTo>
                    <a:pt x="1412" y="299"/>
                  </a:lnTo>
                  <a:lnTo>
                    <a:pt x="1386" y="247"/>
                  </a:lnTo>
                  <a:lnTo>
                    <a:pt x="1360" y="182"/>
                  </a:lnTo>
                  <a:lnTo>
                    <a:pt x="1308" y="130"/>
                  </a:lnTo>
                  <a:lnTo>
                    <a:pt x="1257" y="92"/>
                  </a:lnTo>
                  <a:lnTo>
                    <a:pt x="1192" y="66"/>
                  </a:lnTo>
                  <a:lnTo>
                    <a:pt x="1075" y="1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904" name="Google Shape;904;p45"/>
          <p:cNvSpPr/>
          <p:nvPr/>
        </p:nvSpPr>
        <p:spPr>
          <a:xfrm>
            <a:off x="705015" y="3640898"/>
            <a:ext cx="739075" cy="739075"/>
          </a:xfrm>
          <a:custGeom>
            <a:avLst/>
            <a:gdLst/>
            <a:ahLst/>
            <a:cxnLst/>
            <a:rect l="l" t="t" r="r" b="b"/>
            <a:pathLst>
              <a:path w="15138" h="15138" extrusionOk="0">
                <a:moveTo>
                  <a:pt x="7174" y="0"/>
                </a:moveTo>
                <a:lnTo>
                  <a:pt x="6799" y="39"/>
                </a:lnTo>
                <a:lnTo>
                  <a:pt x="6410" y="78"/>
                </a:lnTo>
                <a:lnTo>
                  <a:pt x="6048" y="156"/>
                </a:lnTo>
                <a:lnTo>
                  <a:pt x="5672" y="233"/>
                </a:lnTo>
                <a:lnTo>
                  <a:pt x="5310" y="337"/>
                </a:lnTo>
                <a:lnTo>
                  <a:pt x="4960" y="453"/>
                </a:lnTo>
                <a:lnTo>
                  <a:pt x="4623" y="596"/>
                </a:lnTo>
                <a:lnTo>
                  <a:pt x="4287" y="738"/>
                </a:lnTo>
                <a:lnTo>
                  <a:pt x="3963" y="907"/>
                </a:lnTo>
                <a:lnTo>
                  <a:pt x="3639" y="1088"/>
                </a:lnTo>
                <a:lnTo>
                  <a:pt x="3328" y="1295"/>
                </a:lnTo>
                <a:lnTo>
                  <a:pt x="3044" y="1502"/>
                </a:lnTo>
                <a:lnTo>
                  <a:pt x="2746" y="1722"/>
                </a:lnTo>
                <a:lnTo>
                  <a:pt x="2474" y="1968"/>
                </a:lnTo>
                <a:lnTo>
                  <a:pt x="2215" y="2214"/>
                </a:lnTo>
                <a:lnTo>
                  <a:pt x="1969" y="2473"/>
                </a:lnTo>
                <a:lnTo>
                  <a:pt x="1723" y="2745"/>
                </a:lnTo>
                <a:lnTo>
                  <a:pt x="1503" y="3043"/>
                </a:lnTo>
                <a:lnTo>
                  <a:pt x="1295" y="3328"/>
                </a:lnTo>
                <a:lnTo>
                  <a:pt x="1088" y="3639"/>
                </a:lnTo>
                <a:lnTo>
                  <a:pt x="907" y="3963"/>
                </a:lnTo>
                <a:lnTo>
                  <a:pt x="739" y="4286"/>
                </a:lnTo>
                <a:lnTo>
                  <a:pt x="596" y="4623"/>
                </a:lnTo>
                <a:lnTo>
                  <a:pt x="454" y="4960"/>
                </a:lnTo>
                <a:lnTo>
                  <a:pt x="337" y="5309"/>
                </a:lnTo>
                <a:lnTo>
                  <a:pt x="234" y="5672"/>
                </a:lnTo>
                <a:lnTo>
                  <a:pt x="156" y="6034"/>
                </a:lnTo>
                <a:lnTo>
                  <a:pt x="78" y="6410"/>
                </a:lnTo>
                <a:lnTo>
                  <a:pt x="39" y="6798"/>
                </a:lnTo>
                <a:lnTo>
                  <a:pt x="1" y="7174"/>
                </a:lnTo>
                <a:lnTo>
                  <a:pt x="1" y="7562"/>
                </a:lnTo>
                <a:lnTo>
                  <a:pt x="1" y="7951"/>
                </a:lnTo>
                <a:lnTo>
                  <a:pt x="39" y="8339"/>
                </a:lnTo>
                <a:lnTo>
                  <a:pt x="78" y="8715"/>
                </a:lnTo>
                <a:lnTo>
                  <a:pt x="156" y="9090"/>
                </a:lnTo>
                <a:lnTo>
                  <a:pt x="234" y="9453"/>
                </a:lnTo>
                <a:lnTo>
                  <a:pt x="337" y="9815"/>
                </a:lnTo>
                <a:lnTo>
                  <a:pt x="454" y="10165"/>
                </a:lnTo>
                <a:lnTo>
                  <a:pt x="596" y="10515"/>
                </a:lnTo>
                <a:lnTo>
                  <a:pt x="739" y="10851"/>
                </a:lnTo>
                <a:lnTo>
                  <a:pt x="907" y="11175"/>
                </a:lnTo>
                <a:lnTo>
                  <a:pt x="1088" y="11486"/>
                </a:lnTo>
                <a:lnTo>
                  <a:pt x="1295" y="11797"/>
                </a:lnTo>
                <a:lnTo>
                  <a:pt x="1503" y="12094"/>
                </a:lnTo>
                <a:lnTo>
                  <a:pt x="1723" y="12379"/>
                </a:lnTo>
                <a:lnTo>
                  <a:pt x="1969" y="12651"/>
                </a:lnTo>
                <a:lnTo>
                  <a:pt x="2215" y="12923"/>
                </a:lnTo>
                <a:lnTo>
                  <a:pt x="2474" y="13169"/>
                </a:lnTo>
                <a:lnTo>
                  <a:pt x="2746" y="13402"/>
                </a:lnTo>
                <a:lnTo>
                  <a:pt x="3044" y="13635"/>
                </a:lnTo>
                <a:lnTo>
                  <a:pt x="3328" y="13842"/>
                </a:lnTo>
                <a:lnTo>
                  <a:pt x="3639" y="14037"/>
                </a:lnTo>
                <a:lnTo>
                  <a:pt x="3963" y="14218"/>
                </a:lnTo>
                <a:lnTo>
                  <a:pt x="4287" y="14386"/>
                </a:lnTo>
                <a:lnTo>
                  <a:pt x="4623" y="14542"/>
                </a:lnTo>
                <a:lnTo>
                  <a:pt x="4960" y="14671"/>
                </a:lnTo>
                <a:lnTo>
                  <a:pt x="5310" y="14801"/>
                </a:lnTo>
                <a:lnTo>
                  <a:pt x="5672" y="14891"/>
                </a:lnTo>
                <a:lnTo>
                  <a:pt x="6048" y="14982"/>
                </a:lnTo>
                <a:lnTo>
                  <a:pt x="6410" y="15047"/>
                </a:lnTo>
                <a:lnTo>
                  <a:pt x="6799" y="15098"/>
                </a:lnTo>
                <a:lnTo>
                  <a:pt x="7174" y="15124"/>
                </a:lnTo>
                <a:lnTo>
                  <a:pt x="7563" y="15137"/>
                </a:lnTo>
                <a:lnTo>
                  <a:pt x="7951" y="15124"/>
                </a:lnTo>
                <a:lnTo>
                  <a:pt x="8340" y="15098"/>
                </a:lnTo>
                <a:lnTo>
                  <a:pt x="8715" y="15047"/>
                </a:lnTo>
                <a:lnTo>
                  <a:pt x="9091" y="14982"/>
                </a:lnTo>
                <a:lnTo>
                  <a:pt x="9453" y="14891"/>
                </a:lnTo>
                <a:lnTo>
                  <a:pt x="9816" y="14801"/>
                </a:lnTo>
                <a:lnTo>
                  <a:pt x="10165" y="14671"/>
                </a:lnTo>
                <a:lnTo>
                  <a:pt x="10515" y="14542"/>
                </a:lnTo>
                <a:lnTo>
                  <a:pt x="10852" y="14386"/>
                </a:lnTo>
                <a:lnTo>
                  <a:pt x="11175" y="14218"/>
                </a:lnTo>
                <a:lnTo>
                  <a:pt x="11486" y="14037"/>
                </a:lnTo>
                <a:lnTo>
                  <a:pt x="11797" y="13842"/>
                </a:lnTo>
                <a:lnTo>
                  <a:pt x="12095" y="13635"/>
                </a:lnTo>
                <a:lnTo>
                  <a:pt x="12380" y="13402"/>
                </a:lnTo>
                <a:lnTo>
                  <a:pt x="12652" y="13169"/>
                </a:lnTo>
                <a:lnTo>
                  <a:pt x="12923" y="12923"/>
                </a:lnTo>
                <a:lnTo>
                  <a:pt x="13169" y="12651"/>
                </a:lnTo>
                <a:lnTo>
                  <a:pt x="13403" y="12379"/>
                </a:lnTo>
                <a:lnTo>
                  <a:pt x="13636" y="12094"/>
                </a:lnTo>
                <a:lnTo>
                  <a:pt x="13843" y="11797"/>
                </a:lnTo>
                <a:lnTo>
                  <a:pt x="14037" y="11486"/>
                </a:lnTo>
                <a:lnTo>
                  <a:pt x="14218" y="11175"/>
                </a:lnTo>
                <a:lnTo>
                  <a:pt x="14387" y="10851"/>
                </a:lnTo>
                <a:lnTo>
                  <a:pt x="14542" y="10515"/>
                </a:lnTo>
                <a:lnTo>
                  <a:pt x="14672" y="10165"/>
                </a:lnTo>
                <a:lnTo>
                  <a:pt x="14801" y="9815"/>
                </a:lnTo>
                <a:lnTo>
                  <a:pt x="14905" y="9453"/>
                </a:lnTo>
                <a:lnTo>
                  <a:pt x="14982" y="9090"/>
                </a:lnTo>
                <a:lnTo>
                  <a:pt x="15047" y="8715"/>
                </a:lnTo>
                <a:lnTo>
                  <a:pt x="15099" y="8339"/>
                </a:lnTo>
                <a:lnTo>
                  <a:pt x="15125" y="7951"/>
                </a:lnTo>
                <a:lnTo>
                  <a:pt x="15138" y="7562"/>
                </a:lnTo>
                <a:lnTo>
                  <a:pt x="15125" y="7174"/>
                </a:lnTo>
                <a:lnTo>
                  <a:pt x="15099" y="6798"/>
                </a:lnTo>
                <a:lnTo>
                  <a:pt x="15047" y="6410"/>
                </a:lnTo>
                <a:lnTo>
                  <a:pt x="14982" y="6034"/>
                </a:lnTo>
                <a:lnTo>
                  <a:pt x="14905" y="5672"/>
                </a:lnTo>
                <a:lnTo>
                  <a:pt x="14801" y="5309"/>
                </a:lnTo>
                <a:lnTo>
                  <a:pt x="14672" y="4960"/>
                </a:lnTo>
                <a:lnTo>
                  <a:pt x="14542" y="4623"/>
                </a:lnTo>
                <a:lnTo>
                  <a:pt x="14387" y="4286"/>
                </a:lnTo>
                <a:lnTo>
                  <a:pt x="14218" y="3963"/>
                </a:lnTo>
                <a:lnTo>
                  <a:pt x="14037" y="3639"/>
                </a:lnTo>
                <a:lnTo>
                  <a:pt x="13843" y="3328"/>
                </a:lnTo>
                <a:lnTo>
                  <a:pt x="13636" y="3043"/>
                </a:lnTo>
                <a:lnTo>
                  <a:pt x="13403" y="2745"/>
                </a:lnTo>
                <a:lnTo>
                  <a:pt x="13169" y="2473"/>
                </a:lnTo>
                <a:lnTo>
                  <a:pt x="12923" y="2214"/>
                </a:lnTo>
                <a:lnTo>
                  <a:pt x="12652" y="1968"/>
                </a:lnTo>
                <a:lnTo>
                  <a:pt x="12380" y="1722"/>
                </a:lnTo>
                <a:lnTo>
                  <a:pt x="12095" y="1502"/>
                </a:lnTo>
                <a:lnTo>
                  <a:pt x="11797" y="1295"/>
                </a:lnTo>
                <a:lnTo>
                  <a:pt x="11486" y="1088"/>
                </a:lnTo>
                <a:lnTo>
                  <a:pt x="11175" y="907"/>
                </a:lnTo>
                <a:lnTo>
                  <a:pt x="10852" y="738"/>
                </a:lnTo>
                <a:lnTo>
                  <a:pt x="10515" y="596"/>
                </a:lnTo>
                <a:lnTo>
                  <a:pt x="10165" y="453"/>
                </a:lnTo>
                <a:lnTo>
                  <a:pt x="9816" y="337"/>
                </a:lnTo>
                <a:lnTo>
                  <a:pt x="9453" y="233"/>
                </a:lnTo>
                <a:lnTo>
                  <a:pt x="9091" y="156"/>
                </a:lnTo>
                <a:lnTo>
                  <a:pt x="8715" y="78"/>
                </a:lnTo>
                <a:lnTo>
                  <a:pt x="8340" y="39"/>
                </a:lnTo>
                <a:lnTo>
                  <a:pt x="79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905" name="Google Shape;905;p45"/>
          <p:cNvGrpSpPr/>
          <p:nvPr/>
        </p:nvGrpSpPr>
        <p:grpSpPr>
          <a:xfrm>
            <a:off x="871896" y="3809703"/>
            <a:ext cx="390723" cy="426755"/>
            <a:chOff x="885516" y="3724975"/>
            <a:chExt cx="390723" cy="426755"/>
          </a:xfrm>
        </p:grpSpPr>
        <p:sp>
          <p:nvSpPr>
            <p:cNvPr id="906" name="Google Shape;906;p45"/>
            <p:cNvSpPr/>
            <p:nvPr/>
          </p:nvSpPr>
          <p:spPr>
            <a:xfrm>
              <a:off x="885516" y="3724975"/>
              <a:ext cx="348397" cy="401467"/>
            </a:xfrm>
            <a:custGeom>
              <a:avLst/>
              <a:gdLst/>
              <a:ahLst/>
              <a:cxnLst/>
              <a:rect l="l" t="t" r="r" b="b"/>
              <a:pathLst>
                <a:path w="7136" h="8223" extrusionOk="0">
                  <a:moveTo>
                    <a:pt x="1606" y="6216"/>
                  </a:moveTo>
                  <a:lnTo>
                    <a:pt x="1671" y="6229"/>
                  </a:lnTo>
                  <a:lnTo>
                    <a:pt x="1826" y="6307"/>
                  </a:lnTo>
                  <a:lnTo>
                    <a:pt x="2021" y="6397"/>
                  </a:lnTo>
                  <a:lnTo>
                    <a:pt x="2124" y="6436"/>
                  </a:lnTo>
                  <a:lnTo>
                    <a:pt x="2241" y="6475"/>
                  </a:lnTo>
                  <a:lnTo>
                    <a:pt x="2370" y="6501"/>
                  </a:lnTo>
                  <a:lnTo>
                    <a:pt x="2513" y="6527"/>
                  </a:lnTo>
                  <a:lnTo>
                    <a:pt x="2655" y="6514"/>
                  </a:lnTo>
                  <a:lnTo>
                    <a:pt x="2823" y="6501"/>
                  </a:lnTo>
                  <a:lnTo>
                    <a:pt x="2940" y="6488"/>
                  </a:lnTo>
                  <a:lnTo>
                    <a:pt x="3031" y="6501"/>
                  </a:lnTo>
                  <a:lnTo>
                    <a:pt x="3121" y="6527"/>
                  </a:lnTo>
                  <a:lnTo>
                    <a:pt x="3186" y="6578"/>
                  </a:lnTo>
                  <a:lnTo>
                    <a:pt x="3251" y="6656"/>
                  </a:lnTo>
                  <a:lnTo>
                    <a:pt x="3277" y="6734"/>
                  </a:lnTo>
                  <a:lnTo>
                    <a:pt x="3303" y="6824"/>
                  </a:lnTo>
                  <a:lnTo>
                    <a:pt x="3303" y="6915"/>
                  </a:lnTo>
                  <a:lnTo>
                    <a:pt x="3290" y="7019"/>
                  </a:lnTo>
                  <a:lnTo>
                    <a:pt x="3251" y="7122"/>
                  </a:lnTo>
                  <a:lnTo>
                    <a:pt x="3199" y="7226"/>
                  </a:lnTo>
                  <a:lnTo>
                    <a:pt x="3121" y="7317"/>
                  </a:lnTo>
                  <a:lnTo>
                    <a:pt x="3031" y="7407"/>
                  </a:lnTo>
                  <a:lnTo>
                    <a:pt x="2914" y="7498"/>
                  </a:lnTo>
                  <a:lnTo>
                    <a:pt x="2785" y="7563"/>
                  </a:lnTo>
                  <a:lnTo>
                    <a:pt x="2616" y="7627"/>
                  </a:lnTo>
                  <a:lnTo>
                    <a:pt x="2461" y="7653"/>
                  </a:lnTo>
                  <a:lnTo>
                    <a:pt x="2306" y="7666"/>
                  </a:lnTo>
                  <a:lnTo>
                    <a:pt x="2150" y="7640"/>
                  </a:lnTo>
                  <a:lnTo>
                    <a:pt x="2021" y="7601"/>
                  </a:lnTo>
                  <a:lnTo>
                    <a:pt x="1891" y="7537"/>
                  </a:lnTo>
                  <a:lnTo>
                    <a:pt x="1775" y="7459"/>
                  </a:lnTo>
                  <a:lnTo>
                    <a:pt x="1671" y="7368"/>
                  </a:lnTo>
                  <a:lnTo>
                    <a:pt x="1580" y="7278"/>
                  </a:lnTo>
                  <a:lnTo>
                    <a:pt x="1503" y="7161"/>
                  </a:lnTo>
                  <a:lnTo>
                    <a:pt x="1438" y="7058"/>
                  </a:lnTo>
                  <a:lnTo>
                    <a:pt x="1386" y="6941"/>
                  </a:lnTo>
                  <a:lnTo>
                    <a:pt x="1334" y="6824"/>
                  </a:lnTo>
                  <a:lnTo>
                    <a:pt x="1308" y="6721"/>
                  </a:lnTo>
                  <a:lnTo>
                    <a:pt x="1308" y="6630"/>
                  </a:lnTo>
                  <a:lnTo>
                    <a:pt x="1308" y="6540"/>
                  </a:lnTo>
                  <a:lnTo>
                    <a:pt x="1321" y="6462"/>
                  </a:lnTo>
                  <a:lnTo>
                    <a:pt x="1373" y="6358"/>
                  </a:lnTo>
                  <a:lnTo>
                    <a:pt x="1425" y="6294"/>
                  </a:lnTo>
                  <a:lnTo>
                    <a:pt x="1477" y="6242"/>
                  </a:lnTo>
                  <a:lnTo>
                    <a:pt x="1542" y="6216"/>
                  </a:lnTo>
                  <a:close/>
                  <a:moveTo>
                    <a:pt x="4183" y="0"/>
                  </a:moveTo>
                  <a:lnTo>
                    <a:pt x="4015" y="26"/>
                  </a:lnTo>
                  <a:lnTo>
                    <a:pt x="3846" y="39"/>
                  </a:lnTo>
                  <a:lnTo>
                    <a:pt x="3665" y="78"/>
                  </a:lnTo>
                  <a:lnTo>
                    <a:pt x="3484" y="117"/>
                  </a:lnTo>
                  <a:lnTo>
                    <a:pt x="3316" y="182"/>
                  </a:lnTo>
                  <a:lnTo>
                    <a:pt x="3134" y="246"/>
                  </a:lnTo>
                  <a:lnTo>
                    <a:pt x="2940" y="324"/>
                  </a:lnTo>
                  <a:lnTo>
                    <a:pt x="2759" y="402"/>
                  </a:lnTo>
                  <a:lnTo>
                    <a:pt x="2577" y="505"/>
                  </a:lnTo>
                  <a:lnTo>
                    <a:pt x="2370" y="635"/>
                  </a:lnTo>
                  <a:lnTo>
                    <a:pt x="2176" y="751"/>
                  </a:lnTo>
                  <a:lnTo>
                    <a:pt x="1982" y="881"/>
                  </a:lnTo>
                  <a:lnTo>
                    <a:pt x="1813" y="1023"/>
                  </a:lnTo>
                  <a:lnTo>
                    <a:pt x="1645" y="1153"/>
                  </a:lnTo>
                  <a:lnTo>
                    <a:pt x="1490" y="1295"/>
                  </a:lnTo>
                  <a:lnTo>
                    <a:pt x="1334" y="1438"/>
                  </a:lnTo>
                  <a:lnTo>
                    <a:pt x="1205" y="1593"/>
                  </a:lnTo>
                  <a:lnTo>
                    <a:pt x="1075" y="1736"/>
                  </a:lnTo>
                  <a:lnTo>
                    <a:pt x="946" y="1891"/>
                  </a:lnTo>
                  <a:lnTo>
                    <a:pt x="842" y="2046"/>
                  </a:lnTo>
                  <a:lnTo>
                    <a:pt x="726" y="2202"/>
                  </a:lnTo>
                  <a:lnTo>
                    <a:pt x="545" y="2525"/>
                  </a:lnTo>
                  <a:lnTo>
                    <a:pt x="389" y="2849"/>
                  </a:lnTo>
                  <a:lnTo>
                    <a:pt x="260" y="3186"/>
                  </a:lnTo>
                  <a:lnTo>
                    <a:pt x="169" y="3510"/>
                  </a:lnTo>
                  <a:lnTo>
                    <a:pt x="91" y="3846"/>
                  </a:lnTo>
                  <a:lnTo>
                    <a:pt x="40" y="4183"/>
                  </a:lnTo>
                  <a:lnTo>
                    <a:pt x="1" y="4520"/>
                  </a:lnTo>
                  <a:lnTo>
                    <a:pt x="1" y="4856"/>
                  </a:lnTo>
                  <a:lnTo>
                    <a:pt x="1" y="5180"/>
                  </a:lnTo>
                  <a:lnTo>
                    <a:pt x="27" y="5491"/>
                  </a:lnTo>
                  <a:lnTo>
                    <a:pt x="65" y="5789"/>
                  </a:lnTo>
                  <a:lnTo>
                    <a:pt x="117" y="6073"/>
                  </a:lnTo>
                  <a:lnTo>
                    <a:pt x="182" y="6345"/>
                  </a:lnTo>
                  <a:lnTo>
                    <a:pt x="260" y="6604"/>
                  </a:lnTo>
                  <a:lnTo>
                    <a:pt x="363" y="6850"/>
                  </a:lnTo>
                  <a:lnTo>
                    <a:pt x="480" y="7083"/>
                  </a:lnTo>
                  <a:lnTo>
                    <a:pt x="609" y="7304"/>
                  </a:lnTo>
                  <a:lnTo>
                    <a:pt x="752" y="7498"/>
                  </a:lnTo>
                  <a:lnTo>
                    <a:pt x="907" y="7666"/>
                  </a:lnTo>
                  <a:lnTo>
                    <a:pt x="1075" y="7822"/>
                  </a:lnTo>
                  <a:lnTo>
                    <a:pt x="1270" y="7951"/>
                  </a:lnTo>
                  <a:lnTo>
                    <a:pt x="1477" y="8068"/>
                  </a:lnTo>
                  <a:lnTo>
                    <a:pt x="1697" y="8145"/>
                  </a:lnTo>
                  <a:lnTo>
                    <a:pt x="1813" y="8171"/>
                  </a:lnTo>
                  <a:lnTo>
                    <a:pt x="1943" y="8197"/>
                  </a:lnTo>
                  <a:lnTo>
                    <a:pt x="2072" y="8210"/>
                  </a:lnTo>
                  <a:lnTo>
                    <a:pt x="2202" y="8223"/>
                  </a:lnTo>
                  <a:lnTo>
                    <a:pt x="2474" y="8210"/>
                  </a:lnTo>
                  <a:lnTo>
                    <a:pt x="2707" y="8184"/>
                  </a:lnTo>
                  <a:lnTo>
                    <a:pt x="2914" y="8119"/>
                  </a:lnTo>
                  <a:lnTo>
                    <a:pt x="3108" y="8042"/>
                  </a:lnTo>
                  <a:lnTo>
                    <a:pt x="3277" y="7938"/>
                  </a:lnTo>
                  <a:lnTo>
                    <a:pt x="3432" y="7822"/>
                  </a:lnTo>
                  <a:lnTo>
                    <a:pt x="3575" y="7692"/>
                  </a:lnTo>
                  <a:lnTo>
                    <a:pt x="3691" y="7550"/>
                  </a:lnTo>
                  <a:lnTo>
                    <a:pt x="3795" y="7394"/>
                  </a:lnTo>
                  <a:lnTo>
                    <a:pt x="3885" y="7239"/>
                  </a:lnTo>
                  <a:lnTo>
                    <a:pt x="3963" y="7083"/>
                  </a:lnTo>
                  <a:lnTo>
                    <a:pt x="4015" y="6915"/>
                  </a:lnTo>
                  <a:lnTo>
                    <a:pt x="4067" y="6760"/>
                  </a:lnTo>
                  <a:lnTo>
                    <a:pt x="4105" y="6604"/>
                  </a:lnTo>
                  <a:lnTo>
                    <a:pt x="4144" y="6462"/>
                  </a:lnTo>
                  <a:lnTo>
                    <a:pt x="4170" y="6216"/>
                  </a:lnTo>
                  <a:lnTo>
                    <a:pt x="4183" y="6035"/>
                  </a:lnTo>
                  <a:lnTo>
                    <a:pt x="4222" y="5853"/>
                  </a:lnTo>
                  <a:lnTo>
                    <a:pt x="4261" y="5685"/>
                  </a:lnTo>
                  <a:lnTo>
                    <a:pt x="4326" y="5517"/>
                  </a:lnTo>
                  <a:lnTo>
                    <a:pt x="4403" y="5361"/>
                  </a:lnTo>
                  <a:lnTo>
                    <a:pt x="4494" y="5206"/>
                  </a:lnTo>
                  <a:lnTo>
                    <a:pt x="4597" y="5063"/>
                  </a:lnTo>
                  <a:lnTo>
                    <a:pt x="4714" y="4908"/>
                  </a:lnTo>
                  <a:lnTo>
                    <a:pt x="4856" y="4766"/>
                  </a:lnTo>
                  <a:lnTo>
                    <a:pt x="4999" y="4623"/>
                  </a:lnTo>
                  <a:lnTo>
                    <a:pt x="5167" y="4494"/>
                  </a:lnTo>
                  <a:lnTo>
                    <a:pt x="5348" y="4364"/>
                  </a:lnTo>
                  <a:lnTo>
                    <a:pt x="5543" y="4235"/>
                  </a:lnTo>
                  <a:lnTo>
                    <a:pt x="5750" y="4105"/>
                  </a:lnTo>
                  <a:lnTo>
                    <a:pt x="5970" y="3976"/>
                  </a:lnTo>
                  <a:lnTo>
                    <a:pt x="6216" y="3859"/>
                  </a:lnTo>
                  <a:lnTo>
                    <a:pt x="6384" y="3756"/>
                  </a:lnTo>
                  <a:lnTo>
                    <a:pt x="6553" y="3639"/>
                  </a:lnTo>
                  <a:lnTo>
                    <a:pt x="6682" y="3523"/>
                  </a:lnTo>
                  <a:lnTo>
                    <a:pt x="6812" y="3380"/>
                  </a:lnTo>
                  <a:lnTo>
                    <a:pt x="6915" y="3238"/>
                  </a:lnTo>
                  <a:lnTo>
                    <a:pt x="6993" y="3082"/>
                  </a:lnTo>
                  <a:lnTo>
                    <a:pt x="7058" y="2927"/>
                  </a:lnTo>
                  <a:lnTo>
                    <a:pt x="7097" y="2759"/>
                  </a:lnTo>
                  <a:lnTo>
                    <a:pt x="7122" y="2590"/>
                  </a:lnTo>
                  <a:lnTo>
                    <a:pt x="7135" y="2409"/>
                  </a:lnTo>
                  <a:lnTo>
                    <a:pt x="7122" y="2228"/>
                  </a:lnTo>
                  <a:lnTo>
                    <a:pt x="7097" y="2033"/>
                  </a:lnTo>
                  <a:lnTo>
                    <a:pt x="7045" y="1852"/>
                  </a:lnTo>
                  <a:lnTo>
                    <a:pt x="6993" y="1658"/>
                  </a:lnTo>
                  <a:lnTo>
                    <a:pt x="6902" y="1464"/>
                  </a:lnTo>
                  <a:lnTo>
                    <a:pt x="6812" y="1282"/>
                  </a:lnTo>
                  <a:lnTo>
                    <a:pt x="6708" y="1114"/>
                  </a:lnTo>
                  <a:lnTo>
                    <a:pt x="6566" y="946"/>
                  </a:lnTo>
                  <a:lnTo>
                    <a:pt x="6410" y="777"/>
                  </a:lnTo>
                  <a:lnTo>
                    <a:pt x="6216" y="622"/>
                  </a:lnTo>
                  <a:lnTo>
                    <a:pt x="6009" y="480"/>
                  </a:lnTo>
                  <a:lnTo>
                    <a:pt x="5776" y="337"/>
                  </a:lnTo>
                  <a:lnTo>
                    <a:pt x="5530" y="221"/>
                  </a:lnTo>
                  <a:lnTo>
                    <a:pt x="5258" y="130"/>
                  </a:lnTo>
                  <a:lnTo>
                    <a:pt x="4973" y="52"/>
                  </a:lnTo>
                  <a:lnTo>
                    <a:pt x="4818" y="26"/>
                  </a:lnTo>
                  <a:lnTo>
                    <a:pt x="4662" y="13"/>
                  </a:lnTo>
                  <a:lnTo>
                    <a:pt x="45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7" name="Google Shape;907;p45"/>
            <p:cNvSpPr/>
            <p:nvPr/>
          </p:nvSpPr>
          <p:spPr>
            <a:xfrm>
              <a:off x="925355" y="3877983"/>
              <a:ext cx="61370" cy="62005"/>
            </a:xfrm>
            <a:custGeom>
              <a:avLst/>
              <a:gdLst/>
              <a:ahLst/>
              <a:cxnLst/>
              <a:rect l="l" t="t" r="r" b="b"/>
              <a:pathLst>
                <a:path w="1257" h="1270" extrusionOk="0">
                  <a:moveTo>
                    <a:pt x="596" y="0"/>
                  </a:moveTo>
                  <a:lnTo>
                    <a:pt x="467" y="26"/>
                  </a:lnTo>
                  <a:lnTo>
                    <a:pt x="350" y="65"/>
                  </a:lnTo>
                  <a:lnTo>
                    <a:pt x="234" y="130"/>
                  </a:lnTo>
                  <a:lnTo>
                    <a:pt x="156" y="220"/>
                  </a:lnTo>
                  <a:lnTo>
                    <a:pt x="78" y="311"/>
                  </a:lnTo>
                  <a:lnTo>
                    <a:pt x="26" y="427"/>
                  </a:lnTo>
                  <a:lnTo>
                    <a:pt x="0" y="544"/>
                  </a:lnTo>
                  <a:lnTo>
                    <a:pt x="0" y="673"/>
                  </a:lnTo>
                  <a:lnTo>
                    <a:pt x="13" y="790"/>
                  </a:lnTo>
                  <a:lnTo>
                    <a:pt x="65" y="919"/>
                  </a:lnTo>
                  <a:lnTo>
                    <a:pt x="130" y="1023"/>
                  </a:lnTo>
                  <a:lnTo>
                    <a:pt x="208" y="1114"/>
                  </a:lnTo>
                  <a:lnTo>
                    <a:pt x="311" y="1178"/>
                  </a:lnTo>
                  <a:lnTo>
                    <a:pt x="428" y="1230"/>
                  </a:lnTo>
                  <a:lnTo>
                    <a:pt x="544" y="1256"/>
                  </a:lnTo>
                  <a:lnTo>
                    <a:pt x="661" y="1269"/>
                  </a:lnTo>
                  <a:lnTo>
                    <a:pt x="790" y="1243"/>
                  </a:lnTo>
                  <a:lnTo>
                    <a:pt x="907" y="1191"/>
                  </a:lnTo>
                  <a:lnTo>
                    <a:pt x="1010" y="1127"/>
                  </a:lnTo>
                  <a:lnTo>
                    <a:pt x="1101" y="1049"/>
                  </a:lnTo>
                  <a:lnTo>
                    <a:pt x="1179" y="945"/>
                  </a:lnTo>
                  <a:lnTo>
                    <a:pt x="1231" y="842"/>
                  </a:lnTo>
                  <a:lnTo>
                    <a:pt x="1256" y="712"/>
                  </a:lnTo>
                  <a:lnTo>
                    <a:pt x="1256" y="596"/>
                  </a:lnTo>
                  <a:lnTo>
                    <a:pt x="1244" y="466"/>
                  </a:lnTo>
                  <a:lnTo>
                    <a:pt x="1192" y="350"/>
                  </a:lnTo>
                  <a:lnTo>
                    <a:pt x="1127" y="246"/>
                  </a:lnTo>
                  <a:lnTo>
                    <a:pt x="1036" y="155"/>
                  </a:lnTo>
                  <a:lnTo>
                    <a:pt x="946" y="91"/>
                  </a:lnTo>
                  <a:lnTo>
                    <a:pt x="829" y="39"/>
                  </a:lnTo>
                  <a:lnTo>
                    <a:pt x="7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8" name="Google Shape;908;p45"/>
            <p:cNvSpPr/>
            <p:nvPr/>
          </p:nvSpPr>
          <p:spPr>
            <a:xfrm>
              <a:off x="977204" y="3796401"/>
              <a:ext cx="61370" cy="62005"/>
            </a:xfrm>
            <a:custGeom>
              <a:avLst/>
              <a:gdLst/>
              <a:ahLst/>
              <a:cxnLst/>
              <a:rect l="l" t="t" r="r" b="b"/>
              <a:pathLst>
                <a:path w="1257" h="1270" extrusionOk="0">
                  <a:moveTo>
                    <a:pt x="596" y="1"/>
                  </a:moveTo>
                  <a:lnTo>
                    <a:pt x="466" y="27"/>
                  </a:lnTo>
                  <a:lnTo>
                    <a:pt x="350" y="65"/>
                  </a:lnTo>
                  <a:lnTo>
                    <a:pt x="246" y="130"/>
                  </a:lnTo>
                  <a:lnTo>
                    <a:pt x="156" y="221"/>
                  </a:lnTo>
                  <a:lnTo>
                    <a:pt x="78" y="311"/>
                  </a:lnTo>
                  <a:lnTo>
                    <a:pt x="39" y="428"/>
                  </a:lnTo>
                  <a:lnTo>
                    <a:pt x="0" y="545"/>
                  </a:lnTo>
                  <a:lnTo>
                    <a:pt x="0" y="674"/>
                  </a:lnTo>
                  <a:lnTo>
                    <a:pt x="26" y="791"/>
                  </a:lnTo>
                  <a:lnTo>
                    <a:pt x="65" y="920"/>
                  </a:lnTo>
                  <a:lnTo>
                    <a:pt x="130" y="1024"/>
                  </a:lnTo>
                  <a:lnTo>
                    <a:pt x="220" y="1114"/>
                  </a:lnTo>
                  <a:lnTo>
                    <a:pt x="311" y="1179"/>
                  </a:lnTo>
                  <a:lnTo>
                    <a:pt x="428" y="1231"/>
                  </a:lnTo>
                  <a:lnTo>
                    <a:pt x="544" y="1257"/>
                  </a:lnTo>
                  <a:lnTo>
                    <a:pt x="674" y="1270"/>
                  </a:lnTo>
                  <a:lnTo>
                    <a:pt x="790" y="1244"/>
                  </a:lnTo>
                  <a:lnTo>
                    <a:pt x="920" y="1192"/>
                  </a:lnTo>
                  <a:lnTo>
                    <a:pt x="1023" y="1127"/>
                  </a:lnTo>
                  <a:lnTo>
                    <a:pt x="1114" y="1050"/>
                  </a:lnTo>
                  <a:lnTo>
                    <a:pt x="1179" y="946"/>
                  </a:lnTo>
                  <a:lnTo>
                    <a:pt x="1230" y="842"/>
                  </a:lnTo>
                  <a:lnTo>
                    <a:pt x="1256" y="726"/>
                  </a:lnTo>
                  <a:lnTo>
                    <a:pt x="1256" y="596"/>
                  </a:lnTo>
                  <a:lnTo>
                    <a:pt x="1243" y="467"/>
                  </a:lnTo>
                  <a:lnTo>
                    <a:pt x="1192" y="350"/>
                  </a:lnTo>
                  <a:lnTo>
                    <a:pt x="1127" y="247"/>
                  </a:lnTo>
                  <a:lnTo>
                    <a:pt x="1049" y="156"/>
                  </a:lnTo>
                  <a:lnTo>
                    <a:pt x="945" y="91"/>
                  </a:lnTo>
                  <a:lnTo>
                    <a:pt x="842" y="40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9" name="Google Shape;909;p45"/>
            <p:cNvSpPr/>
            <p:nvPr/>
          </p:nvSpPr>
          <p:spPr>
            <a:xfrm>
              <a:off x="1064448" y="3756563"/>
              <a:ext cx="61370" cy="61370"/>
            </a:xfrm>
            <a:custGeom>
              <a:avLst/>
              <a:gdLst/>
              <a:ahLst/>
              <a:cxnLst/>
              <a:rect l="l" t="t" r="r" b="b"/>
              <a:pathLst>
                <a:path w="1257" h="1257" extrusionOk="0">
                  <a:moveTo>
                    <a:pt x="596" y="1"/>
                  </a:moveTo>
                  <a:lnTo>
                    <a:pt x="466" y="14"/>
                  </a:lnTo>
                  <a:lnTo>
                    <a:pt x="350" y="66"/>
                  </a:lnTo>
                  <a:lnTo>
                    <a:pt x="233" y="130"/>
                  </a:lnTo>
                  <a:lnTo>
                    <a:pt x="156" y="221"/>
                  </a:lnTo>
                  <a:lnTo>
                    <a:pt x="78" y="312"/>
                  </a:lnTo>
                  <a:lnTo>
                    <a:pt x="26" y="428"/>
                  </a:lnTo>
                  <a:lnTo>
                    <a:pt x="0" y="545"/>
                  </a:lnTo>
                  <a:lnTo>
                    <a:pt x="0" y="661"/>
                  </a:lnTo>
                  <a:lnTo>
                    <a:pt x="13" y="791"/>
                  </a:lnTo>
                  <a:lnTo>
                    <a:pt x="65" y="907"/>
                  </a:lnTo>
                  <a:lnTo>
                    <a:pt x="130" y="1024"/>
                  </a:lnTo>
                  <a:lnTo>
                    <a:pt x="207" y="1102"/>
                  </a:lnTo>
                  <a:lnTo>
                    <a:pt x="311" y="1179"/>
                  </a:lnTo>
                  <a:lnTo>
                    <a:pt x="427" y="1231"/>
                  </a:lnTo>
                  <a:lnTo>
                    <a:pt x="544" y="1257"/>
                  </a:lnTo>
                  <a:lnTo>
                    <a:pt x="661" y="1257"/>
                  </a:lnTo>
                  <a:lnTo>
                    <a:pt x="790" y="1244"/>
                  </a:lnTo>
                  <a:lnTo>
                    <a:pt x="907" y="1192"/>
                  </a:lnTo>
                  <a:lnTo>
                    <a:pt x="1010" y="1127"/>
                  </a:lnTo>
                  <a:lnTo>
                    <a:pt x="1101" y="1050"/>
                  </a:lnTo>
                  <a:lnTo>
                    <a:pt x="1178" y="946"/>
                  </a:lnTo>
                  <a:lnTo>
                    <a:pt x="1230" y="830"/>
                  </a:lnTo>
                  <a:lnTo>
                    <a:pt x="1256" y="713"/>
                  </a:lnTo>
                  <a:lnTo>
                    <a:pt x="1256" y="597"/>
                  </a:lnTo>
                  <a:lnTo>
                    <a:pt x="1243" y="467"/>
                  </a:lnTo>
                  <a:lnTo>
                    <a:pt x="1191" y="351"/>
                  </a:lnTo>
                  <a:lnTo>
                    <a:pt x="1127" y="247"/>
                  </a:lnTo>
                  <a:lnTo>
                    <a:pt x="1036" y="156"/>
                  </a:lnTo>
                  <a:lnTo>
                    <a:pt x="945" y="79"/>
                  </a:lnTo>
                  <a:lnTo>
                    <a:pt x="829" y="27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0" name="Google Shape;910;p45"/>
            <p:cNvSpPr/>
            <p:nvPr/>
          </p:nvSpPr>
          <p:spPr>
            <a:xfrm>
              <a:off x="1144077" y="3798305"/>
              <a:ext cx="62005" cy="61370"/>
            </a:xfrm>
            <a:custGeom>
              <a:avLst/>
              <a:gdLst/>
              <a:ahLst/>
              <a:cxnLst/>
              <a:rect l="l" t="t" r="r" b="b"/>
              <a:pathLst>
                <a:path w="1270" h="1257" extrusionOk="0">
                  <a:moveTo>
                    <a:pt x="596" y="1"/>
                  </a:moveTo>
                  <a:lnTo>
                    <a:pt x="467" y="13"/>
                  </a:lnTo>
                  <a:lnTo>
                    <a:pt x="350" y="65"/>
                  </a:lnTo>
                  <a:lnTo>
                    <a:pt x="247" y="130"/>
                  </a:lnTo>
                  <a:lnTo>
                    <a:pt x="156" y="208"/>
                  </a:lnTo>
                  <a:lnTo>
                    <a:pt x="91" y="311"/>
                  </a:lnTo>
                  <a:lnTo>
                    <a:pt x="40" y="428"/>
                  </a:lnTo>
                  <a:lnTo>
                    <a:pt x="14" y="544"/>
                  </a:lnTo>
                  <a:lnTo>
                    <a:pt x="1" y="661"/>
                  </a:lnTo>
                  <a:lnTo>
                    <a:pt x="27" y="790"/>
                  </a:lnTo>
                  <a:lnTo>
                    <a:pt x="65" y="907"/>
                  </a:lnTo>
                  <a:lnTo>
                    <a:pt x="143" y="1011"/>
                  </a:lnTo>
                  <a:lnTo>
                    <a:pt x="221" y="1101"/>
                  </a:lnTo>
                  <a:lnTo>
                    <a:pt x="324" y="1179"/>
                  </a:lnTo>
                  <a:lnTo>
                    <a:pt x="428" y="1231"/>
                  </a:lnTo>
                  <a:lnTo>
                    <a:pt x="545" y="1257"/>
                  </a:lnTo>
                  <a:lnTo>
                    <a:pt x="674" y="1257"/>
                  </a:lnTo>
                  <a:lnTo>
                    <a:pt x="804" y="1244"/>
                  </a:lnTo>
                  <a:lnTo>
                    <a:pt x="920" y="1192"/>
                  </a:lnTo>
                  <a:lnTo>
                    <a:pt x="1024" y="1127"/>
                  </a:lnTo>
                  <a:lnTo>
                    <a:pt x="1114" y="1049"/>
                  </a:lnTo>
                  <a:lnTo>
                    <a:pt x="1179" y="946"/>
                  </a:lnTo>
                  <a:lnTo>
                    <a:pt x="1231" y="829"/>
                  </a:lnTo>
                  <a:lnTo>
                    <a:pt x="1257" y="713"/>
                  </a:lnTo>
                  <a:lnTo>
                    <a:pt x="1270" y="596"/>
                  </a:lnTo>
                  <a:lnTo>
                    <a:pt x="1244" y="467"/>
                  </a:lnTo>
                  <a:lnTo>
                    <a:pt x="1205" y="350"/>
                  </a:lnTo>
                  <a:lnTo>
                    <a:pt x="1140" y="247"/>
                  </a:lnTo>
                  <a:lnTo>
                    <a:pt x="1050" y="156"/>
                  </a:lnTo>
                  <a:lnTo>
                    <a:pt x="946" y="78"/>
                  </a:lnTo>
                  <a:lnTo>
                    <a:pt x="842" y="26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1" name="Google Shape;911;p45"/>
            <p:cNvSpPr/>
            <p:nvPr/>
          </p:nvSpPr>
          <p:spPr>
            <a:xfrm>
              <a:off x="1209206" y="3926024"/>
              <a:ext cx="67033" cy="79044"/>
            </a:xfrm>
            <a:custGeom>
              <a:avLst/>
              <a:gdLst/>
              <a:ahLst/>
              <a:cxnLst/>
              <a:rect l="l" t="t" r="r" b="b"/>
              <a:pathLst>
                <a:path w="1373" h="1619" extrusionOk="0">
                  <a:moveTo>
                    <a:pt x="1334" y="0"/>
                  </a:moveTo>
                  <a:lnTo>
                    <a:pt x="1308" y="39"/>
                  </a:lnTo>
                  <a:lnTo>
                    <a:pt x="1269" y="91"/>
                  </a:lnTo>
                  <a:lnTo>
                    <a:pt x="1218" y="156"/>
                  </a:lnTo>
                  <a:lnTo>
                    <a:pt x="1153" y="207"/>
                  </a:lnTo>
                  <a:lnTo>
                    <a:pt x="1049" y="272"/>
                  </a:lnTo>
                  <a:lnTo>
                    <a:pt x="920" y="311"/>
                  </a:lnTo>
                  <a:lnTo>
                    <a:pt x="764" y="337"/>
                  </a:lnTo>
                  <a:lnTo>
                    <a:pt x="596" y="376"/>
                  </a:lnTo>
                  <a:lnTo>
                    <a:pt x="441" y="415"/>
                  </a:lnTo>
                  <a:lnTo>
                    <a:pt x="298" y="479"/>
                  </a:lnTo>
                  <a:lnTo>
                    <a:pt x="233" y="518"/>
                  </a:lnTo>
                  <a:lnTo>
                    <a:pt x="182" y="557"/>
                  </a:lnTo>
                  <a:lnTo>
                    <a:pt x="130" y="609"/>
                  </a:lnTo>
                  <a:lnTo>
                    <a:pt x="91" y="673"/>
                  </a:lnTo>
                  <a:lnTo>
                    <a:pt x="52" y="725"/>
                  </a:lnTo>
                  <a:lnTo>
                    <a:pt x="26" y="803"/>
                  </a:lnTo>
                  <a:lnTo>
                    <a:pt x="0" y="868"/>
                  </a:lnTo>
                  <a:lnTo>
                    <a:pt x="0" y="958"/>
                  </a:lnTo>
                  <a:lnTo>
                    <a:pt x="0" y="1049"/>
                  </a:lnTo>
                  <a:lnTo>
                    <a:pt x="13" y="1140"/>
                  </a:lnTo>
                  <a:lnTo>
                    <a:pt x="635" y="1619"/>
                  </a:lnTo>
                  <a:lnTo>
                    <a:pt x="803" y="1528"/>
                  </a:lnTo>
                  <a:lnTo>
                    <a:pt x="946" y="1437"/>
                  </a:lnTo>
                  <a:lnTo>
                    <a:pt x="1062" y="1321"/>
                  </a:lnTo>
                  <a:lnTo>
                    <a:pt x="1166" y="1191"/>
                  </a:lnTo>
                  <a:lnTo>
                    <a:pt x="1231" y="1062"/>
                  </a:lnTo>
                  <a:lnTo>
                    <a:pt x="1295" y="932"/>
                  </a:lnTo>
                  <a:lnTo>
                    <a:pt x="1334" y="790"/>
                  </a:lnTo>
                  <a:lnTo>
                    <a:pt x="1360" y="661"/>
                  </a:lnTo>
                  <a:lnTo>
                    <a:pt x="1373" y="531"/>
                  </a:lnTo>
                  <a:lnTo>
                    <a:pt x="1373" y="402"/>
                  </a:lnTo>
                  <a:lnTo>
                    <a:pt x="1360" y="194"/>
                  </a:lnTo>
                  <a:lnTo>
                    <a:pt x="1334" y="52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2" name="Google Shape;912;p45"/>
            <p:cNvSpPr/>
            <p:nvPr/>
          </p:nvSpPr>
          <p:spPr>
            <a:xfrm>
              <a:off x="1201638" y="3984806"/>
              <a:ext cx="36715" cy="29147"/>
            </a:xfrm>
            <a:custGeom>
              <a:avLst/>
              <a:gdLst/>
              <a:ahLst/>
              <a:cxnLst/>
              <a:rect l="l" t="t" r="r" b="b"/>
              <a:pathLst>
                <a:path w="752" h="597" extrusionOk="0">
                  <a:moveTo>
                    <a:pt x="39" y="0"/>
                  </a:moveTo>
                  <a:lnTo>
                    <a:pt x="13" y="26"/>
                  </a:lnTo>
                  <a:lnTo>
                    <a:pt x="0" y="52"/>
                  </a:lnTo>
                  <a:lnTo>
                    <a:pt x="0" y="78"/>
                  </a:lnTo>
                  <a:lnTo>
                    <a:pt x="13" y="104"/>
                  </a:lnTo>
                  <a:lnTo>
                    <a:pt x="26" y="117"/>
                  </a:lnTo>
                  <a:lnTo>
                    <a:pt x="647" y="583"/>
                  </a:lnTo>
                  <a:lnTo>
                    <a:pt x="673" y="596"/>
                  </a:lnTo>
                  <a:lnTo>
                    <a:pt x="699" y="596"/>
                  </a:lnTo>
                  <a:lnTo>
                    <a:pt x="725" y="583"/>
                  </a:lnTo>
                  <a:lnTo>
                    <a:pt x="738" y="570"/>
                  </a:lnTo>
                  <a:lnTo>
                    <a:pt x="751" y="544"/>
                  </a:lnTo>
                  <a:lnTo>
                    <a:pt x="751" y="518"/>
                  </a:lnTo>
                  <a:lnTo>
                    <a:pt x="738" y="492"/>
                  </a:lnTo>
                  <a:lnTo>
                    <a:pt x="725" y="480"/>
                  </a:lnTo>
                  <a:lnTo>
                    <a:pt x="117" y="13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3" name="Google Shape;913;p45"/>
            <p:cNvSpPr/>
            <p:nvPr/>
          </p:nvSpPr>
          <p:spPr>
            <a:xfrm>
              <a:off x="1104238" y="3996816"/>
              <a:ext cx="125864" cy="154914"/>
            </a:xfrm>
            <a:custGeom>
              <a:avLst/>
              <a:gdLst/>
              <a:ahLst/>
              <a:cxnLst/>
              <a:rect l="l" t="t" r="r" b="b"/>
              <a:pathLst>
                <a:path w="2578" h="3173" extrusionOk="0">
                  <a:moveTo>
                    <a:pt x="1982" y="0"/>
                  </a:moveTo>
                  <a:lnTo>
                    <a:pt x="27" y="2992"/>
                  </a:lnTo>
                  <a:lnTo>
                    <a:pt x="1" y="3030"/>
                  </a:lnTo>
                  <a:lnTo>
                    <a:pt x="1" y="3069"/>
                  </a:lnTo>
                  <a:lnTo>
                    <a:pt x="27" y="3121"/>
                  </a:lnTo>
                  <a:lnTo>
                    <a:pt x="53" y="3147"/>
                  </a:lnTo>
                  <a:lnTo>
                    <a:pt x="92" y="3173"/>
                  </a:lnTo>
                  <a:lnTo>
                    <a:pt x="143" y="3173"/>
                  </a:lnTo>
                  <a:lnTo>
                    <a:pt x="182" y="3160"/>
                  </a:lnTo>
                  <a:lnTo>
                    <a:pt x="221" y="3134"/>
                  </a:lnTo>
                  <a:lnTo>
                    <a:pt x="2578" y="441"/>
                  </a:lnTo>
                  <a:lnTo>
                    <a:pt x="19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914" name="Google Shape;914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36165" y="1115913"/>
            <a:ext cx="1241400" cy="2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01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15" name="Google Shape;915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07288" y="1507096"/>
            <a:ext cx="2172724" cy="60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Gerak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melingkar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adalah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gerakan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benda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mengelilingi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suatu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titik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tetap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dengan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lintasan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berupa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lengkungan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atau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lingkaran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seperti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terjadi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  <a:endParaRPr lang="en-ID" sz="9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916" name="Google Shape;916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36165" y="2444250"/>
            <a:ext cx="1323600" cy="24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02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17" name="Google Shape;917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44900" y="2865058"/>
            <a:ext cx="2325238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Gerak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melingkar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adalah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gerakan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benda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mengelilingi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suatu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titik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tetap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dengan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lintasan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berupa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lengkungan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atau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lingkaran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seperti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terjadi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  <a:endParaRPr sz="9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957" name="Google Shape;957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36165" y="3599297"/>
            <a:ext cx="1090500" cy="2469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03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58" name="Google Shape;958;p45"/>
          <p:cNvSpPr txBox="1">
            <a:spLocks noGrp="1"/>
          </p:cNvSpPr>
          <p:nvPr>
            <p:ph type="subTitle" idx="4294967295"/>
          </p:nvPr>
        </p:nvSpPr>
        <p:spPr>
          <a:xfrm flipH="1">
            <a:off x="1514204" y="4040510"/>
            <a:ext cx="2325239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 digunakan dalam penutup keran otomatis untuk mengubah energi fluida menjadi energi mekanik saat air mengalir melalui keran.</a:t>
            </a:r>
            <a:endParaRPr sz="9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959" name="Google Shape;959;p45"/>
          <p:cNvSpPr/>
          <p:nvPr/>
        </p:nvSpPr>
        <p:spPr>
          <a:xfrm flipH="1">
            <a:off x="7706729" y="1196837"/>
            <a:ext cx="739075" cy="739075"/>
          </a:xfrm>
          <a:custGeom>
            <a:avLst/>
            <a:gdLst/>
            <a:ahLst/>
            <a:cxnLst/>
            <a:rect l="l" t="t" r="r" b="b"/>
            <a:pathLst>
              <a:path w="15138" h="15138" extrusionOk="0">
                <a:moveTo>
                  <a:pt x="7174" y="1"/>
                </a:moveTo>
                <a:lnTo>
                  <a:pt x="6799" y="40"/>
                </a:lnTo>
                <a:lnTo>
                  <a:pt x="6410" y="79"/>
                </a:lnTo>
                <a:lnTo>
                  <a:pt x="6048" y="156"/>
                </a:lnTo>
                <a:lnTo>
                  <a:pt x="5672" y="234"/>
                </a:lnTo>
                <a:lnTo>
                  <a:pt x="5310" y="338"/>
                </a:lnTo>
                <a:lnTo>
                  <a:pt x="4960" y="454"/>
                </a:lnTo>
                <a:lnTo>
                  <a:pt x="4623" y="597"/>
                </a:lnTo>
                <a:lnTo>
                  <a:pt x="4287" y="739"/>
                </a:lnTo>
                <a:lnTo>
                  <a:pt x="3963" y="907"/>
                </a:lnTo>
                <a:lnTo>
                  <a:pt x="3639" y="1089"/>
                </a:lnTo>
                <a:lnTo>
                  <a:pt x="3328" y="1296"/>
                </a:lnTo>
                <a:lnTo>
                  <a:pt x="3044" y="1503"/>
                </a:lnTo>
                <a:lnTo>
                  <a:pt x="2746" y="1723"/>
                </a:lnTo>
                <a:lnTo>
                  <a:pt x="2474" y="1969"/>
                </a:lnTo>
                <a:lnTo>
                  <a:pt x="2215" y="2215"/>
                </a:lnTo>
                <a:lnTo>
                  <a:pt x="1969" y="2474"/>
                </a:lnTo>
                <a:lnTo>
                  <a:pt x="1723" y="2746"/>
                </a:lnTo>
                <a:lnTo>
                  <a:pt x="1503" y="3044"/>
                </a:lnTo>
                <a:lnTo>
                  <a:pt x="1295" y="3329"/>
                </a:lnTo>
                <a:lnTo>
                  <a:pt x="1088" y="3639"/>
                </a:lnTo>
                <a:lnTo>
                  <a:pt x="907" y="3963"/>
                </a:lnTo>
                <a:lnTo>
                  <a:pt x="739" y="4287"/>
                </a:lnTo>
                <a:lnTo>
                  <a:pt x="596" y="4624"/>
                </a:lnTo>
                <a:lnTo>
                  <a:pt x="454" y="4960"/>
                </a:lnTo>
                <a:lnTo>
                  <a:pt x="337" y="5310"/>
                </a:lnTo>
                <a:lnTo>
                  <a:pt x="234" y="5672"/>
                </a:lnTo>
                <a:lnTo>
                  <a:pt x="156" y="6035"/>
                </a:lnTo>
                <a:lnTo>
                  <a:pt x="78" y="6411"/>
                </a:lnTo>
                <a:lnTo>
                  <a:pt x="39" y="6799"/>
                </a:lnTo>
                <a:lnTo>
                  <a:pt x="1" y="7174"/>
                </a:lnTo>
                <a:lnTo>
                  <a:pt x="1" y="7563"/>
                </a:lnTo>
                <a:lnTo>
                  <a:pt x="1" y="7951"/>
                </a:lnTo>
                <a:lnTo>
                  <a:pt x="39" y="8340"/>
                </a:lnTo>
                <a:lnTo>
                  <a:pt x="78" y="8715"/>
                </a:lnTo>
                <a:lnTo>
                  <a:pt x="156" y="9091"/>
                </a:lnTo>
                <a:lnTo>
                  <a:pt x="234" y="9453"/>
                </a:lnTo>
                <a:lnTo>
                  <a:pt x="337" y="9816"/>
                </a:lnTo>
                <a:lnTo>
                  <a:pt x="454" y="10166"/>
                </a:lnTo>
                <a:lnTo>
                  <a:pt x="596" y="10515"/>
                </a:lnTo>
                <a:lnTo>
                  <a:pt x="739" y="10852"/>
                </a:lnTo>
                <a:lnTo>
                  <a:pt x="907" y="11176"/>
                </a:lnTo>
                <a:lnTo>
                  <a:pt x="1088" y="11486"/>
                </a:lnTo>
                <a:lnTo>
                  <a:pt x="1295" y="11797"/>
                </a:lnTo>
                <a:lnTo>
                  <a:pt x="1503" y="12095"/>
                </a:lnTo>
                <a:lnTo>
                  <a:pt x="1723" y="12380"/>
                </a:lnTo>
                <a:lnTo>
                  <a:pt x="1969" y="12652"/>
                </a:lnTo>
                <a:lnTo>
                  <a:pt x="2215" y="12924"/>
                </a:lnTo>
                <a:lnTo>
                  <a:pt x="2474" y="13170"/>
                </a:lnTo>
                <a:lnTo>
                  <a:pt x="2746" y="13403"/>
                </a:lnTo>
                <a:lnTo>
                  <a:pt x="3044" y="13636"/>
                </a:lnTo>
                <a:lnTo>
                  <a:pt x="3328" y="13843"/>
                </a:lnTo>
                <a:lnTo>
                  <a:pt x="3639" y="14037"/>
                </a:lnTo>
                <a:lnTo>
                  <a:pt x="3963" y="14219"/>
                </a:lnTo>
                <a:lnTo>
                  <a:pt x="4287" y="14387"/>
                </a:lnTo>
                <a:lnTo>
                  <a:pt x="4623" y="14542"/>
                </a:lnTo>
                <a:lnTo>
                  <a:pt x="4960" y="14672"/>
                </a:lnTo>
                <a:lnTo>
                  <a:pt x="5310" y="14801"/>
                </a:lnTo>
                <a:lnTo>
                  <a:pt x="5672" y="14892"/>
                </a:lnTo>
                <a:lnTo>
                  <a:pt x="6048" y="14983"/>
                </a:lnTo>
                <a:lnTo>
                  <a:pt x="6410" y="15047"/>
                </a:lnTo>
                <a:lnTo>
                  <a:pt x="6799" y="15099"/>
                </a:lnTo>
                <a:lnTo>
                  <a:pt x="7174" y="15125"/>
                </a:lnTo>
                <a:lnTo>
                  <a:pt x="7563" y="15138"/>
                </a:lnTo>
                <a:lnTo>
                  <a:pt x="7951" y="15125"/>
                </a:lnTo>
                <a:lnTo>
                  <a:pt x="8340" y="15099"/>
                </a:lnTo>
                <a:lnTo>
                  <a:pt x="8715" y="15047"/>
                </a:lnTo>
                <a:lnTo>
                  <a:pt x="9091" y="14983"/>
                </a:lnTo>
                <a:lnTo>
                  <a:pt x="9453" y="14892"/>
                </a:lnTo>
                <a:lnTo>
                  <a:pt x="9816" y="14801"/>
                </a:lnTo>
                <a:lnTo>
                  <a:pt x="10165" y="14672"/>
                </a:lnTo>
                <a:lnTo>
                  <a:pt x="10515" y="14542"/>
                </a:lnTo>
                <a:lnTo>
                  <a:pt x="10852" y="14387"/>
                </a:lnTo>
                <a:lnTo>
                  <a:pt x="11175" y="14219"/>
                </a:lnTo>
                <a:lnTo>
                  <a:pt x="11486" y="14037"/>
                </a:lnTo>
                <a:lnTo>
                  <a:pt x="11797" y="13843"/>
                </a:lnTo>
                <a:lnTo>
                  <a:pt x="12095" y="13636"/>
                </a:lnTo>
                <a:lnTo>
                  <a:pt x="12380" y="13403"/>
                </a:lnTo>
                <a:lnTo>
                  <a:pt x="12652" y="13170"/>
                </a:lnTo>
                <a:lnTo>
                  <a:pt x="12923" y="12924"/>
                </a:lnTo>
                <a:lnTo>
                  <a:pt x="13169" y="12652"/>
                </a:lnTo>
                <a:lnTo>
                  <a:pt x="13403" y="12380"/>
                </a:lnTo>
                <a:lnTo>
                  <a:pt x="13636" y="12095"/>
                </a:lnTo>
                <a:lnTo>
                  <a:pt x="13843" y="11797"/>
                </a:lnTo>
                <a:lnTo>
                  <a:pt x="14037" y="11486"/>
                </a:lnTo>
                <a:lnTo>
                  <a:pt x="14218" y="11176"/>
                </a:lnTo>
                <a:lnTo>
                  <a:pt x="14387" y="10852"/>
                </a:lnTo>
                <a:lnTo>
                  <a:pt x="14542" y="10515"/>
                </a:lnTo>
                <a:lnTo>
                  <a:pt x="14672" y="10166"/>
                </a:lnTo>
                <a:lnTo>
                  <a:pt x="14801" y="9816"/>
                </a:lnTo>
                <a:lnTo>
                  <a:pt x="14905" y="9453"/>
                </a:lnTo>
                <a:lnTo>
                  <a:pt x="14982" y="9091"/>
                </a:lnTo>
                <a:lnTo>
                  <a:pt x="15047" y="8715"/>
                </a:lnTo>
                <a:lnTo>
                  <a:pt x="15099" y="8340"/>
                </a:lnTo>
                <a:lnTo>
                  <a:pt x="15125" y="7951"/>
                </a:lnTo>
                <a:lnTo>
                  <a:pt x="15138" y="7563"/>
                </a:lnTo>
                <a:lnTo>
                  <a:pt x="15125" y="7174"/>
                </a:lnTo>
                <a:lnTo>
                  <a:pt x="15099" y="6799"/>
                </a:lnTo>
                <a:lnTo>
                  <a:pt x="15047" y="6411"/>
                </a:lnTo>
                <a:lnTo>
                  <a:pt x="14982" y="6035"/>
                </a:lnTo>
                <a:lnTo>
                  <a:pt x="14905" y="5672"/>
                </a:lnTo>
                <a:lnTo>
                  <a:pt x="14801" y="5310"/>
                </a:lnTo>
                <a:lnTo>
                  <a:pt x="14672" y="4960"/>
                </a:lnTo>
                <a:lnTo>
                  <a:pt x="14542" y="4624"/>
                </a:lnTo>
                <a:lnTo>
                  <a:pt x="14387" y="4287"/>
                </a:lnTo>
                <a:lnTo>
                  <a:pt x="14218" y="3963"/>
                </a:lnTo>
                <a:lnTo>
                  <a:pt x="14037" y="3639"/>
                </a:lnTo>
                <a:lnTo>
                  <a:pt x="13843" y="3329"/>
                </a:lnTo>
                <a:lnTo>
                  <a:pt x="13636" y="3044"/>
                </a:lnTo>
                <a:lnTo>
                  <a:pt x="13403" y="2746"/>
                </a:lnTo>
                <a:lnTo>
                  <a:pt x="13169" y="2474"/>
                </a:lnTo>
                <a:lnTo>
                  <a:pt x="12923" y="2215"/>
                </a:lnTo>
                <a:lnTo>
                  <a:pt x="12652" y="1969"/>
                </a:lnTo>
                <a:lnTo>
                  <a:pt x="12380" y="1723"/>
                </a:lnTo>
                <a:lnTo>
                  <a:pt x="12095" y="1503"/>
                </a:lnTo>
                <a:lnTo>
                  <a:pt x="11797" y="1296"/>
                </a:lnTo>
                <a:lnTo>
                  <a:pt x="11486" y="1089"/>
                </a:lnTo>
                <a:lnTo>
                  <a:pt x="11175" y="907"/>
                </a:lnTo>
                <a:lnTo>
                  <a:pt x="10852" y="739"/>
                </a:lnTo>
                <a:lnTo>
                  <a:pt x="10515" y="597"/>
                </a:lnTo>
                <a:lnTo>
                  <a:pt x="10165" y="454"/>
                </a:lnTo>
                <a:lnTo>
                  <a:pt x="9816" y="338"/>
                </a:lnTo>
                <a:lnTo>
                  <a:pt x="9453" y="234"/>
                </a:lnTo>
                <a:lnTo>
                  <a:pt x="9091" y="156"/>
                </a:lnTo>
                <a:lnTo>
                  <a:pt x="8715" y="79"/>
                </a:lnTo>
                <a:lnTo>
                  <a:pt x="8340" y="40"/>
                </a:lnTo>
                <a:lnTo>
                  <a:pt x="79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960" name="Google Shape;960;p45"/>
          <p:cNvSpPr/>
          <p:nvPr/>
        </p:nvSpPr>
        <p:spPr>
          <a:xfrm flipH="1">
            <a:off x="7715299" y="2431278"/>
            <a:ext cx="739710" cy="739710"/>
          </a:xfrm>
          <a:custGeom>
            <a:avLst/>
            <a:gdLst/>
            <a:ahLst/>
            <a:cxnLst/>
            <a:rect l="l" t="t" r="r" b="b"/>
            <a:pathLst>
              <a:path w="15151" h="15151" extrusionOk="0">
                <a:moveTo>
                  <a:pt x="7576" y="0"/>
                </a:moveTo>
                <a:lnTo>
                  <a:pt x="7187" y="13"/>
                </a:lnTo>
                <a:lnTo>
                  <a:pt x="6799" y="39"/>
                </a:lnTo>
                <a:lnTo>
                  <a:pt x="6423" y="91"/>
                </a:lnTo>
                <a:lnTo>
                  <a:pt x="6048" y="156"/>
                </a:lnTo>
                <a:lnTo>
                  <a:pt x="5685" y="246"/>
                </a:lnTo>
                <a:lnTo>
                  <a:pt x="5323" y="350"/>
                </a:lnTo>
                <a:lnTo>
                  <a:pt x="4973" y="466"/>
                </a:lnTo>
                <a:lnTo>
                  <a:pt x="4624" y="596"/>
                </a:lnTo>
                <a:lnTo>
                  <a:pt x="4300" y="751"/>
                </a:lnTo>
                <a:lnTo>
                  <a:pt x="3963" y="920"/>
                </a:lnTo>
                <a:lnTo>
                  <a:pt x="3652" y="1101"/>
                </a:lnTo>
                <a:lnTo>
                  <a:pt x="3342" y="1295"/>
                </a:lnTo>
                <a:lnTo>
                  <a:pt x="3044" y="1502"/>
                </a:lnTo>
                <a:lnTo>
                  <a:pt x="2759" y="1735"/>
                </a:lnTo>
                <a:lnTo>
                  <a:pt x="2487" y="1969"/>
                </a:lnTo>
                <a:lnTo>
                  <a:pt x="2228" y="2227"/>
                </a:lnTo>
                <a:lnTo>
                  <a:pt x="1969" y="2486"/>
                </a:lnTo>
                <a:lnTo>
                  <a:pt x="1736" y="2758"/>
                </a:lnTo>
                <a:lnTo>
                  <a:pt x="1516" y="3043"/>
                </a:lnTo>
                <a:lnTo>
                  <a:pt x="1296" y="3341"/>
                </a:lnTo>
                <a:lnTo>
                  <a:pt x="1101" y="3652"/>
                </a:lnTo>
                <a:lnTo>
                  <a:pt x="920" y="3963"/>
                </a:lnTo>
                <a:lnTo>
                  <a:pt x="752" y="4286"/>
                </a:lnTo>
                <a:lnTo>
                  <a:pt x="596" y="4623"/>
                </a:lnTo>
                <a:lnTo>
                  <a:pt x="467" y="4973"/>
                </a:lnTo>
                <a:lnTo>
                  <a:pt x="350" y="5322"/>
                </a:lnTo>
                <a:lnTo>
                  <a:pt x="247" y="5685"/>
                </a:lnTo>
                <a:lnTo>
                  <a:pt x="156" y="6047"/>
                </a:lnTo>
                <a:lnTo>
                  <a:pt x="91" y="6423"/>
                </a:lnTo>
                <a:lnTo>
                  <a:pt x="40" y="6798"/>
                </a:lnTo>
                <a:lnTo>
                  <a:pt x="14" y="7187"/>
                </a:lnTo>
                <a:lnTo>
                  <a:pt x="1" y="7575"/>
                </a:lnTo>
                <a:lnTo>
                  <a:pt x="14" y="7964"/>
                </a:lnTo>
                <a:lnTo>
                  <a:pt x="40" y="8352"/>
                </a:lnTo>
                <a:lnTo>
                  <a:pt x="91" y="8728"/>
                </a:lnTo>
                <a:lnTo>
                  <a:pt x="156" y="9103"/>
                </a:lnTo>
                <a:lnTo>
                  <a:pt x="247" y="9466"/>
                </a:lnTo>
                <a:lnTo>
                  <a:pt x="350" y="9828"/>
                </a:lnTo>
                <a:lnTo>
                  <a:pt x="467" y="10178"/>
                </a:lnTo>
                <a:lnTo>
                  <a:pt x="596" y="10515"/>
                </a:lnTo>
                <a:lnTo>
                  <a:pt x="752" y="10851"/>
                </a:lnTo>
                <a:lnTo>
                  <a:pt x="920" y="11188"/>
                </a:lnTo>
                <a:lnTo>
                  <a:pt x="1101" y="11499"/>
                </a:lnTo>
                <a:lnTo>
                  <a:pt x="1296" y="11810"/>
                </a:lnTo>
                <a:lnTo>
                  <a:pt x="1516" y="12107"/>
                </a:lnTo>
                <a:lnTo>
                  <a:pt x="1736" y="12392"/>
                </a:lnTo>
                <a:lnTo>
                  <a:pt x="1969" y="12664"/>
                </a:lnTo>
                <a:lnTo>
                  <a:pt x="2228" y="12923"/>
                </a:lnTo>
                <a:lnTo>
                  <a:pt x="2487" y="13182"/>
                </a:lnTo>
                <a:lnTo>
                  <a:pt x="2759" y="13415"/>
                </a:lnTo>
                <a:lnTo>
                  <a:pt x="3044" y="13635"/>
                </a:lnTo>
                <a:lnTo>
                  <a:pt x="3342" y="13855"/>
                </a:lnTo>
                <a:lnTo>
                  <a:pt x="3652" y="14050"/>
                </a:lnTo>
                <a:lnTo>
                  <a:pt x="3963" y="14231"/>
                </a:lnTo>
                <a:lnTo>
                  <a:pt x="4300" y="14399"/>
                </a:lnTo>
                <a:lnTo>
                  <a:pt x="4624" y="14555"/>
                </a:lnTo>
                <a:lnTo>
                  <a:pt x="4973" y="14684"/>
                </a:lnTo>
                <a:lnTo>
                  <a:pt x="5323" y="14801"/>
                </a:lnTo>
                <a:lnTo>
                  <a:pt x="5685" y="14904"/>
                </a:lnTo>
                <a:lnTo>
                  <a:pt x="6048" y="14995"/>
                </a:lnTo>
                <a:lnTo>
                  <a:pt x="6423" y="15060"/>
                </a:lnTo>
                <a:lnTo>
                  <a:pt x="6799" y="15099"/>
                </a:lnTo>
                <a:lnTo>
                  <a:pt x="7187" y="15137"/>
                </a:lnTo>
                <a:lnTo>
                  <a:pt x="7576" y="15150"/>
                </a:lnTo>
                <a:lnTo>
                  <a:pt x="7964" y="15137"/>
                </a:lnTo>
                <a:lnTo>
                  <a:pt x="8353" y="15099"/>
                </a:lnTo>
                <a:lnTo>
                  <a:pt x="8728" y="15060"/>
                </a:lnTo>
                <a:lnTo>
                  <a:pt x="9104" y="14995"/>
                </a:lnTo>
                <a:lnTo>
                  <a:pt x="9466" y="14904"/>
                </a:lnTo>
                <a:lnTo>
                  <a:pt x="9829" y="14801"/>
                </a:lnTo>
                <a:lnTo>
                  <a:pt x="10179" y="14684"/>
                </a:lnTo>
                <a:lnTo>
                  <a:pt x="10528" y="14555"/>
                </a:lnTo>
                <a:lnTo>
                  <a:pt x="10852" y="14399"/>
                </a:lnTo>
                <a:lnTo>
                  <a:pt x="11189" y="14231"/>
                </a:lnTo>
                <a:lnTo>
                  <a:pt x="11499" y="14050"/>
                </a:lnTo>
                <a:lnTo>
                  <a:pt x="11810" y="13855"/>
                </a:lnTo>
                <a:lnTo>
                  <a:pt x="12108" y="13635"/>
                </a:lnTo>
                <a:lnTo>
                  <a:pt x="12393" y="13415"/>
                </a:lnTo>
                <a:lnTo>
                  <a:pt x="12665" y="13182"/>
                </a:lnTo>
                <a:lnTo>
                  <a:pt x="12924" y="12923"/>
                </a:lnTo>
                <a:lnTo>
                  <a:pt x="13183" y="12664"/>
                </a:lnTo>
                <a:lnTo>
                  <a:pt x="13416" y="12392"/>
                </a:lnTo>
                <a:lnTo>
                  <a:pt x="13636" y="12107"/>
                </a:lnTo>
                <a:lnTo>
                  <a:pt x="13856" y="11810"/>
                </a:lnTo>
                <a:lnTo>
                  <a:pt x="14050" y="11499"/>
                </a:lnTo>
                <a:lnTo>
                  <a:pt x="14231" y="11188"/>
                </a:lnTo>
                <a:lnTo>
                  <a:pt x="14400" y="10851"/>
                </a:lnTo>
                <a:lnTo>
                  <a:pt x="14555" y="10515"/>
                </a:lnTo>
                <a:lnTo>
                  <a:pt x="14685" y="10178"/>
                </a:lnTo>
                <a:lnTo>
                  <a:pt x="14801" y="9828"/>
                </a:lnTo>
                <a:lnTo>
                  <a:pt x="14905" y="9466"/>
                </a:lnTo>
                <a:lnTo>
                  <a:pt x="14995" y="9103"/>
                </a:lnTo>
                <a:lnTo>
                  <a:pt x="15060" y="8728"/>
                </a:lnTo>
                <a:lnTo>
                  <a:pt x="15112" y="8352"/>
                </a:lnTo>
                <a:lnTo>
                  <a:pt x="15138" y="7964"/>
                </a:lnTo>
                <a:lnTo>
                  <a:pt x="15151" y="7575"/>
                </a:lnTo>
                <a:lnTo>
                  <a:pt x="15138" y="7187"/>
                </a:lnTo>
                <a:lnTo>
                  <a:pt x="15112" y="6798"/>
                </a:lnTo>
                <a:lnTo>
                  <a:pt x="15060" y="6423"/>
                </a:lnTo>
                <a:lnTo>
                  <a:pt x="14995" y="6047"/>
                </a:lnTo>
                <a:lnTo>
                  <a:pt x="14905" y="5685"/>
                </a:lnTo>
                <a:lnTo>
                  <a:pt x="14801" y="5322"/>
                </a:lnTo>
                <a:lnTo>
                  <a:pt x="14685" y="4973"/>
                </a:lnTo>
                <a:lnTo>
                  <a:pt x="14555" y="4623"/>
                </a:lnTo>
                <a:lnTo>
                  <a:pt x="14400" y="4286"/>
                </a:lnTo>
                <a:lnTo>
                  <a:pt x="14231" y="3963"/>
                </a:lnTo>
                <a:lnTo>
                  <a:pt x="14050" y="3652"/>
                </a:lnTo>
                <a:lnTo>
                  <a:pt x="13856" y="3341"/>
                </a:lnTo>
                <a:lnTo>
                  <a:pt x="13636" y="3043"/>
                </a:lnTo>
                <a:lnTo>
                  <a:pt x="13416" y="2758"/>
                </a:lnTo>
                <a:lnTo>
                  <a:pt x="13183" y="2486"/>
                </a:lnTo>
                <a:lnTo>
                  <a:pt x="12924" y="2227"/>
                </a:lnTo>
                <a:lnTo>
                  <a:pt x="12665" y="1969"/>
                </a:lnTo>
                <a:lnTo>
                  <a:pt x="12393" y="1735"/>
                </a:lnTo>
                <a:lnTo>
                  <a:pt x="12108" y="1502"/>
                </a:lnTo>
                <a:lnTo>
                  <a:pt x="11810" y="1295"/>
                </a:lnTo>
                <a:lnTo>
                  <a:pt x="11499" y="1101"/>
                </a:lnTo>
                <a:lnTo>
                  <a:pt x="11189" y="920"/>
                </a:lnTo>
                <a:lnTo>
                  <a:pt x="10852" y="751"/>
                </a:lnTo>
                <a:lnTo>
                  <a:pt x="10528" y="596"/>
                </a:lnTo>
                <a:lnTo>
                  <a:pt x="10179" y="466"/>
                </a:lnTo>
                <a:lnTo>
                  <a:pt x="9829" y="350"/>
                </a:lnTo>
                <a:lnTo>
                  <a:pt x="9466" y="246"/>
                </a:lnTo>
                <a:lnTo>
                  <a:pt x="9104" y="156"/>
                </a:lnTo>
                <a:lnTo>
                  <a:pt x="8728" y="91"/>
                </a:lnTo>
                <a:lnTo>
                  <a:pt x="8353" y="39"/>
                </a:lnTo>
                <a:lnTo>
                  <a:pt x="7964" y="13"/>
                </a:lnTo>
                <a:lnTo>
                  <a:pt x="75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961" name="Google Shape;961;p45"/>
          <p:cNvSpPr/>
          <p:nvPr/>
        </p:nvSpPr>
        <p:spPr>
          <a:xfrm flipH="1">
            <a:off x="7706729" y="3542593"/>
            <a:ext cx="739075" cy="739075"/>
          </a:xfrm>
          <a:custGeom>
            <a:avLst/>
            <a:gdLst/>
            <a:ahLst/>
            <a:cxnLst/>
            <a:rect l="l" t="t" r="r" b="b"/>
            <a:pathLst>
              <a:path w="15138" h="15138" extrusionOk="0">
                <a:moveTo>
                  <a:pt x="7174" y="0"/>
                </a:moveTo>
                <a:lnTo>
                  <a:pt x="6799" y="39"/>
                </a:lnTo>
                <a:lnTo>
                  <a:pt x="6410" y="78"/>
                </a:lnTo>
                <a:lnTo>
                  <a:pt x="6048" y="156"/>
                </a:lnTo>
                <a:lnTo>
                  <a:pt x="5672" y="233"/>
                </a:lnTo>
                <a:lnTo>
                  <a:pt x="5310" y="337"/>
                </a:lnTo>
                <a:lnTo>
                  <a:pt x="4960" y="453"/>
                </a:lnTo>
                <a:lnTo>
                  <a:pt x="4623" y="596"/>
                </a:lnTo>
                <a:lnTo>
                  <a:pt x="4287" y="738"/>
                </a:lnTo>
                <a:lnTo>
                  <a:pt x="3963" y="907"/>
                </a:lnTo>
                <a:lnTo>
                  <a:pt x="3639" y="1088"/>
                </a:lnTo>
                <a:lnTo>
                  <a:pt x="3328" y="1295"/>
                </a:lnTo>
                <a:lnTo>
                  <a:pt x="3044" y="1502"/>
                </a:lnTo>
                <a:lnTo>
                  <a:pt x="2746" y="1722"/>
                </a:lnTo>
                <a:lnTo>
                  <a:pt x="2474" y="1968"/>
                </a:lnTo>
                <a:lnTo>
                  <a:pt x="2215" y="2214"/>
                </a:lnTo>
                <a:lnTo>
                  <a:pt x="1969" y="2473"/>
                </a:lnTo>
                <a:lnTo>
                  <a:pt x="1723" y="2745"/>
                </a:lnTo>
                <a:lnTo>
                  <a:pt x="1503" y="3043"/>
                </a:lnTo>
                <a:lnTo>
                  <a:pt x="1295" y="3328"/>
                </a:lnTo>
                <a:lnTo>
                  <a:pt x="1088" y="3639"/>
                </a:lnTo>
                <a:lnTo>
                  <a:pt x="907" y="3963"/>
                </a:lnTo>
                <a:lnTo>
                  <a:pt x="739" y="4286"/>
                </a:lnTo>
                <a:lnTo>
                  <a:pt x="596" y="4623"/>
                </a:lnTo>
                <a:lnTo>
                  <a:pt x="454" y="4960"/>
                </a:lnTo>
                <a:lnTo>
                  <a:pt x="337" y="5309"/>
                </a:lnTo>
                <a:lnTo>
                  <a:pt x="234" y="5672"/>
                </a:lnTo>
                <a:lnTo>
                  <a:pt x="156" y="6034"/>
                </a:lnTo>
                <a:lnTo>
                  <a:pt x="78" y="6410"/>
                </a:lnTo>
                <a:lnTo>
                  <a:pt x="39" y="6798"/>
                </a:lnTo>
                <a:lnTo>
                  <a:pt x="1" y="7174"/>
                </a:lnTo>
                <a:lnTo>
                  <a:pt x="1" y="7562"/>
                </a:lnTo>
                <a:lnTo>
                  <a:pt x="1" y="7951"/>
                </a:lnTo>
                <a:lnTo>
                  <a:pt x="39" y="8339"/>
                </a:lnTo>
                <a:lnTo>
                  <a:pt x="78" y="8715"/>
                </a:lnTo>
                <a:lnTo>
                  <a:pt x="156" y="9090"/>
                </a:lnTo>
                <a:lnTo>
                  <a:pt x="234" y="9453"/>
                </a:lnTo>
                <a:lnTo>
                  <a:pt x="337" y="9815"/>
                </a:lnTo>
                <a:lnTo>
                  <a:pt x="454" y="10165"/>
                </a:lnTo>
                <a:lnTo>
                  <a:pt x="596" y="10515"/>
                </a:lnTo>
                <a:lnTo>
                  <a:pt x="739" y="10851"/>
                </a:lnTo>
                <a:lnTo>
                  <a:pt x="907" y="11175"/>
                </a:lnTo>
                <a:lnTo>
                  <a:pt x="1088" y="11486"/>
                </a:lnTo>
                <a:lnTo>
                  <a:pt x="1295" y="11797"/>
                </a:lnTo>
                <a:lnTo>
                  <a:pt x="1503" y="12094"/>
                </a:lnTo>
                <a:lnTo>
                  <a:pt x="1723" y="12379"/>
                </a:lnTo>
                <a:lnTo>
                  <a:pt x="1969" y="12651"/>
                </a:lnTo>
                <a:lnTo>
                  <a:pt x="2215" y="12923"/>
                </a:lnTo>
                <a:lnTo>
                  <a:pt x="2474" y="13169"/>
                </a:lnTo>
                <a:lnTo>
                  <a:pt x="2746" y="13402"/>
                </a:lnTo>
                <a:lnTo>
                  <a:pt x="3044" y="13635"/>
                </a:lnTo>
                <a:lnTo>
                  <a:pt x="3328" y="13842"/>
                </a:lnTo>
                <a:lnTo>
                  <a:pt x="3639" y="14037"/>
                </a:lnTo>
                <a:lnTo>
                  <a:pt x="3963" y="14218"/>
                </a:lnTo>
                <a:lnTo>
                  <a:pt x="4287" y="14386"/>
                </a:lnTo>
                <a:lnTo>
                  <a:pt x="4623" y="14542"/>
                </a:lnTo>
                <a:lnTo>
                  <a:pt x="4960" y="14671"/>
                </a:lnTo>
                <a:lnTo>
                  <a:pt x="5310" y="14801"/>
                </a:lnTo>
                <a:lnTo>
                  <a:pt x="5672" y="14891"/>
                </a:lnTo>
                <a:lnTo>
                  <a:pt x="6048" y="14982"/>
                </a:lnTo>
                <a:lnTo>
                  <a:pt x="6410" y="15047"/>
                </a:lnTo>
                <a:lnTo>
                  <a:pt x="6799" y="15098"/>
                </a:lnTo>
                <a:lnTo>
                  <a:pt x="7174" y="15124"/>
                </a:lnTo>
                <a:lnTo>
                  <a:pt x="7563" y="15137"/>
                </a:lnTo>
                <a:lnTo>
                  <a:pt x="7951" y="15124"/>
                </a:lnTo>
                <a:lnTo>
                  <a:pt x="8340" y="15098"/>
                </a:lnTo>
                <a:lnTo>
                  <a:pt x="8715" y="15047"/>
                </a:lnTo>
                <a:lnTo>
                  <a:pt x="9091" y="14982"/>
                </a:lnTo>
                <a:lnTo>
                  <a:pt x="9453" y="14891"/>
                </a:lnTo>
                <a:lnTo>
                  <a:pt x="9816" y="14801"/>
                </a:lnTo>
                <a:lnTo>
                  <a:pt x="10165" y="14671"/>
                </a:lnTo>
                <a:lnTo>
                  <a:pt x="10515" y="14542"/>
                </a:lnTo>
                <a:lnTo>
                  <a:pt x="10852" y="14386"/>
                </a:lnTo>
                <a:lnTo>
                  <a:pt x="11175" y="14218"/>
                </a:lnTo>
                <a:lnTo>
                  <a:pt x="11486" y="14037"/>
                </a:lnTo>
                <a:lnTo>
                  <a:pt x="11797" y="13842"/>
                </a:lnTo>
                <a:lnTo>
                  <a:pt x="12095" y="13635"/>
                </a:lnTo>
                <a:lnTo>
                  <a:pt x="12380" y="13402"/>
                </a:lnTo>
                <a:lnTo>
                  <a:pt x="12652" y="13169"/>
                </a:lnTo>
                <a:lnTo>
                  <a:pt x="12923" y="12923"/>
                </a:lnTo>
                <a:lnTo>
                  <a:pt x="13169" y="12651"/>
                </a:lnTo>
                <a:lnTo>
                  <a:pt x="13403" y="12379"/>
                </a:lnTo>
                <a:lnTo>
                  <a:pt x="13636" y="12094"/>
                </a:lnTo>
                <a:lnTo>
                  <a:pt x="13843" y="11797"/>
                </a:lnTo>
                <a:lnTo>
                  <a:pt x="14037" y="11486"/>
                </a:lnTo>
                <a:lnTo>
                  <a:pt x="14218" y="11175"/>
                </a:lnTo>
                <a:lnTo>
                  <a:pt x="14387" y="10851"/>
                </a:lnTo>
                <a:lnTo>
                  <a:pt x="14542" y="10515"/>
                </a:lnTo>
                <a:lnTo>
                  <a:pt x="14672" y="10165"/>
                </a:lnTo>
                <a:lnTo>
                  <a:pt x="14801" y="9815"/>
                </a:lnTo>
                <a:lnTo>
                  <a:pt x="14905" y="9453"/>
                </a:lnTo>
                <a:lnTo>
                  <a:pt x="14982" y="9090"/>
                </a:lnTo>
                <a:lnTo>
                  <a:pt x="15047" y="8715"/>
                </a:lnTo>
                <a:lnTo>
                  <a:pt x="15099" y="8339"/>
                </a:lnTo>
                <a:lnTo>
                  <a:pt x="15125" y="7951"/>
                </a:lnTo>
                <a:lnTo>
                  <a:pt x="15138" y="7562"/>
                </a:lnTo>
                <a:lnTo>
                  <a:pt x="15125" y="7174"/>
                </a:lnTo>
                <a:lnTo>
                  <a:pt x="15099" y="6798"/>
                </a:lnTo>
                <a:lnTo>
                  <a:pt x="15047" y="6410"/>
                </a:lnTo>
                <a:lnTo>
                  <a:pt x="14982" y="6034"/>
                </a:lnTo>
                <a:lnTo>
                  <a:pt x="14905" y="5672"/>
                </a:lnTo>
                <a:lnTo>
                  <a:pt x="14801" y="5309"/>
                </a:lnTo>
                <a:lnTo>
                  <a:pt x="14672" y="4960"/>
                </a:lnTo>
                <a:lnTo>
                  <a:pt x="14542" y="4623"/>
                </a:lnTo>
                <a:lnTo>
                  <a:pt x="14387" y="4286"/>
                </a:lnTo>
                <a:lnTo>
                  <a:pt x="14218" y="3963"/>
                </a:lnTo>
                <a:lnTo>
                  <a:pt x="14037" y="3639"/>
                </a:lnTo>
                <a:lnTo>
                  <a:pt x="13843" y="3328"/>
                </a:lnTo>
                <a:lnTo>
                  <a:pt x="13636" y="3043"/>
                </a:lnTo>
                <a:lnTo>
                  <a:pt x="13403" y="2745"/>
                </a:lnTo>
                <a:lnTo>
                  <a:pt x="13169" y="2473"/>
                </a:lnTo>
                <a:lnTo>
                  <a:pt x="12923" y="2214"/>
                </a:lnTo>
                <a:lnTo>
                  <a:pt x="12652" y="1968"/>
                </a:lnTo>
                <a:lnTo>
                  <a:pt x="12380" y="1722"/>
                </a:lnTo>
                <a:lnTo>
                  <a:pt x="12095" y="1502"/>
                </a:lnTo>
                <a:lnTo>
                  <a:pt x="11797" y="1295"/>
                </a:lnTo>
                <a:lnTo>
                  <a:pt x="11486" y="1088"/>
                </a:lnTo>
                <a:lnTo>
                  <a:pt x="11175" y="907"/>
                </a:lnTo>
                <a:lnTo>
                  <a:pt x="10852" y="738"/>
                </a:lnTo>
                <a:lnTo>
                  <a:pt x="10515" y="596"/>
                </a:lnTo>
                <a:lnTo>
                  <a:pt x="10165" y="453"/>
                </a:lnTo>
                <a:lnTo>
                  <a:pt x="9816" y="337"/>
                </a:lnTo>
                <a:lnTo>
                  <a:pt x="9453" y="233"/>
                </a:lnTo>
                <a:lnTo>
                  <a:pt x="9091" y="156"/>
                </a:lnTo>
                <a:lnTo>
                  <a:pt x="8715" y="78"/>
                </a:lnTo>
                <a:lnTo>
                  <a:pt x="8340" y="39"/>
                </a:lnTo>
                <a:lnTo>
                  <a:pt x="79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962" name="Google Shape;962;p45"/>
          <p:cNvSpPr txBox="1">
            <a:spLocks noGrp="1"/>
          </p:cNvSpPr>
          <p:nvPr>
            <p:ph type="subTitle" idx="4294967295"/>
          </p:nvPr>
        </p:nvSpPr>
        <p:spPr>
          <a:xfrm flipH="1">
            <a:off x="6506975" y="1115925"/>
            <a:ext cx="1090500" cy="24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04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63" name="Google Shape;963;p45"/>
          <p:cNvSpPr txBox="1">
            <a:spLocks noGrp="1"/>
          </p:cNvSpPr>
          <p:nvPr>
            <p:ph type="subTitle" idx="4294967295"/>
          </p:nvPr>
        </p:nvSpPr>
        <p:spPr>
          <a:xfrm flipH="1">
            <a:off x="5042581" y="1478688"/>
            <a:ext cx="2554883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IM 2, yaitu induksi magnetik, digunakan dalam dinamo pada turbin untuk mengubah medan magnet menjadi arus listrik.</a:t>
            </a:r>
            <a:endParaRPr sz="8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964" name="Google Shape;964;p45"/>
          <p:cNvSpPr txBox="1">
            <a:spLocks noGrp="1"/>
          </p:cNvSpPr>
          <p:nvPr>
            <p:ph type="subTitle" idx="4294967295"/>
          </p:nvPr>
        </p:nvSpPr>
        <p:spPr>
          <a:xfrm flipH="1">
            <a:off x="6353965" y="2328138"/>
            <a:ext cx="1243500" cy="24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05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65" name="Google Shape;965;p45"/>
          <p:cNvSpPr txBox="1">
            <a:spLocks noGrp="1"/>
          </p:cNvSpPr>
          <p:nvPr>
            <p:ph type="subTitle" idx="4294967295"/>
          </p:nvPr>
        </p:nvSpPr>
        <p:spPr>
          <a:xfrm flipH="1">
            <a:off x="5153118" y="2690913"/>
            <a:ext cx="2444346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Generator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adalah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mengubah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energi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mekanik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menjadi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energi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listrik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dalam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konteks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pembangkit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listrik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  <a:endParaRPr lang="en-ID" sz="9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966" name="Google Shape;966;p45"/>
          <p:cNvSpPr txBox="1">
            <a:spLocks noGrp="1"/>
          </p:cNvSpPr>
          <p:nvPr>
            <p:ph type="subTitle" idx="4294967295"/>
          </p:nvPr>
        </p:nvSpPr>
        <p:spPr>
          <a:xfrm flipH="1">
            <a:off x="6353965" y="3542164"/>
            <a:ext cx="1243500" cy="24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redoka One"/>
                <a:ea typeface="Fredoka One"/>
                <a:cs typeface="Fredoka One"/>
                <a:sym typeface="Fredoka One"/>
              </a:rPr>
              <a:t>06</a:t>
            </a:r>
            <a:endParaRPr dirty="0">
              <a:solidFill>
                <a:schemeClr val="bg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967" name="Google Shape;967;p45"/>
          <p:cNvSpPr txBox="1">
            <a:spLocks noGrp="1"/>
          </p:cNvSpPr>
          <p:nvPr>
            <p:ph type="subTitle" idx="4294967295"/>
          </p:nvPr>
        </p:nvSpPr>
        <p:spPr>
          <a:xfrm flipH="1">
            <a:off x="5152552" y="3993713"/>
            <a:ext cx="2436909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Arduino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digunakan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dalam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sistem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penutup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otomatis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melengkapi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cara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kerja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dengan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memproses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data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sebagai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batas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waktu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kran </a:t>
            </a:r>
            <a:r>
              <a:rPr lang="en-ID" sz="10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berputar</a:t>
            </a:r>
            <a:r>
              <a:rPr lang="en-ID" sz="10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  <a:endParaRPr sz="8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grpSp>
        <p:nvGrpSpPr>
          <p:cNvPr id="974" name="Google Shape;974;p45"/>
          <p:cNvGrpSpPr/>
          <p:nvPr/>
        </p:nvGrpSpPr>
        <p:grpSpPr>
          <a:xfrm>
            <a:off x="7957524" y="1369500"/>
            <a:ext cx="237485" cy="401400"/>
            <a:chOff x="7946986" y="1288588"/>
            <a:chExt cx="237485" cy="401400"/>
          </a:xfrm>
        </p:grpSpPr>
        <p:sp>
          <p:nvSpPr>
            <p:cNvPr id="975" name="Google Shape;975;p45"/>
            <p:cNvSpPr/>
            <p:nvPr/>
          </p:nvSpPr>
          <p:spPr>
            <a:xfrm>
              <a:off x="7946986" y="1288588"/>
              <a:ext cx="237485" cy="283453"/>
            </a:xfrm>
            <a:custGeom>
              <a:avLst/>
              <a:gdLst/>
              <a:ahLst/>
              <a:cxnLst/>
              <a:rect l="l" t="t" r="r" b="b"/>
              <a:pathLst>
                <a:path w="5815" h="6941" extrusionOk="0">
                  <a:moveTo>
                    <a:pt x="2966" y="0"/>
                  </a:moveTo>
                  <a:lnTo>
                    <a:pt x="2668" y="13"/>
                  </a:lnTo>
                  <a:lnTo>
                    <a:pt x="2383" y="52"/>
                  </a:lnTo>
                  <a:lnTo>
                    <a:pt x="2098" y="117"/>
                  </a:lnTo>
                  <a:lnTo>
                    <a:pt x="1827" y="220"/>
                  </a:lnTo>
                  <a:lnTo>
                    <a:pt x="1568" y="337"/>
                  </a:lnTo>
                  <a:lnTo>
                    <a:pt x="1335" y="479"/>
                  </a:lnTo>
                  <a:lnTo>
                    <a:pt x="1101" y="648"/>
                  </a:lnTo>
                  <a:lnTo>
                    <a:pt x="894" y="829"/>
                  </a:lnTo>
                  <a:lnTo>
                    <a:pt x="700" y="1036"/>
                  </a:lnTo>
                  <a:lnTo>
                    <a:pt x="532" y="1256"/>
                  </a:lnTo>
                  <a:lnTo>
                    <a:pt x="376" y="1489"/>
                  </a:lnTo>
                  <a:lnTo>
                    <a:pt x="247" y="1748"/>
                  </a:lnTo>
                  <a:lnTo>
                    <a:pt x="143" y="2007"/>
                  </a:lnTo>
                  <a:lnTo>
                    <a:pt x="79" y="2292"/>
                  </a:lnTo>
                  <a:lnTo>
                    <a:pt x="27" y="2577"/>
                  </a:lnTo>
                  <a:lnTo>
                    <a:pt x="1" y="2875"/>
                  </a:lnTo>
                  <a:lnTo>
                    <a:pt x="14" y="3030"/>
                  </a:lnTo>
                  <a:lnTo>
                    <a:pt x="14" y="3173"/>
                  </a:lnTo>
                  <a:lnTo>
                    <a:pt x="66" y="3471"/>
                  </a:lnTo>
                  <a:lnTo>
                    <a:pt x="130" y="3755"/>
                  </a:lnTo>
                  <a:lnTo>
                    <a:pt x="234" y="4027"/>
                  </a:lnTo>
                  <a:lnTo>
                    <a:pt x="350" y="4286"/>
                  </a:lnTo>
                  <a:lnTo>
                    <a:pt x="506" y="4532"/>
                  </a:lnTo>
                  <a:lnTo>
                    <a:pt x="674" y="4752"/>
                  </a:lnTo>
                  <a:lnTo>
                    <a:pt x="868" y="4973"/>
                  </a:lnTo>
                  <a:lnTo>
                    <a:pt x="959" y="5076"/>
                  </a:lnTo>
                  <a:lnTo>
                    <a:pt x="1050" y="5193"/>
                  </a:lnTo>
                  <a:lnTo>
                    <a:pt x="1127" y="5322"/>
                  </a:lnTo>
                  <a:lnTo>
                    <a:pt x="1192" y="5452"/>
                  </a:lnTo>
                  <a:lnTo>
                    <a:pt x="1244" y="5594"/>
                  </a:lnTo>
                  <a:lnTo>
                    <a:pt x="1283" y="5724"/>
                  </a:lnTo>
                  <a:lnTo>
                    <a:pt x="1309" y="5879"/>
                  </a:lnTo>
                  <a:lnTo>
                    <a:pt x="1309" y="6021"/>
                  </a:lnTo>
                  <a:lnTo>
                    <a:pt x="1309" y="6941"/>
                  </a:lnTo>
                  <a:lnTo>
                    <a:pt x="4507" y="6941"/>
                  </a:lnTo>
                  <a:lnTo>
                    <a:pt x="4507" y="6021"/>
                  </a:lnTo>
                  <a:lnTo>
                    <a:pt x="4520" y="5879"/>
                  </a:lnTo>
                  <a:lnTo>
                    <a:pt x="4546" y="5737"/>
                  </a:lnTo>
                  <a:lnTo>
                    <a:pt x="4585" y="5594"/>
                  </a:lnTo>
                  <a:lnTo>
                    <a:pt x="4623" y="5452"/>
                  </a:lnTo>
                  <a:lnTo>
                    <a:pt x="4688" y="5322"/>
                  </a:lnTo>
                  <a:lnTo>
                    <a:pt x="4766" y="5193"/>
                  </a:lnTo>
                  <a:lnTo>
                    <a:pt x="4857" y="5076"/>
                  </a:lnTo>
                  <a:lnTo>
                    <a:pt x="4960" y="4973"/>
                  </a:lnTo>
                  <a:lnTo>
                    <a:pt x="5141" y="4765"/>
                  </a:lnTo>
                  <a:lnTo>
                    <a:pt x="5310" y="4545"/>
                  </a:lnTo>
                  <a:lnTo>
                    <a:pt x="5465" y="4299"/>
                  </a:lnTo>
                  <a:lnTo>
                    <a:pt x="5582" y="4040"/>
                  </a:lnTo>
                  <a:lnTo>
                    <a:pt x="5685" y="3781"/>
                  </a:lnTo>
                  <a:lnTo>
                    <a:pt x="5763" y="3496"/>
                  </a:lnTo>
                  <a:lnTo>
                    <a:pt x="5802" y="3212"/>
                  </a:lnTo>
                  <a:lnTo>
                    <a:pt x="5815" y="2914"/>
                  </a:lnTo>
                  <a:lnTo>
                    <a:pt x="5802" y="2616"/>
                  </a:lnTo>
                  <a:lnTo>
                    <a:pt x="5763" y="2331"/>
                  </a:lnTo>
                  <a:lnTo>
                    <a:pt x="5685" y="2059"/>
                  </a:lnTo>
                  <a:lnTo>
                    <a:pt x="5595" y="1787"/>
                  </a:lnTo>
                  <a:lnTo>
                    <a:pt x="5478" y="1541"/>
                  </a:lnTo>
                  <a:lnTo>
                    <a:pt x="5336" y="1295"/>
                  </a:lnTo>
                  <a:lnTo>
                    <a:pt x="5167" y="1075"/>
                  </a:lnTo>
                  <a:lnTo>
                    <a:pt x="4986" y="868"/>
                  </a:lnTo>
                  <a:lnTo>
                    <a:pt x="4779" y="687"/>
                  </a:lnTo>
                  <a:lnTo>
                    <a:pt x="4559" y="518"/>
                  </a:lnTo>
                  <a:lnTo>
                    <a:pt x="4326" y="376"/>
                  </a:lnTo>
                  <a:lnTo>
                    <a:pt x="4080" y="246"/>
                  </a:lnTo>
                  <a:lnTo>
                    <a:pt x="3821" y="143"/>
                  </a:lnTo>
                  <a:lnTo>
                    <a:pt x="3536" y="65"/>
                  </a:lnTo>
                  <a:lnTo>
                    <a:pt x="3264" y="26"/>
                  </a:lnTo>
                  <a:lnTo>
                    <a:pt x="2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7993015" y="1583646"/>
              <a:ext cx="145472" cy="24911"/>
            </a:xfrm>
            <a:custGeom>
              <a:avLst/>
              <a:gdLst/>
              <a:ahLst/>
              <a:cxnLst/>
              <a:rect l="l" t="t" r="r" b="b"/>
              <a:pathLst>
                <a:path w="3562" h="610" extrusionOk="0">
                  <a:moveTo>
                    <a:pt x="246" y="1"/>
                  </a:moveTo>
                  <a:lnTo>
                    <a:pt x="195" y="14"/>
                  </a:lnTo>
                  <a:lnTo>
                    <a:pt x="143" y="52"/>
                  </a:lnTo>
                  <a:lnTo>
                    <a:pt x="91" y="91"/>
                  </a:lnTo>
                  <a:lnTo>
                    <a:pt x="52" y="130"/>
                  </a:lnTo>
                  <a:lnTo>
                    <a:pt x="26" y="182"/>
                  </a:lnTo>
                  <a:lnTo>
                    <a:pt x="13" y="247"/>
                  </a:lnTo>
                  <a:lnTo>
                    <a:pt x="0" y="299"/>
                  </a:lnTo>
                  <a:lnTo>
                    <a:pt x="13" y="363"/>
                  </a:lnTo>
                  <a:lnTo>
                    <a:pt x="26" y="428"/>
                  </a:lnTo>
                  <a:lnTo>
                    <a:pt x="52" y="480"/>
                  </a:lnTo>
                  <a:lnTo>
                    <a:pt x="91" y="519"/>
                  </a:lnTo>
                  <a:lnTo>
                    <a:pt x="143" y="557"/>
                  </a:lnTo>
                  <a:lnTo>
                    <a:pt x="195" y="583"/>
                  </a:lnTo>
                  <a:lnTo>
                    <a:pt x="246" y="596"/>
                  </a:lnTo>
                  <a:lnTo>
                    <a:pt x="311" y="609"/>
                  </a:lnTo>
                  <a:lnTo>
                    <a:pt x="3263" y="609"/>
                  </a:lnTo>
                  <a:lnTo>
                    <a:pt x="3315" y="596"/>
                  </a:lnTo>
                  <a:lnTo>
                    <a:pt x="3380" y="583"/>
                  </a:lnTo>
                  <a:lnTo>
                    <a:pt x="3432" y="557"/>
                  </a:lnTo>
                  <a:lnTo>
                    <a:pt x="3471" y="519"/>
                  </a:lnTo>
                  <a:lnTo>
                    <a:pt x="3509" y="480"/>
                  </a:lnTo>
                  <a:lnTo>
                    <a:pt x="3535" y="428"/>
                  </a:lnTo>
                  <a:lnTo>
                    <a:pt x="3561" y="363"/>
                  </a:lnTo>
                  <a:lnTo>
                    <a:pt x="3561" y="299"/>
                  </a:lnTo>
                  <a:lnTo>
                    <a:pt x="3561" y="247"/>
                  </a:lnTo>
                  <a:lnTo>
                    <a:pt x="3535" y="182"/>
                  </a:lnTo>
                  <a:lnTo>
                    <a:pt x="3509" y="130"/>
                  </a:lnTo>
                  <a:lnTo>
                    <a:pt x="3471" y="91"/>
                  </a:lnTo>
                  <a:lnTo>
                    <a:pt x="3432" y="52"/>
                  </a:lnTo>
                  <a:lnTo>
                    <a:pt x="3380" y="14"/>
                  </a:lnTo>
                  <a:lnTo>
                    <a:pt x="33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7993015" y="1619625"/>
              <a:ext cx="145472" cy="24870"/>
            </a:xfrm>
            <a:custGeom>
              <a:avLst/>
              <a:gdLst/>
              <a:ahLst/>
              <a:cxnLst/>
              <a:rect l="l" t="t" r="r" b="b"/>
              <a:pathLst>
                <a:path w="3562" h="609" extrusionOk="0">
                  <a:moveTo>
                    <a:pt x="246" y="0"/>
                  </a:moveTo>
                  <a:lnTo>
                    <a:pt x="195" y="26"/>
                  </a:lnTo>
                  <a:lnTo>
                    <a:pt x="143" y="52"/>
                  </a:lnTo>
                  <a:lnTo>
                    <a:pt x="91" y="91"/>
                  </a:lnTo>
                  <a:lnTo>
                    <a:pt x="52" y="130"/>
                  </a:lnTo>
                  <a:lnTo>
                    <a:pt x="26" y="181"/>
                  </a:lnTo>
                  <a:lnTo>
                    <a:pt x="13" y="246"/>
                  </a:lnTo>
                  <a:lnTo>
                    <a:pt x="0" y="311"/>
                  </a:lnTo>
                  <a:lnTo>
                    <a:pt x="13" y="363"/>
                  </a:lnTo>
                  <a:lnTo>
                    <a:pt x="26" y="428"/>
                  </a:lnTo>
                  <a:lnTo>
                    <a:pt x="52" y="479"/>
                  </a:lnTo>
                  <a:lnTo>
                    <a:pt x="91" y="518"/>
                  </a:lnTo>
                  <a:lnTo>
                    <a:pt x="143" y="557"/>
                  </a:lnTo>
                  <a:lnTo>
                    <a:pt x="195" y="583"/>
                  </a:lnTo>
                  <a:lnTo>
                    <a:pt x="246" y="609"/>
                  </a:lnTo>
                  <a:lnTo>
                    <a:pt x="3315" y="609"/>
                  </a:lnTo>
                  <a:lnTo>
                    <a:pt x="3380" y="583"/>
                  </a:lnTo>
                  <a:lnTo>
                    <a:pt x="3432" y="557"/>
                  </a:lnTo>
                  <a:lnTo>
                    <a:pt x="3471" y="518"/>
                  </a:lnTo>
                  <a:lnTo>
                    <a:pt x="3509" y="479"/>
                  </a:lnTo>
                  <a:lnTo>
                    <a:pt x="3535" y="428"/>
                  </a:lnTo>
                  <a:lnTo>
                    <a:pt x="3561" y="363"/>
                  </a:lnTo>
                  <a:lnTo>
                    <a:pt x="3561" y="311"/>
                  </a:lnTo>
                  <a:lnTo>
                    <a:pt x="3561" y="246"/>
                  </a:lnTo>
                  <a:lnTo>
                    <a:pt x="3535" y="181"/>
                  </a:lnTo>
                  <a:lnTo>
                    <a:pt x="3509" y="130"/>
                  </a:lnTo>
                  <a:lnTo>
                    <a:pt x="3471" y="91"/>
                  </a:lnTo>
                  <a:lnTo>
                    <a:pt x="3432" y="52"/>
                  </a:lnTo>
                  <a:lnTo>
                    <a:pt x="3380" y="26"/>
                  </a:lnTo>
                  <a:lnTo>
                    <a:pt x="3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8" name="Google Shape;978;p45"/>
            <p:cNvSpPr/>
            <p:nvPr/>
          </p:nvSpPr>
          <p:spPr>
            <a:xfrm>
              <a:off x="8010986" y="1353603"/>
              <a:ext cx="109492" cy="108995"/>
            </a:xfrm>
            <a:custGeom>
              <a:avLst/>
              <a:gdLst/>
              <a:ahLst/>
              <a:cxnLst/>
              <a:rect l="l" t="t" r="r" b="b"/>
              <a:pathLst>
                <a:path w="2681" h="2669" extrusionOk="0">
                  <a:moveTo>
                    <a:pt x="1088" y="1"/>
                  </a:moveTo>
                  <a:lnTo>
                    <a:pt x="1088" y="1076"/>
                  </a:lnTo>
                  <a:lnTo>
                    <a:pt x="1" y="1076"/>
                  </a:lnTo>
                  <a:lnTo>
                    <a:pt x="1" y="1594"/>
                  </a:lnTo>
                  <a:lnTo>
                    <a:pt x="1088" y="1594"/>
                  </a:lnTo>
                  <a:lnTo>
                    <a:pt x="1088" y="2668"/>
                  </a:lnTo>
                  <a:lnTo>
                    <a:pt x="1593" y="2668"/>
                  </a:lnTo>
                  <a:lnTo>
                    <a:pt x="1593" y="1594"/>
                  </a:lnTo>
                  <a:lnTo>
                    <a:pt x="2681" y="1594"/>
                  </a:lnTo>
                  <a:lnTo>
                    <a:pt x="2681" y="1076"/>
                  </a:lnTo>
                  <a:lnTo>
                    <a:pt x="1593" y="1076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9" name="Google Shape;979;p45"/>
            <p:cNvSpPr/>
            <p:nvPr/>
          </p:nvSpPr>
          <p:spPr>
            <a:xfrm>
              <a:off x="8032142" y="1656094"/>
              <a:ext cx="67713" cy="33895"/>
            </a:xfrm>
            <a:custGeom>
              <a:avLst/>
              <a:gdLst/>
              <a:ahLst/>
              <a:cxnLst/>
              <a:rect l="l" t="t" r="r" b="b"/>
              <a:pathLst>
                <a:path w="1658" h="830" extrusionOk="0">
                  <a:moveTo>
                    <a:pt x="1" y="1"/>
                  </a:moveTo>
                  <a:lnTo>
                    <a:pt x="1" y="91"/>
                  </a:lnTo>
                  <a:lnTo>
                    <a:pt x="13" y="169"/>
                  </a:lnTo>
                  <a:lnTo>
                    <a:pt x="26" y="247"/>
                  </a:lnTo>
                  <a:lnTo>
                    <a:pt x="65" y="324"/>
                  </a:lnTo>
                  <a:lnTo>
                    <a:pt x="91" y="402"/>
                  </a:lnTo>
                  <a:lnTo>
                    <a:pt x="143" y="467"/>
                  </a:lnTo>
                  <a:lnTo>
                    <a:pt x="234" y="596"/>
                  </a:lnTo>
                  <a:lnTo>
                    <a:pt x="363" y="687"/>
                  </a:lnTo>
                  <a:lnTo>
                    <a:pt x="428" y="739"/>
                  </a:lnTo>
                  <a:lnTo>
                    <a:pt x="506" y="765"/>
                  </a:lnTo>
                  <a:lnTo>
                    <a:pt x="583" y="804"/>
                  </a:lnTo>
                  <a:lnTo>
                    <a:pt x="661" y="816"/>
                  </a:lnTo>
                  <a:lnTo>
                    <a:pt x="739" y="829"/>
                  </a:lnTo>
                  <a:lnTo>
                    <a:pt x="907" y="829"/>
                  </a:lnTo>
                  <a:lnTo>
                    <a:pt x="998" y="816"/>
                  </a:lnTo>
                  <a:lnTo>
                    <a:pt x="1075" y="804"/>
                  </a:lnTo>
                  <a:lnTo>
                    <a:pt x="1153" y="765"/>
                  </a:lnTo>
                  <a:lnTo>
                    <a:pt x="1218" y="739"/>
                  </a:lnTo>
                  <a:lnTo>
                    <a:pt x="1295" y="687"/>
                  </a:lnTo>
                  <a:lnTo>
                    <a:pt x="1412" y="596"/>
                  </a:lnTo>
                  <a:lnTo>
                    <a:pt x="1516" y="467"/>
                  </a:lnTo>
                  <a:lnTo>
                    <a:pt x="1554" y="402"/>
                  </a:lnTo>
                  <a:lnTo>
                    <a:pt x="1593" y="324"/>
                  </a:lnTo>
                  <a:lnTo>
                    <a:pt x="1619" y="247"/>
                  </a:lnTo>
                  <a:lnTo>
                    <a:pt x="1645" y="169"/>
                  </a:lnTo>
                  <a:lnTo>
                    <a:pt x="1658" y="91"/>
                  </a:lnTo>
                  <a:lnTo>
                    <a:pt x="16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grpSp>
        <p:nvGrpSpPr>
          <p:cNvPr id="980" name="Google Shape;980;p45"/>
          <p:cNvGrpSpPr/>
          <p:nvPr/>
        </p:nvGrpSpPr>
        <p:grpSpPr>
          <a:xfrm>
            <a:off x="7873834" y="2648697"/>
            <a:ext cx="430632" cy="319539"/>
            <a:chOff x="7850400" y="2517707"/>
            <a:chExt cx="430632" cy="319539"/>
          </a:xfrm>
        </p:grpSpPr>
        <p:sp>
          <p:nvSpPr>
            <p:cNvPr id="981" name="Google Shape;981;p45"/>
            <p:cNvSpPr/>
            <p:nvPr/>
          </p:nvSpPr>
          <p:spPr>
            <a:xfrm>
              <a:off x="7850400" y="2517707"/>
              <a:ext cx="295065" cy="211520"/>
            </a:xfrm>
            <a:custGeom>
              <a:avLst/>
              <a:gdLst/>
              <a:ahLst/>
              <a:cxnLst/>
              <a:rect l="l" t="t" r="r" b="b"/>
              <a:pathLst>
                <a:path w="7498" h="5375" extrusionOk="0">
                  <a:moveTo>
                    <a:pt x="3756" y="1"/>
                  </a:moveTo>
                  <a:lnTo>
                    <a:pt x="3367" y="14"/>
                  </a:lnTo>
                  <a:lnTo>
                    <a:pt x="2992" y="52"/>
                  </a:lnTo>
                  <a:lnTo>
                    <a:pt x="2642" y="117"/>
                  </a:lnTo>
                  <a:lnTo>
                    <a:pt x="2292" y="208"/>
                  </a:lnTo>
                  <a:lnTo>
                    <a:pt x="1969" y="324"/>
                  </a:lnTo>
                  <a:lnTo>
                    <a:pt x="1658" y="454"/>
                  </a:lnTo>
                  <a:lnTo>
                    <a:pt x="1373" y="609"/>
                  </a:lnTo>
                  <a:lnTo>
                    <a:pt x="1101" y="777"/>
                  </a:lnTo>
                  <a:lnTo>
                    <a:pt x="855" y="972"/>
                  </a:lnTo>
                  <a:lnTo>
                    <a:pt x="648" y="1179"/>
                  </a:lnTo>
                  <a:lnTo>
                    <a:pt x="544" y="1295"/>
                  </a:lnTo>
                  <a:lnTo>
                    <a:pt x="454" y="1399"/>
                  </a:lnTo>
                  <a:lnTo>
                    <a:pt x="376" y="1516"/>
                  </a:lnTo>
                  <a:lnTo>
                    <a:pt x="298" y="1645"/>
                  </a:lnTo>
                  <a:lnTo>
                    <a:pt x="234" y="1762"/>
                  </a:lnTo>
                  <a:lnTo>
                    <a:pt x="169" y="1891"/>
                  </a:lnTo>
                  <a:lnTo>
                    <a:pt x="117" y="2021"/>
                  </a:lnTo>
                  <a:lnTo>
                    <a:pt x="78" y="2150"/>
                  </a:lnTo>
                  <a:lnTo>
                    <a:pt x="52" y="2280"/>
                  </a:lnTo>
                  <a:lnTo>
                    <a:pt x="26" y="2409"/>
                  </a:lnTo>
                  <a:lnTo>
                    <a:pt x="14" y="2551"/>
                  </a:lnTo>
                  <a:lnTo>
                    <a:pt x="1" y="2681"/>
                  </a:lnTo>
                  <a:lnTo>
                    <a:pt x="14" y="2823"/>
                  </a:lnTo>
                  <a:lnTo>
                    <a:pt x="26" y="2966"/>
                  </a:lnTo>
                  <a:lnTo>
                    <a:pt x="52" y="3095"/>
                  </a:lnTo>
                  <a:lnTo>
                    <a:pt x="78" y="3225"/>
                  </a:lnTo>
                  <a:lnTo>
                    <a:pt x="117" y="3354"/>
                  </a:lnTo>
                  <a:lnTo>
                    <a:pt x="169" y="3484"/>
                  </a:lnTo>
                  <a:lnTo>
                    <a:pt x="234" y="3613"/>
                  </a:lnTo>
                  <a:lnTo>
                    <a:pt x="298" y="3730"/>
                  </a:lnTo>
                  <a:lnTo>
                    <a:pt x="376" y="3859"/>
                  </a:lnTo>
                  <a:lnTo>
                    <a:pt x="454" y="3976"/>
                  </a:lnTo>
                  <a:lnTo>
                    <a:pt x="544" y="4079"/>
                  </a:lnTo>
                  <a:lnTo>
                    <a:pt x="648" y="4196"/>
                  </a:lnTo>
                  <a:lnTo>
                    <a:pt x="855" y="4403"/>
                  </a:lnTo>
                  <a:lnTo>
                    <a:pt x="1101" y="4584"/>
                  </a:lnTo>
                  <a:lnTo>
                    <a:pt x="1373" y="4766"/>
                  </a:lnTo>
                  <a:lnTo>
                    <a:pt x="1658" y="4921"/>
                  </a:lnTo>
                  <a:lnTo>
                    <a:pt x="1969" y="5051"/>
                  </a:lnTo>
                  <a:lnTo>
                    <a:pt x="2292" y="5167"/>
                  </a:lnTo>
                  <a:lnTo>
                    <a:pt x="2642" y="5258"/>
                  </a:lnTo>
                  <a:lnTo>
                    <a:pt x="2992" y="5323"/>
                  </a:lnTo>
                  <a:lnTo>
                    <a:pt x="3367" y="5361"/>
                  </a:lnTo>
                  <a:lnTo>
                    <a:pt x="3756" y="5374"/>
                  </a:lnTo>
                  <a:lnTo>
                    <a:pt x="4131" y="5361"/>
                  </a:lnTo>
                  <a:lnTo>
                    <a:pt x="4507" y="5323"/>
                  </a:lnTo>
                  <a:lnTo>
                    <a:pt x="4869" y="5258"/>
                  </a:lnTo>
                  <a:lnTo>
                    <a:pt x="5206" y="5167"/>
                  </a:lnTo>
                  <a:lnTo>
                    <a:pt x="5543" y="5051"/>
                  </a:lnTo>
                  <a:lnTo>
                    <a:pt x="5840" y="4921"/>
                  </a:lnTo>
                  <a:lnTo>
                    <a:pt x="6138" y="4766"/>
                  </a:lnTo>
                  <a:lnTo>
                    <a:pt x="6397" y="4584"/>
                  </a:lnTo>
                  <a:lnTo>
                    <a:pt x="6643" y="4403"/>
                  </a:lnTo>
                  <a:lnTo>
                    <a:pt x="6863" y="4196"/>
                  </a:lnTo>
                  <a:lnTo>
                    <a:pt x="6954" y="4079"/>
                  </a:lnTo>
                  <a:lnTo>
                    <a:pt x="7045" y="3976"/>
                  </a:lnTo>
                  <a:lnTo>
                    <a:pt x="7135" y="3859"/>
                  </a:lnTo>
                  <a:lnTo>
                    <a:pt x="7200" y="3730"/>
                  </a:lnTo>
                  <a:lnTo>
                    <a:pt x="7278" y="3613"/>
                  </a:lnTo>
                  <a:lnTo>
                    <a:pt x="7330" y="3484"/>
                  </a:lnTo>
                  <a:lnTo>
                    <a:pt x="7381" y="3354"/>
                  </a:lnTo>
                  <a:lnTo>
                    <a:pt x="7420" y="3225"/>
                  </a:lnTo>
                  <a:lnTo>
                    <a:pt x="7459" y="3095"/>
                  </a:lnTo>
                  <a:lnTo>
                    <a:pt x="7485" y="2966"/>
                  </a:lnTo>
                  <a:lnTo>
                    <a:pt x="7498" y="2823"/>
                  </a:lnTo>
                  <a:lnTo>
                    <a:pt x="7498" y="2681"/>
                  </a:lnTo>
                  <a:lnTo>
                    <a:pt x="7498" y="2551"/>
                  </a:lnTo>
                  <a:lnTo>
                    <a:pt x="7485" y="2409"/>
                  </a:lnTo>
                  <a:lnTo>
                    <a:pt x="7459" y="2280"/>
                  </a:lnTo>
                  <a:lnTo>
                    <a:pt x="7420" y="2150"/>
                  </a:lnTo>
                  <a:lnTo>
                    <a:pt x="7381" y="2021"/>
                  </a:lnTo>
                  <a:lnTo>
                    <a:pt x="7330" y="1891"/>
                  </a:lnTo>
                  <a:lnTo>
                    <a:pt x="7278" y="1762"/>
                  </a:lnTo>
                  <a:lnTo>
                    <a:pt x="7200" y="1645"/>
                  </a:lnTo>
                  <a:lnTo>
                    <a:pt x="7135" y="1516"/>
                  </a:lnTo>
                  <a:lnTo>
                    <a:pt x="7045" y="1399"/>
                  </a:lnTo>
                  <a:lnTo>
                    <a:pt x="6954" y="1295"/>
                  </a:lnTo>
                  <a:lnTo>
                    <a:pt x="6863" y="1179"/>
                  </a:lnTo>
                  <a:lnTo>
                    <a:pt x="6643" y="972"/>
                  </a:lnTo>
                  <a:lnTo>
                    <a:pt x="6397" y="777"/>
                  </a:lnTo>
                  <a:lnTo>
                    <a:pt x="6138" y="609"/>
                  </a:lnTo>
                  <a:lnTo>
                    <a:pt x="5840" y="454"/>
                  </a:lnTo>
                  <a:lnTo>
                    <a:pt x="5543" y="324"/>
                  </a:lnTo>
                  <a:lnTo>
                    <a:pt x="5206" y="208"/>
                  </a:lnTo>
                  <a:lnTo>
                    <a:pt x="4869" y="117"/>
                  </a:lnTo>
                  <a:lnTo>
                    <a:pt x="4507" y="52"/>
                  </a:lnTo>
                  <a:lnTo>
                    <a:pt x="4131" y="14"/>
                  </a:lnTo>
                  <a:lnTo>
                    <a:pt x="37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2" name="Google Shape;982;p45"/>
            <p:cNvSpPr/>
            <p:nvPr/>
          </p:nvSpPr>
          <p:spPr>
            <a:xfrm>
              <a:off x="8005801" y="2580906"/>
              <a:ext cx="275231" cy="211480"/>
            </a:xfrm>
            <a:custGeom>
              <a:avLst/>
              <a:gdLst/>
              <a:ahLst/>
              <a:cxnLst/>
              <a:rect l="l" t="t" r="r" b="b"/>
              <a:pathLst>
                <a:path w="6994" h="5374" extrusionOk="0">
                  <a:moveTo>
                    <a:pt x="3601" y="0"/>
                  </a:moveTo>
                  <a:lnTo>
                    <a:pt x="3665" y="130"/>
                  </a:lnTo>
                  <a:lnTo>
                    <a:pt x="3730" y="259"/>
                  </a:lnTo>
                  <a:lnTo>
                    <a:pt x="3782" y="389"/>
                  </a:lnTo>
                  <a:lnTo>
                    <a:pt x="3821" y="518"/>
                  </a:lnTo>
                  <a:lnTo>
                    <a:pt x="3860" y="661"/>
                  </a:lnTo>
                  <a:lnTo>
                    <a:pt x="3873" y="803"/>
                  </a:lnTo>
                  <a:lnTo>
                    <a:pt x="3886" y="933"/>
                  </a:lnTo>
                  <a:lnTo>
                    <a:pt x="3898" y="1075"/>
                  </a:lnTo>
                  <a:lnTo>
                    <a:pt x="3886" y="1230"/>
                  </a:lnTo>
                  <a:lnTo>
                    <a:pt x="3873" y="1373"/>
                  </a:lnTo>
                  <a:lnTo>
                    <a:pt x="3847" y="1515"/>
                  </a:lnTo>
                  <a:lnTo>
                    <a:pt x="3821" y="1658"/>
                  </a:lnTo>
                  <a:lnTo>
                    <a:pt x="3769" y="1800"/>
                  </a:lnTo>
                  <a:lnTo>
                    <a:pt x="3717" y="1930"/>
                  </a:lnTo>
                  <a:lnTo>
                    <a:pt x="3665" y="2059"/>
                  </a:lnTo>
                  <a:lnTo>
                    <a:pt x="3588" y="2189"/>
                  </a:lnTo>
                  <a:lnTo>
                    <a:pt x="3510" y="2318"/>
                  </a:lnTo>
                  <a:lnTo>
                    <a:pt x="3432" y="2448"/>
                  </a:lnTo>
                  <a:lnTo>
                    <a:pt x="3342" y="2564"/>
                  </a:lnTo>
                  <a:lnTo>
                    <a:pt x="3238" y="2681"/>
                  </a:lnTo>
                  <a:lnTo>
                    <a:pt x="3018" y="2901"/>
                  </a:lnTo>
                  <a:lnTo>
                    <a:pt x="2759" y="3108"/>
                  </a:lnTo>
                  <a:lnTo>
                    <a:pt x="2487" y="3302"/>
                  </a:lnTo>
                  <a:lnTo>
                    <a:pt x="2189" y="3470"/>
                  </a:lnTo>
                  <a:lnTo>
                    <a:pt x="1866" y="3613"/>
                  </a:lnTo>
                  <a:lnTo>
                    <a:pt x="1529" y="3742"/>
                  </a:lnTo>
                  <a:lnTo>
                    <a:pt x="1166" y="3846"/>
                  </a:lnTo>
                  <a:lnTo>
                    <a:pt x="791" y="3937"/>
                  </a:lnTo>
                  <a:lnTo>
                    <a:pt x="402" y="3988"/>
                  </a:lnTo>
                  <a:lnTo>
                    <a:pt x="1" y="4014"/>
                  </a:lnTo>
                  <a:lnTo>
                    <a:pt x="130" y="4170"/>
                  </a:lnTo>
                  <a:lnTo>
                    <a:pt x="273" y="4299"/>
                  </a:lnTo>
                  <a:lnTo>
                    <a:pt x="428" y="4442"/>
                  </a:lnTo>
                  <a:lnTo>
                    <a:pt x="584" y="4571"/>
                  </a:lnTo>
                  <a:lnTo>
                    <a:pt x="765" y="4688"/>
                  </a:lnTo>
                  <a:lnTo>
                    <a:pt x="946" y="4804"/>
                  </a:lnTo>
                  <a:lnTo>
                    <a:pt x="1140" y="4895"/>
                  </a:lnTo>
                  <a:lnTo>
                    <a:pt x="1348" y="4998"/>
                  </a:lnTo>
                  <a:lnTo>
                    <a:pt x="1555" y="5076"/>
                  </a:lnTo>
                  <a:lnTo>
                    <a:pt x="1788" y="5154"/>
                  </a:lnTo>
                  <a:lnTo>
                    <a:pt x="2008" y="5219"/>
                  </a:lnTo>
                  <a:lnTo>
                    <a:pt x="2241" y="5270"/>
                  </a:lnTo>
                  <a:lnTo>
                    <a:pt x="2487" y="5309"/>
                  </a:lnTo>
                  <a:lnTo>
                    <a:pt x="2733" y="5348"/>
                  </a:lnTo>
                  <a:lnTo>
                    <a:pt x="2992" y="5361"/>
                  </a:lnTo>
                  <a:lnTo>
                    <a:pt x="3251" y="5374"/>
                  </a:lnTo>
                  <a:lnTo>
                    <a:pt x="3640" y="5348"/>
                  </a:lnTo>
                  <a:lnTo>
                    <a:pt x="4002" y="5309"/>
                  </a:lnTo>
                  <a:lnTo>
                    <a:pt x="4365" y="5244"/>
                  </a:lnTo>
                  <a:lnTo>
                    <a:pt x="4714" y="5154"/>
                  </a:lnTo>
                  <a:lnTo>
                    <a:pt x="5038" y="5037"/>
                  </a:lnTo>
                  <a:lnTo>
                    <a:pt x="5349" y="4908"/>
                  </a:lnTo>
                  <a:lnTo>
                    <a:pt x="5634" y="4752"/>
                  </a:lnTo>
                  <a:lnTo>
                    <a:pt x="5906" y="4584"/>
                  </a:lnTo>
                  <a:lnTo>
                    <a:pt x="6139" y="4390"/>
                  </a:lnTo>
                  <a:lnTo>
                    <a:pt x="6359" y="4183"/>
                  </a:lnTo>
                  <a:lnTo>
                    <a:pt x="6449" y="4066"/>
                  </a:lnTo>
                  <a:lnTo>
                    <a:pt x="6540" y="3963"/>
                  </a:lnTo>
                  <a:lnTo>
                    <a:pt x="6631" y="3846"/>
                  </a:lnTo>
                  <a:lnTo>
                    <a:pt x="6708" y="3729"/>
                  </a:lnTo>
                  <a:lnTo>
                    <a:pt x="6773" y="3600"/>
                  </a:lnTo>
                  <a:lnTo>
                    <a:pt x="6825" y="3470"/>
                  </a:lnTo>
                  <a:lnTo>
                    <a:pt x="6877" y="3354"/>
                  </a:lnTo>
                  <a:lnTo>
                    <a:pt x="6916" y="3224"/>
                  </a:lnTo>
                  <a:lnTo>
                    <a:pt x="6954" y="3082"/>
                  </a:lnTo>
                  <a:lnTo>
                    <a:pt x="6980" y="2953"/>
                  </a:lnTo>
                  <a:lnTo>
                    <a:pt x="6993" y="2810"/>
                  </a:lnTo>
                  <a:lnTo>
                    <a:pt x="6993" y="2681"/>
                  </a:lnTo>
                  <a:lnTo>
                    <a:pt x="6993" y="2551"/>
                  </a:lnTo>
                  <a:lnTo>
                    <a:pt x="6980" y="2422"/>
                  </a:lnTo>
                  <a:lnTo>
                    <a:pt x="6954" y="2292"/>
                  </a:lnTo>
                  <a:lnTo>
                    <a:pt x="6928" y="2163"/>
                  </a:lnTo>
                  <a:lnTo>
                    <a:pt x="6890" y="2046"/>
                  </a:lnTo>
                  <a:lnTo>
                    <a:pt x="6851" y="1917"/>
                  </a:lnTo>
                  <a:lnTo>
                    <a:pt x="6734" y="1684"/>
                  </a:lnTo>
                  <a:lnTo>
                    <a:pt x="6592" y="1463"/>
                  </a:lnTo>
                  <a:lnTo>
                    <a:pt x="6423" y="1243"/>
                  </a:lnTo>
                  <a:lnTo>
                    <a:pt x="6229" y="1049"/>
                  </a:lnTo>
                  <a:lnTo>
                    <a:pt x="6009" y="855"/>
                  </a:lnTo>
                  <a:lnTo>
                    <a:pt x="5776" y="687"/>
                  </a:lnTo>
                  <a:lnTo>
                    <a:pt x="5517" y="531"/>
                  </a:lnTo>
                  <a:lnTo>
                    <a:pt x="5232" y="389"/>
                  </a:lnTo>
                  <a:lnTo>
                    <a:pt x="4934" y="272"/>
                  </a:lnTo>
                  <a:lnTo>
                    <a:pt x="4624" y="169"/>
                  </a:lnTo>
                  <a:lnTo>
                    <a:pt x="4300" y="91"/>
                  </a:lnTo>
                  <a:lnTo>
                    <a:pt x="3963" y="39"/>
                  </a:lnTo>
                  <a:lnTo>
                    <a:pt x="36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3" name="Google Shape;983;p45"/>
            <p:cNvSpPr/>
            <p:nvPr/>
          </p:nvSpPr>
          <p:spPr>
            <a:xfrm>
              <a:off x="7919699" y="2577837"/>
              <a:ext cx="156977" cy="13813"/>
            </a:xfrm>
            <a:custGeom>
              <a:avLst/>
              <a:gdLst/>
              <a:ahLst/>
              <a:cxnLst/>
              <a:rect l="l" t="t" r="r" b="b"/>
              <a:pathLst>
                <a:path w="3989" h="351" extrusionOk="0">
                  <a:moveTo>
                    <a:pt x="1" y="1"/>
                  </a:moveTo>
                  <a:lnTo>
                    <a:pt x="1" y="350"/>
                  </a:lnTo>
                  <a:lnTo>
                    <a:pt x="3989" y="350"/>
                  </a:lnTo>
                  <a:lnTo>
                    <a:pt x="3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4" name="Google Shape;984;p45"/>
            <p:cNvSpPr/>
            <p:nvPr/>
          </p:nvSpPr>
          <p:spPr>
            <a:xfrm>
              <a:off x="7919699" y="2617582"/>
              <a:ext cx="156977" cy="13813"/>
            </a:xfrm>
            <a:custGeom>
              <a:avLst/>
              <a:gdLst/>
              <a:ahLst/>
              <a:cxnLst/>
              <a:rect l="l" t="t" r="r" b="b"/>
              <a:pathLst>
                <a:path w="3989" h="351" extrusionOk="0">
                  <a:moveTo>
                    <a:pt x="1" y="1"/>
                  </a:moveTo>
                  <a:lnTo>
                    <a:pt x="1" y="350"/>
                  </a:lnTo>
                  <a:lnTo>
                    <a:pt x="3989" y="350"/>
                  </a:lnTo>
                  <a:lnTo>
                    <a:pt x="3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5" name="Google Shape;985;p45"/>
            <p:cNvSpPr/>
            <p:nvPr/>
          </p:nvSpPr>
          <p:spPr>
            <a:xfrm>
              <a:off x="7919699" y="2657839"/>
              <a:ext cx="156977" cy="13301"/>
            </a:xfrm>
            <a:custGeom>
              <a:avLst/>
              <a:gdLst/>
              <a:ahLst/>
              <a:cxnLst/>
              <a:rect l="l" t="t" r="r" b="b"/>
              <a:pathLst>
                <a:path w="3989" h="338" extrusionOk="0">
                  <a:moveTo>
                    <a:pt x="1" y="0"/>
                  </a:moveTo>
                  <a:lnTo>
                    <a:pt x="1" y="337"/>
                  </a:lnTo>
                  <a:lnTo>
                    <a:pt x="3989" y="337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6" name="Google Shape;986;p45"/>
            <p:cNvSpPr/>
            <p:nvPr/>
          </p:nvSpPr>
          <p:spPr>
            <a:xfrm>
              <a:off x="7866180" y="2677200"/>
              <a:ext cx="61705" cy="67293"/>
            </a:xfrm>
            <a:custGeom>
              <a:avLst/>
              <a:gdLst/>
              <a:ahLst/>
              <a:cxnLst/>
              <a:rect l="l" t="t" r="r" b="b"/>
              <a:pathLst>
                <a:path w="1568" h="1710" extrusionOk="0">
                  <a:moveTo>
                    <a:pt x="532" y="1"/>
                  </a:moveTo>
                  <a:lnTo>
                    <a:pt x="14" y="1490"/>
                  </a:lnTo>
                  <a:lnTo>
                    <a:pt x="1" y="1541"/>
                  </a:lnTo>
                  <a:lnTo>
                    <a:pt x="14" y="1593"/>
                  </a:lnTo>
                  <a:lnTo>
                    <a:pt x="27" y="1632"/>
                  </a:lnTo>
                  <a:lnTo>
                    <a:pt x="66" y="1671"/>
                  </a:lnTo>
                  <a:lnTo>
                    <a:pt x="105" y="1697"/>
                  </a:lnTo>
                  <a:lnTo>
                    <a:pt x="156" y="1710"/>
                  </a:lnTo>
                  <a:lnTo>
                    <a:pt x="208" y="1697"/>
                  </a:lnTo>
                  <a:lnTo>
                    <a:pt x="260" y="1684"/>
                  </a:lnTo>
                  <a:lnTo>
                    <a:pt x="1568" y="790"/>
                  </a:lnTo>
                  <a:lnTo>
                    <a:pt x="5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7" name="Google Shape;987;p45"/>
            <p:cNvSpPr/>
            <p:nvPr/>
          </p:nvSpPr>
          <p:spPr>
            <a:xfrm>
              <a:off x="8166829" y="2768418"/>
              <a:ext cx="48955" cy="68828"/>
            </a:xfrm>
            <a:custGeom>
              <a:avLst/>
              <a:gdLst/>
              <a:ahLst/>
              <a:cxnLst/>
              <a:rect l="l" t="t" r="r" b="b"/>
              <a:pathLst>
                <a:path w="1244" h="1749" extrusionOk="0">
                  <a:moveTo>
                    <a:pt x="1244" y="0"/>
                  </a:moveTo>
                  <a:lnTo>
                    <a:pt x="1" y="402"/>
                  </a:lnTo>
                  <a:lnTo>
                    <a:pt x="933" y="1684"/>
                  </a:lnTo>
                  <a:lnTo>
                    <a:pt x="972" y="1723"/>
                  </a:lnTo>
                  <a:lnTo>
                    <a:pt x="1024" y="1736"/>
                  </a:lnTo>
                  <a:lnTo>
                    <a:pt x="1063" y="1748"/>
                  </a:lnTo>
                  <a:lnTo>
                    <a:pt x="1114" y="1736"/>
                  </a:lnTo>
                  <a:lnTo>
                    <a:pt x="1153" y="1723"/>
                  </a:lnTo>
                  <a:lnTo>
                    <a:pt x="1192" y="1684"/>
                  </a:lnTo>
                  <a:lnTo>
                    <a:pt x="1218" y="1645"/>
                  </a:lnTo>
                  <a:lnTo>
                    <a:pt x="1231" y="1580"/>
                  </a:lnTo>
                  <a:lnTo>
                    <a:pt x="1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grpSp>
        <p:nvGrpSpPr>
          <p:cNvPr id="988" name="Google Shape;988;p45"/>
          <p:cNvGrpSpPr/>
          <p:nvPr/>
        </p:nvGrpSpPr>
        <p:grpSpPr>
          <a:xfrm>
            <a:off x="7907966" y="3718887"/>
            <a:ext cx="370412" cy="362657"/>
            <a:chOff x="7880513" y="3743763"/>
            <a:chExt cx="370412" cy="362657"/>
          </a:xfrm>
        </p:grpSpPr>
        <p:sp>
          <p:nvSpPr>
            <p:cNvPr id="989" name="Google Shape;989;p45"/>
            <p:cNvSpPr/>
            <p:nvPr/>
          </p:nvSpPr>
          <p:spPr>
            <a:xfrm>
              <a:off x="7902151" y="3758807"/>
              <a:ext cx="348773" cy="347612"/>
            </a:xfrm>
            <a:custGeom>
              <a:avLst/>
              <a:gdLst/>
              <a:ahLst/>
              <a:cxnLst/>
              <a:rect l="l" t="t" r="r" b="b"/>
              <a:pathLst>
                <a:path w="7511" h="7486" extrusionOk="0">
                  <a:moveTo>
                    <a:pt x="609" y="1"/>
                  </a:moveTo>
                  <a:lnTo>
                    <a:pt x="532" y="27"/>
                  </a:lnTo>
                  <a:lnTo>
                    <a:pt x="493" y="40"/>
                  </a:lnTo>
                  <a:lnTo>
                    <a:pt x="467" y="65"/>
                  </a:lnTo>
                  <a:lnTo>
                    <a:pt x="350" y="182"/>
                  </a:lnTo>
                  <a:lnTo>
                    <a:pt x="260" y="298"/>
                  </a:lnTo>
                  <a:lnTo>
                    <a:pt x="182" y="415"/>
                  </a:lnTo>
                  <a:lnTo>
                    <a:pt x="117" y="545"/>
                  </a:lnTo>
                  <a:lnTo>
                    <a:pt x="78" y="674"/>
                  </a:lnTo>
                  <a:lnTo>
                    <a:pt x="40" y="791"/>
                  </a:lnTo>
                  <a:lnTo>
                    <a:pt x="14" y="920"/>
                  </a:lnTo>
                  <a:lnTo>
                    <a:pt x="1" y="1050"/>
                  </a:lnTo>
                  <a:lnTo>
                    <a:pt x="1" y="1166"/>
                  </a:lnTo>
                  <a:lnTo>
                    <a:pt x="1" y="1296"/>
                  </a:lnTo>
                  <a:lnTo>
                    <a:pt x="27" y="1412"/>
                  </a:lnTo>
                  <a:lnTo>
                    <a:pt x="53" y="1516"/>
                  </a:lnTo>
                  <a:lnTo>
                    <a:pt x="91" y="1619"/>
                  </a:lnTo>
                  <a:lnTo>
                    <a:pt x="143" y="1723"/>
                  </a:lnTo>
                  <a:lnTo>
                    <a:pt x="208" y="1813"/>
                  </a:lnTo>
                  <a:lnTo>
                    <a:pt x="273" y="1891"/>
                  </a:lnTo>
                  <a:lnTo>
                    <a:pt x="829" y="2461"/>
                  </a:lnTo>
                  <a:lnTo>
                    <a:pt x="1723" y="3341"/>
                  </a:lnTo>
                  <a:lnTo>
                    <a:pt x="3238" y="4831"/>
                  </a:lnTo>
                  <a:lnTo>
                    <a:pt x="3290" y="4869"/>
                  </a:lnTo>
                  <a:lnTo>
                    <a:pt x="3341" y="4895"/>
                  </a:lnTo>
                  <a:lnTo>
                    <a:pt x="3393" y="4908"/>
                  </a:lnTo>
                  <a:lnTo>
                    <a:pt x="3445" y="4908"/>
                  </a:lnTo>
                  <a:lnTo>
                    <a:pt x="3924" y="4882"/>
                  </a:lnTo>
                  <a:lnTo>
                    <a:pt x="3989" y="4882"/>
                  </a:lnTo>
                  <a:lnTo>
                    <a:pt x="4041" y="4895"/>
                  </a:lnTo>
                  <a:lnTo>
                    <a:pt x="4093" y="4921"/>
                  </a:lnTo>
                  <a:lnTo>
                    <a:pt x="4144" y="4960"/>
                  </a:lnTo>
                  <a:lnTo>
                    <a:pt x="4662" y="5465"/>
                  </a:lnTo>
                  <a:lnTo>
                    <a:pt x="5349" y="6125"/>
                  </a:lnTo>
                  <a:lnTo>
                    <a:pt x="6630" y="7304"/>
                  </a:lnTo>
                  <a:lnTo>
                    <a:pt x="6747" y="7394"/>
                  </a:lnTo>
                  <a:lnTo>
                    <a:pt x="6864" y="7446"/>
                  </a:lnTo>
                  <a:lnTo>
                    <a:pt x="6967" y="7485"/>
                  </a:lnTo>
                  <a:lnTo>
                    <a:pt x="7071" y="7485"/>
                  </a:lnTo>
                  <a:lnTo>
                    <a:pt x="7161" y="7472"/>
                  </a:lnTo>
                  <a:lnTo>
                    <a:pt x="7252" y="7433"/>
                  </a:lnTo>
                  <a:lnTo>
                    <a:pt x="7330" y="7381"/>
                  </a:lnTo>
                  <a:lnTo>
                    <a:pt x="7394" y="7304"/>
                  </a:lnTo>
                  <a:lnTo>
                    <a:pt x="7446" y="7226"/>
                  </a:lnTo>
                  <a:lnTo>
                    <a:pt x="7485" y="7135"/>
                  </a:lnTo>
                  <a:lnTo>
                    <a:pt x="7511" y="7045"/>
                  </a:lnTo>
                  <a:lnTo>
                    <a:pt x="7511" y="6941"/>
                  </a:lnTo>
                  <a:lnTo>
                    <a:pt x="7498" y="6838"/>
                  </a:lnTo>
                  <a:lnTo>
                    <a:pt x="7459" y="6734"/>
                  </a:lnTo>
                  <a:lnTo>
                    <a:pt x="7407" y="6630"/>
                  </a:lnTo>
                  <a:lnTo>
                    <a:pt x="7330" y="6540"/>
                  </a:lnTo>
                  <a:lnTo>
                    <a:pt x="4261" y="3523"/>
                  </a:lnTo>
                  <a:lnTo>
                    <a:pt x="752" y="65"/>
                  </a:lnTo>
                  <a:lnTo>
                    <a:pt x="726" y="40"/>
                  </a:lnTo>
                  <a:lnTo>
                    <a:pt x="687" y="14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0" name="Google Shape;990;p45"/>
            <p:cNvSpPr/>
            <p:nvPr/>
          </p:nvSpPr>
          <p:spPr>
            <a:xfrm>
              <a:off x="8085565" y="3743763"/>
              <a:ext cx="102250" cy="102900"/>
            </a:xfrm>
            <a:custGeom>
              <a:avLst/>
              <a:gdLst/>
              <a:ahLst/>
              <a:cxnLst/>
              <a:rect l="l" t="t" r="r" b="b"/>
              <a:pathLst>
                <a:path w="2202" h="2216" extrusionOk="0">
                  <a:moveTo>
                    <a:pt x="1929" y="1"/>
                  </a:moveTo>
                  <a:lnTo>
                    <a:pt x="1891" y="14"/>
                  </a:lnTo>
                  <a:lnTo>
                    <a:pt x="1852" y="40"/>
                  </a:lnTo>
                  <a:lnTo>
                    <a:pt x="1813" y="66"/>
                  </a:lnTo>
                  <a:lnTo>
                    <a:pt x="65" y="1827"/>
                  </a:lnTo>
                  <a:lnTo>
                    <a:pt x="39" y="1866"/>
                  </a:lnTo>
                  <a:lnTo>
                    <a:pt x="13" y="1904"/>
                  </a:lnTo>
                  <a:lnTo>
                    <a:pt x="0" y="1956"/>
                  </a:lnTo>
                  <a:lnTo>
                    <a:pt x="0" y="1995"/>
                  </a:lnTo>
                  <a:lnTo>
                    <a:pt x="0" y="2034"/>
                  </a:lnTo>
                  <a:lnTo>
                    <a:pt x="13" y="2086"/>
                  </a:lnTo>
                  <a:lnTo>
                    <a:pt x="39" y="2125"/>
                  </a:lnTo>
                  <a:lnTo>
                    <a:pt x="65" y="2150"/>
                  </a:lnTo>
                  <a:lnTo>
                    <a:pt x="104" y="2189"/>
                  </a:lnTo>
                  <a:lnTo>
                    <a:pt x="143" y="2202"/>
                  </a:lnTo>
                  <a:lnTo>
                    <a:pt x="181" y="2215"/>
                  </a:lnTo>
                  <a:lnTo>
                    <a:pt x="272" y="2215"/>
                  </a:lnTo>
                  <a:lnTo>
                    <a:pt x="311" y="2202"/>
                  </a:lnTo>
                  <a:lnTo>
                    <a:pt x="350" y="2189"/>
                  </a:lnTo>
                  <a:lnTo>
                    <a:pt x="389" y="2150"/>
                  </a:lnTo>
                  <a:lnTo>
                    <a:pt x="2137" y="389"/>
                  </a:lnTo>
                  <a:lnTo>
                    <a:pt x="2163" y="351"/>
                  </a:lnTo>
                  <a:lnTo>
                    <a:pt x="2188" y="312"/>
                  </a:lnTo>
                  <a:lnTo>
                    <a:pt x="2201" y="273"/>
                  </a:lnTo>
                  <a:lnTo>
                    <a:pt x="2201" y="234"/>
                  </a:lnTo>
                  <a:lnTo>
                    <a:pt x="2201" y="182"/>
                  </a:lnTo>
                  <a:lnTo>
                    <a:pt x="2188" y="143"/>
                  </a:lnTo>
                  <a:lnTo>
                    <a:pt x="2163" y="105"/>
                  </a:lnTo>
                  <a:lnTo>
                    <a:pt x="2137" y="66"/>
                  </a:lnTo>
                  <a:lnTo>
                    <a:pt x="2098" y="40"/>
                  </a:lnTo>
                  <a:lnTo>
                    <a:pt x="2059" y="14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1" name="Google Shape;991;p45"/>
            <p:cNvSpPr/>
            <p:nvPr/>
          </p:nvSpPr>
          <p:spPr>
            <a:xfrm>
              <a:off x="8115004" y="3773248"/>
              <a:ext cx="102250" cy="102854"/>
            </a:xfrm>
            <a:custGeom>
              <a:avLst/>
              <a:gdLst/>
              <a:ahLst/>
              <a:cxnLst/>
              <a:rect l="l" t="t" r="r" b="b"/>
              <a:pathLst>
                <a:path w="2202" h="2215" extrusionOk="0">
                  <a:moveTo>
                    <a:pt x="1930" y="0"/>
                  </a:moveTo>
                  <a:lnTo>
                    <a:pt x="1891" y="13"/>
                  </a:lnTo>
                  <a:lnTo>
                    <a:pt x="1852" y="39"/>
                  </a:lnTo>
                  <a:lnTo>
                    <a:pt x="1813" y="65"/>
                  </a:lnTo>
                  <a:lnTo>
                    <a:pt x="65" y="1826"/>
                  </a:lnTo>
                  <a:lnTo>
                    <a:pt x="39" y="1865"/>
                  </a:lnTo>
                  <a:lnTo>
                    <a:pt x="14" y="1904"/>
                  </a:lnTo>
                  <a:lnTo>
                    <a:pt x="1" y="1943"/>
                  </a:lnTo>
                  <a:lnTo>
                    <a:pt x="1" y="1995"/>
                  </a:lnTo>
                  <a:lnTo>
                    <a:pt x="1" y="2033"/>
                  </a:lnTo>
                  <a:lnTo>
                    <a:pt x="14" y="2085"/>
                  </a:lnTo>
                  <a:lnTo>
                    <a:pt x="39" y="2124"/>
                  </a:lnTo>
                  <a:lnTo>
                    <a:pt x="65" y="2150"/>
                  </a:lnTo>
                  <a:lnTo>
                    <a:pt x="104" y="2189"/>
                  </a:lnTo>
                  <a:lnTo>
                    <a:pt x="143" y="2202"/>
                  </a:lnTo>
                  <a:lnTo>
                    <a:pt x="182" y="2215"/>
                  </a:lnTo>
                  <a:lnTo>
                    <a:pt x="272" y="2215"/>
                  </a:lnTo>
                  <a:lnTo>
                    <a:pt x="311" y="2202"/>
                  </a:lnTo>
                  <a:lnTo>
                    <a:pt x="350" y="2189"/>
                  </a:lnTo>
                  <a:lnTo>
                    <a:pt x="389" y="2150"/>
                  </a:lnTo>
                  <a:lnTo>
                    <a:pt x="2137" y="389"/>
                  </a:lnTo>
                  <a:lnTo>
                    <a:pt x="2163" y="363"/>
                  </a:lnTo>
                  <a:lnTo>
                    <a:pt x="2189" y="311"/>
                  </a:lnTo>
                  <a:lnTo>
                    <a:pt x="2202" y="272"/>
                  </a:lnTo>
                  <a:lnTo>
                    <a:pt x="2202" y="234"/>
                  </a:lnTo>
                  <a:lnTo>
                    <a:pt x="2202" y="182"/>
                  </a:lnTo>
                  <a:lnTo>
                    <a:pt x="2189" y="143"/>
                  </a:lnTo>
                  <a:lnTo>
                    <a:pt x="2163" y="104"/>
                  </a:lnTo>
                  <a:lnTo>
                    <a:pt x="2137" y="65"/>
                  </a:lnTo>
                  <a:lnTo>
                    <a:pt x="2098" y="39"/>
                  </a:lnTo>
                  <a:lnTo>
                    <a:pt x="2059" y="13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2" name="Google Shape;992;p45"/>
            <p:cNvSpPr/>
            <p:nvPr/>
          </p:nvSpPr>
          <p:spPr>
            <a:xfrm>
              <a:off x="8144490" y="3802687"/>
              <a:ext cx="102250" cy="102900"/>
            </a:xfrm>
            <a:custGeom>
              <a:avLst/>
              <a:gdLst/>
              <a:ahLst/>
              <a:cxnLst/>
              <a:rect l="l" t="t" r="r" b="b"/>
              <a:pathLst>
                <a:path w="2202" h="2216" extrusionOk="0">
                  <a:moveTo>
                    <a:pt x="1929" y="1"/>
                  </a:moveTo>
                  <a:lnTo>
                    <a:pt x="1891" y="14"/>
                  </a:lnTo>
                  <a:lnTo>
                    <a:pt x="1852" y="40"/>
                  </a:lnTo>
                  <a:lnTo>
                    <a:pt x="1813" y="66"/>
                  </a:lnTo>
                  <a:lnTo>
                    <a:pt x="65" y="1827"/>
                  </a:lnTo>
                  <a:lnTo>
                    <a:pt x="39" y="1866"/>
                  </a:lnTo>
                  <a:lnTo>
                    <a:pt x="13" y="1904"/>
                  </a:lnTo>
                  <a:lnTo>
                    <a:pt x="0" y="1943"/>
                  </a:lnTo>
                  <a:lnTo>
                    <a:pt x="0" y="1995"/>
                  </a:lnTo>
                  <a:lnTo>
                    <a:pt x="0" y="2034"/>
                  </a:lnTo>
                  <a:lnTo>
                    <a:pt x="13" y="2086"/>
                  </a:lnTo>
                  <a:lnTo>
                    <a:pt x="39" y="2125"/>
                  </a:lnTo>
                  <a:lnTo>
                    <a:pt x="65" y="2150"/>
                  </a:lnTo>
                  <a:lnTo>
                    <a:pt x="104" y="2189"/>
                  </a:lnTo>
                  <a:lnTo>
                    <a:pt x="142" y="2202"/>
                  </a:lnTo>
                  <a:lnTo>
                    <a:pt x="181" y="2215"/>
                  </a:lnTo>
                  <a:lnTo>
                    <a:pt x="272" y="2215"/>
                  </a:lnTo>
                  <a:lnTo>
                    <a:pt x="311" y="2202"/>
                  </a:lnTo>
                  <a:lnTo>
                    <a:pt x="350" y="2189"/>
                  </a:lnTo>
                  <a:lnTo>
                    <a:pt x="389" y="2150"/>
                  </a:lnTo>
                  <a:lnTo>
                    <a:pt x="2137" y="389"/>
                  </a:lnTo>
                  <a:lnTo>
                    <a:pt x="2162" y="351"/>
                  </a:lnTo>
                  <a:lnTo>
                    <a:pt x="2188" y="312"/>
                  </a:lnTo>
                  <a:lnTo>
                    <a:pt x="2201" y="273"/>
                  </a:lnTo>
                  <a:lnTo>
                    <a:pt x="2201" y="234"/>
                  </a:lnTo>
                  <a:lnTo>
                    <a:pt x="2201" y="182"/>
                  </a:lnTo>
                  <a:lnTo>
                    <a:pt x="2188" y="143"/>
                  </a:lnTo>
                  <a:lnTo>
                    <a:pt x="2162" y="105"/>
                  </a:lnTo>
                  <a:lnTo>
                    <a:pt x="2137" y="66"/>
                  </a:lnTo>
                  <a:lnTo>
                    <a:pt x="2098" y="40"/>
                  </a:lnTo>
                  <a:lnTo>
                    <a:pt x="2059" y="14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3" name="Google Shape;993;p45"/>
            <p:cNvSpPr/>
            <p:nvPr/>
          </p:nvSpPr>
          <p:spPr>
            <a:xfrm>
              <a:off x="8077718" y="3823768"/>
              <a:ext cx="87251" cy="91431"/>
            </a:xfrm>
            <a:custGeom>
              <a:avLst/>
              <a:gdLst/>
              <a:ahLst/>
              <a:cxnLst/>
              <a:rect l="l" t="t" r="r" b="b"/>
              <a:pathLst>
                <a:path w="1879" h="1969" extrusionOk="0">
                  <a:moveTo>
                    <a:pt x="337" y="0"/>
                  </a:moveTo>
                  <a:lnTo>
                    <a:pt x="234" y="104"/>
                  </a:lnTo>
                  <a:lnTo>
                    <a:pt x="143" y="233"/>
                  </a:lnTo>
                  <a:lnTo>
                    <a:pt x="78" y="376"/>
                  </a:lnTo>
                  <a:lnTo>
                    <a:pt x="27" y="531"/>
                  </a:lnTo>
                  <a:lnTo>
                    <a:pt x="1" y="712"/>
                  </a:lnTo>
                  <a:lnTo>
                    <a:pt x="1" y="907"/>
                  </a:lnTo>
                  <a:lnTo>
                    <a:pt x="14" y="1114"/>
                  </a:lnTo>
                  <a:lnTo>
                    <a:pt x="40" y="1347"/>
                  </a:lnTo>
                  <a:lnTo>
                    <a:pt x="635" y="1904"/>
                  </a:lnTo>
                  <a:lnTo>
                    <a:pt x="765" y="1929"/>
                  </a:lnTo>
                  <a:lnTo>
                    <a:pt x="907" y="1955"/>
                  </a:lnTo>
                  <a:lnTo>
                    <a:pt x="1075" y="1968"/>
                  </a:lnTo>
                  <a:lnTo>
                    <a:pt x="1179" y="1955"/>
                  </a:lnTo>
                  <a:lnTo>
                    <a:pt x="1270" y="1955"/>
                  </a:lnTo>
                  <a:lnTo>
                    <a:pt x="1373" y="1929"/>
                  </a:lnTo>
                  <a:lnTo>
                    <a:pt x="1477" y="1904"/>
                  </a:lnTo>
                  <a:lnTo>
                    <a:pt x="1593" y="1852"/>
                  </a:lnTo>
                  <a:lnTo>
                    <a:pt x="1684" y="1800"/>
                  </a:lnTo>
                  <a:lnTo>
                    <a:pt x="1788" y="1735"/>
                  </a:lnTo>
                  <a:lnTo>
                    <a:pt x="1878" y="1645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4" name="Google Shape;994;p45"/>
            <p:cNvSpPr/>
            <p:nvPr/>
          </p:nvSpPr>
          <p:spPr>
            <a:xfrm>
              <a:off x="7880513" y="3954805"/>
              <a:ext cx="149753" cy="147988"/>
            </a:xfrm>
            <a:custGeom>
              <a:avLst/>
              <a:gdLst/>
              <a:ahLst/>
              <a:cxnLst/>
              <a:rect l="l" t="t" r="r" b="b"/>
              <a:pathLst>
                <a:path w="3225" h="3187" extrusionOk="0">
                  <a:moveTo>
                    <a:pt x="2539" y="1"/>
                  </a:moveTo>
                  <a:lnTo>
                    <a:pt x="1477" y="1037"/>
                  </a:lnTo>
                  <a:lnTo>
                    <a:pt x="661" y="1840"/>
                  </a:lnTo>
                  <a:lnTo>
                    <a:pt x="117" y="2384"/>
                  </a:lnTo>
                  <a:lnTo>
                    <a:pt x="65" y="2474"/>
                  </a:lnTo>
                  <a:lnTo>
                    <a:pt x="26" y="2552"/>
                  </a:lnTo>
                  <a:lnTo>
                    <a:pt x="1" y="2643"/>
                  </a:lnTo>
                  <a:lnTo>
                    <a:pt x="14" y="2720"/>
                  </a:lnTo>
                  <a:lnTo>
                    <a:pt x="26" y="2811"/>
                  </a:lnTo>
                  <a:lnTo>
                    <a:pt x="65" y="2889"/>
                  </a:lnTo>
                  <a:lnTo>
                    <a:pt x="104" y="2953"/>
                  </a:lnTo>
                  <a:lnTo>
                    <a:pt x="169" y="3018"/>
                  </a:lnTo>
                  <a:lnTo>
                    <a:pt x="234" y="3083"/>
                  </a:lnTo>
                  <a:lnTo>
                    <a:pt x="298" y="3135"/>
                  </a:lnTo>
                  <a:lnTo>
                    <a:pt x="389" y="3160"/>
                  </a:lnTo>
                  <a:lnTo>
                    <a:pt x="467" y="3186"/>
                  </a:lnTo>
                  <a:lnTo>
                    <a:pt x="635" y="3186"/>
                  </a:lnTo>
                  <a:lnTo>
                    <a:pt x="713" y="3148"/>
                  </a:lnTo>
                  <a:lnTo>
                    <a:pt x="790" y="3096"/>
                  </a:lnTo>
                  <a:lnTo>
                    <a:pt x="1011" y="2901"/>
                  </a:lnTo>
                  <a:lnTo>
                    <a:pt x="1334" y="2591"/>
                  </a:lnTo>
                  <a:lnTo>
                    <a:pt x="2150" y="1762"/>
                  </a:lnTo>
                  <a:lnTo>
                    <a:pt x="3225" y="674"/>
                  </a:lnTo>
                  <a:lnTo>
                    <a:pt x="25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/>
          <p:nvPr/>
        </p:nvSpPr>
        <p:spPr>
          <a:xfrm>
            <a:off x="2417025" y="1231291"/>
            <a:ext cx="947100" cy="947100"/>
          </a:xfrm>
          <a:prstGeom prst="ellipse">
            <a:avLst/>
          </a:prstGeom>
          <a:solidFill>
            <a:srgbClr val="6688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40"/>
          <p:cNvSpPr txBox="1">
            <a:spLocks noGrp="1"/>
          </p:cNvSpPr>
          <p:nvPr>
            <p:ph type="title"/>
          </p:nvPr>
        </p:nvSpPr>
        <p:spPr>
          <a:xfrm>
            <a:off x="1200933" y="2394207"/>
            <a:ext cx="3426321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Metode Penelitian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68" name="Google Shape;768;p40"/>
          <p:cNvSpPr txBox="1">
            <a:spLocks noGrp="1"/>
          </p:cNvSpPr>
          <p:nvPr>
            <p:ph type="title" idx="2"/>
          </p:nvPr>
        </p:nvSpPr>
        <p:spPr>
          <a:xfrm>
            <a:off x="2476843" y="1483891"/>
            <a:ext cx="874500" cy="4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99" name="Google Shape;528;p39">
            <a:extLst>
              <a:ext uri="{FF2B5EF4-FFF2-40B4-BE49-F238E27FC236}">
                <a16:creationId xmlns:a16="http://schemas.microsoft.com/office/drawing/2014/main" id="{BD38770F-3726-9BA7-4170-494AEED22CBE}"/>
              </a:ext>
            </a:extLst>
          </p:cNvPr>
          <p:cNvSpPr/>
          <p:nvPr/>
        </p:nvSpPr>
        <p:spPr>
          <a:xfrm>
            <a:off x="5215918" y="1136639"/>
            <a:ext cx="4405458" cy="3626806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0" name="Google Shape;529;p39">
            <a:extLst>
              <a:ext uri="{FF2B5EF4-FFF2-40B4-BE49-F238E27FC236}">
                <a16:creationId xmlns:a16="http://schemas.microsoft.com/office/drawing/2014/main" id="{255F8747-5174-DB07-EDA9-9CF5EB5BFBF6}"/>
              </a:ext>
            </a:extLst>
          </p:cNvPr>
          <p:cNvGrpSpPr/>
          <p:nvPr/>
        </p:nvGrpSpPr>
        <p:grpSpPr>
          <a:xfrm>
            <a:off x="5548584" y="763479"/>
            <a:ext cx="2842973" cy="4276356"/>
            <a:chOff x="1049155" y="444249"/>
            <a:chExt cx="2842973" cy="4276356"/>
          </a:xfrm>
        </p:grpSpPr>
        <p:sp>
          <p:nvSpPr>
            <p:cNvPr id="601" name="Google Shape;530;p39">
              <a:extLst>
                <a:ext uri="{FF2B5EF4-FFF2-40B4-BE49-F238E27FC236}">
                  <a16:creationId xmlns:a16="http://schemas.microsoft.com/office/drawing/2014/main" id="{C5773FF9-C151-6DB8-0075-FE8A1DF21DED}"/>
                </a:ext>
              </a:extLst>
            </p:cNvPr>
            <p:cNvSpPr/>
            <p:nvPr/>
          </p:nvSpPr>
          <p:spPr>
            <a:xfrm>
              <a:off x="1817781" y="4367617"/>
              <a:ext cx="975009" cy="352989"/>
            </a:xfrm>
            <a:custGeom>
              <a:avLst/>
              <a:gdLst/>
              <a:ahLst/>
              <a:cxnLst/>
              <a:rect l="l" t="t" r="r" b="b"/>
              <a:pathLst>
                <a:path w="47777" h="17297" extrusionOk="0">
                  <a:moveTo>
                    <a:pt x="8638" y="0"/>
                  </a:moveTo>
                  <a:cubicBezTo>
                    <a:pt x="5619" y="0"/>
                    <a:pt x="2355" y="597"/>
                    <a:pt x="1129" y="3195"/>
                  </a:cubicBezTo>
                  <a:cubicBezTo>
                    <a:pt x="1" y="5451"/>
                    <a:pt x="1075" y="8213"/>
                    <a:pt x="2654" y="10243"/>
                  </a:cubicBezTo>
                  <a:cubicBezTo>
                    <a:pt x="5641" y="14079"/>
                    <a:pt x="10325" y="16394"/>
                    <a:pt x="15176" y="17070"/>
                  </a:cubicBezTo>
                  <a:cubicBezTo>
                    <a:pt x="16264" y="17224"/>
                    <a:pt x="17362" y="17296"/>
                    <a:pt x="18461" y="17296"/>
                  </a:cubicBezTo>
                  <a:cubicBezTo>
                    <a:pt x="22200" y="17296"/>
                    <a:pt x="25956" y="16460"/>
                    <a:pt x="29443" y="15153"/>
                  </a:cubicBezTo>
                  <a:cubicBezTo>
                    <a:pt x="31700" y="14363"/>
                    <a:pt x="33901" y="13289"/>
                    <a:pt x="36270" y="13176"/>
                  </a:cubicBezTo>
                  <a:cubicBezTo>
                    <a:pt x="36436" y="13168"/>
                    <a:pt x="36601" y="13164"/>
                    <a:pt x="36766" y="13164"/>
                  </a:cubicBezTo>
                  <a:cubicBezTo>
                    <a:pt x="38653" y="13164"/>
                    <a:pt x="40502" y="13689"/>
                    <a:pt x="42394" y="13689"/>
                  </a:cubicBezTo>
                  <a:cubicBezTo>
                    <a:pt x="42476" y="13689"/>
                    <a:pt x="42559" y="13688"/>
                    <a:pt x="42642" y="13686"/>
                  </a:cubicBezTo>
                  <a:cubicBezTo>
                    <a:pt x="44785" y="13573"/>
                    <a:pt x="47154" y="12387"/>
                    <a:pt x="47438" y="10243"/>
                  </a:cubicBezTo>
                  <a:cubicBezTo>
                    <a:pt x="47777" y="7649"/>
                    <a:pt x="44957" y="5957"/>
                    <a:pt x="42588" y="4887"/>
                  </a:cubicBezTo>
                  <a:cubicBezTo>
                    <a:pt x="41288" y="4323"/>
                    <a:pt x="40047" y="3759"/>
                    <a:pt x="38752" y="3195"/>
                  </a:cubicBezTo>
                  <a:cubicBezTo>
                    <a:pt x="36776" y="2347"/>
                    <a:pt x="34745" y="1444"/>
                    <a:pt x="32602" y="1052"/>
                  </a:cubicBezTo>
                  <a:cubicBezTo>
                    <a:pt x="30969" y="768"/>
                    <a:pt x="29218" y="713"/>
                    <a:pt x="27526" y="713"/>
                  </a:cubicBezTo>
                  <a:cubicBezTo>
                    <a:pt x="21432" y="713"/>
                    <a:pt x="17523" y="14"/>
                    <a:pt x="11786" y="14"/>
                  </a:cubicBezTo>
                  <a:cubicBezTo>
                    <a:pt x="11206" y="14"/>
                    <a:pt x="10608" y="21"/>
                    <a:pt x="9987" y="37"/>
                  </a:cubicBezTo>
                  <a:cubicBezTo>
                    <a:pt x="9548" y="14"/>
                    <a:pt x="9096" y="0"/>
                    <a:pt x="8638" y="0"/>
                  </a:cubicBezTo>
                  <a:close/>
                </a:path>
              </a:pathLst>
            </a:custGeom>
            <a:solidFill>
              <a:srgbClr val="000000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531;p39">
              <a:extLst>
                <a:ext uri="{FF2B5EF4-FFF2-40B4-BE49-F238E27FC236}">
                  <a16:creationId xmlns:a16="http://schemas.microsoft.com/office/drawing/2014/main" id="{4BC37C31-EB8F-D174-4B43-292F646723FF}"/>
                </a:ext>
              </a:extLst>
            </p:cNvPr>
            <p:cNvSpPr/>
            <p:nvPr/>
          </p:nvSpPr>
          <p:spPr>
            <a:xfrm>
              <a:off x="1627682" y="4117409"/>
              <a:ext cx="368355" cy="505943"/>
            </a:xfrm>
            <a:custGeom>
              <a:avLst/>
              <a:gdLst/>
              <a:ahLst/>
              <a:cxnLst/>
              <a:rect l="l" t="t" r="r" b="b"/>
              <a:pathLst>
                <a:path w="18050" h="24792" extrusionOk="0">
                  <a:moveTo>
                    <a:pt x="8122" y="1"/>
                  </a:moveTo>
                  <a:cubicBezTo>
                    <a:pt x="8348" y="4341"/>
                    <a:pt x="8515" y="8966"/>
                    <a:pt x="8515" y="11787"/>
                  </a:cubicBezTo>
                  <a:lnTo>
                    <a:pt x="8515" y="12071"/>
                  </a:lnTo>
                  <a:cubicBezTo>
                    <a:pt x="8515" y="12238"/>
                    <a:pt x="8515" y="12409"/>
                    <a:pt x="8461" y="12576"/>
                  </a:cubicBezTo>
                  <a:lnTo>
                    <a:pt x="8461" y="12748"/>
                  </a:lnTo>
                  <a:lnTo>
                    <a:pt x="8461" y="13140"/>
                  </a:lnTo>
                  <a:lnTo>
                    <a:pt x="8461" y="13312"/>
                  </a:lnTo>
                  <a:cubicBezTo>
                    <a:pt x="8461" y="13479"/>
                    <a:pt x="8402" y="13592"/>
                    <a:pt x="8402" y="13763"/>
                  </a:cubicBezTo>
                  <a:lnTo>
                    <a:pt x="8402" y="13817"/>
                  </a:lnTo>
                  <a:cubicBezTo>
                    <a:pt x="8402" y="13930"/>
                    <a:pt x="8348" y="14043"/>
                    <a:pt x="8348" y="14101"/>
                  </a:cubicBezTo>
                  <a:lnTo>
                    <a:pt x="8348" y="14156"/>
                  </a:lnTo>
                  <a:cubicBezTo>
                    <a:pt x="8289" y="14268"/>
                    <a:pt x="8289" y="14327"/>
                    <a:pt x="8289" y="14381"/>
                  </a:cubicBezTo>
                  <a:cubicBezTo>
                    <a:pt x="8122" y="14778"/>
                    <a:pt x="7558" y="15342"/>
                    <a:pt x="6823" y="16019"/>
                  </a:cubicBezTo>
                  <a:cubicBezTo>
                    <a:pt x="6484" y="16299"/>
                    <a:pt x="6146" y="16583"/>
                    <a:pt x="5753" y="16922"/>
                  </a:cubicBezTo>
                  <a:cubicBezTo>
                    <a:pt x="5528" y="17147"/>
                    <a:pt x="5243" y="17373"/>
                    <a:pt x="5018" y="17540"/>
                  </a:cubicBezTo>
                  <a:cubicBezTo>
                    <a:pt x="4851" y="17653"/>
                    <a:pt x="4738" y="17765"/>
                    <a:pt x="4625" y="17878"/>
                  </a:cubicBezTo>
                  <a:cubicBezTo>
                    <a:pt x="4061" y="18388"/>
                    <a:pt x="3551" y="18839"/>
                    <a:pt x="3046" y="19291"/>
                  </a:cubicBezTo>
                  <a:lnTo>
                    <a:pt x="2649" y="19683"/>
                  </a:lnTo>
                  <a:cubicBezTo>
                    <a:pt x="1182" y="21095"/>
                    <a:pt x="0" y="22503"/>
                    <a:pt x="54" y="23577"/>
                  </a:cubicBezTo>
                  <a:cubicBezTo>
                    <a:pt x="54" y="23803"/>
                    <a:pt x="113" y="23970"/>
                    <a:pt x="167" y="24141"/>
                  </a:cubicBezTo>
                  <a:cubicBezTo>
                    <a:pt x="406" y="24595"/>
                    <a:pt x="1051" y="24791"/>
                    <a:pt x="1959" y="24791"/>
                  </a:cubicBezTo>
                  <a:cubicBezTo>
                    <a:pt x="3419" y="24791"/>
                    <a:pt x="5559" y="24284"/>
                    <a:pt x="7784" y="23519"/>
                  </a:cubicBezTo>
                  <a:cubicBezTo>
                    <a:pt x="8009" y="23464"/>
                    <a:pt x="8235" y="23352"/>
                    <a:pt x="8515" y="23293"/>
                  </a:cubicBezTo>
                  <a:cubicBezTo>
                    <a:pt x="9702" y="22842"/>
                    <a:pt x="10942" y="22336"/>
                    <a:pt x="12071" y="21772"/>
                  </a:cubicBezTo>
                  <a:cubicBezTo>
                    <a:pt x="12747" y="21434"/>
                    <a:pt x="13366" y="21037"/>
                    <a:pt x="13988" y="20698"/>
                  </a:cubicBezTo>
                  <a:cubicBezTo>
                    <a:pt x="14381" y="20473"/>
                    <a:pt x="14719" y="20247"/>
                    <a:pt x="15116" y="19967"/>
                  </a:cubicBezTo>
                  <a:cubicBezTo>
                    <a:pt x="16132" y="19291"/>
                    <a:pt x="16921" y="18555"/>
                    <a:pt x="17260" y="17878"/>
                  </a:cubicBezTo>
                  <a:cubicBezTo>
                    <a:pt x="17314" y="17824"/>
                    <a:pt x="17372" y="17653"/>
                    <a:pt x="17427" y="17540"/>
                  </a:cubicBezTo>
                  <a:lnTo>
                    <a:pt x="17427" y="17486"/>
                  </a:lnTo>
                  <a:cubicBezTo>
                    <a:pt x="17485" y="17486"/>
                    <a:pt x="17485" y="17427"/>
                    <a:pt x="17485" y="17427"/>
                  </a:cubicBezTo>
                  <a:cubicBezTo>
                    <a:pt x="17485" y="17314"/>
                    <a:pt x="17539" y="17201"/>
                    <a:pt x="17598" y="17034"/>
                  </a:cubicBezTo>
                  <a:lnTo>
                    <a:pt x="17598" y="16976"/>
                  </a:lnTo>
                  <a:cubicBezTo>
                    <a:pt x="17598" y="16922"/>
                    <a:pt x="17598" y="16863"/>
                    <a:pt x="17652" y="16809"/>
                  </a:cubicBezTo>
                  <a:cubicBezTo>
                    <a:pt x="17652" y="16696"/>
                    <a:pt x="17652" y="16583"/>
                    <a:pt x="17711" y="16470"/>
                  </a:cubicBezTo>
                  <a:lnTo>
                    <a:pt x="17711" y="16412"/>
                  </a:lnTo>
                  <a:lnTo>
                    <a:pt x="17711" y="16245"/>
                  </a:lnTo>
                  <a:cubicBezTo>
                    <a:pt x="17711" y="16245"/>
                    <a:pt x="17765" y="16186"/>
                    <a:pt x="17765" y="16132"/>
                  </a:cubicBezTo>
                  <a:lnTo>
                    <a:pt x="17765" y="15794"/>
                  </a:lnTo>
                  <a:lnTo>
                    <a:pt x="17824" y="15735"/>
                  </a:lnTo>
                  <a:lnTo>
                    <a:pt x="17824" y="15568"/>
                  </a:lnTo>
                  <a:lnTo>
                    <a:pt x="17824" y="15396"/>
                  </a:lnTo>
                  <a:cubicBezTo>
                    <a:pt x="17824" y="15230"/>
                    <a:pt x="17878" y="15117"/>
                    <a:pt x="17878" y="15004"/>
                  </a:cubicBezTo>
                  <a:lnTo>
                    <a:pt x="17878" y="14891"/>
                  </a:lnTo>
                  <a:lnTo>
                    <a:pt x="17878" y="14832"/>
                  </a:lnTo>
                  <a:cubicBezTo>
                    <a:pt x="17878" y="14665"/>
                    <a:pt x="17878" y="14440"/>
                    <a:pt x="17936" y="14214"/>
                  </a:cubicBezTo>
                  <a:lnTo>
                    <a:pt x="17936" y="13989"/>
                  </a:lnTo>
                  <a:lnTo>
                    <a:pt x="17936" y="13199"/>
                  </a:lnTo>
                  <a:lnTo>
                    <a:pt x="17936" y="13140"/>
                  </a:lnTo>
                  <a:cubicBezTo>
                    <a:pt x="18049" y="9756"/>
                    <a:pt x="17765" y="4964"/>
                    <a:pt x="17427" y="1"/>
                  </a:cubicBez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532;p39">
              <a:extLst>
                <a:ext uri="{FF2B5EF4-FFF2-40B4-BE49-F238E27FC236}">
                  <a16:creationId xmlns:a16="http://schemas.microsoft.com/office/drawing/2014/main" id="{240C9515-AC21-7681-53F0-D2F3F72C72C9}"/>
                </a:ext>
              </a:extLst>
            </p:cNvPr>
            <p:cNvSpPr/>
            <p:nvPr/>
          </p:nvSpPr>
          <p:spPr>
            <a:xfrm>
              <a:off x="2436853" y="4093184"/>
              <a:ext cx="368355" cy="506106"/>
            </a:xfrm>
            <a:custGeom>
              <a:avLst/>
              <a:gdLst/>
              <a:ahLst/>
              <a:cxnLst/>
              <a:rect l="l" t="t" r="r" b="b"/>
              <a:pathLst>
                <a:path w="18050" h="24800" extrusionOk="0">
                  <a:moveTo>
                    <a:pt x="623" y="1"/>
                  </a:moveTo>
                  <a:cubicBezTo>
                    <a:pt x="285" y="5023"/>
                    <a:pt x="0" y="9761"/>
                    <a:pt x="59" y="13199"/>
                  </a:cubicBezTo>
                  <a:lnTo>
                    <a:pt x="59" y="13258"/>
                  </a:lnTo>
                  <a:cubicBezTo>
                    <a:pt x="113" y="13484"/>
                    <a:pt x="113" y="13763"/>
                    <a:pt x="113" y="14048"/>
                  </a:cubicBezTo>
                  <a:lnTo>
                    <a:pt x="113" y="14215"/>
                  </a:lnTo>
                  <a:cubicBezTo>
                    <a:pt x="113" y="14440"/>
                    <a:pt x="172" y="14666"/>
                    <a:pt x="172" y="14837"/>
                  </a:cubicBezTo>
                  <a:lnTo>
                    <a:pt x="172" y="14891"/>
                  </a:lnTo>
                  <a:lnTo>
                    <a:pt x="172" y="15401"/>
                  </a:lnTo>
                  <a:cubicBezTo>
                    <a:pt x="226" y="15455"/>
                    <a:pt x="226" y="15514"/>
                    <a:pt x="226" y="15568"/>
                  </a:cubicBezTo>
                  <a:lnTo>
                    <a:pt x="226" y="15740"/>
                  </a:lnTo>
                  <a:lnTo>
                    <a:pt x="226" y="15794"/>
                  </a:lnTo>
                  <a:cubicBezTo>
                    <a:pt x="226" y="15907"/>
                    <a:pt x="285" y="16019"/>
                    <a:pt x="285" y="16132"/>
                  </a:cubicBezTo>
                  <a:lnTo>
                    <a:pt x="285" y="16304"/>
                  </a:lnTo>
                  <a:cubicBezTo>
                    <a:pt x="285" y="16304"/>
                    <a:pt x="339" y="16358"/>
                    <a:pt x="339" y="16417"/>
                  </a:cubicBezTo>
                  <a:lnTo>
                    <a:pt x="339" y="16529"/>
                  </a:lnTo>
                  <a:cubicBezTo>
                    <a:pt x="339" y="16642"/>
                    <a:pt x="398" y="16755"/>
                    <a:pt x="398" y="16868"/>
                  </a:cubicBezTo>
                  <a:cubicBezTo>
                    <a:pt x="398" y="16868"/>
                    <a:pt x="398" y="16922"/>
                    <a:pt x="452" y="16981"/>
                  </a:cubicBezTo>
                  <a:lnTo>
                    <a:pt x="452" y="17035"/>
                  </a:lnTo>
                  <a:cubicBezTo>
                    <a:pt x="510" y="17206"/>
                    <a:pt x="510" y="17319"/>
                    <a:pt x="564" y="17432"/>
                  </a:cubicBezTo>
                  <a:lnTo>
                    <a:pt x="564" y="17486"/>
                  </a:lnTo>
                  <a:cubicBezTo>
                    <a:pt x="564" y="17545"/>
                    <a:pt x="623" y="17545"/>
                    <a:pt x="623" y="17545"/>
                  </a:cubicBezTo>
                  <a:cubicBezTo>
                    <a:pt x="677" y="17712"/>
                    <a:pt x="677" y="17824"/>
                    <a:pt x="736" y="17937"/>
                  </a:cubicBezTo>
                  <a:cubicBezTo>
                    <a:pt x="1016" y="18334"/>
                    <a:pt x="1413" y="18840"/>
                    <a:pt x="1977" y="19291"/>
                  </a:cubicBezTo>
                  <a:cubicBezTo>
                    <a:pt x="2144" y="19404"/>
                    <a:pt x="2315" y="19516"/>
                    <a:pt x="2428" y="19629"/>
                  </a:cubicBezTo>
                  <a:cubicBezTo>
                    <a:pt x="3218" y="20252"/>
                    <a:pt x="4233" y="20870"/>
                    <a:pt x="5302" y="21434"/>
                  </a:cubicBezTo>
                  <a:lnTo>
                    <a:pt x="5979" y="21773"/>
                  </a:lnTo>
                  <a:cubicBezTo>
                    <a:pt x="6882" y="22224"/>
                    <a:pt x="7843" y="22621"/>
                    <a:pt x="8799" y="23013"/>
                  </a:cubicBezTo>
                  <a:cubicBezTo>
                    <a:pt x="9760" y="23411"/>
                    <a:pt x="10776" y="23749"/>
                    <a:pt x="11678" y="24029"/>
                  </a:cubicBezTo>
                  <a:lnTo>
                    <a:pt x="13032" y="24367"/>
                  </a:lnTo>
                  <a:cubicBezTo>
                    <a:pt x="13709" y="24539"/>
                    <a:pt x="14327" y="24651"/>
                    <a:pt x="14891" y="24706"/>
                  </a:cubicBezTo>
                  <a:cubicBezTo>
                    <a:pt x="15224" y="24772"/>
                    <a:pt x="15538" y="24799"/>
                    <a:pt x="15833" y="24799"/>
                  </a:cubicBezTo>
                  <a:cubicBezTo>
                    <a:pt x="16037" y="24799"/>
                    <a:pt x="16231" y="24786"/>
                    <a:pt x="16416" y="24764"/>
                  </a:cubicBezTo>
                  <a:lnTo>
                    <a:pt x="16809" y="24764"/>
                  </a:lnTo>
                  <a:cubicBezTo>
                    <a:pt x="17318" y="24651"/>
                    <a:pt x="17711" y="24426"/>
                    <a:pt x="17824" y="24142"/>
                  </a:cubicBezTo>
                  <a:cubicBezTo>
                    <a:pt x="17937" y="23975"/>
                    <a:pt x="17995" y="23803"/>
                    <a:pt x="17995" y="23636"/>
                  </a:cubicBezTo>
                  <a:cubicBezTo>
                    <a:pt x="18049" y="22901"/>
                    <a:pt x="17485" y="21998"/>
                    <a:pt x="16754" y="21096"/>
                  </a:cubicBezTo>
                  <a:lnTo>
                    <a:pt x="16416" y="20757"/>
                  </a:lnTo>
                  <a:cubicBezTo>
                    <a:pt x="16245" y="20590"/>
                    <a:pt x="16078" y="20419"/>
                    <a:pt x="15906" y="20193"/>
                  </a:cubicBezTo>
                  <a:lnTo>
                    <a:pt x="15401" y="19688"/>
                  </a:lnTo>
                  <a:cubicBezTo>
                    <a:pt x="15175" y="19516"/>
                    <a:pt x="15004" y="19349"/>
                    <a:pt x="14778" y="19124"/>
                  </a:cubicBezTo>
                  <a:cubicBezTo>
                    <a:pt x="14611" y="18952"/>
                    <a:pt x="14440" y="18840"/>
                    <a:pt x="14273" y="18673"/>
                  </a:cubicBezTo>
                  <a:lnTo>
                    <a:pt x="14160" y="18560"/>
                  </a:lnTo>
                  <a:cubicBezTo>
                    <a:pt x="13934" y="18334"/>
                    <a:pt x="13650" y="18163"/>
                    <a:pt x="13424" y="17937"/>
                  </a:cubicBezTo>
                  <a:cubicBezTo>
                    <a:pt x="12522" y="17148"/>
                    <a:pt x="11620" y="16358"/>
                    <a:pt x="10943" y="15740"/>
                  </a:cubicBezTo>
                  <a:cubicBezTo>
                    <a:pt x="10717" y="15568"/>
                    <a:pt x="10550" y="15401"/>
                    <a:pt x="10379" y="15230"/>
                  </a:cubicBezTo>
                  <a:cubicBezTo>
                    <a:pt x="10099" y="14891"/>
                    <a:pt x="9873" y="14612"/>
                    <a:pt x="9760" y="14386"/>
                  </a:cubicBezTo>
                  <a:cubicBezTo>
                    <a:pt x="9760" y="14386"/>
                    <a:pt x="9702" y="14273"/>
                    <a:pt x="9702" y="14215"/>
                  </a:cubicBezTo>
                  <a:lnTo>
                    <a:pt x="9702" y="14102"/>
                  </a:lnTo>
                  <a:cubicBezTo>
                    <a:pt x="9648" y="14048"/>
                    <a:pt x="9648" y="13935"/>
                    <a:pt x="9648" y="13876"/>
                  </a:cubicBezTo>
                  <a:lnTo>
                    <a:pt x="9648" y="13763"/>
                  </a:lnTo>
                  <a:cubicBezTo>
                    <a:pt x="9589" y="13650"/>
                    <a:pt x="9589" y="13484"/>
                    <a:pt x="9589" y="13312"/>
                  </a:cubicBezTo>
                  <a:lnTo>
                    <a:pt x="9589" y="13199"/>
                  </a:lnTo>
                  <a:cubicBezTo>
                    <a:pt x="9589" y="13032"/>
                    <a:pt x="9589" y="12920"/>
                    <a:pt x="9535" y="12807"/>
                  </a:cubicBezTo>
                  <a:lnTo>
                    <a:pt x="9535" y="12581"/>
                  </a:lnTo>
                  <a:lnTo>
                    <a:pt x="9535" y="12071"/>
                  </a:lnTo>
                  <a:lnTo>
                    <a:pt x="9535" y="11791"/>
                  </a:lnTo>
                  <a:cubicBezTo>
                    <a:pt x="9476" y="8971"/>
                    <a:pt x="9702" y="4346"/>
                    <a:pt x="9927" y="1"/>
                  </a:cubicBez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533;p39">
              <a:extLst>
                <a:ext uri="{FF2B5EF4-FFF2-40B4-BE49-F238E27FC236}">
                  <a16:creationId xmlns:a16="http://schemas.microsoft.com/office/drawing/2014/main" id="{24B8D6AF-E977-2E0B-15E0-77ACF4B13827}"/>
                </a:ext>
              </a:extLst>
            </p:cNvPr>
            <p:cNvSpPr/>
            <p:nvPr/>
          </p:nvSpPr>
          <p:spPr>
            <a:xfrm>
              <a:off x="2994757" y="1289764"/>
              <a:ext cx="897372" cy="2591304"/>
            </a:xfrm>
            <a:custGeom>
              <a:avLst/>
              <a:gdLst/>
              <a:ahLst/>
              <a:cxnLst/>
              <a:rect l="l" t="t" r="r" b="b"/>
              <a:pathLst>
                <a:path w="28654" h="82743" extrusionOk="0">
                  <a:moveTo>
                    <a:pt x="0" y="1"/>
                  </a:moveTo>
                  <a:lnTo>
                    <a:pt x="0" y="82742"/>
                  </a:lnTo>
                  <a:lnTo>
                    <a:pt x="28654" y="82742"/>
                  </a:lnTo>
                  <a:lnTo>
                    <a:pt x="28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534;p39">
              <a:extLst>
                <a:ext uri="{FF2B5EF4-FFF2-40B4-BE49-F238E27FC236}">
                  <a16:creationId xmlns:a16="http://schemas.microsoft.com/office/drawing/2014/main" id="{41B56C31-8EC4-CD3A-CD9C-B6A6268540FB}"/>
                </a:ext>
              </a:extLst>
            </p:cNvPr>
            <p:cNvSpPr/>
            <p:nvPr/>
          </p:nvSpPr>
          <p:spPr>
            <a:xfrm>
              <a:off x="3063372" y="1360760"/>
              <a:ext cx="760170" cy="760170"/>
            </a:xfrm>
            <a:custGeom>
              <a:avLst/>
              <a:gdLst/>
              <a:ahLst/>
              <a:cxnLst/>
              <a:rect l="l" t="t" r="r" b="b"/>
              <a:pathLst>
                <a:path w="24273" h="24273" extrusionOk="0">
                  <a:moveTo>
                    <a:pt x="0" y="1"/>
                  </a:moveTo>
                  <a:lnTo>
                    <a:pt x="0" y="24273"/>
                  </a:lnTo>
                  <a:lnTo>
                    <a:pt x="24272" y="24273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535;p39">
              <a:extLst>
                <a:ext uri="{FF2B5EF4-FFF2-40B4-BE49-F238E27FC236}">
                  <a16:creationId xmlns:a16="http://schemas.microsoft.com/office/drawing/2014/main" id="{8FE36146-A579-1CF5-F8A4-1E297A4EA056}"/>
                </a:ext>
              </a:extLst>
            </p:cNvPr>
            <p:cNvSpPr/>
            <p:nvPr/>
          </p:nvSpPr>
          <p:spPr>
            <a:xfrm>
              <a:off x="3063372" y="2210986"/>
              <a:ext cx="760170" cy="760765"/>
            </a:xfrm>
            <a:custGeom>
              <a:avLst/>
              <a:gdLst/>
              <a:ahLst/>
              <a:cxnLst/>
              <a:rect l="l" t="t" r="r" b="b"/>
              <a:pathLst>
                <a:path w="24273" h="24292" extrusionOk="0">
                  <a:moveTo>
                    <a:pt x="0" y="1"/>
                  </a:moveTo>
                  <a:lnTo>
                    <a:pt x="0" y="24291"/>
                  </a:lnTo>
                  <a:lnTo>
                    <a:pt x="24272" y="24291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536;p39">
              <a:extLst>
                <a:ext uri="{FF2B5EF4-FFF2-40B4-BE49-F238E27FC236}">
                  <a16:creationId xmlns:a16="http://schemas.microsoft.com/office/drawing/2014/main" id="{F4919B15-16E2-26D7-10BF-894837178D30}"/>
                </a:ext>
              </a:extLst>
            </p:cNvPr>
            <p:cNvSpPr/>
            <p:nvPr/>
          </p:nvSpPr>
          <p:spPr>
            <a:xfrm>
              <a:off x="3063372" y="3092216"/>
              <a:ext cx="760170" cy="327612"/>
            </a:xfrm>
            <a:custGeom>
              <a:avLst/>
              <a:gdLst/>
              <a:ahLst/>
              <a:cxnLst/>
              <a:rect l="l" t="t" r="r" b="b"/>
              <a:pathLst>
                <a:path w="24273" h="10461" extrusionOk="0">
                  <a:moveTo>
                    <a:pt x="0" y="1"/>
                  </a:moveTo>
                  <a:lnTo>
                    <a:pt x="0" y="10460"/>
                  </a:lnTo>
                  <a:lnTo>
                    <a:pt x="24272" y="10460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537;p39">
              <a:extLst>
                <a:ext uri="{FF2B5EF4-FFF2-40B4-BE49-F238E27FC236}">
                  <a16:creationId xmlns:a16="http://schemas.microsoft.com/office/drawing/2014/main" id="{A0AE3C18-7CA0-4BB6-3F0B-DE0F3F79266B}"/>
                </a:ext>
              </a:extLst>
            </p:cNvPr>
            <p:cNvSpPr/>
            <p:nvPr/>
          </p:nvSpPr>
          <p:spPr>
            <a:xfrm>
              <a:off x="3294273" y="3231232"/>
              <a:ext cx="298362" cy="49576"/>
            </a:xfrm>
            <a:custGeom>
              <a:avLst/>
              <a:gdLst/>
              <a:ahLst/>
              <a:cxnLst/>
              <a:rect l="l" t="t" r="r" b="b"/>
              <a:pathLst>
                <a:path w="9527" h="1583" extrusionOk="0">
                  <a:moveTo>
                    <a:pt x="0" y="1"/>
                  </a:moveTo>
                  <a:lnTo>
                    <a:pt x="0" y="1582"/>
                  </a:lnTo>
                  <a:lnTo>
                    <a:pt x="9526" y="1582"/>
                  </a:lnTo>
                  <a:lnTo>
                    <a:pt x="9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538;p39">
              <a:extLst>
                <a:ext uri="{FF2B5EF4-FFF2-40B4-BE49-F238E27FC236}">
                  <a16:creationId xmlns:a16="http://schemas.microsoft.com/office/drawing/2014/main" id="{E7A30660-7BC0-2071-CB74-A6ED94EBC857}"/>
                </a:ext>
              </a:extLst>
            </p:cNvPr>
            <p:cNvSpPr/>
            <p:nvPr/>
          </p:nvSpPr>
          <p:spPr>
            <a:xfrm>
              <a:off x="3063372" y="3453208"/>
              <a:ext cx="760170" cy="326986"/>
            </a:xfrm>
            <a:custGeom>
              <a:avLst/>
              <a:gdLst/>
              <a:ahLst/>
              <a:cxnLst/>
              <a:rect l="l" t="t" r="r" b="b"/>
              <a:pathLst>
                <a:path w="24273" h="10441" extrusionOk="0">
                  <a:moveTo>
                    <a:pt x="0" y="0"/>
                  </a:moveTo>
                  <a:lnTo>
                    <a:pt x="0" y="10441"/>
                  </a:lnTo>
                  <a:lnTo>
                    <a:pt x="24272" y="10441"/>
                  </a:lnTo>
                  <a:lnTo>
                    <a:pt x="24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539;p39">
              <a:extLst>
                <a:ext uri="{FF2B5EF4-FFF2-40B4-BE49-F238E27FC236}">
                  <a16:creationId xmlns:a16="http://schemas.microsoft.com/office/drawing/2014/main" id="{2DFD5807-50B6-E00D-789A-9597DD36C155}"/>
                </a:ext>
              </a:extLst>
            </p:cNvPr>
            <p:cNvSpPr/>
            <p:nvPr/>
          </p:nvSpPr>
          <p:spPr>
            <a:xfrm>
              <a:off x="3294273" y="3591629"/>
              <a:ext cx="298362" cy="50139"/>
            </a:xfrm>
            <a:custGeom>
              <a:avLst/>
              <a:gdLst/>
              <a:ahLst/>
              <a:cxnLst/>
              <a:rect l="l" t="t" r="r" b="b"/>
              <a:pathLst>
                <a:path w="9527" h="1601" extrusionOk="0">
                  <a:moveTo>
                    <a:pt x="0" y="0"/>
                  </a:moveTo>
                  <a:lnTo>
                    <a:pt x="0" y="1601"/>
                  </a:lnTo>
                  <a:lnTo>
                    <a:pt x="9526" y="1601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540;p39">
              <a:extLst>
                <a:ext uri="{FF2B5EF4-FFF2-40B4-BE49-F238E27FC236}">
                  <a16:creationId xmlns:a16="http://schemas.microsoft.com/office/drawing/2014/main" id="{D024CEB2-06C1-66AF-4418-47E5ADB61413}"/>
                </a:ext>
              </a:extLst>
            </p:cNvPr>
            <p:cNvSpPr/>
            <p:nvPr/>
          </p:nvSpPr>
          <p:spPr>
            <a:xfrm>
              <a:off x="2994757" y="3880998"/>
              <a:ext cx="237481" cy="76978"/>
            </a:xfrm>
            <a:custGeom>
              <a:avLst/>
              <a:gdLst/>
              <a:ahLst/>
              <a:cxnLst/>
              <a:rect l="l" t="t" r="r" b="b"/>
              <a:pathLst>
                <a:path w="7583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83" y="2458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541;p39">
              <a:extLst>
                <a:ext uri="{FF2B5EF4-FFF2-40B4-BE49-F238E27FC236}">
                  <a16:creationId xmlns:a16="http://schemas.microsoft.com/office/drawing/2014/main" id="{6B85A403-BA8D-5CC1-CC2E-1661D0A084CF}"/>
                </a:ext>
              </a:extLst>
            </p:cNvPr>
            <p:cNvSpPr/>
            <p:nvPr/>
          </p:nvSpPr>
          <p:spPr>
            <a:xfrm>
              <a:off x="3655233" y="3880998"/>
              <a:ext cx="236886" cy="76978"/>
            </a:xfrm>
            <a:custGeom>
              <a:avLst/>
              <a:gdLst/>
              <a:ahLst/>
              <a:cxnLst/>
              <a:rect l="l" t="t" r="r" b="b"/>
              <a:pathLst>
                <a:path w="7564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64" y="2458"/>
                  </a:lnTo>
                  <a:lnTo>
                    <a:pt x="7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542;p39">
              <a:extLst>
                <a:ext uri="{FF2B5EF4-FFF2-40B4-BE49-F238E27FC236}">
                  <a16:creationId xmlns:a16="http://schemas.microsoft.com/office/drawing/2014/main" id="{253D746D-D5E2-E7FA-EDE3-EC2338B33C72}"/>
                </a:ext>
              </a:extLst>
            </p:cNvPr>
            <p:cNvSpPr/>
            <p:nvPr/>
          </p:nvSpPr>
          <p:spPr>
            <a:xfrm>
              <a:off x="3103333" y="2500355"/>
              <a:ext cx="125333" cy="471391"/>
            </a:xfrm>
            <a:custGeom>
              <a:avLst/>
              <a:gdLst/>
              <a:ahLst/>
              <a:cxnLst/>
              <a:rect l="l" t="t" r="r" b="b"/>
              <a:pathLst>
                <a:path w="4002" h="15052" extrusionOk="0">
                  <a:moveTo>
                    <a:pt x="1" y="1"/>
                  </a:moveTo>
                  <a:lnTo>
                    <a:pt x="1" y="15051"/>
                  </a:lnTo>
                  <a:lnTo>
                    <a:pt x="4001" y="15051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543;p39">
              <a:extLst>
                <a:ext uri="{FF2B5EF4-FFF2-40B4-BE49-F238E27FC236}">
                  <a16:creationId xmlns:a16="http://schemas.microsoft.com/office/drawing/2014/main" id="{227E905D-5968-ADA0-9B6F-2D694F531AEA}"/>
                </a:ext>
              </a:extLst>
            </p:cNvPr>
            <p:cNvSpPr/>
            <p:nvPr/>
          </p:nvSpPr>
          <p:spPr>
            <a:xfrm>
              <a:off x="3103333" y="2554064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4001" y="1124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544;p39">
              <a:extLst>
                <a:ext uri="{FF2B5EF4-FFF2-40B4-BE49-F238E27FC236}">
                  <a16:creationId xmlns:a16="http://schemas.microsoft.com/office/drawing/2014/main" id="{62AAC6F3-38BA-E74A-6BD0-C4C9CCE6A47C}"/>
                </a:ext>
              </a:extLst>
            </p:cNvPr>
            <p:cNvSpPr/>
            <p:nvPr/>
          </p:nvSpPr>
          <p:spPr>
            <a:xfrm>
              <a:off x="3103333" y="2623275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0"/>
                  </a:moveTo>
                  <a:lnTo>
                    <a:pt x="1" y="1143"/>
                  </a:lnTo>
                  <a:lnTo>
                    <a:pt x="4001" y="114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545;p39">
              <a:extLst>
                <a:ext uri="{FF2B5EF4-FFF2-40B4-BE49-F238E27FC236}">
                  <a16:creationId xmlns:a16="http://schemas.microsoft.com/office/drawing/2014/main" id="{66448A7A-95D0-86FF-0AEE-F195D6F18422}"/>
                </a:ext>
              </a:extLst>
            </p:cNvPr>
            <p:cNvSpPr/>
            <p:nvPr/>
          </p:nvSpPr>
          <p:spPr>
            <a:xfrm>
              <a:off x="3103333" y="2812993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1"/>
                  </a:moveTo>
                  <a:lnTo>
                    <a:pt x="1" y="1144"/>
                  </a:lnTo>
                  <a:lnTo>
                    <a:pt x="4001" y="1144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546;p39">
              <a:extLst>
                <a:ext uri="{FF2B5EF4-FFF2-40B4-BE49-F238E27FC236}">
                  <a16:creationId xmlns:a16="http://schemas.microsoft.com/office/drawing/2014/main" id="{2742AC1D-B71F-1CF8-6CEF-5F41AD0C0316}"/>
                </a:ext>
              </a:extLst>
            </p:cNvPr>
            <p:cNvSpPr/>
            <p:nvPr/>
          </p:nvSpPr>
          <p:spPr>
            <a:xfrm>
              <a:off x="3103333" y="2882799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1"/>
                  </a:moveTo>
                  <a:lnTo>
                    <a:pt x="1" y="1125"/>
                  </a:lnTo>
                  <a:lnTo>
                    <a:pt x="4001" y="1125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547;p39">
              <a:extLst>
                <a:ext uri="{FF2B5EF4-FFF2-40B4-BE49-F238E27FC236}">
                  <a16:creationId xmlns:a16="http://schemas.microsoft.com/office/drawing/2014/main" id="{1A41EB96-2313-B9FB-BD8E-0018AA8A511F}"/>
                </a:ext>
              </a:extLst>
            </p:cNvPr>
            <p:cNvSpPr/>
            <p:nvPr/>
          </p:nvSpPr>
          <p:spPr>
            <a:xfrm>
              <a:off x="3228632" y="2417428"/>
              <a:ext cx="86530" cy="554320"/>
            </a:xfrm>
            <a:custGeom>
              <a:avLst/>
              <a:gdLst/>
              <a:ahLst/>
              <a:cxnLst/>
              <a:rect l="l" t="t" r="r" b="b"/>
              <a:pathLst>
                <a:path w="2763" h="17700" extrusionOk="0">
                  <a:moveTo>
                    <a:pt x="0" y="0"/>
                  </a:moveTo>
                  <a:lnTo>
                    <a:pt x="0" y="17699"/>
                  </a:lnTo>
                  <a:lnTo>
                    <a:pt x="2763" y="17699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548;p39">
              <a:extLst>
                <a:ext uri="{FF2B5EF4-FFF2-40B4-BE49-F238E27FC236}">
                  <a16:creationId xmlns:a16="http://schemas.microsoft.com/office/drawing/2014/main" id="{4CE82759-B4C9-3725-04B8-3C14DC5E9589}"/>
                </a:ext>
              </a:extLst>
            </p:cNvPr>
            <p:cNvSpPr/>
            <p:nvPr/>
          </p:nvSpPr>
          <p:spPr>
            <a:xfrm>
              <a:off x="3251306" y="2463965"/>
              <a:ext cx="41183" cy="49544"/>
            </a:xfrm>
            <a:custGeom>
              <a:avLst/>
              <a:gdLst/>
              <a:ahLst/>
              <a:cxnLst/>
              <a:rect l="l" t="t" r="r" b="b"/>
              <a:pathLst>
                <a:path w="1315" h="1582" extrusionOk="0">
                  <a:moveTo>
                    <a:pt x="0" y="0"/>
                  </a:moveTo>
                  <a:lnTo>
                    <a:pt x="0" y="1582"/>
                  </a:lnTo>
                  <a:lnTo>
                    <a:pt x="1315" y="1582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549;p39">
              <a:extLst>
                <a:ext uri="{FF2B5EF4-FFF2-40B4-BE49-F238E27FC236}">
                  <a16:creationId xmlns:a16="http://schemas.microsoft.com/office/drawing/2014/main" id="{1D5C7B00-4ECA-6B5F-145E-D831B30869CC}"/>
                </a:ext>
              </a:extLst>
            </p:cNvPr>
            <p:cNvSpPr/>
            <p:nvPr/>
          </p:nvSpPr>
          <p:spPr>
            <a:xfrm>
              <a:off x="3315130" y="2554064"/>
              <a:ext cx="89537" cy="417681"/>
            </a:xfrm>
            <a:custGeom>
              <a:avLst/>
              <a:gdLst/>
              <a:ahLst/>
              <a:cxnLst/>
              <a:rect l="l" t="t" r="r" b="b"/>
              <a:pathLst>
                <a:path w="2859" h="13337" extrusionOk="0">
                  <a:moveTo>
                    <a:pt x="1" y="0"/>
                  </a:moveTo>
                  <a:lnTo>
                    <a:pt x="1" y="13336"/>
                  </a:lnTo>
                  <a:lnTo>
                    <a:pt x="2859" y="13336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550;p39">
              <a:extLst>
                <a:ext uri="{FF2B5EF4-FFF2-40B4-BE49-F238E27FC236}">
                  <a16:creationId xmlns:a16="http://schemas.microsoft.com/office/drawing/2014/main" id="{4CA7E77F-C351-4A02-ED3D-D4316AE279A0}"/>
                </a:ext>
              </a:extLst>
            </p:cNvPr>
            <p:cNvSpPr/>
            <p:nvPr/>
          </p:nvSpPr>
          <p:spPr>
            <a:xfrm>
              <a:off x="3404634" y="2431145"/>
              <a:ext cx="125333" cy="540603"/>
            </a:xfrm>
            <a:custGeom>
              <a:avLst/>
              <a:gdLst/>
              <a:ahLst/>
              <a:cxnLst/>
              <a:rect l="l" t="t" r="r" b="b"/>
              <a:pathLst>
                <a:path w="4002" h="17262" extrusionOk="0">
                  <a:moveTo>
                    <a:pt x="1" y="1"/>
                  </a:moveTo>
                  <a:lnTo>
                    <a:pt x="1" y="17261"/>
                  </a:lnTo>
                  <a:lnTo>
                    <a:pt x="4002" y="17261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551;p39">
              <a:extLst>
                <a:ext uri="{FF2B5EF4-FFF2-40B4-BE49-F238E27FC236}">
                  <a16:creationId xmlns:a16="http://schemas.microsoft.com/office/drawing/2014/main" id="{2F91983D-9302-D36D-4A41-C021A97A3540}"/>
                </a:ext>
              </a:extLst>
            </p:cNvPr>
            <p:cNvSpPr/>
            <p:nvPr/>
          </p:nvSpPr>
          <p:spPr>
            <a:xfrm>
              <a:off x="3404634" y="2492589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6"/>
                  </a:lnTo>
                  <a:lnTo>
                    <a:pt x="4002" y="131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552;p39">
              <a:extLst>
                <a:ext uri="{FF2B5EF4-FFF2-40B4-BE49-F238E27FC236}">
                  <a16:creationId xmlns:a16="http://schemas.microsoft.com/office/drawing/2014/main" id="{EA068E90-0FC1-51A8-20A6-F11764314E7D}"/>
                </a:ext>
              </a:extLst>
            </p:cNvPr>
            <p:cNvSpPr/>
            <p:nvPr/>
          </p:nvSpPr>
          <p:spPr>
            <a:xfrm>
              <a:off x="3404634" y="2572541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553;p39">
              <a:extLst>
                <a:ext uri="{FF2B5EF4-FFF2-40B4-BE49-F238E27FC236}">
                  <a16:creationId xmlns:a16="http://schemas.microsoft.com/office/drawing/2014/main" id="{CC1B6382-2297-7BAB-224A-FDD35C9B371A}"/>
                </a:ext>
              </a:extLst>
            </p:cNvPr>
            <p:cNvSpPr/>
            <p:nvPr/>
          </p:nvSpPr>
          <p:spPr>
            <a:xfrm>
              <a:off x="3404634" y="2789725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5"/>
                  </a:lnTo>
                  <a:lnTo>
                    <a:pt x="4002" y="1315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554;p39">
              <a:extLst>
                <a:ext uri="{FF2B5EF4-FFF2-40B4-BE49-F238E27FC236}">
                  <a16:creationId xmlns:a16="http://schemas.microsoft.com/office/drawing/2014/main" id="{E49DAEE5-601B-EAB8-F1A6-E6F6D47E37B0}"/>
                </a:ext>
              </a:extLst>
            </p:cNvPr>
            <p:cNvSpPr/>
            <p:nvPr/>
          </p:nvSpPr>
          <p:spPr>
            <a:xfrm>
              <a:off x="3404634" y="2869677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555;p39">
              <a:extLst>
                <a:ext uri="{FF2B5EF4-FFF2-40B4-BE49-F238E27FC236}">
                  <a16:creationId xmlns:a16="http://schemas.microsoft.com/office/drawing/2014/main" id="{D67DF5BC-27C2-47E1-AE47-05579840815C}"/>
                </a:ext>
              </a:extLst>
            </p:cNvPr>
            <p:cNvSpPr/>
            <p:nvPr/>
          </p:nvSpPr>
          <p:spPr>
            <a:xfrm>
              <a:off x="3529933" y="2336881"/>
              <a:ext cx="86562" cy="634868"/>
            </a:xfrm>
            <a:custGeom>
              <a:avLst/>
              <a:gdLst/>
              <a:ahLst/>
              <a:cxnLst/>
              <a:rect l="l" t="t" r="r" b="b"/>
              <a:pathLst>
                <a:path w="2764" h="20272" extrusionOk="0">
                  <a:moveTo>
                    <a:pt x="1" y="0"/>
                  </a:moveTo>
                  <a:lnTo>
                    <a:pt x="1" y="20271"/>
                  </a:lnTo>
                  <a:lnTo>
                    <a:pt x="2763" y="20271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556;p39">
              <a:extLst>
                <a:ext uri="{FF2B5EF4-FFF2-40B4-BE49-F238E27FC236}">
                  <a16:creationId xmlns:a16="http://schemas.microsoft.com/office/drawing/2014/main" id="{A7BD5738-8458-8B0C-91E3-AB81F4F50C04}"/>
                </a:ext>
              </a:extLst>
            </p:cNvPr>
            <p:cNvSpPr/>
            <p:nvPr/>
          </p:nvSpPr>
          <p:spPr>
            <a:xfrm>
              <a:off x="3552607" y="2389399"/>
              <a:ext cx="41214" cy="57280"/>
            </a:xfrm>
            <a:custGeom>
              <a:avLst/>
              <a:gdLst/>
              <a:ahLst/>
              <a:cxnLst/>
              <a:rect l="l" t="t" r="r" b="b"/>
              <a:pathLst>
                <a:path w="1316" h="1829" extrusionOk="0">
                  <a:moveTo>
                    <a:pt x="1" y="0"/>
                  </a:moveTo>
                  <a:lnTo>
                    <a:pt x="1" y="1829"/>
                  </a:lnTo>
                  <a:lnTo>
                    <a:pt x="1315" y="1829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557;p39">
              <a:extLst>
                <a:ext uri="{FF2B5EF4-FFF2-40B4-BE49-F238E27FC236}">
                  <a16:creationId xmlns:a16="http://schemas.microsoft.com/office/drawing/2014/main" id="{EE8BA351-79AB-F02B-B1A9-F59A9A632015}"/>
                </a:ext>
              </a:extLst>
            </p:cNvPr>
            <p:cNvSpPr/>
            <p:nvPr/>
          </p:nvSpPr>
          <p:spPr>
            <a:xfrm>
              <a:off x="3229822" y="1558840"/>
              <a:ext cx="427233" cy="562086"/>
            </a:xfrm>
            <a:custGeom>
              <a:avLst/>
              <a:gdLst/>
              <a:ahLst/>
              <a:cxnLst/>
              <a:rect l="l" t="t" r="r" b="b"/>
              <a:pathLst>
                <a:path w="13642" h="17948" extrusionOk="0">
                  <a:moveTo>
                    <a:pt x="1" y="1"/>
                  </a:moveTo>
                  <a:lnTo>
                    <a:pt x="1" y="17948"/>
                  </a:lnTo>
                  <a:lnTo>
                    <a:pt x="13642" y="17948"/>
                  </a:lnTo>
                  <a:lnTo>
                    <a:pt x="136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558;p39">
              <a:extLst>
                <a:ext uri="{FF2B5EF4-FFF2-40B4-BE49-F238E27FC236}">
                  <a16:creationId xmlns:a16="http://schemas.microsoft.com/office/drawing/2014/main" id="{DABCE886-3586-FA36-862A-4EB50D982F46}"/>
                </a:ext>
              </a:extLst>
            </p:cNvPr>
            <p:cNvSpPr/>
            <p:nvPr/>
          </p:nvSpPr>
          <p:spPr>
            <a:xfrm>
              <a:off x="3272194" y="1595262"/>
              <a:ext cx="343083" cy="489868"/>
            </a:xfrm>
            <a:custGeom>
              <a:avLst/>
              <a:gdLst/>
              <a:ahLst/>
              <a:cxnLst/>
              <a:rect l="l" t="t" r="r" b="b"/>
              <a:pathLst>
                <a:path w="10955" h="15642" extrusionOk="0">
                  <a:moveTo>
                    <a:pt x="0" y="0"/>
                  </a:moveTo>
                  <a:lnTo>
                    <a:pt x="0" y="15642"/>
                  </a:lnTo>
                  <a:lnTo>
                    <a:pt x="10955" y="15642"/>
                  </a:lnTo>
                  <a:lnTo>
                    <a:pt x="109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559;p39">
              <a:extLst>
                <a:ext uri="{FF2B5EF4-FFF2-40B4-BE49-F238E27FC236}">
                  <a16:creationId xmlns:a16="http://schemas.microsoft.com/office/drawing/2014/main" id="{BD03A0CA-F8C5-4C68-4280-275B5647E70E}"/>
                </a:ext>
              </a:extLst>
            </p:cNvPr>
            <p:cNvSpPr/>
            <p:nvPr/>
          </p:nvSpPr>
          <p:spPr>
            <a:xfrm>
              <a:off x="3330068" y="1678189"/>
              <a:ext cx="226739" cy="323416"/>
            </a:xfrm>
            <a:custGeom>
              <a:avLst/>
              <a:gdLst/>
              <a:ahLst/>
              <a:cxnLst/>
              <a:rect l="l" t="t" r="r" b="b"/>
              <a:pathLst>
                <a:path w="7240" h="10327" extrusionOk="0">
                  <a:moveTo>
                    <a:pt x="0" y="0"/>
                  </a:moveTo>
                  <a:lnTo>
                    <a:pt x="0" y="10326"/>
                  </a:lnTo>
                  <a:lnTo>
                    <a:pt x="7240" y="10326"/>
                  </a:lnTo>
                  <a:lnTo>
                    <a:pt x="724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560;p39">
              <a:extLst>
                <a:ext uri="{FF2B5EF4-FFF2-40B4-BE49-F238E27FC236}">
                  <a16:creationId xmlns:a16="http://schemas.microsoft.com/office/drawing/2014/main" id="{1EF47964-9FEA-32CB-6974-83CCDB80AB79}"/>
                </a:ext>
              </a:extLst>
            </p:cNvPr>
            <p:cNvSpPr/>
            <p:nvPr/>
          </p:nvSpPr>
          <p:spPr>
            <a:xfrm>
              <a:off x="3476225" y="1743203"/>
              <a:ext cx="287025" cy="377720"/>
            </a:xfrm>
            <a:custGeom>
              <a:avLst/>
              <a:gdLst/>
              <a:ahLst/>
              <a:cxnLst/>
              <a:rect l="l" t="t" r="r" b="b"/>
              <a:pathLst>
                <a:path w="9165" h="12061" extrusionOk="0">
                  <a:moveTo>
                    <a:pt x="1" y="1"/>
                  </a:moveTo>
                  <a:lnTo>
                    <a:pt x="1" y="12061"/>
                  </a:lnTo>
                  <a:lnTo>
                    <a:pt x="9165" y="12061"/>
                  </a:lnTo>
                  <a:lnTo>
                    <a:pt x="9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561;p39">
              <a:extLst>
                <a:ext uri="{FF2B5EF4-FFF2-40B4-BE49-F238E27FC236}">
                  <a16:creationId xmlns:a16="http://schemas.microsoft.com/office/drawing/2014/main" id="{B98BFD8C-9FC4-72BD-0241-FF1D3BCDCC4F}"/>
                </a:ext>
              </a:extLst>
            </p:cNvPr>
            <p:cNvSpPr/>
            <p:nvPr/>
          </p:nvSpPr>
          <p:spPr>
            <a:xfrm>
              <a:off x="3504880" y="1767693"/>
              <a:ext cx="230340" cy="329366"/>
            </a:xfrm>
            <a:custGeom>
              <a:avLst/>
              <a:gdLst/>
              <a:ahLst/>
              <a:cxnLst/>
              <a:rect l="l" t="t" r="r" b="b"/>
              <a:pathLst>
                <a:path w="7355" h="10517" extrusionOk="0">
                  <a:moveTo>
                    <a:pt x="0" y="0"/>
                  </a:moveTo>
                  <a:lnTo>
                    <a:pt x="0" y="10517"/>
                  </a:lnTo>
                  <a:lnTo>
                    <a:pt x="7354" y="10517"/>
                  </a:lnTo>
                  <a:lnTo>
                    <a:pt x="7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562;p39">
              <a:extLst>
                <a:ext uri="{FF2B5EF4-FFF2-40B4-BE49-F238E27FC236}">
                  <a16:creationId xmlns:a16="http://schemas.microsoft.com/office/drawing/2014/main" id="{CDA50E81-581E-3050-93AA-D2246003C382}"/>
                </a:ext>
              </a:extLst>
            </p:cNvPr>
            <p:cNvSpPr/>
            <p:nvPr/>
          </p:nvSpPr>
          <p:spPr>
            <a:xfrm>
              <a:off x="3543650" y="1823751"/>
              <a:ext cx="152172" cy="217218"/>
            </a:xfrm>
            <a:custGeom>
              <a:avLst/>
              <a:gdLst/>
              <a:ahLst/>
              <a:cxnLst/>
              <a:rect l="l" t="t" r="r" b="b"/>
              <a:pathLst>
                <a:path w="4859" h="6936" extrusionOk="0">
                  <a:moveTo>
                    <a:pt x="1" y="1"/>
                  </a:moveTo>
                  <a:lnTo>
                    <a:pt x="1" y="6936"/>
                  </a:lnTo>
                  <a:lnTo>
                    <a:pt x="4859" y="6936"/>
                  </a:lnTo>
                  <a:lnTo>
                    <a:pt x="48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563;p39">
              <a:extLst>
                <a:ext uri="{FF2B5EF4-FFF2-40B4-BE49-F238E27FC236}">
                  <a16:creationId xmlns:a16="http://schemas.microsoft.com/office/drawing/2014/main" id="{B3D8B830-43B3-2047-A847-2959FF8A77C2}"/>
                </a:ext>
              </a:extLst>
            </p:cNvPr>
            <p:cNvSpPr/>
            <p:nvPr/>
          </p:nvSpPr>
          <p:spPr>
            <a:xfrm>
              <a:off x="3158827" y="1894778"/>
              <a:ext cx="171275" cy="226144"/>
            </a:xfrm>
            <a:custGeom>
              <a:avLst/>
              <a:gdLst/>
              <a:ahLst/>
              <a:cxnLst/>
              <a:rect l="l" t="t" r="r" b="b"/>
              <a:pathLst>
                <a:path w="5469" h="7221" extrusionOk="0">
                  <a:moveTo>
                    <a:pt x="0" y="0"/>
                  </a:moveTo>
                  <a:lnTo>
                    <a:pt x="0" y="7221"/>
                  </a:lnTo>
                  <a:lnTo>
                    <a:pt x="5468" y="7221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564;p39">
              <a:extLst>
                <a:ext uri="{FF2B5EF4-FFF2-40B4-BE49-F238E27FC236}">
                  <a16:creationId xmlns:a16="http://schemas.microsoft.com/office/drawing/2014/main" id="{69ADD7E7-5ACE-BB69-974D-17C9DCF19AA5}"/>
                </a:ext>
              </a:extLst>
            </p:cNvPr>
            <p:cNvSpPr/>
            <p:nvPr/>
          </p:nvSpPr>
          <p:spPr>
            <a:xfrm>
              <a:off x="3175519" y="1909685"/>
              <a:ext cx="137860" cy="196924"/>
            </a:xfrm>
            <a:custGeom>
              <a:avLst/>
              <a:gdLst/>
              <a:ahLst/>
              <a:cxnLst/>
              <a:rect l="l" t="t" r="r" b="b"/>
              <a:pathLst>
                <a:path w="4402" h="6288" extrusionOk="0">
                  <a:moveTo>
                    <a:pt x="1" y="0"/>
                  </a:moveTo>
                  <a:lnTo>
                    <a:pt x="1" y="6287"/>
                  </a:lnTo>
                  <a:lnTo>
                    <a:pt x="4402" y="6287"/>
                  </a:lnTo>
                  <a:lnTo>
                    <a:pt x="4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565;p39">
              <a:extLst>
                <a:ext uri="{FF2B5EF4-FFF2-40B4-BE49-F238E27FC236}">
                  <a16:creationId xmlns:a16="http://schemas.microsoft.com/office/drawing/2014/main" id="{9378FD20-F9A0-571E-6481-6E7332C1143D}"/>
                </a:ext>
              </a:extLst>
            </p:cNvPr>
            <p:cNvSpPr/>
            <p:nvPr/>
          </p:nvSpPr>
          <p:spPr>
            <a:xfrm>
              <a:off x="3198787" y="1943100"/>
              <a:ext cx="91322" cy="130093"/>
            </a:xfrm>
            <a:custGeom>
              <a:avLst/>
              <a:gdLst/>
              <a:ahLst/>
              <a:cxnLst/>
              <a:rect l="l" t="t" r="r" b="b"/>
              <a:pathLst>
                <a:path w="2916" h="4154" extrusionOk="0">
                  <a:moveTo>
                    <a:pt x="1" y="0"/>
                  </a:moveTo>
                  <a:lnTo>
                    <a:pt x="1" y="4154"/>
                  </a:lnTo>
                  <a:lnTo>
                    <a:pt x="2916" y="4154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566;p39">
              <a:extLst>
                <a:ext uri="{FF2B5EF4-FFF2-40B4-BE49-F238E27FC236}">
                  <a16:creationId xmlns:a16="http://schemas.microsoft.com/office/drawing/2014/main" id="{2CF5E5DB-20F0-2597-5ECB-497580A5C7D3}"/>
                </a:ext>
              </a:extLst>
            </p:cNvPr>
            <p:cNvSpPr/>
            <p:nvPr/>
          </p:nvSpPr>
          <p:spPr>
            <a:xfrm>
              <a:off x="1757704" y="2220379"/>
              <a:ext cx="933561" cy="2173338"/>
            </a:xfrm>
            <a:custGeom>
              <a:avLst/>
              <a:gdLst/>
              <a:ahLst/>
              <a:cxnLst/>
              <a:rect l="l" t="t" r="r" b="b"/>
              <a:pathLst>
                <a:path w="45746" h="106497" extrusionOk="0">
                  <a:moveTo>
                    <a:pt x="2879" y="1"/>
                  </a:moveTo>
                  <a:cubicBezTo>
                    <a:pt x="1467" y="7049"/>
                    <a:pt x="1" y="104063"/>
                    <a:pt x="1467" y="105701"/>
                  </a:cubicBezTo>
                  <a:cubicBezTo>
                    <a:pt x="1998" y="106269"/>
                    <a:pt x="2993" y="106497"/>
                    <a:pt x="4189" y="106497"/>
                  </a:cubicBezTo>
                  <a:cubicBezTo>
                    <a:pt x="6428" y="106497"/>
                    <a:pt x="9369" y="105700"/>
                    <a:pt x="11281" y="104852"/>
                  </a:cubicBezTo>
                  <a:cubicBezTo>
                    <a:pt x="14273" y="103557"/>
                    <a:pt x="13989" y="75469"/>
                    <a:pt x="14611" y="68641"/>
                  </a:cubicBezTo>
                  <a:cubicBezTo>
                    <a:pt x="15175" y="61760"/>
                    <a:pt x="23410" y="17711"/>
                    <a:pt x="23410" y="17711"/>
                  </a:cubicBezTo>
                  <a:cubicBezTo>
                    <a:pt x="23916" y="21547"/>
                    <a:pt x="31983" y="102484"/>
                    <a:pt x="33166" y="104347"/>
                  </a:cubicBezTo>
                  <a:cubicBezTo>
                    <a:pt x="33664" y="105152"/>
                    <a:pt x="35533" y="105699"/>
                    <a:pt x="37626" y="105699"/>
                  </a:cubicBezTo>
                  <a:cubicBezTo>
                    <a:pt x="40519" y="105699"/>
                    <a:pt x="43839" y="104655"/>
                    <a:pt x="44559" y="101807"/>
                  </a:cubicBezTo>
                  <a:cubicBezTo>
                    <a:pt x="45746" y="96902"/>
                    <a:pt x="45010" y="56630"/>
                    <a:pt x="44672" y="44726"/>
                  </a:cubicBezTo>
                  <a:cubicBezTo>
                    <a:pt x="44333" y="32828"/>
                    <a:pt x="44672" y="4003"/>
                    <a:pt x="44672" y="4003"/>
                  </a:cubicBezTo>
                  <a:lnTo>
                    <a:pt x="28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567;p39">
              <a:extLst>
                <a:ext uri="{FF2B5EF4-FFF2-40B4-BE49-F238E27FC236}">
                  <a16:creationId xmlns:a16="http://schemas.microsoft.com/office/drawing/2014/main" id="{46D18358-E68D-EE50-EF9D-1DD102733156}"/>
                </a:ext>
              </a:extLst>
            </p:cNvPr>
            <p:cNvSpPr/>
            <p:nvPr/>
          </p:nvSpPr>
          <p:spPr>
            <a:xfrm>
              <a:off x="2227361" y="2506955"/>
              <a:ext cx="89793" cy="853013"/>
            </a:xfrm>
            <a:custGeom>
              <a:avLst/>
              <a:gdLst/>
              <a:ahLst/>
              <a:cxnLst/>
              <a:rect l="l" t="t" r="r" b="b"/>
              <a:pathLst>
                <a:path w="4400" h="41799" fill="none" extrusionOk="0">
                  <a:moveTo>
                    <a:pt x="0" y="1"/>
                  </a:moveTo>
                  <a:lnTo>
                    <a:pt x="4400" y="41798"/>
                  </a:lnTo>
                </a:path>
              </a:pathLst>
            </a:custGeom>
            <a:noFill/>
            <a:ln w="18375" cap="rnd" cmpd="sng">
              <a:solidFill>
                <a:srgbClr val="324F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568;p39">
              <a:extLst>
                <a:ext uri="{FF2B5EF4-FFF2-40B4-BE49-F238E27FC236}">
                  <a16:creationId xmlns:a16="http://schemas.microsoft.com/office/drawing/2014/main" id="{DAE974A9-DC6B-C758-6682-94E2B0C61D87}"/>
                </a:ext>
              </a:extLst>
            </p:cNvPr>
            <p:cNvSpPr/>
            <p:nvPr/>
          </p:nvSpPr>
          <p:spPr>
            <a:xfrm>
              <a:off x="1800337" y="2220379"/>
              <a:ext cx="712487" cy="263563"/>
            </a:xfrm>
            <a:custGeom>
              <a:avLst/>
              <a:gdLst/>
              <a:ahLst/>
              <a:cxnLst/>
              <a:rect l="l" t="t" r="r" b="b"/>
              <a:pathLst>
                <a:path w="34913" h="12915" extrusionOk="0">
                  <a:moveTo>
                    <a:pt x="790" y="1"/>
                  </a:moveTo>
                  <a:cubicBezTo>
                    <a:pt x="506" y="1354"/>
                    <a:pt x="226" y="6146"/>
                    <a:pt x="1" y="12915"/>
                  </a:cubicBezTo>
                  <a:cubicBezTo>
                    <a:pt x="2595" y="12915"/>
                    <a:pt x="5190" y="12802"/>
                    <a:pt x="7726" y="12351"/>
                  </a:cubicBezTo>
                  <a:cubicBezTo>
                    <a:pt x="11845" y="11561"/>
                    <a:pt x="15568" y="9756"/>
                    <a:pt x="19403" y="8123"/>
                  </a:cubicBezTo>
                  <a:cubicBezTo>
                    <a:pt x="24421" y="5921"/>
                    <a:pt x="29723" y="4851"/>
                    <a:pt x="34912" y="3272"/>
                  </a:cubicBezTo>
                  <a:lnTo>
                    <a:pt x="790" y="1"/>
                  </a:ln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569;p39">
              <a:extLst>
                <a:ext uri="{FF2B5EF4-FFF2-40B4-BE49-F238E27FC236}">
                  <a16:creationId xmlns:a16="http://schemas.microsoft.com/office/drawing/2014/main" id="{1710C739-1E87-A74C-CDEB-A5A6B2494E0F}"/>
                </a:ext>
              </a:extLst>
            </p:cNvPr>
            <p:cNvSpPr/>
            <p:nvPr/>
          </p:nvSpPr>
          <p:spPr>
            <a:xfrm>
              <a:off x="1405354" y="934543"/>
              <a:ext cx="1655558" cy="1400424"/>
            </a:xfrm>
            <a:custGeom>
              <a:avLst/>
              <a:gdLst/>
              <a:ahLst/>
              <a:cxnLst/>
              <a:rect l="l" t="t" r="r" b="b"/>
              <a:pathLst>
                <a:path w="81125" h="68623" extrusionOk="0">
                  <a:moveTo>
                    <a:pt x="36555" y="1"/>
                  </a:moveTo>
                  <a:cubicBezTo>
                    <a:pt x="36555" y="1"/>
                    <a:pt x="19129" y="9197"/>
                    <a:pt x="15122" y="15117"/>
                  </a:cubicBezTo>
                  <a:cubicBezTo>
                    <a:pt x="12812" y="18501"/>
                    <a:pt x="11233" y="26059"/>
                    <a:pt x="9933" y="32828"/>
                  </a:cubicBezTo>
                  <a:cubicBezTo>
                    <a:pt x="9369" y="34407"/>
                    <a:pt x="7736" y="38806"/>
                    <a:pt x="5195" y="41175"/>
                  </a:cubicBezTo>
                  <a:cubicBezTo>
                    <a:pt x="2443" y="43731"/>
                    <a:pt x="0" y="56379"/>
                    <a:pt x="8330" y="56379"/>
                  </a:cubicBezTo>
                  <a:cubicBezTo>
                    <a:pt x="9382" y="56379"/>
                    <a:pt x="10605" y="56177"/>
                    <a:pt x="12022" y="55727"/>
                  </a:cubicBezTo>
                  <a:cubicBezTo>
                    <a:pt x="15686" y="54545"/>
                    <a:pt x="18339" y="51892"/>
                    <a:pt x="20257" y="48733"/>
                  </a:cubicBezTo>
                  <a:lnTo>
                    <a:pt x="20257" y="49523"/>
                  </a:lnTo>
                  <a:lnTo>
                    <a:pt x="20257" y="49582"/>
                  </a:lnTo>
                  <a:cubicBezTo>
                    <a:pt x="20257" y="49469"/>
                    <a:pt x="20311" y="49297"/>
                    <a:pt x="20370" y="49185"/>
                  </a:cubicBezTo>
                  <a:lnTo>
                    <a:pt x="20370" y="49185"/>
                  </a:lnTo>
                  <a:cubicBezTo>
                    <a:pt x="20311" y="49469"/>
                    <a:pt x="20257" y="49695"/>
                    <a:pt x="20198" y="49974"/>
                  </a:cubicBezTo>
                  <a:cubicBezTo>
                    <a:pt x="20144" y="50313"/>
                    <a:pt x="20086" y="50597"/>
                    <a:pt x="19973" y="50877"/>
                  </a:cubicBezTo>
                  <a:cubicBezTo>
                    <a:pt x="19919" y="51328"/>
                    <a:pt x="19806" y="51725"/>
                    <a:pt x="19693" y="52176"/>
                  </a:cubicBezTo>
                  <a:lnTo>
                    <a:pt x="19693" y="52289"/>
                  </a:lnTo>
                  <a:lnTo>
                    <a:pt x="19693" y="52343"/>
                  </a:lnTo>
                  <a:cubicBezTo>
                    <a:pt x="19580" y="52740"/>
                    <a:pt x="19522" y="53133"/>
                    <a:pt x="19468" y="53530"/>
                  </a:cubicBezTo>
                  <a:cubicBezTo>
                    <a:pt x="19522" y="53981"/>
                    <a:pt x="19468" y="54432"/>
                    <a:pt x="19296" y="54825"/>
                  </a:cubicBezTo>
                  <a:cubicBezTo>
                    <a:pt x="19242" y="55109"/>
                    <a:pt x="19129" y="55335"/>
                    <a:pt x="19070" y="55615"/>
                  </a:cubicBezTo>
                  <a:cubicBezTo>
                    <a:pt x="18168" y="60578"/>
                    <a:pt x="17775" y="64865"/>
                    <a:pt x="18565" y="66503"/>
                  </a:cubicBezTo>
                  <a:cubicBezTo>
                    <a:pt x="18565" y="66503"/>
                    <a:pt x="18300" y="68622"/>
                    <a:pt x="28251" y="68622"/>
                  </a:cubicBezTo>
                  <a:cubicBezTo>
                    <a:pt x="31286" y="68622"/>
                    <a:pt x="35271" y="68425"/>
                    <a:pt x="40504" y="67911"/>
                  </a:cubicBezTo>
                  <a:cubicBezTo>
                    <a:pt x="45750" y="68425"/>
                    <a:pt x="49746" y="68622"/>
                    <a:pt x="52789" y="68622"/>
                  </a:cubicBezTo>
                  <a:cubicBezTo>
                    <a:pt x="62766" y="68622"/>
                    <a:pt x="62501" y="66503"/>
                    <a:pt x="62501" y="66503"/>
                  </a:cubicBezTo>
                  <a:cubicBezTo>
                    <a:pt x="63629" y="64021"/>
                    <a:pt x="62221" y="55615"/>
                    <a:pt x="60358" y="47831"/>
                  </a:cubicBezTo>
                  <a:lnTo>
                    <a:pt x="60358" y="47831"/>
                  </a:lnTo>
                  <a:cubicBezTo>
                    <a:pt x="62334" y="51387"/>
                    <a:pt x="65095" y="54432"/>
                    <a:pt x="69102" y="55727"/>
                  </a:cubicBezTo>
                  <a:cubicBezTo>
                    <a:pt x="70519" y="56177"/>
                    <a:pt x="71743" y="56379"/>
                    <a:pt x="72795" y="56379"/>
                  </a:cubicBezTo>
                  <a:cubicBezTo>
                    <a:pt x="81124" y="56379"/>
                    <a:pt x="78681" y="43731"/>
                    <a:pt x="75925" y="41175"/>
                  </a:cubicBezTo>
                  <a:cubicBezTo>
                    <a:pt x="72766" y="38242"/>
                    <a:pt x="71020" y="32209"/>
                    <a:pt x="71020" y="32209"/>
                  </a:cubicBezTo>
                  <a:cubicBezTo>
                    <a:pt x="69102" y="27751"/>
                    <a:pt x="70005" y="21096"/>
                    <a:pt x="65944" y="15117"/>
                  </a:cubicBezTo>
                  <a:cubicBezTo>
                    <a:pt x="61937" y="9197"/>
                    <a:pt x="44511" y="1"/>
                    <a:pt x="44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570;p39">
              <a:extLst>
                <a:ext uri="{FF2B5EF4-FFF2-40B4-BE49-F238E27FC236}">
                  <a16:creationId xmlns:a16="http://schemas.microsoft.com/office/drawing/2014/main" id="{7A849222-14D2-03B8-84DC-5F4C45E9E3C9}"/>
                </a:ext>
              </a:extLst>
            </p:cNvPr>
            <p:cNvSpPr/>
            <p:nvPr/>
          </p:nvSpPr>
          <p:spPr>
            <a:xfrm>
              <a:off x="2068503" y="934543"/>
              <a:ext cx="348825" cy="263706"/>
            </a:xfrm>
            <a:custGeom>
              <a:avLst/>
              <a:gdLst/>
              <a:ahLst/>
              <a:cxnLst/>
              <a:rect l="l" t="t" r="r" b="b"/>
              <a:pathLst>
                <a:path w="17093" h="12922" extrusionOk="0">
                  <a:moveTo>
                    <a:pt x="4061" y="1"/>
                  </a:moveTo>
                  <a:cubicBezTo>
                    <a:pt x="4061" y="1"/>
                    <a:pt x="2369" y="849"/>
                    <a:pt x="0" y="2257"/>
                  </a:cubicBezTo>
                  <a:cubicBezTo>
                    <a:pt x="728" y="7563"/>
                    <a:pt x="4051" y="12921"/>
                    <a:pt x="9749" y="12921"/>
                  </a:cubicBezTo>
                  <a:cubicBezTo>
                    <a:pt x="9808" y="12921"/>
                    <a:pt x="9868" y="12921"/>
                    <a:pt x="9927" y="12920"/>
                  </a:cubicBezTo>
                  <a:cubicBezTo>
                    <a:pt x="17093" y="12807"/>
                    <a:pt x="16867" y="6544"/>
                    <a:pt x="14837" y="1580"/>
                  </a:cubicBezTo>
                  <a:cubicBezTo>
                    <a:pt x="13145" y="565"/>
                    <a:pt x="12017" y="1"/>
                    <a:pt x="12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571;p39">
              <a:extLst>
                <a:ext uri="{FF2B5EF4-FFF2-40B4-BE49-F238E27FC236}">
                  <a16:creationId xmlns:a16="http://schemas.microsoft.com/office/drawing/2014/main" id="{E4FADC02-B9ED-ED35-77FB-229875FA56AE}"/>
                </a:ext>
              </a:extLst>
            </p:cNvPr>
            <p:cNvSpPr/>
            <p:nvPr/>
          </p:nvSpPr>
          <p:spPr>
            <a:xfrm>
              <a:off x="2120524" y="763091"/>
              <a:ext cx="207034" cy="371151"/>
            </a:xfrm>
            <a:custGeom>
              <a:avLst/>
              <a:gdLst/>
              <a:ahLst/>
              <a:cxnLst/>
              <a:rect l="l" t="t" r="r" b="b"/>
              <a:pathLst>
                <a:path w="10145" h="18187" extrusionOk="0">
                  <a:moveTo>
                    <a:pt x="555" y="1"/>
                  </a:moveTo>
                  <a:cubicBezTo>
                    <a:pt x="196" y="1"/>
                    <a:pt x="0" y="167"/>
                    <a:pt x="46" y="564"/>
                  </a:cubicBezTo>
                  <a:cubicBezTo>
                    <a:pt x="384" y="2987"/>
                    <a:pt x="46" y="8853"/>
                    <a:pt x="669" y="11845"/>
                  </a:cubicBezTo>
                  <a:cubicBezTo>
                    <a:pt x="1233" y="14891"/>
                    <a:pt x="3263" y="17936"/>
                    <a:pt x="5799" y="18162"/>
                  </a:cubicBezTo>
                  <a:cubicBezTo>
                    <a:pt x="5954" y="18179"/>
                    <a:pt x="6105" y="18187"/>
                    <a:pt x="6253" y="18187"/>
                  </a:cubicBezTo>
                  <a:cubicBezTo>
                    <a:pt x="8577" y="18187"/>
                    <a:pt x="9980" y="16184"/>
                    <a:pt x="10086" y="14381"/>
                  </a:cubicBezTo>
                  <a:cubicBezTo>
                    <a:pt x="10144" y="12463"/>
                    <a:pt x="8506" y="4341"/>
                    <a:pt x="8506" y="4341"/>
                  </a:cubicBezTo>
                  <a:cubicBezTo>
                    <a:pt x="8506" y="4341"/>
                    <a:pt x="2392" y="1"/>
                    <a:pt x="555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572;p39">
              <a:extLst>
                <a:ext uri="{FF2B5EF4-FFF2-40B4-BE49-F238E27FC236}">
                  <a16:creationId xmlns:a16="http://schemas.microsoft.com/office/drawing/2014/main" id="{AF0F1631-A27D-80D3-D302-124E881FA79B}"/>
                </a:ext>
              </a:extLst>
            </p:cNvPr>
            <p:cNvSpPr/>
            <p:nvPr/>
          </p:nvSpPr>
          <p:spPr>
            <a:xfrm>
              <a:off x="2175606" y="777989"/>
              <a:ext cx="140444" cy="192300"/>
            </a:xfrm>
            <a:custGeom>
              <a:avLst/>
              <a:gdLst/>
              <a:ahLst/>
              <a:cxnLst/>
              <a:rect l="l" t="t" r="r" b="b"/>
              <a:pathLst>
                <a:path w="6882" h="9423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114"/>
                    <a:pt x="54" y="172"/>
                    <a:pt x="54" y="285"/>
                  </a:cubicBezTo>
                  <a:cubicBezTo>
                    <a:pt x="0" y="736"/>
                    <a:pt x="54" y="1242"/>
                    <a:pt x="113" y="1752"/>
                  </a:cubicBezTo>
                  <a:cubicBezTo>
                    <a:pt x="731" y="2032"/>
                    <a:pt x="1241" y="2654"/>
                    <a:pt x="1295" y="3669"/>
                  </a:cubicBezTo>
                  <a:cubicBezTo>
                    <a:pt x="1521" y="6769"/>
                    <a:pt x="4115" y="8520"/>
                    <a:pt x="6881" y="9423"/>
                  </a:cubicBezTo>
                  <a:cubicBezTo>
                    <a:pt x="6430" y="6602"/>
                    <a:pt x="5807" y="3611"/>
                    <a:pt x="5807" y="3611"/>
                  </a:cubicBezTo>
                  <a:cubicBezTo>
                    <a:pt x="5807" y="3611"/>
                    <a:pt x="2482" y="1242"/>
                    <a:pt x="0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573;p39">
              <a:extLst>
                <a:ext uri="{FF2B5EF4-FFF2-40B4-BE49-F238E27FC236}">
                  <a16:creationId xmlns:a16="http://schemas.microsoft.com/office/drawing/2014/main" id="{4AD1751C-9357-4BBC-576B-657DC5B850F3}"/>
                </a:ext>
              </a:extLst>
            </p:cNvPr>
            <p:cNvSpPr/>
            <p:nvPr/>
          </p:nvSpPr>
          <p:spPr>
            <a:xfrm>
              <a:off x="2092727" y="554680"/>
              <a:ext cx="320010" cy="360784"/>
            </a:xfrm>
            <a:custGeom>
              <a:avLst/>
              <a:gdLst/>
              <a:ahLst/>
              <a:cxnLst/>
              <a:rect l="l" t="t" r="r" b="b"/>
              <a:pathLst>
                <a:path w="15681" h="17679" extrusionOk="0">
                  <a:moveTo>
                    <a:pt x="10884" y="1"/>
                  </a:moveTo>
                  <a:cubicBezTo>
                    <a:pt x="10884" y="1"/>
                    <a:pt x="2256" y="1"/>
                    <a:pt x="1128" y="1526"/>
                  </a:cubicBezTo>
                  <a:cubicBezTo>
                    <a:pt x="0" y="2992"/>
                    <a:pt x="1805" y="12748"/>
                    <a:pt x="1805" y="12748"/>
                  </a:cubicBezTo>
                  <a:cubicBezTo>
                    <a:pt x="3937" y="15966"/>
                    <a:pt x="7270" y="17679"/>
                    <a:pt x="9971" y="17679"/>
                  </a:cubicBezTo>
                  <a:cubicBezTo>
                    <a:pt x="11770" y="17679"/>
                    <a:pt x="13289" y="16920"/>
                    <a:pt x="13988" y="15342"/>
                  </a:cubicBezTo>
                  <a:cubicBezTo>
                    <a:pt x="15680" y="11394"/>
                    <a:pt x="10884" y="1"/>
                    <a:pt x="10884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574;p39">
              <a:extLst>
                <a:ext uri="{FF2B5EF4-FFF2-40B4-BE49-F238E27FC236}">
                  <a16:creationId xmlns:a16="http://schemas.microsoft.com/office/drawing/2014/main" id="{9F03C67C-BD01-0448-94CD-72F91D997F7A}"/>
                </a:ext>
              </a:extLst>
            </p:cNvPr>
            <p:cNvSpPr/>
            <p:nvPr/>
          </p:nvSpPr>
          <p:spPr>
            <a:xfrm>
              <a:off x="2236566" y="713458"/>
              <a:ext cx="71385" cy="80712"/>
            </a:xfrm>
            <a:custGeom>
              <a:avLst/>
              <a:gdLst/>
              <a:ahLst/>
              <a:cxnLst/>
              <a:rect l="l" t="t" r="r" b="b"/>
              <a:pathLst>
                <a:path w="3498" h="3955" extrusionOk="0">
                  <a:moveTo>
                    <a:pt x="1726" y="1"/>
                  </a:moveTo>
                  <a:cubicBezTo>
                    <a:pt x="1675" y="1"/>
                    <a:pt x="1623" y="19"/>
                    <a:pt x="1580" y="63"/>
                  </a:cubicBezTo>
                  <a:cubicBezTo>
                    <a:pt x="1467" y="117"/>
                    <a:pt x="1413" y="289"/>
                    <a:pt x="1467" y="401"/>
                  </a:cubicBezTo>
                  <a:cubicBezTo>
                    <a:pt x="2144" y="1584"/>
                    <a:pt x="2879" y="2883"/>
                    <a:pt x="2933" y="3109"/>
                  </a:cubicBezTo>
                  <a:cubicBezTo>
                    <a:pt x="2933" y="3163"/>
                    <a:pt x="2879" y="3222"/>
                    <a:pt x="2820" y="3276"/>
                  </a:cubicBezTo>
                  <a:cubicBezTo>
                    <a:pt x="2737" y="3332"/>
                    <a:pt x="2568" y="3417"/>
                    <a:pt x="2201" y="3417"/>
                  </a:cubicBezTo>
                  <a:cubicBezTo>
                    <a:pt x="1835" y="3417"/>
                    <a:pt x="1270" y="3332"/>
                    <a:pt x="397" y="3050"/>
                  </a:cubicBezTo>
                  <a:cubicBezTo>
                    <a:pt x="377" y="3041"/>
                    <a:pt x="355" y="3036"/>
                    <a:pt x="333" y="3036"/>
                  </a:cubicBezTo>
                  <a:cubicBezTo>
                    <a:pt x="227" y="3036"/>
                    <a:pt x="103" y="3129"/>
                    <a:pt x="59" y="3222"/>
                  </a:cubicBezTo>
                  <a:cubicBezTo>
                    <a:pt x="0" y="3334"/>
                    <a:pt x="113" y="3501"/>
                    <a:pt x="226" y="3560"/>
                  </a:cubicBezTo>
                  <a:cubicBezTo>
                    <a:pt x="1079" y="3818"/>
                    <a:pt x="1761" y="3955"/>
                    <a:pt x="2272" y="3955"/>
                  </a:cubicBezTo>
                  <a:cubicBezTo>
                    <a:pt x="2539" y="3955"/>
                    <a:pt x="2760" y="3917"/>
                    <a:pt x="2933" y="3840"/>
                  </a:cubicBezTo>
                  <a:cubicBezTo>
                    <a:pt x="2992" y="3786"/>
                    <a:pt x="3105" y="3786"/>
                    <a:pt x="3159" y="3727"/>
                  </a:cubicBezTo>
                  <a:cubicBezTo>
                    <a:pt x="3272" y="3614"/>
                    <a:pt x="3443" y="3447"/>
                    <a:pt x="3497" y="3109"/>
                  </a:cubicBezTo>
                  <a:cubicBezTo>
                    <a:pt x="3497" y="2883"/>
                    <a:pt x="2992" y="1868"/>
                    <a:pt x="1918" y="117"/>
                  </a:cubicBezTo>
                  <a:cubicBezTo>
                    <a:pt x="1885" y="48"/>
                    <a:pt x="1807" y="1"/>
                    <a:pt x="1726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575;p39">
              <a:extLst>
                <a:ext uri="{FF2B5EF4-FFF2-40B4-BE49-F238E27FC236}">
                  <a16:creationId xmlns:a16="http://schemas.microsoft.com/office/drawing/2014/main" id="{ADCEB6F5-4490-AD91-5991-AA243687D22A}"/>
                </a:ext>
              </a:extLst>
            </p:cNvPr>
            <p:cNvSpPr/>
            <p:nvPr/>
          </p:nvSpPr>
          <p:spPr>
            <a:xfrm>
              <a:off x="2184810" y="717029"/>
              <a:ext cx="20734" cy="25489"/>
            </a:xfrm>
            <a:custGeom>
              <a:avLst/>
              <a:gdLst/>
              <a:ahLst/>
              <a:cxnLst/>
              <a:rect l="l" t="t" r="r" b="b"/>
              <a:pathLst>
                <a:path w="1016" h="1249" extrusionOk="0">
                  <a:moveTo>
                    <a:pt x="393" y="1"/>
                  </a:moveTo>
                  <a:cubicBezTo>
                    <a:pt x="113" y="55"/>
                    <a:pt x="0" y="393"/>
                    <a:pt x="0" y="732"/>
                  </a:cubicBezTo>
                  <a:cubicBezTo>
                    <a:pt x="50" y="992"/>
                    <a:pt x="292" y="1249"/>
                    <a:pt x="506" y="1249"/>
                  </a:cubicBezTo>
                  <a:cubicBezTo>
                    <a:pt x="526" y="1249"/>
                    <a:pt x="545" y="1246"/>
                    <a:pt x="564" y="1242"/>
                  </a:cubicBezTo>
                  <a:cubicBezTo>
                    <a:pt x="844" y="1183"/>
                    <a:pt x="1016" y="903"/>
                    <a:pt x="957" y="565"/>
                  </a:cubicBezTo>
                  <a:cubicBezTo>
                    <a:pt x="903" y="226"/>
                    <a:pt x="677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576;p39">
              <a:extLst>
                <a:ext uri="{FF2B5EF4-FFF2-40B4-BE49-F238E27FC236}">
                  <a16:creationId xmlns:a16="http://schemas.microsoft.com/office/drawing/2014/main" id="{72AA0E0F-6618-2F94-E435-CEED07264C78}"/>
                </a:ext>
              </a:extLst>
            </p:cNvPr>
            <p:cNvSpPr/>
            <p:nvPr/>
          </p:nvSpPr>
          <p:spPr>
            <a:xfrm>
              <a:off x="2281505" y="700764"/>
              <a:ext cx="20734" cy="25509"/>
            </a:xfrm>
            <a:custGeom>
              <a:avLst/>
              <a:gdLst/>
              <a:ahLst/>
              <a:cxnLst/>
              <a:rect l="l" t="t" r="r" b="b"/>
              <a:pathLst>
                <a:path w="1016" h="1250" extrusionOk="0">
                  <a:moveTo>
                    <a:pt x="513" y="1"/>
                  </a:moveTo>
                  <a:cubicBezTo>
                    <a:pt x="492" y="1"/>
                    <a:pt x="472" y="3"/>
                    <a:pt x="451" y="8"/>
                  </a:cubicBezTo>
                  <a:cubicBezTo>
                    <a:pt x="167" y="62"/>
                    <a:pt x="0" y="347"/>
                    <a:pt x="54" y="685"/>
                  </a:cubicBezTo>
                  <a:cubicBezTo>
                    <a:pt x="113" y="1023"/>
                    <a:pt x="339" y="1249"/>
                    <a:pt x="618" y="1249"/>
                  </a:cubicBezTo>
                  <a:cubicBezTo>
                    <a:pt x="903" y="1190"/>
                    <a:pt x="1016" y="852"/>
                    <a:pt x="1016" y="572"/>
                  </a:cubicBezTo>
                  <a:cubicBezTo>
                    <a:pt x="962" y="264"/>
                    <a:pt x="725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577;p39">
              <a:extLst>
                <a:ext uri="{FF2B5EF4-FFF2-40B4-BE49-F238E27FC236}">
                  <a16:creationId xmlns:a16="http://schemas.microsoft.com/office/drawing/2014/main" id="{C6F477B6-A237-D259-2CF7-9260C862AD83}"/>
                </a:ext>
              </a:extLst>
            </p:cNvPr>
            <p:cNvSpPr/>
            <p:nvPr/>
          </p:nvSpPr>
          <p:spPr>
            <a:xfrm>
              <a:off x="2254056" y="653579"/>
              <a:ext cx="57386" cy="17020"/>
            </a:xfrm>
            <a:custGeom>
              <a:avLst/>
              <a:gdLst/>
              <a:ahLst/>
              <a:cxnLst/>
              <a:rect l="l" t="t" r="r" b="b"/>
              <a:pathLst>
                <a:path w="2812" h="834" extrusionOk="0">
                  <a:moveTo>
                    <a:pt x="1243" y="1"/>
                  </a:moveTo>
                  <a:cubicBezTo>
                    <a:pt x="394" y="1"/>
                    <a:pt x="1" y="412"/>
                    <a:pt x="159" y="569"/>
                  </a:cubicBezTo>
                  <a:cubicBezTo>
                    <a:pt x="384" y="682"/>
                    <a:pt x="894" y="628"/>
                    <a:pt x="1399" y="682"/>
                  </a:cubicBezTo>
                  <a:cubicBezTo>
                    <a:pt x="1827" y="727"/>
                    <a:pt x="2223" y="833"/>
                    <a:pt x="2463" y="833"/>
                  </a:cubicBezTo>
                  <a:cubicBezTo>
                    <a:pt x="2539" y="833"/>
                    <a:pt x="2600" y="822"/>
                    <a:pt x="2640" y="795"/>
                  </a:cubicBezTo>
                  <a:cubicBezTo>
                    <a:pt x="2812" y="682"/>
                    <a:pt x="2361" y="118"/>
                    <a:pt x="1399" y="5"/>
                  </a:cubicBezTo>
                  <a:cubicBezTo>
                    <a:pt x="1346" y="2"/>
                    <a:pt x="1294" y="1"/>
                    <a:pt x="1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578;p39">
              <a:extLst>
                <a:ext uri="{FF2B5EF4-FFF2-40B4-BE49-F238E27FC236}">
                  <a16:creationId xmlns:a16="http://schemas.microsoft.com/office/drawing/2014/main" id="{F02991D2-4AD2-9E85-600A-8641E69E1D0E}"/>
                </a:ext>
              </a:extLst>
            </p:cNvPr>
            <p:cNvSpPr/>
            <p:nvPr/>
          </p:nvSpPr>
          <p:spPr>
            <a:xfrm>
              <a:off x="2152585" y="666110"/>
              <a:ext cx="52937" cy="25734"/>
            </a:xfrm>
            <a:custGeom>
              <a:avLst/>
              <a:gdLst/>
              <a:ahLst/>
              <a:cxnLst/>
              <a:rect l="l" t="t" r="r" b="b"/>
              <a:pathLst>
                <a:path w="2594" h="1261" extrusionOk="0">
                  <a:moveTo>
                    <a:pt x="1955" y="1"/>
                  </a:moveTo>
                  <a:cubicBezTo>
                    <a:pt x="1745" y="1"/>
                    <a:pt x="1482" y="51"/>
                    <a:pt x="1182" y="181"/>
                  </a:cubicBezTo>
                  <a:cubicBezTo>
                    <a:pt x="280" y="519"/>
                    <a:pt x="0" y="1196"/>
                    <a:pt x="226" y="1255"/>
                  </a:cubicBezTo>
                  <a:cubicBezTo>
                    <a:pt x="242" y="1259"/>
                    <a:pt x="259" y="1261"/>
                    <a:pt x="278" y="1261"/>
                  </a:cubicBezTo>
                  <a:cubicBezTo>
                    <a:pt x="509" y="1261"/>
                    <a:pt x="881" y="959"/>
                    <a:pt x="1354" y="804"/>
                  </a:cubicBezTo>
                  <a:cubicBezTo>
                    <a:pt x="1859" y="578"/>
                    <a:pt x="2369" y="519"/>
                    <a:pt x="2482" y="353"/>
                  </a:cubicBezTo>
                  <a:cubicBezTo>
                    <a:pt x="2593" y="202"/>
                    <a:pt x="2379" y="1"/>
                    <a:pt x="1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579;p39">
              <a:extLst>
                <a:ext uri="{FF2B5EF4-FFF2-40B4-BE49-F238E27FC236}">
                  <a16:creationId xmlns:a16="http://schemas.microsoft.com/office/drawing/2014/main" id="{2C67CB1B-6203-090F-D96E-CF63DC8F6E17}"/>
                </a:ext>
              </a:extLst>
            </p:cNvPr>
            <p:cNvSpPr/>
            <p:nvPr/>
          </p:nvSpPr>
          <p:spPr>
            <a:xfrm>
              <a:off x="2208933" y="818663"/>
              <a:ext cx="57365" cy="17020"/>
            </a:xfrm>
            <a:custGeom>
              <a:avLst/>
              <a:gdLst/>
              <a:ahLst/>
              <a:cxnLst/>
              <a:rect l="l" t="t" r="r" b="b"/>
              <a:pathLst>
                <a:path w="2811" h="834" extrusionOk="0">
                  <a:moveTo>
                    <a:pt x="402" y="1"/>
                  </a:moveTo>
                  <a:cubicBezTo>
                    <a:pt x="327" y="1"/>
                    <a:pt x="267" y="12"/>
                    <a:pt x="226" y="39"/>
                  </a:cubicBezTo>
                  <a:cubicBezTo>
                    <a:pt x="1" y="151"/>
                    <a:pt x="339" y="715"/>
                    <a:pt x="1300" y="828"/>
                  </a:cubicBezTo>
                  <a:cubicBezTo>
                    <a:pt x="1358" y="832"/>
                    <a:pt x="1415" y="833"/>
                    <a:pt x="1470" y="833"/>
                  </a:cubicBezTo>
                  <a:cubicBezTo>
                    <a:pt x="2322" y="833"/>
                    <a:pt x="2811" y="429"/>
                    <a:pt x="2654" y="323"/>
                  </a:cubicBezTo>
                  <a:cubicBezTo>
                    <a:pt x="2482" y="151"/>
                    <a:pt x="1977" y="210"/>
                    <a:pt x="1413" y="151"/>
                  </a:cubicBezTo>
                  <a:cubicBezTo>
                    <a:pt x="1025" y="110"/>
                    <a:pt x="639" y="1"/>
                    <a:pt x="402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580;p39">
              <a:extLst>
                <a:ext uri="{FF2B5EF4-FFF2-40B4-BE49-F238E27FC236}">
                  <a16:creationId xmlns:a16="http://schemas.microsoft.com/office/drawing/2014/main" id="{C1D0F0DE-6483-35F4-5CA6-9DE7D35D3F21}"/>
                </a:ext>
              </a:extLst>
            </p:cNvPr>
            <p:cNvSpPr/>
            <p:nvPr/>
          </p:nvSpPr>
          <p:spPr>
            <a:xfrm>
              <a:off x="2044380" y="723784"/>
              <a:ext cx="111629" cy="95181"/>
            </a:xfrm>
            <a:custGeom>
              <a:avLst/>
              <a:gdLst/>
              <a:ahLst/>
              <a:cxnLst/>
              <a:rect l="l" t="t" r="r" b="b"/>
              <a:pathLst>
                <a:path w="5470" h="4664" extrusionOk="0">
                  <a:moveTo>
                    <a:pt x="2101" y="1"/>
                  </a:moveTo>
                  <a:cubicBezTo>
                    <a:pt x="1559" y="1"/>
                    <a:pt x="1065" y="188"/>
                    <a:pt x="731" y="572"/>
                  </a:cubicBezTo>
                  <a:cubicBezTo>
                    <a:pt x="0" y="1475"/>
                    <a:pt x="280" y="2941"/>
                    <a:pt x="1354" y="3898"/>
                  </a:cubicBezTo>
                  <a:cubicBezTo>
                    <a:pt x="1953" y="4408"/>
                    <a:pt x="2648" y="4663"/>
                    <a:pt x="3286" y="4663"/>
                  </a:cubicBezTo>
                  <a:cubicBezTo>
                    <a:pt x="3849" y="4663"/>
                    <a:pt x="4368" y="4465"/>
                    <a:pt x="4738" y="4069"/>
                  </a:cubicBezTo>
                  <a:cubicBezTo>
                    <a:pt x="5469" y="3221"/>
                    <a:pt x="5189" y="1700"/>
                    <a:pt x="4061" y="798"/>
                  </a:cubicBezTo>
                  <a:cubicBezTo>
                    <a:pt x="3474" y="273"/>
                    <a:pt x="2754" y="1"/>
                    <a:pt x="2101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581;p39">
              <a:extLst>
                <a:ext uri="{FF2B5EF4-FFF2-40B4-BE49-F238E27FC236}">
                  <a16:creationId xmlns:a16="http://schemas.microsoft.com/office/drawing/2014/main" id="{C2D92A45-C864-C3EA-46AE-47E0152853A9}"/>
                </a:ext>
              </a:extLst>
            </p:cNvPr>
            <p:cNvSpPr/>
            <p:nvPr/>
          </p:nvSpPr>
          <p:spPr>
            <a:xfrm>
              <a:off x="2074299" y="748826"/>
              <a:ext cx="59876" cy="47937"/>
            </a:xfrm>
            <a:custGeom>
              <a:avLst/>
              <a:gdLst/>
              <a:ahLst/>
              <a:cxnLst/>
              <a:rect l="l" t="t" r="r" b="b"/>
              <a:pathLst>
                <a:path w="2934" h="2349" extrusionOk="0">
                  <a:moveTo>
                    <a:pt x="300" y="0"/>
                  </a:moveTo>
                  <a:cubicBezTo>
                    <a:pt x="203" y="0"/>
                    <a:pt x="99" y="64"/>
                    <a:pt x="55" y="189"/>
                  </a:cubicBezTo>
                  <a:cubicBezTo>
                    <a:pt x="1" y="302"/>
                    <a:pt x="55" y="473"/>
                    <a:pt x="226" y="528"/>
                  </a:cubicBezTo>
                  <a:cubicBezTo>
                    <a:pt x="732" y="699"/>
                    <a:pt x="2085" y="1376"/>
                    <a:pt x="2370" y="2165"/>
                  </a:cubicBezTo>
                  <a:cubicBezTo>
                    <a:pt x="2414" y="2257"/>
                    <a:pt x="2496" y="2348"/>
                    <a:pt x="2617" y="2348"/>
                  </a:cubicBezTo>
                  <a:cubicBezTo>
                    <a:pt x="2645" y="2348"/>
                    <a:pt x="2676" y="2344"/>
                    <a:pt x="2708" y="2332"/>
                  </a:cubicBezTo>
                  <a:cubicBezTo>
                    <a:pt x="2875" y="2278"/>
                    <a:pt x="2934" y="2107"/>
                    <a:pt x="2875" y="1994"/>
                  </a:cubicBezTo>
                  <a:cubicBezTo>
                    <a:pt x="2482" y="812"/>
                    <a:pt x="506" y="22"/>
                    <a:pt x="393" y="22"/>
                  </a:cubicBezTo>
                  <a:cubicBezTo>
                    <a:pt x="365" y="7"/>
                    <a:pt x="333" y="0"/>
                    <a:pt x="300" y="0"/>
                  </a:cubicBezTo>
                  <a:close/>
                </a:path>
              </a:pathLst>
            </a:custGeom>
            <a:solidFill>
              <a:srgbClr val="421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582;p39">
              <a:extLst>
                <a:ext uri="{FF2B5EF4-FFF2-40B4-BE49-F238E27FC236}">
                  <a16:creationId xmlns:a16="http://schemas.microsoft.com/office/drawing/2014/main" id="{7D410228-D63C-F552-2DEB-54471B90A96F}"/>
                </a:ext>
              </a:extLst>
            </p:cNvPr>
            <p:cNvSpPr/>
            <p:nvPr/>
          </p:nvSpPr>
          <p:spPr>
            <a:xfrm>
              <a:off x="2054686" y="444249"/>
              <a:ext cx="308500" cy="302888"/>
            </a:xfrm>
            <a:custGeom>
              <a:avLst/>
              <a:gdLst/>
              <a:ahLst/>
              <a:cxnLst/>
              <a:rect l="l" t="t" r="r" b="b"/>
              <a:pathLst>
                <a:path w="15117" h="14842" extrusionOk="0">
                  <a:moveTo>
                    <a:pt x="11378" y="0"/>
                  </a:moveTo>
                  <a:cubicBezTo>
                    <a:pt x="11064" y="0"/>
                    <a:pt x="10733" y="90"/>
                    <a:pt x="10379" y="281"/>
                  </a:cubicBezTo>
                  <a:cubicBezTo>
                    <a:pt x="8912" y="1071"/>
                    <a:pt x="8294" y="1522"/>
                    <a:pt x="6205" y="1576"/>
                  </a:cubicBezTo>
                  <a:cubicBezTo>
                    <a:pt x="4174" y="1635"/>
                    <a:pt x="2257" y="2989"/>
                    <a:pt x="1693" y="4568"/>
                  </a:cubicBezTo>
                  <a:cubicBezTo>
                    <a:pt x="1074" y="6147"/>
                    <a:pt x="1" y="8516"/>
                    <a:pt x="398" y="9134"/>
                  </a:cubicBezTo>
                  <a:cubicBezTo>
                    <a:pt x="790" y="9811"/>
                    <a:pt x="1805" y="13592"/>
                    <a:pt x="2203" y="14495"/>
                  </a:cubicBezTo>
                  <a:cubicBezTo>
                    <a:pt x="2296" y="14729"/>
                    <a:pt x="2425" y="14842"/>
                    <a:pt x="2556" y="14842"/>
                  </a:cubicBezTo>
                  <a:cubicBezTo>
                    <a:pt x="2896" y="14842"/>
                    <a:pt x="3252" y="14076"/>
                    <a:pt x="3046" y="12690"/>
                  </a:cubicBezTo>
                  <a:cubicBezTo>
                    <a:pt x="2821" y="10772"/>
                    <a:pt x="3105" y="8291"/>
                    <a:pt x="3610" y="7442"/>
                  </a:cubicBezTo>
                  <a:cubicBezTo>
                    <a:pt x="4174" y="6540"/>
                    <a:pt x="7671" y="6824"/>
                    <a:pt x="9535" y="6540"/>
                  </a:cubicBezTo>
                  <a:cubicBezTo>
                    <a:pt x="9698" y="6515"/>
                    <a:pt x="9865" y="6503"/>
                    <a:pt x="10034" y="6503"/>
                  </a:cubicBezTo>
                  <a:cubicBezTo>
                    <a:pt x="11787" y="6503"/>
                    <a:pt x="13758" y="7792"/>
                    <a:pt x="14273" y="9644"/>
                  </a:cubicBezTo>
                  <a:cubicBezTo>
                    <a:pt x="14273" y="9644"/>
                    <a:pt x="15117" y="4004"/>
                    <a:pt x="14047" y="2253"/>
                  </a:cubicBezTo>
                  <a:cubicBezTo>
                    <a:pt x="13191" y="884"/>
                    <a:pt x="12367" y="0"/>
                    <a:pt x="11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583;p39">
              <a:extLst>
                <a:ext uri="{FF2B5EF4-FFF2-40B4-BE49-F238E27FC236}">
                  <a16:creationId xmlns:a16="http://schemas.microsoft.com/office/drawing/2014/main" id="{91A6837B-5DF1-1E1A-1940-30D2E0AA9AA8}"/>
                </a:ext>
              </a:extLst>
            </p:cNvPr>
            <p:cNvSpPr/>
            <p:nvPr/>
          </p:nvSpPr>
          <p:spPr>
            <a:xfrm>
              <a:off x="2495609" y="1434122"/>
              <a:ext cx="156566" cy="511106"/>
            </a:xfrm>
            <a:custGeom>
              <a:avLst/>
              <a:gdLst/>
              <a:ahLst/>
              <a:cxnLst/>
              <a:rect l="l" t="t" r="r" b="b"/>
              <a:pathLst>
                <a:path w="7672" h="25045" extrusionOk="0">
                  <a:moveTo>
                    <a:pt x="425" y="0"/>
                  </a:moveTo>
                  <a:cubicBezTo>
                    <a:pt x="305" y="0"/>
                    <a:pt x="186" y="62"/>
                    <a:pt x="113" y="172"/>
                  </a:cubicBezTo>
                  <a:cubicBezTo>
                    <a:pt x="0" y="285"/>
                    <a:pt x="54" y="511"/>
                    <a:pt x="167" y="624"/>
                  </a:cubicBezTo>
                  <a:cubicBezTo>
                    <a:pt x="790" y="1526"/>
                    <a:pt x="4567" y="15568"/>
                    <a:pt x="6936" y="24818"/>
                  </a:cubicBezTo>
                  <a:cubicBezTo>
                    <a:pt x="6994" y="24931"/>
                    <a:pt x="7107" y="25044"/>
                    <a:pt x="7274" y="25044"/>
                  </a:cubicBezTo>
                  <a:lnTo>
                    <a:pt x="7333" y="25044"/>
                  </a:lnTo>
                  <a:cubicBezTo>
                    <a:pt x="7558" y="24990"/>
                    <a:pt x="7671" y="24818"/>
                    <a:pt x="7612" y="24593"/>
                  </a:cubicBezTo>
                  <a:cubicBezTo>
                    <a:pt x="5302" y="15627"/>
                    <a:pt x="1295" y="511"/>
                    <a:pt x="618" y="60"/>
                  </a:cubicBezTo>
                  <a:cubicBezTo>
                    <a:pt x="559" y="19"/>
                    <a:pt x="492" y="0"/>
                    <a:pt x="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584;p39">
              <a:extLst>
                <a:ext uri="{FF2B5EF4-FFF2-40B4-BE49-F238E27FC236}">
                  <a16:creationId xmlns:a16="http://schemas.microsoft.com/office/drawing/2014/main" id="{173583E2-EC6A-F6B0-1525-64893DC11BB5}"/>
                </a:ext>
              </a:extLst>
            </p:cNvPr>
            <p:cNvSpPr/>
            <p:nvPr/>
          </p:nvSpPr>
          <p:spPr>
            <a:xfrm>
              <a:off x="1809541" y="1470755"/>
              <a:ext cx="124343" cy="484862"/>
            </a:xfrm>
            <a:custGeom>
              <a:avLst/>
              <a:gdLst/>
              <a:ahLst/>
              <a:cxnLst/>
              <a:rect l="l" t="t" r="r" b="b"/>
              <a:pathLst>
                <a:path w="6093" h="23759" extrusionOk="0">
                  <a:moveTo>
                    <a:pt x="5685" y="0"/>
                  </a:moveTo>
                  <a:cubicBezTo>
                    <a:pt x="5527" y="0"/>
                    <a:pt x="5357" y="146"/>
                    <a:pt x="5357" y="295"/>
                  </a:cubicBezTo>
                  <a:lnTo>
                    <a:pt x="55" y="23362"/>
                  </a:lnTo>
                  <a:cubicBezTo>
                    <a:pt x="1" y="23533"/>
                    <a:pt x="114" y="23700"/>
                    <a:pt x="339" y="23759"/>
                  </a:cubicBezTo>
                  <a:lnTo>
                    <a:pt x="393" y="23759"/>
                  </a:lnTo>
                  <a:cubicBezTo>
                    <a:pt x="565" y="23759"/>
                    <a:pt x="678" y="23646"/>
                    <a:pt x="732" y="23475"/>
                  </a:cubicBezTo>
                  <a:lnTo>
                    <a:pt x="6034" y="462"/>
                  </a:lnTo>
                  <a:cubicBezTo>
                    <a:pt x="6092" y="236"/>
                    <a:pt x="5921" y="70"/>
                    <a:pt x="5754" y="11"/>
                  </a:cubicBezTo>
                  <a:cubicBezTo>
                    <a:pt x="5732" y="4"/>
                    <a:pt x="5708" y="0"/>
                    <a:pt x="56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585;p39">
              <a:extLst>
                <a:ext uri="{FF2B5EF4-FFF2-40B4-BE49-F238E27FC236}">
                  <a16:creationId xmlns:a16="http://schemas.microsoft.com/office/drawing/2014/main" id="{6F64081F-FF49-9FEC-7DF3-F5B55E41C37B}"/>
                </a:ext>
              </a:extLst>
            </p:cNvPr>
            <p:cNvSpPr/>
            <p:nvPr/>
          </p:nvSpPr>
          <p:spPr>
            <a:xfrm>
              <a:off x="1917746" y="863174"/>
              <a:ext cx="29958" cy="1068210"/>
            </a:xfrm>
            <a:custGeom>
              <a:avLst/>
              <a:gdLst/>
              <a:ahLst/>
              <a:cxnLst/>
              <a:rect l="l" t="t" r="r" b="b"/>
              <a:pathLst>
                <a:path w="1468" h="52344" extrusionOk="0">
                  <a:moveTo>
                    <a:pt x="732" y="1"/>
                  </a:moveTo>
                  <a:cubicBezTo>
                    <a:pt x="339" y="1"/>
                    <a:pt x="1" y="339"/>
                    <a:pt x="1" y="736"/>
                  </a:cubicBezTo>
                  <a:lnTo>
                    <a:pt x="1" y="51666"/>
                  </a:lnTo>
                  <a:cubicBezTo>
                    <a:pt x="1" y="52063"/>
                    <a:pt x="339" y="52343"/>
                    <a:pt x="732" y="52343"/>
                  </a:cubicBezTo>
                  <a:cubicBezTo>
                    <a:pt x="1129" y="52343"/>
                    <a:pt x="1467" y="52063"/>
                    <a:pt x="1467" y="51666"/>
                  </a:cubicBezTo>
                  <a:lnTo>
                    <a:pt x="1467" y="736"/>
                  </a:lnTo>
                  <a:cubicBezTo>
                    <a:pt x="1467" y="339"/>
                    <a:pt x="1129" y="1"/>
                    <a:pt x="73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586;p39">
              <a:extLst>
                <a:ext uri="{FF2B5EF4-FFF2-40B4-BE49-F238E27FC236}">
                  <a16:creationId xmlns:a16="http://schemas.microsoft.com/office/drawing/2014/main" id="{BA640A97-338D-EEDA-EB69-7666B1C3E9C9}"/>
                </a:ext>
              </a:extLst>
            </p:cNvPr>
            <p:cNvSpPr/>
            <p:nvPr/>
          </p:nvSpPr>
          <p:spPr>
            <a:xfrm>
              <a:off x="1718561" y="453392"/>
              <a:ext cx="428211" cy="584757"/>
            </a:xfrm>
            <a:custGeom>
              <a:avLst/>
              <a:gdLst/>
              <a:ahLst/>
              <a:cxnLst/>
              <a:rect l="l" t="t" r="r" b="b"/>
              <a:pathLst>
                <a:path w="20983" h="28654" extrusionOk="0">
                  <a:moveTo>
                    <a:pt x="10663" y="0"/>
                  </a:moveTo>
                  <a:cubicBezTo>
                    <a:pt x="4851" y="0"/>
                    <a:pt x="1" y="564"/>
                    <a:pt x="1" y="10550"/>
                  </a:cubicBezTo>
                  <a:cubicBezTo>
                    <a:pt x="1" y="20531"/>
                    <a:pt x="4685" y="28653"/>
                    <a:pt x="10492" y="28653"/>
                  </a:cubicBezTo>
                  <a:cubicBezTo>
                    <a:pt x="16304" y="28653"/>
                    <a:pt x="20983" y="20531"/>
                    <a:pt x="20983" y="10550"/>
                  </a:cubicBezTo>
                  <a:cubicBezTo>
                    <a:pt x="20983" y="564"/>
                    <a:pt x="16471" y="0"/>
                    <a:pt x="10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587;p39">
              <a:extLst>
                <a:ext uri="{FF2B5EF4-FFF2-40B4-BE49-F238E27FC236}">
                  <a16:creationId xmlns:a16="http://schemas.microsoft.com/office/drawing/2014/main" id="{4B04050F-7EA9-5C2D-B8E1-4D9C4A4A11CF}"/>
                </a:ext>
              </a:extLst>
            </p:cNvPr>
            <p:cNvSpPr/>
            <p:nvPr/>
          </p:nvSpPr>
          <p:spPr>
            <a:xfrm>
              <a:off x="1718561" y="457984"/>
              <a:ext cx="272869" cy="580165"/>
            </a:xfrm>
            <a:custGeom>
              <a:avLst/>
              <a:gdLst/>
              <a:ahLst/>
              <a:cxnLst/>
              <a:rect l="l" t="t" r="r" b="b"/>
              <a:pathLst>
                <a:path w="13371" h="28429" extrusionOk="0">
                  <a:moveTo>
                    <a:pt x="6544" y="1"/>
                  </a:moveTo>
                  <a:cubicBezTo>
                    <a:pt x="2708" y="678"/>
                    <a:pt x="1" y="2880"/>
                    <a:pt x="1" y="10325"/>
                  </a:cubicBezTo>
                  <a:cubicBezTo>
                    <a:pt x="1" y="20306"/>
                    <a:pt x="4685" y="28428"/>
                    <a:pt x="10492" y="28428"/>
                  </a:cubicBezTo>
                  <a:cubicBezTo>
                    <a:pt x="11453" y="28428"/>
                    <a:pt x="12410" y="28203"/>
                    <a:pt x="13371" y="27751"/>
                  </a:cubicBezTo>
                  <a:cubicBezTo>
                    <a:pt x="6769" y="20590"/>
                    <a:pt x="4400" y="10041"/>
                    <a:pt x="6544" y="1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588;p39">
              <a:extLst>
                <a:ext uri="{FF2B5EF4-FFF2-40B4-BE49-F238E27FC236}">
                  <a16:creationId xmlns:a16="http://schemas.microsoft.com/office/drawing/2014/main" id="{3D0DE117-0D40-528E-FE7B-70D3C473D8C8}"/>
                </a:ext>
              </a:extLst>
            </p:cNvPr>
            <p:cNvSpPr/>
            <p:nvPr/>
          </p:nvSpPr>
          <p:spPr>
            <a:xfrm>
              <a:off x="1977604" y="670049"/>
              <a:ext cx="123139" cy="78222"/>
            </a:xfrm>
            <a:custGeom>
              <a:avLst/>
              <a:gdLst/>
              <a:ahLst/>
              <a:cxnLst/>
              <a:rect l="l" t="t" r="r" b="b"/>
              <a:pathLst>
                <a:path w="6034" h="3833" extrusionOk="0">
                  <a:moveTo>
                    <a:pt x="2682" y="0"/>
                  </a:moveTo>
                  <a:cubicBezTo>
                    <a:pt x="1380" y="0"/>
                    <a:pt x="315" y="580"/>
                    <a:pt x="168" y="1455"/>
                  </a:cubicBezTo>
                  <a:cubicBezTo>
                    <a:pt x="1" y="2528"/>
                    <a:pt x="1129" y="3544"/>
                    <a:pt x="2708" y="3769"/>
                  </a:cubicBezTo>
                  <a:cubicBezTo>
                    <a:pt x="2951" y="3812"/>
                    <a:pt x="3190" y="3833"/>
                    <a:pt x="3421" y="3833"/>
                  </a:cubicBezTo>
                  <a:cubicBezTo>
                    <a:pt x="4691" y="3833"/>
                    <a:pt x="5722" y="3216"/>
                    <a:pt x="5867" y="2357"/>
                  </a:cubicBezTo>
                  <a:cubicBezTo>
                    <a:pt x="6034" y="1342"/>
                    <a:pt x="4851" y="272"/>
                    <a:pt x="3326" y="47"/>
                  </a:cubicBezTo>
                  <a:cubicBezTo>
                    <a:pt x="3107" y="15"/>
                    <a:pt x="2891" y="0"/>
                    <a:pt x="2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589;p39">
              <a:extLst>
                <a:ext uri="{FF2B5EF4-FFF2-40B4-BE49-F238E27FC236}">
                  <a16:creationId xmlns:a16="http://schemas.microsoft.com/office/drawing/2014/main" id="{6DEC79D7-7761-A22D-6844-D68BFF8C0CB3}"/>
                </a:ext>
              </a:extLst>
            </p:cNvPr>
            <p:cNvSpPr/>
            <p:nvPr/>
          </p:nvSpPr>
          <p:spPr>
            <a:xfrm>
              <a:off x="1766908" y="670049"/>
              <a:ext cx="123241" cy="78222"/>
            </a:xfrm>
            <a:custGeom>
              <a:avLst/>
              <a:gdLst/>
              <a:ahLst/>
              <a:cxnLst/>
              <a:rect l="l" t="t" r="r" b="b"/>
              <a:pathLst>
                <a:path w="6039" h="3833" extrusionOk="0">
                  <a:moveTo>
                    <a:pt x="3353" y="0"/>
                  </a:moveTo>
                  <a:cubicBezTo>
                    <a:pt x="3143" y="0"/>
                    <a:pt x="2927" y="15"/>
                    <a:pt x="2708" y="47"/>
                  </a:cubicBezTo>
                  <a:cubicBezTo>
                    <a:pt x="1129" y="272"/>
                    <a:pt x="1" y="1342"/>
                    <a:pt x="172" y="2357"/>
                  </a:cubicBezTo>
                  <a:cubicBezTo>
                    <a:pt x="313" y="3216"/>
                    <a:pt x="1346" y="3833"/>
                    <a:pt x="2618" y="3833"/>
                  </a:cubicBezTo>
                  <a:cubicBezTo>
                    <a:pt x="2849" y="3833"/>
                    <a:pt x="3088" y="3812"/>
                    <a:pt x="3331" y="3769"/>
                  </a:cubicBezTo>
                  <a:cubicBezTo>
                    <a:pt x="4851" y="3544"/>
                    <a:pt x="6038" y="2528"/>
                    <a:pt x="5867" y="1455"/>
                  </a:cubicBezTo>
                  <a:cubicBezTo>
                    <a:pt x="5723" y="580"/>
                    <a:pt x="4655" y="0"/>
                    <a:pt x="3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590;p39">
              <a:extLst>
                <a:ext uri="{FF2B5EF4-FFF2-40B4-BE49-F238E27FC236}">
                  <a16:creationId xmlns:a16="http://schemas.microsoft.com/office/drawing/2014/main" id="{455E5260-5CFD-2C4D-4514-616393121966}"/>
                </a:ext>
              </a:extLst>
            </p:cNvPr>
            <p:cNvSpPr/>
            <p:nvPr/>
          </p:nvSpPr>
          <p:spPr>
            <a:xfrm>
              <a:off x="1823358" y="807337"/>
              <a:ext cx="221034" cy="84691"/>
            </a:xfrm>
            <a:custGeom>
              <a:avLst/>
              <a:gdLst/>
              <a:ahLst/>
              <a:cxnLst/>
              <a:rect l="l" t="t" r="r" b="b"/>
              <a:pathLst>
                <a:path w="10831" h="4150" extrusionOk="0">
                  <a:moveTo>
                    <a:pt x="1757" y="0"/>
                  </a:moveTo>
                  <a:cubicBezTo>
                    <a:pt x="1319" y="0"/>
                    <a:pt x="965" y="80"/>
                    <a:pt x="732" y="314"/>
                  </a:cubicBezTo>
                  <a:cubicBezTo>
                    <a:pt x="1" y="1045"/>
                    <a:pt x="1806" y="4149"/>
                    <a:pt x="5415" y="4149"/>
                  </a:cubicBezTo>
                  <a:cubicBezTo>
                    <a:pt x="9025" y="4149"/>
                    <a:pt x="10830" y="1045"/>
                    <a:pt x="10095" y="314"/>
                  </a:cubicBezTo>
                  <a:cubicBezTo>
                    <a:pt x="9862" y="80"/>
                    <a:pt x="9504" y="0"/>
                    <a:pt x="9061" y="0"/>
                  </a:cubicBezTo>
                  <a:cubicBezTo>
                    <a:pt x="8108" y="0"/>
                    <a:pt x="6761" y="368"/>
                    <a:pt x="5415" y="368"/>
                  </a:cubicBezTo>
                  <a:cubicBezTo>
                    <a:pt x="4030" y="368"/>
                    <a:pt x="2697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591;p39">
              <a:extLst>
                <a:ext uri="{FF2B5EF4-FFF2-40B4-BE49-F238E27FC236}">
                  <a16:creationId xmlns:a16="http://schemas.microsoft.com/office/drawing/2014/main" id="{DFEF5DC9-3F1F-CD64-16B9-BF94555D1432}"/>
                </a:ext>
              </a:extLst>
            </p:cNvPr>
            <p:cNvSpPr/>
            <p:nvPr/>
          </p:nvSpPr>
          <p:spPr>
            <a:xfrm>
              <a:off x="1941971" y="708927"/>
              <a:ext cx="34468" cy="76406"/>
            </a:xfrm>
            <a:custGeom>
              <a:avLst/>
              <a:gdLst/>
              <a:ahLst/>
              <a:cxnLst/>
              <a:rect l="l" t="t" r="r" b="b"/>
              <a:pathLst>
                <a:path w="1689" h="3744" extrusionOk="0">
                  <a:moveTo>
                    <a:pt x="109" y="1"/>
                  </a:moveTo>
                  <a:lnTo>
                    <a:pt x="55" y="114"/>
                  </a:lnTo>
                  <a:cubicBezTo>
                    <a:pt x="55" y="114"/>
                    <a:pt x="1" y="3744"/>
                    <a:pt x="744" y="3744"/>
                  </a:cubicBezTo>
                  <a:cubicBezTo>
                    <a:pt x="776" y="3744"/>
                    <a:pt x="809" y="3737"/>
                    <a:pt x="844" y="3723"/>
                  </a:cubicBezTo>
                  <a:cubicBezTo>
                    <a:pt x="1688" y="3385"/>
                    <a:pt x="55" y="114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592;p39">
              <a:extLst>
                <a:ext uri="{FF2B5EF4-FFF2-40B4-BE49-F238E27FC236}">
                  <a16:creationId xmlns:a16="http://schemas.microsoft.com/office/drawing/2014/main" id="{F0CF4020-5D3F-C42D-706F-1E48381DF2A4}"/>
                </a:ext>
              </a:extLst>
            </p:cNvPr>
            <p:cNvSpPr/>
            <p:nvPr/>
          </p:nvSpPr>
          <p:spPr>
            <a:xfrm>
              <a:off x="1978808" y="563374"/>
              <a:ext cx="102425" cy="26387"/>
            </a:xfrm>
            <a:custGeom>
              <a:avLst/>
              <a:gdLst/>
              <a:ahLst/>
              <a:cxnLst/>
              <a:rect l="l" t="t" r="r" b="b"/>
              <a:pathLst>
                <a:path w="5019" h="1293" extrusionOk="0">
                  <a:moveTo>
                    <a:pt x="1633" y="1"/>
                  </a:moveTo>
                  <a:cubicBezTo>
                    <a:pt x="553" y="1"/>
                    <a:pt x="0" y="357"/>
                    <a:pt x="222" y="536"/>
                  </a:cubicBezTo>
                  <a:cubicBezTo>
                    <a:pt x="560" y="761"/>
                    <a:pt x="1521" y="761"/>
                    <a:pt x="2424" y="928"/>
                  </a:cubicBezTo>
                  <a:cubicBezTo>
                    <a:pt x="3227" y="1072"/>
                    <a:pt x="3954" y="1293"/>
                    <a:pt x="4399" y="1293"/>
                  </a:cubicBezTo>
                  <a:cubicBezTo>
                    <a:pt x="4484" y="1293"/>
                    <a:pt x="4558" y="1285"/>
                    <a:pt x="4621" y="1267"/>
                  </a:cubicBezTo>
                  <a:cubicBezTo>
                    <a:pt x="5018" y="1213"/>
                    <a:pt x="4283" y="423"/>
                    <a:pt x="2590" y="85"/>
                  </a:cubicBezTo>
                  <a:cubicBezTo>
                    <a:pt x="2238" y="25"/>
                    <a:pt x="1917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593;p39">
              <a:extLst>
                <a:ext uri="{FF2B5EF4-FFF2-40B4-BE49-F238E27FC236}">
                  <a16:creationId xmlns:a16="http://schemas.microsoft.com/office/drawing/2014/main" id="{05063C64-AFAB-CE81-9260-F21DEFAAA336}"/>
                </a:ext>
              </a:extLst>
            </p:cNvPr>
            <p:cNvSpPr/>
            <p:nvPr/>
          </p:nvSpPr>
          <p:spPr>
            <a:xfrm>
              <a:off x="1786520" y="563374"/>
              <a:ext cx="102405" cy="26387"/>
            </a:xfrm>
            <a:custGeom>
              <a:avLst/>
              <a:gdLst/>
              <a:ahLst/>
              <a:cxnLst/>
              <a:rect l="l" t="t" r="r" b="b"/>
              <a:pathLst>
                <a:path w="5018" h="1293" extrusionOk="0">
                  <a:moveTo>
                    <a:pt x="3382" y="1"/>
                  </a:moveTo>
                  <a:cubicBezTo>
                    <a:pt x="3098" y="1"/>
                    <a:pt x="2777" y="25"/>
                    <a:pt x="2424" y="85"/>
                  </a:cubicBezTo>
                  <a:cubicBezTo>
                    <a:pt x="732" y="423"/>
                    <a:pt x="1" y="1213"/>
                    <a:pt x="393" y="1267"/>
                  </a:cubicBezTo>
                  <a:cubicBezTo>
                    <a:pt x="448" y="1285"/>
                    <a:pt x="516" y="1293"/>
                    <a:pt x="597" y="1293"/>
                  </a:cubicBezTo>
                  <a:cubicBezTo>
                    <a:pt x="1022" y="1293"/>
                    <a:pt x="1788" y="1072"/>
                    <a:pt x="2595" y="928"/>
                  </a:cubicBezTo>
                  <a:cubicBezTo>
                    <a:pt x="3498" y="761"/>
                    <a:pt x="4454" y="761"/>
                    <a:pt x="4793" y="536"/>
                  </a:cubicBezTo>
                  <a:cubicBezTo>
                    <a:pt x="5018" y="357"/>
                    <a:pt x="4463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594;p39">
              <a:extLst>
                <a:ext uri="{FF2B5EF4-FFF2-40B4-BE49-F238E27FC236}">
                  <a16:creationId xmlns:a16="http://schemas.microsoft.com/office/drawing/2014/main" id="{1A63CA13-B72E-01E1-B840-A5C12FF92CCE}"/>
                </a:ext>
              </a:extLst>
            </p:cNvPr>
            <p:cNvSpPr/>
            <p:nvPr/>
          </p:nvSpPr>
          <p:spPr>
            <a:xfrm>
              <a:off x="1672519" y="1037238"/>
              <a:ext cx="520289" cy="947520"/>
            </a:xfrm>
            <a:custGeom>
              <a:avLst/>
              <a:gdLst/>
              <a:ahLst/>
              <a:cxnLst/>
              <a:rect l="l" t="t" r="r" b="b"/>
              <a:pathLst>
                <a:path w="25495" h="46430" extrusionOk="0">
                  <a:moveTo>
                    <a:pt x="852" y="1"/>
                  </a:moveTo>
                  <a:cubicBezTo>
                    <a:pt x="735" y="1"/>
                    <a:pt x="617" y="33"/>
                    <a:pt x="511" y="104"/>
                  </a:cubicBezTo>
                  <a:cubicBezTo>
                    <a:pt x="113" y="271"/>
                    <a:pt x="1" y="722"/>
                    <a:pt x="172" y="1060"/>
                  </a:cubicBezTo>
                  <a:lnTo>
                    <a:pt x="24028" y="46016"/>
                  </a:lnTo>
                  <a:cubicBezTo>
                    <a:pt x="24149" y="46292"/>
                    <a:pt x="24407" y="46429"/>
                    <a:pt x="24667" y="46429"/>
                  </a:cubicBezTo>
                  <a:cubicBezTo>
                    <a:pt x="24778" y="46429"/>
                    <a:pt x="24889" y="46404"/>
                    <a:pt x="24990" y="46355"/>
                  </a:cubicBezTo>
                  <a:cubicBezTo>
                    <a:pt x="25382" y="46129"/>
                    <a:pt x="25495" y="45732"/>
                    <a:pt x="25328" y="45339"/>
                  </a:cubicBezTo>
                  <a:lnTo>
                    <a:pt x="1467" y="384"/>
                  </a:lnTo>
                  <a:cubicBezTo>
                    <a:pt x="1353" y="152"/>
                    <a:pt x="1105" y="1"/>
                    <a:pt x="852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595;p39">
              <a:extLst>
                <a:ext uri="{FF2B5EF4-FFF2-40B4-BE49-F238E27FC236}">
                  <a16:creationId xmlns:a16="http://schemas.microsoft.com/office/drawing/2014/main" id="{50D28583-0522-AEC4-301F-CCB4755AF5C3}"/>
                </a:ext>
              </a:extLst>
            </p:cNvPr>
            <p:cNvSpPr/>
            <p:nvPr/>
          </p:nvSpPr>
          <p:spPr>
            <a:xfrm>
              <a:off x="1306475" y="630538"/>
              <a:ext cx="569839" cy="578124"/>
            </a:xfrm>
            <a:custGeom>
              <a:avLst/>
              <a:gdLst/>
              <a:ahLst/>
              <a:cxnLst/>
              <a:rect l="l" t="t" r="r" b="b"/>
              <a:pathLst>
                <a:path w="27923" h="28329" extrusionOk="0">
                  <a:moveTo>
                    <a:pt x="15449" y="1"/>
                  </a:moveTo>
                  <a:cubicBezTo>
                    <a:pt x="13437" y="1"/>
                    <a:pt x="11367" y="974"/>
                    <a:pt x="9138" y="2150"/>
                  </a:cubicBezTo>
                  <a:cubicBezTo>
                    <a:pt x="4061" y="4857"/>
                    <a:pt x="0" y="7677"/>
                    <a:pt x="4684" y="16476"/>
                  </a:cubicBezTo>
                  <a:cubicBezTo>
                    <a:pt x="8498" y="23696"/>
                    <a:pt x="14489" y="28329"/>
                    <a:pt x="19352" y="28329"/>
                  </a:cubicBezTo>
                  <a:cubicBezTo>
                    <a:pt x="20455" y="28329"/>
                    <a:pt x="21500" y="28090"/>
                    <a:pt x="22449" y="27590"/>
                  </a:cubicBezTo>
                  <a:cubicBezTo>
                    <a:pt x="27584" y="24883"/>
                    <a:pt x="27922" y="15520"/>
                    <a:pt x="23239" y="6662"/>
                  </a:cubicBezTo>
                  <a:cubicBezTo>
                    <a:pt x="20591" y="1653"/>
                    <a:pt x="18069" y="1"/>
                    <a:pt x="154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596;p39">
              <a:extLst>
                <a:ext uri="{FF2B5EF4-FFF2-40B4-BE49-F238E27FC236}">
                  <a16:creationId xmlns:a16="http://schemas.microsoft.com/office/drawing/2014/main" id="{8AFF76DD-B377-2F84-0C13-FFA946D96442}"/>
                </a:ext>
              </a:extLst>
            </p:cNvPr>
            <p:cNvSpPr/>
            <p:nvPr/>
          </p:nvSpPr>
          <p:spPr>
            <a:xfrm>
              <a:off x="1330598" y="719335"/>
              <a:ext cx="478944" cy="489331"/>
            </a:xfrm>
            <a:custGeom>
              <a:avLst/>
              <a:gdLst/>
              <a:ahLst/>
              <a:cxnLst/>
              <a:rect l="l" t="t" r="r" b="b"/>
              <a:pathLst>
                <a:path w="23469" h="23978" extrusionOk="0">
                  <a:moveTo>
                    <a:pt x="4459" y="1"/>
                  </a:moveTo>
                  <a:cubicBezTo>
                    <a:pt x="1354" y="2311"/>
                    <a:pt x="1" y="5528"/>
                    <a:pt x="3502" y="12125"/>
                  </a:cubicBezTo>
                  <a:cubicBezTo>
                    <a:pt x="7316" y="19345"/>
                    <a:pt x="13307" y="23978"/>
                    <a:pt x="18170" y="23978"/>
                  </a:cubicBezTo>
                  <a:cubicBezTo>
                    <a:pt x="19273" y="23978"/>
                    <a:pt x="20318" y="23739"/>
                    <a:pt x="21267" y="23239"/>
                  </a:cubicBezTo>
                  <a:cubicBezTo>
                    <a:pt x="22115" y="22788"/>
                    <a:pt x="22846" y="22111"/>
                    <a:pt x="23469" y="21263"/>
                  </a:cubicBezTo>
                  <a:cubicBezTo>
                    <a:pt x="14273" y="18050"/>
                    <a:pt x="7279" y="9815"/>
                    <a:pt x="4459" y="1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597;p39">
              <a:extLst>
                <a:ext uri="{FF2B5EF4-FFF2-40B4-BE49-F238E27FC236}">
                  <a16:creationId xmlns:a16="http://schemas.microsoft.com/office/drawing/2014/main" id="{3ED1DC81-2046-7CF7-BF8C-CA3670C4E31D}"/>
                </a:ext>
              </a:extLst>
            </p:cNvPr>
            <p:cNvSpPr/>
            <p:nvPr/>
          </p:nvSpPr>
          <p:spPr>
            <a:xfrm>
              <a:off x="1641499" y="808663"/>
              <a:ext cx="123118" cy="89344"/>
            </a:xfrm>
            <a:custGeom>
              <a:avLst/>
              <a:gdLst/>
              <a:ahLst/>
              <a:cxnLst/>
              <a:rect l="l" t="t" r="r" b="b"/>
              <a:pathLst>
                <a:path w="6033" h="4378" extrusionOk="0">
                  <a:moveTo>
                    <a:pt x="3932" y="0"/>
                  </a:moveTo>
                  <a:cubicBezTo>
                    <a:pt x="3349" y="0"/>
                    <a:pt x="2694" y="173"/>
                    <a:pt x="2085" y="529"/>
                  </a:cubicBezTo>
                  <a:cubicBezTo>
                    <a:pt x="677" y="1318"/>
                    <a:pt x="0" y="2731"/>
                    <a:pt x="505" y="3633"/>
                  </a:cubicBezTo>
                  <a:cubicBezTo>
                    <a:pt x="810" y="4120"/>
                    <a:pt x="1394" y="4377"/>
                    <a:pt x="2081" y="4377"/>
                  </a:cubicBezTo>
                  <a:cubicBezTo>
                    <a:pt x="2666" y="4377"/>
                    <a:pt x="3325" y="4190"/>
                    <a:pt x="3948" y="3800"/>
                  </a:cubicBezTo>
                  <a:cubicBezTo>
                    <a:pt x="5356" y="3010"/>
                    <a:pt x="6033" y="1657"/>
                    <a:pt x="5528" y="754"/>
                  </a:cubicBezTo>
                  <a:cubicBezTo>
                    <a:pt x="5247" y="258"/>
                    <a:pt x="4644" y="0"/>
                    <a:pt x="3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598;p39">
              <a:extLst>
                <a:ext uri="{FF2B5EF4-FFF2-40B4-BE49-F238E27FC236}">
                  <a16:creationId xmlns:a16="http://schemas.microsoft.com/office/drawing/2014/main" id="{B569386F-DC07-2366-D3A7-1BA9F2144EC8}"/>
                </a:ext>
              </a:extLst>
            </p:cNvPr>
            <p:cNvSpPr/>
            <p:nvPr/>
          </p:nvSpPr>
          <p:spPr>
            <a:xfrm>
              <a:off x="1576682" y="984033"/>
              <a:ext cx="185647" cy="65753"/>
            </a:xfrm>
            <a:custGeom>
              <a:avLst/>
              <a:gdLst/>
              <a:ahLst/>
              <a:cxnLst/>
              <a:rect l="l" t="t" r="r" b="b"/>
              <a:pathLst>
                <a:path w="9097" h="3222" extrusionOk="0">
                  <a:moveTo>
                    <a:pt x="8284" y="0"/>
                  </a:moveTo>
                  <a:cubicBezTo>
                    <a:pt x="7518" y="0"/>
                    <a:pt x="5991" y="754"/>
                    <a:pt x="4358" y="1298"/>
                  </a:cubicBezTo>
                  <a:cubicBezTo>
                    <a:pt x="2612" y="1808"/>
                    <a:pt x="861" y="2034"/>
                    <a:pt x="356" y="2539"/>
                  </a:cubicBezTo>
                  <a:cubicBezTo>
                    <a:pt x="0" y="2824"/>
                    <a:pt x="632" y="3222"/>
                    <a:pt x="1925" y="3222"/>
                  </a:cubicBezTo>
                  <a:cubicBezTo>
                    <a:pt x="2682" y="3222"/>
                    <a:pt x="3665" y="3086"/>
                    <a:pt x="4809" y="2711"/>
                  </a:cubicBezTo>
                  <a:cubicBezTo>
                    <a:pt x="7914" y="1750"/>
                    <a:pt x="9096" y="116"/>
                    <a:pt x="8365" y="3"/>
                  </a:cubicBezTo>
                  <a:cubicBezTo>
                    <a:pt x="8339" y="1"/>
                    <a:pt x="8312" y="0"/>
                    <a:pt x="8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599;p39">
              <a:extLst>
                <a:ext uri="{FF2B5EF4-FFF2-40B4-BE49-F238E27FC236}">
                  <a16:creationId xmlns:a16="http://schemas.microsoft.com/office/drawing/2014/main" id="{88C2A859-7EF7-3AA3-5183-F08A5C1674BC}"/>
                </a:ext>
              </a:extLst>
            </p:cNvPr>
            <p:cNvSpPr/>
            <p:nvPr/>
          </p:nvSpPr>
          <p:spPr>
            <a:xfrm>
              <a:off x="1459619" y="923216"/>
              <a:ext cx="125527" cy="50447"/>
            </a:xfrm>
            <a:custGeom>
              <a:avLst/>
              <a:gdLst/>
              <a:ahLst/>
              <a:cxnLst/>
              <a:rect l="l" t="t" r="r" b="b"/>
              <a:pathLst>
                <a:path w="6151" h="2472" extrusionOk="0">
                  <a:moveTo>
                    <a:pt x="3712" y="0"/>
                  </a:moveTo>
                  <a:cubicBezTo>
                    <a:pt x="3417" y="0"/>
                    <a:pt x="3099" y="32"/>
                    <a:pt x="2762" y="105"/>
                  </a:cubicBezTo>
                  <a:cubicBezTo>
                    <a:pt x="731" y="615"/>
                    <a:pt x="0" y="2194"/>
                    <a:pt x="506" y="2419"/>
                  </a:cubicBezTo>
                  <a:cubicBezTo>
                    <a:pt x="587" y="2456"/>
                    <a:pt x="682" y="2471"/>
                    <a:pt x="788" y="2471"/>
                  </a:cubicBezTo>
                  <a:cubicBezTo>
                    <a:pt x="1344" y="2471"/>
                    <a:pt x="2212" y="2035"/>
                    <a:pt x="3159" y="1797"/>
                  </a:cubicBezTo>
                  <a:cubicBezTo>
                    <a:pt x="4341" y="1517"/>
                    <a:pt x="5528" y="1630"/>
                    <a:pt x="5866" y="1233"/>
                  </a:cubicBezTo>
                  <a:cubicBezTo>
                    <a:pt x="6150" y="854"/>
                    <a:pt x="524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600;p39">
              <a:extLst>
                <a:ext uri="{FF2B5EF4-FFF2-40B4-BE49-F238E27FC236}">
                  <a16:creationId xmlns:a16="http://schemas.microsoft.com/office/drawing/2014/main" id="{BA6E79D9-9D5E-4C48-5074-6E851F416293}"/>
                </a:ext>
              </a:extLst>
            </p:cNvPr>
            <p:cNvSpPr/>
            <p:nvPr/>
          </p:nvSpPr>
          <p:spPr>
            <a:xfrm>
              <a:off x="1481681" y="918032"/>
              <a:ext cx="103384" cy="26203"/>
            </a:xfrm>
            <a:custGeom>
              <a:avLst/>
              <a:gdLst/>
              <a:ahLst/>
              <a:cxnLst/>
              <a:rect l="l" t="t" r="r" b="b"/>
              <a:pathLst>
                <a:path w="5066" h="1284" extrusionOk="0">
                  <a:moveTo>
                    <a:pt x="1679" y="0"/>
                  </a:moveTo>
                  <a:cubicBezTo>
                    <a:pt x="567" y="0"/>
                    <a:pt x="1" y="392"/>
                    <a:pt x="273" y="530"/>
                  </a:cubicBezTo>
                  <a:cubicBezTo>
                    <a:pt x="611" y="756"/>
                    <a:pt x="1514" y="756"/>
                    <a:pt x="2470" y="923"/>
                  </a:cubicBezTo>
                  <a:cubicBezTo>
                    <a:pt x="3297" y="1020"/>
                    <a:pt x="4037" y="1284"/>
                    <a:pt x="4481" y="1284"/>
                  </a:cubicBezTo>
                  <a:cubicBezTo>
                    <a:pt x="4553" y="1284"/>
                    <a:pt x="4617" y="1277"/>
                    <a:pt x="4672" y="1261"/>
                  </a:cubicBezTo>
                  <a:cubicBezTo>
                    <a:pt x="5065" y="1207"/>
                    <a:pt x="4275" y="359"/>
                    <a:pt x="2583" y="79"/>
                  </a:cubicBezTo>
                  <a:cubicBezTo>
                    <a:pt x="2252" y="23"/>
                    <a:pt x="1950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601;p39">
              <a:extLst>
                <a:ext uri="{FF2B5EF4-FFF2-40B4-BE49-F238E27FC236}">
                  <a16:creationId xmlns:a16="http://schemas.microsoft.com/office/drawing/2014/main" id="{8B4A5149-D0F2-6747-0543-FEF5B3BF37A1}"/>
                </a:ext>
              </a:extLst>
            </p:cNvPr>
            <p:cNvSpPr/>
            <p:nvPr/>
          </p:nvSpPr>
          <p:spPr>
            <a:xfrm>
              <a:off x="1597743" y="762622"/>
              <a:ext cx="98078" cy="35101"/>
            </a:xfrm>
            <a:custGeom>
              <a:avLst/>
              <a:gdLst/>
              <a:ahLst/>
              <a:cxnLst/>
              <a:rect l="l" t="t" r="r" b="b"/>
              <a:pathLst>
                <a:path w="4806" h="1720" extrusionOk="0">
                  <a:moveTo>
                    <a:pt x="3738" y="0"/>
                  </a:moveTo>
                  <a:cubicBezTo>
                    <a:pt x="3344" y="0"/>
                    <a:pt x="2840" y="67"/>
                    <a:pt x="2257" y="249"/>
                  </a:cubicBezTo>
                  <a:cubicBezTo>
                    <a:pt x="619" y="813"/>
                    <a:pt x="1" y="1656"/>
                    <a:pt x="339" y="1715"/>
                  </a:cubicBezTo>
                  <a:cubicBezTo>
                    <a:pt x="361" y="1718"/>
                    <a:pt x="384" y="1720"/>
                    <a:pt x="409" y="1720"/>
                  </a:cubicBezTo>
                  <a:cubicBezTo>
                    <a:pt x="826" y="1720"/>
                    <a:pt x="1630" y="1302"/>
                    <a:pt x="2482" y="1038"/>
                  </a:cubicBezTo>
                  <a:cubicBezTo>
                    <a:pt x="3385" y="754"/>
                    <a:pt x="4342" y="641"/>
                    <a:pt x="4626" y="361"/>
                  </a:cubicBezTo>
                  <a:cubicBezTo>
                    <a:pt x="4806" y="216"/>
                    <a:pt x="4450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602;p39">
              <a:extLst>
                <a:ext uri="{FF2B5EF4-FFF2-40B4-BE49-F238E27FC236}">
                  <a16:creationId xmlns:a16="http://schemas.microsoft.com/office/drawing/2014/main" id="{F7659894-C56B-88C6-35F5-8F0489A0C80C}"/>
                </a:ext>
              </a:extLst>
            </p:cNvPr>
            <p:cNvSpPr/>
            <p:nvPr/>
          </p:nvSpPr>
          <p:spPr>
            <a:xfrm>
              <a:off x="1445803" y="878236"/>
              <a:ext cx="102670" cy="23530"/>
            </a:xfrm>
            <a:custGeom>
              <a:avLst/>
              <a:gdLst/>
              <a:ahLst/>
              <a:cxnLst/>
              <a:rect l="l" t="t" r="r" b="b"/>
              <a:pathLst>
                <a:path w="5031" h="1153" extrusionOk="0">
                  <a:moveTo>
                    <a:pt x="3239" y="0"/>
                  </a:moveTo>
                  <a:cubicBezTo>
                    <a:pt x="3008" y="0"/>
                    <a:pt x="2755" y="16"/>
                    <a:pt x="2482" y="52"/>
                  </a:cubicBezTo>
                  <a:cubicBezTo>
                    <a:pt x="731" y="278"/>
                    <a:pt x="1" y="1014"/>
                    <a:pt x="339" y="1126"/>
                  </a:cubicBezTo>
                  <a:cubicBezTo>
                    <a:pt x="402" y="1145"/>
                    <a:pt x="478" y="1152"/>
                    <a:pt x="565" y="1152"/>
                  </a:cubicBezTo>
                  <a:cubicBezTo>
                    <a:pt x="1021" y="1152"/>
                    <a:pt x="1779" y="937"/>
                    <a:pt x="2536" y="842"/>
                  </a:cubicBezTo>
                  <a:cubicBezTo>
                    <a:pt x="3498" y="729"/>
                    <a:pt x="4454" y="788"/>
                    <a:pt x="4793" y="617"/>
                  </a:cubicBezTo>
                  <a:cubicBezTo>
                    <a:pt x="5031" y="427"/>
                    <a:pt x="4435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603;p39">
              <a:extLst>
                <a:ext uri="{FF2B5EF4-FFF2-40B4-BE49-F238E27FC236}">
                  <a16:creationId xmlns:a16="http://schemas.microsoft.com/office/drawing/2014/main" id="{480F62F9-7E41-0956-3D9D-1EF16E6134D1}"/>
                </a:ext>
              </a:extLst>
            </p:cNvPr>
            <p:cNvSpPr/>
            <p:nvPr/>
          </p:nvSpPr>
          <p:spPr>
            <a:xfrm>
              <a:off x="1619580" y="897706"/>
              <a:ext cx="61059" cy="60835"/>
            </a:xfrm>
            <a:custGeom>
              <a:avLst/>
              <a:gdLst/>
              <a:ahLst/>
              <a:cxnLst/>
              <a:rect l="l" t="t" r="r" b="b"/>
              <a:pathLst>
                <a:path w="2992" h="2981" extrusionOk="0">
                  <a:moveTo>
                    <a:pt x="0" y="1"/>
                  </a:moveTo>
                  <a:lnTo>
                    <a:pt x="0" y="114"/>
                  </a:lnTo>
                  <a:cubicBezTo>
                    <a:pt x="0" y="114"/>
                    <a:pt x="1480" y="2980"/>
                    <a:pt x="2222" y="2980"/>
                  </a:cubicBezTo>
                  <a:cubicBezTo>
                    <a:pt x="2299" y="2980"/>
                    <a:pt x="2369" y="2949"/>
                    <a:pt x="2428" y="2880"/>
                  </a:cubicBezTo>
                  <a:cubicBezTo>
                    <a:pt x="2992" y="2203"/>
                    <a:pt x="0" y="11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604;p39">
              <a:extLst>
                <a:ext uri="{FF2B5EF4-FFF2-40B4-BE49-F238E27FC236}">
                  <a16:creationId xmlns:a16="http://schemas.microsoft.com/office/drawing/2014/main" id="{44539D62-6B05-CD8E-1660-D01A81A107E8}"/>
                </a:ext>
              </a:extLst>
            </p:cNvPr>
            <p:cNvSpPr/>
            <p:nvPr/>
          </p:nvSpPr>
          <p:spPr>
            <a:xfrm>
              <a:off x="2499017" y="1096198"/>
              <a:ext cx="356846" cy="1016559"/>
            </a:xfrm>
            <a:custGeom>
              <a:avLst/>
              <a:gdLst/>
              <a:ahLst/>
              <a:cxnLst/>
              <a:rect l="l" t="t" r="r" b="b"/>
              <a:pathLst>
                <a:path w="17486" h="49813" extrusionOk="0">
                  <a:moveTo>
                    <a:pt x="842" y="0"/>
                  </a:moveTo>
                  <a:cubicBezTo>
                    <a:pt x="767" y="0"/>
                    <a:pt x="692" y="12"/>
                    <a:pt x="623" y="35"/>
                  </a:cubicBezTo>
                  <a:cubicBezTo>
                    <a:pt x="226" y="148"/>
                    <a:pt x="0" y="540"/>
                    <a:pt x="172" y="937"/>
                  </a:cubicBezTo>
                  <a:lnTo>
                    <a:pt x="16019" y="49332"/>
                  </a:lnTo>
                  <a:cubicBezTo>
                    <a:pt x="16112" y="49610"/>
                    <a:pt x="16397" y="49812"/>
                    <a:pt x="16714" y="49812"/>
                  </a:cubicBezTo>
                  <a:cubicBezTo>
                    <a:pt x="16782" y="49812"/>
                    <a:pt x="16852" y="49803"/>
                    <a:pt x="16921" y="49783"/>
                  </a:cubicBezTo>
                  <a:cubicBezTo>
                    <a:pt x="17318" y="49670"/>
                    <a:pt x="17485" y="49273"/>
                    <a:pt x="17372" y="48880"/>
                  </a:cubicBezTo>
                  <a:lnTo>
                    <a:pt x="1525" y="486"/>
                  </a:lnTo>
                  <a:cubicBezTo>
                    <a:pt x="1436" y="171"/>
                    <a:pt x="1132" y="0"/>
                    <a:pt x="8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605;p39">
              <a:extLst>
                <a:ext uri="{FF2B5EF4-FFF2-40B4-BE49-F238E27FC236}">
                  <a16:creationId xmlns:a16="http://schemas.microsoft.com/office/drawing/2014/main" id="{4699BA43-8A49-623A-2C01-4916704AD71F}"/>
                </a:ext>
              </a:extLst>
            </p:cNvPr>
            <p:cNvSpPr/>
            <p:nvPr/>
          </p:nvSpPr>
          <p:spPr>
            <a:xfrm>
              <a:off x="2183606" y="682212"/>
              <a:ext cx="534105" cy="586818"/>
            </a:xfrm>
            <a:custGeom>
              <a:avLst/>
              <a:gdLst/>
              <a:ahLst/>
              <a:cxnLst/>
              <a:rect l="l" t="t" r="r" b="b"/>
              <a:pathLst>
                <a:path w="26172" h="28755" extrusionOk="0">
                  <a:moveTo>
                    <a:pt x="15337" y="1"/>
                  </a:moveTo>
                  <a:cubicBezTo>
                    <a:pt x="13683" y="1"/>
                    <a:pt x="11893" y="514"/>
                    <a:pt x="9986" y="1143"/>
                  </a:cubicBezTo>
                  <a:cubicBezTo>
                    <a:pt x="4459" y="2948"/>
                    <a:pt x="1" y="5032"/>
                    <a:pt x="3105" y="14508"/>
                  </a:cubicBezTo>
                  <a:cubicBezTo>
                    <a:pt x="5843" y="22930"/>
                    <a:pt x="11620" y="28754"/>
                    <a:pt x="16741" y="28754"/>
                  </a:cubicBezTo>
                  <a:cubicBezTo>
                    <a:pt x="17417" y="28754"/>
                    <a:pt x="18082" y="28653"/>
                    <a:pt x="18727" y="28442"/>
                  </a:cubicBezTo>
                  <a:cubicBezTo>
                    <a:pt x="24254" y="26637"/>
                    <a:pt x="26172" y="17500"/>
                    <a:pt x="23072" y="7965"/>
                  </a:cubicBezTo>
                  <a:cubicBezTo>
                    <a:pt x="21050" y="1792"/>
                    <a:pt x="18430" y="1"/>
                    <a:pt x="153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606;p39">
              <a:extLst>
                <a:ext uri="{FF2B5EF4-FFF2-40B4-BE49-F238E27FC236}">
                  <a16:creationId xmlns:a16="http://schemas.microsoft.com/office/drawing/2014/main" id="{C13CBB4B-FC23-D965-D8AC-D0B3CF4F2211}"/>
                </a:ext>
              </a:extLst>
            </p:cNvPr>
            <p:cNvSpPr/>
            <p:nvPr/>
          </p:nvSpPr>
          <p:spPr>
            <a:xfrm>
              <a:off x="2199729" y="736560"/>
              <a:ext cx="416701" cy="532472"/>
            </a:xfrm>
            <a:custGeom>
              <a:avLst/>
              <a:gdLst/>
              <a:ahLst/>
              <a:cxnLst/>
              <a:rect l="l" t="t" r="r" b="b"/>
              <a:pathLst>
                <a:path w="20419" h="26092" extrusionOk="0">
                  <a:moveTo>
                    <a:pt x="5302" y="0"/>
                  </a:moveTo>
                  <a:cubicBezTo>
                    <a:pt x="1918" y="1805"/>
                    <a:pt x="0" y="4738"/>
                    <a:pt x="2315" y="11845"/>
                  </a:cubicBezTo>
                  <a:cubicBezTo>
                    <a:pt x="5053" y="20267"/>
                    <a:pt x="10830" y="26091"/>
                    <a:pt x="15951" y="26091"/>
                  </a:cubicBezTo>
                  <a:cubicBezTo>
                    <a:pt x="16627" y="26091"/>
                    <a:pt x="17292" y="25990"/>
                    <a:pt x="17937" y="25779"/>
                  </a:cubicBezTo>
                  <a:cubicBezTo>
                    <a:pt x="18898" y="25495"/>
                    <a:pt x="19742" y="24931"/>
                    <a:pt x="20418" y="24254"/>
                  </a:cubicBezTo>
                  <a:cubicBezTo>
                    <a:pt x="11958" y="19516"/>
                    <a:pt x="6430" y="10212"/>
                    <a:pt x="5302" y="0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607;p39">
              <a:extLst>
                <a:ext uri="{FF2B5EF4-FFF2-40B4-BE49-F238E27FC236}">
                  <a16:creationId xmlns:a16="http://schemas.microsoft.com/office/drawing/2014/main" id="{E8FADB4F-8636-837F-BAD6-1647CDB3C0CE}"/>
                </a:ext>
              </a:extLst>
            </p:cNvPr>
            <p:cNvSpPr/>
            <p:nvPr/>
          </p:nvSpPr>
          <p:spPr>
            <a:xfrm>
              <a:off x="2501323" y="877930"/>
              <a:ext cx="123220" cy="78753"/>
            </a:xfrm>
            <a:custGeom>
              <a:avLst/>
              <a:gdLst/>
              <a:ahLst/>
              <a:cxnLst/>
              <a:rect l="l" t="t" r="r" b="b"/>
              <a:pathLst>
                <a:path w="6038" h="3859" extrusionOk="0">
                  <a:moveTo>
                    <a:pt x="3458" y="0"/>
                  </a:moveTo>
                  <a:cubicBezTo>
                    <a:pt x="3215" y="0"/>
                    <a:pt x="2964" y="22"/>
                    <a:pt x="2707" y="67"/>
                  </a:cubicBezTo>
                  <a:cubicBezTo>
                    <a:pt x="1187" y="352"/>
                    <a:pt x="0" y="1367"/>
                    <a:pt x="171" y="2382"/>
                  </a:cubicBezTo>
                  <a:cubicBezTo>
                    <a:pt x="311" y="3277"/>
                    <a:pt x="1360" y="3859"/>
                    <a:pt x="2592" y="3859"/>
                  </a:cubicBezTo>
                  <a:cubicBezTo>
                    <a:pt x="2833" y="3859"/>
                    <a:pt x="3081" y="3837"/>
                    <a:pt x="3330" y="3790"/>
                  </a:cubicBezTo>
                  <a:cubicBezTo>
                    <a:pt x="4909" y="3565"/>
                    <a:pt x="6037" y="2495"/>
                    <a:pt x="5866" y="1480"/>
                  </a:cubicBezTo>
                  <a:cubicBezTo>
                    <a:pt x="5726" y="580"/>
                    <a:pt x="4712" y="0"/>
                    <a:pt x="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608;p39">
              <a:extLst>
                <a:ext uri="{FF2B5EF4-FFF2-40B4-BE49-F238E27FC236}">
                  <a16:creationId xmlns:a16="http://schemas.microsoft.com/office/drawing/2014/main" id="{897315CE-E7AC-7244-8ADA-B1234FF51A8F}"/>
                </a:ext>
              </a:extLst>
            </p:cNvPr>
            <p:cNvSpPr/>
            <p:nvPr/>
          </p:nvSpPr>
          <p:spPr>
            <a:xfrm>
              <a:off x="2301015" y="939114"/>
              <a:ext cx="124343" cy="87630"/>
            </a:xfrm>
            <a:custGeom>
              <a:avLst/>
              <a:gdLst/>
              <a:ahLst/>
              <a:cxnLst/>
              <a:rect l="l" t="t" r="r" b="b"/>
              <a:pathLst>
                <a:path w="6093" h="4294" extrusionOk="0">
                  <a:moveTo>
                    <a:pt x="3943" y="0"/>
                  </a:moveTo>
                  <a:cubicBezTo>
                    <a:pt x="3398" y="0"/>
                    <a:pt x="2790" y="149"/>
                    <a:pt x="2203" y="454"/>
                  </a:cubicBezTo>
                  <a:cubicBezTo>
                    <a:pt x="791" y="1189"/>
                    <a:pt x="1" y="2543"/>
                    <a:pt x="452" y="3445"/>
                  </a:cubicBezTo>
                  <a:cubicBezTo>
                    <a:pt x="749" y="4003"/>
                    <a:pt x="1390" y="4294"/>
                    <a:pt x="2152" y="4294"/>
                  </a:cubicBezTo>
                  <a:cubicBezTo>
                    <a:pt x="2698" y="4294"/>
                    <a:pt x="3306" y="4145"/>
                    <a:pt x="3895" y="3838"/>
                  </a:cubicBezTo>
                  <a:cubicBezTo>
                    <a:pt x="5303" y="3107"/>
                    <a:pt x="6092" y="1753"/>
                    <a:pt x="5641" y="851"/>
                  </a:cubicBezTo>
                  <a:cubicBezTo>
                    <a:pt x="5347" y="291"/>
                    <a:pt x="4706" y="0"/>
                    <a:pt x="3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609;p39">
              <a:extLst>
                <a:ext uri="{FF2B5EF4-FFF2-40B4-BE49-F238E27FC236}">
                  <a16:creationId xmlns:a16="http://schemas.microsoft.com/office/drawing/2014/main" id="{77B63124-16DC-D769-5873-FB6E8D27E124}"/>
                </a:ext>
              </a:extLst>
            </p:cNvPr>
            <p:cNvSpPr/>
            <p:nvPr/>
          </p:nvSpPr>
          <p:spPr>
            <a:xfrm>
              <a:off x="2398914" y="1040585"/>
              <a:ext cx="208748" cy="112241"/>
            </a:xfrm>
            <a:custGeom>
              <a:avLst/>
              <a:gdLst/>
              <a:ahLst/>
              <a:cxnLst/>
              <a:rect l="l" t="t" r="r" b="b"/>
              <a:pathLst>
                <a:path w="10229" h="5500" extrusionOk="0">
                  <a:moveTo>
                    <a:pt x="5960" y="0"/>
                  </a:moveTo>
                  <a:cubicBezTo>
                    <a:pt x="5399" y="0"/>
                    <a:pt x="4798" y="83"/>
                    <a:pt x="4174" y="278"/>
                  </a:cubicBezTo>
                  <a:cubicBezTo>
                    <a:pt x="790" y="1406"/>
                    <a:pt x="0" y="4903"/>
                    <a:pt x="957" y="5409"/>
                  </a:cubicBezTo>
                  <a:cubicBezTo>
                    <a:pt x="1082" y="5471"/>
                    <a:pt x="1221" y="5499"/>
                    <a:pt x="1373" y="5499"/>
                  </a:cubicBezTo>
                  <a:cubicBezTo>
                    <a:pt x="2317" y="5499"/>
                    <a:pt x="3755" y="4421"/>
                    <a:pt x="5356" y="3888"/>
                  </a:cubicBezTo>
                  <a:cubicBezTo>
                    <a:pt x="7274" y="3265"/>
                    <a:pt x="9363" y="3378"/>
                    <a:pt x="9815" y="2476"/>
                  </a:cubicBezTo>
                  <a:cubicBezTo>
                    <a:pt x="10228" y="1693"/>
                    <a:pt x="8490" y="0"/>
                    <a:pt x="5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610;p39">
              <a:extLst>
                <a:ext uri="{FF2B5EF4-FFF2-40B4-BE49-F238E27FC236}">
                  <a16:creationId xmlns:a16="http://schemas.microsoft.com/office/drawing/2014/main" id="{3E392852-881F-D6EB-6D65-0E09ADC628C7}"/>
                </a:ext>
              </a:extLst>
            </p:cNvPr>
            <p:cNvSpPr/>
            <p:nvPr/>
          </p:nvSpPr>
          <p:spPr>
            <a:xfrm>
              <a:off x="2473690" y="947257"/>
              <a:ext cx="51855" cy="67977"/>
            </a:xfrm>
            <a:custGeom>
              <a:avLst/>
              <a:gdLst/>
              <a:ahLst/>
              <a:cxnLst/>
              <a:rect l="l" t="t" r="r" b="b"/>
              <a:pathLst>
                <a:path w="2541" h="3331" extrusionOk="0">
                  <a:moveTo>
                    <a:pt x="0" y="1"/>
                  </a:moveTo>
                  <a:lnTo>
                    <a:pt x="0" y="113"/>
                  </a:lnTo>
                  <a:cubicBezTo>
                    <a:pt x="0" y="113"/>
                    <a:pt x="1026" y="3330"/>
                    <a:pt x="1714" y="3330"/>
                  </a:cubicBezTo>
                  <a:cubicBezTo>
                    <a:pt x="1766" y="3330"/>
                    <a:pt x="1816" y="3312"/>
                    <a:pt x="1864" y="3272"/>
                  </a:cubicBezTo>
                  <a:cubicBezTo>
                    <a:pt x="2541" y="2649"/>
                    <a:pt x="0" y="11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611;p39">
              <a:extLst>
                <a:ext uri="{FF2B5EF4-FFF2-40B4-BE49-F238E27FC236}">
                  <a16:creationId xmlns:a16="http://schemas.microsoft.com/office/drawing/2014/main" id="{FB24D95D-75A6-8CD0-E89F-9378F4DA4D3F}"/>
                </a:ext>
              </a:extLst>
            </p:cNvPr>
            <p:cNvSpPr/>
            <p:nvPr/>
          </p:nvSpPr>
          <p:spPr>
            <a:xfrm>
              <a:off x="2299260" y="861705"/>
              <a:ext cx="67161" cy="71345"/>
            </a:xfrm>
            <a:custGeom>
              <a:avLst/>
              <a:gdLst/>
              <a:ahLst/>
              <a:cxnLst/>
              <a:rect l="l" t="t" r="r" b="b"/>
              <a:pathLst>
                <a:path w="3291" h="3496" extrusionOk="0">
                  <a:moveTo>
                    <a:pt x="3031" y="1"/>
                  </a:moveTo>
                  <a:cubicBezTo>
                    <a:pt x="3012" y="1"/>
                    <a:pt x="2990" y="7"/>
                    <a:pt x="2966" y="19"/>
                  </a:cubicBezTo>
                  <a:cubicBezTo>
                    <a:pt x="2569" y="132"/>
                    <a:pt x="2117" y="975"/>
                    <a:pt x="1499" y="1652"/>
                  </a:cubicBezTo>
                  <a:cubicBezTo>
                    <a:pt x="877" y="2388"/>
                    <a:pt x="146" y="2952"/>
                    <a:pt x="33" y="3344"/>
                  </a:cubicBezTo>
                  <a:cubicBezTo>
                    <a:pt x="1" y="3441"/>
                    <a:pt x="64" y="3496"/>
                    <a:pt x="198" y="3496"/>
                  </a:cubicBezTo>
                  <a:cubicBezTo>
                    <a:pt x="533" y="3496"/>
                    <a:pt x="1310" y="3146"/>
                    <a:pt x="2117" y="2216"/>
                  </a:cubicBezTo>
                  <a:cubicBezTo>
                    <a:pt x="3165" y="1013"/>
                    <a:pt x="3290" y="1"/>
                    <a:pt x="3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612;p39">
              <a:extLst>
                <a:ext uri="{FF2B5EF4-FFF2-40B4-BE49-F238E27FC236}">
                  <a16:creationId xmlns:a16="http://schemas.microsoft.com/office/drawing/2014/main" id="{FB7CE389-7600-D129-9ADC-3A2593431099}"/>
                </a:ext>
              </a:extLst>
            </p:cNvPr>
            <p:cNvSpPr/>
            <p:nvPr/>
          </p:nvSpPr>
          <p:spPr>
            <a:xfrm>
              <a:off x="2474894" y="819317"/>
              <a:ext cx="104425" cy="18632"/>
            </a:xfrm>
            <a:custGeom>
              <a:avLst/>
              <a:gdLst/>
              <a:ahLst/>
              <a:cxnLst/>
              <a:rect l="l" t="t" r="r" b="b"/>
              <a:pathLst>
                <a:path w="5117" h="913" extrusionOk="0">
                  <a:moveTo>
                    <a:pt x="769" y="1"/>
                  </a:moveTo>
                  <a:cubicBezTo>
                    <a:pt x="593" y="1"/>
                    <a:pt x="447" y="18"/>
                    <a:pt x="338" y="65"/>
                  </a:cubicBezTo>
                  <a:cubicBezTo>
                    <a:pt x="0" y="232"/>
                    <a:pt x="844" y="909"/>
                    <a:pt x="2536" y="909"/>
                  </a:cubicBezTo>
                  <a:cubicBezTo>
                    <a:pt x="2608" y="911"/>
                    <a:pt x="2679" y="913"/>
                    <a:pt x="2748" y="913"/>
                  </a:cubicBezTo>
                  <a:cubicBezTo>
                    <a:pt x="4354" y="913"/>
                    <a:pt x="5116" y="284"/>
                    <a:pt x="4792" y="119"/>
                  </a:cubicBezTo>
                  <a:cubicBezTo>
                    <a:pt x="4679" y="64"/>
                    <a:pt x="4504" y="45"/>
                    <a:pt x="4284" y="45"/>
                  </a:cubicBezTo>
                  <a:cubicBezTo>
                    <a:pt x="3846" y="45"/>
                    <a:pt x="3232" y="119"/>
                    <a:pt x="2595" y="119"/>
                  </a:cubicBezTo>
                  <a:cubicBezTo>
                    <a:pt x="1898" y="119"/>
                    <a:pt x="1232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613;p39">
              <a:extLst>
                <a:ext uri="{FF2B5EF4-FFF2-40B4-BE49-F238E27FC236}">
                  <a16:creationId xmlns:a16="http://schemas.microsoft.com/office/drawing/2014/main" id="{247D8531-D855-8E5B-5997-AC66D098E09B}"/>
                </a:ext>
              </a:extLst>
            </p:cNvPr>
            <p:cNvSpPr/>
            <p:nvPr/>
          </p:nvSpPr>
          <p:spPr>
            <a:xfrm>
              <a:off x="2755754" y="1808291"/>
              <a:ext cx="163464" cy="169668"/>
            </a:xfrm>
            <a:custGeom>
              <a:avLst/>
              <a:gdLst/>
              <a:ahLst/>
              <a:cxnLst/>
              <a:rect l="l" t="t" r="r" b="b"/>
              <a:pathLst>
                <a:path w="8010" h="8314" extrusionOk="0">
                  <a:moveTo>
                    <a:pt x="2402" y="7060"/>
                  </a:moveTo>
                  <a:cubicBezTo>
                    <a:pt x="2448" y="7151"/>
                    <a:pt x="2504" y="7242"/>
                    <a:pt x="2595" y="7333"/>
                  </a:cubicBezTo>
                  <a:lnTo>
                    <a:pt x="2536" y="7333"/>
                  </a:lnTo>
                  <a:lnTo>
                    <a:pt x="2402" y="7060"/>
                  </a:lnTo>
                  <a:close/>
                  <a:moveTo>
                    <a:pt x="5302" y="0"/>
                  </a:moveTo>
                  <a:cubicBezTo>
                    <a:pt x="4454" y="54"/>
                    <a:pt x="3723" y="280"/>
                    <a:pt x="3100" y="844"/>
                  </a:cubicBezTo>
                  <a:cubicBezTo>
                    <a:pt x="2821" y="1128"/>
                    <a:pt x="2595" y="1408"/>
                    <a:pt x="2423" y="1747"/>
                  </a:cubicBezTo>
                  <a:cubicBezTo>
                    <a:pt x="2245" y="1640"/>
                    <a:pt x="2019" y="1602"/>
                    <a:pt x="1791" y="1602"/>
                  </a:cubicBezTo>
                  <a:cubicBezTo>
                    <a:pt x="1662" y="1602"/>
                    <a:pt x="1531" y="1614"/>
                    <a:pt x="1408" y="1634"/>
                  </a:cubicBezTo>
                  <a:cubicBezTo>
                    <a:pt x="1016" y="1692"/>
                    <a:pt x="564" y="2031"/>
                    <a:pt x="339" y="2369"/>
                  </a:cubicBezTo>
                  <a:cubicBezTo>
                    <a:pt x="0" y="2820"/>
                    <a:pt x="0" y="3213"/>
                    <a:pt x="55" y="3723"/>
                  </a:cubicBezTo>
                  <a:cubicBezTo>
                    <a:pt x="113" y="4625"/>
                    <a:pt x="506" y="5469"/>
                    <a:pt x="1016" y="6146"/>
                  </a:cubicBezTo>
                  <a:cubicBezTo>
                    <a:pt x="1295" y="6484"/>
                    <a:pt x="1634" y="6823"/>
                    <a:pt x="1972" y="7048"/>
                  </a:cubicBezTo>
                  <a:cubicBezTo>
                    <a:pt x="2198" y="7274"/>
                    <a:pt x="2482" y="7387"/>
                    <a:pt x="2762" y="7500"/>
                  </a:cubicBezTo>
                  <a:cubicBezTo>
                    <a:pt x="2988" y="7784"/>
                    <a:pt x="3326" y="8010"/>
                    <a:pt x="3723" y="8177"/>
                  </a:cubicBezTo>
                  <a:cubicBezTo>
                    <a:pt x="3940" y="8271"/>
                    <a:pt x="4227" y="8314"/>
                    <a:pt x="4516" y="8314"/>
                  </a:cubicBezTo>
                  <a:cubicBezTo>
                    <a:pt x="4751" y="8314"/>
                    <a:pt x="4987" y="8286"/>
                    <a:pt x="5189" y="8235"/>
                  </a:cubicBezTo>
                  <a:cubicBezTo>
                    <a:pt x="5582" y="8122"/>
                    <a:pt x="5920" y="8010"/>
                    <a:pt x="6259" y="7784"/>
                  </a:cubicBezTo>
                  <a:cubicBezTo>
                    <a:pt x="6656" y="7558"/>
                    <a:pt x="7107" y="7274"/>
                    <a:pt x="7387" y="6823"/>
                  </a:cubicBezTo>
                  <a:cubicBezTo>
                    <a:pt x="7784" y="6205"/>
                    <a:pt x="7897" y="5528"/>
                    <a:pt x="7951" y="4792"/>
                  </a:cubicBezTo>
                  <a:cubicBezTo>
                    <a:pt x="7951" y="4287"/>
                    <a:pt x="8010" y="3777"/>
                    <a:pt x="8010" y="3213"/>
                  </a:cubicBezTo>
                  <a:cubicBezTo>
                    <a:pt x="8010" y="2595"/>
                    <a:pt x="7951" y="1918"/>
                    <a:pt x="7613" y="1354"/>
                  </a:cubicBezTo>
                  <a:cubicBezTo>
                    <a:pt x="7161" y="564"/>
                    <a:pt x="6259" y="0"/>
                    <a:pt x="5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614;p39">
              <a:extLst>
                <a:ext uri="{FF2B5EF4-FFF2-40B4-BE49-F238E27FC236}">
                  <a16:creationId xmlns:a16="http://schemas.microsoft.com/office/drawing/2014/main" id="{C8F0DBD5-E2AD-EE29-3CE7-8B834DC68A04}"/>
                </a:ext>
              </a:extLst>
            </p:cNvPr>
            <p:cNvSpPr/>
            <p:nvPr/>
          </p:nvSpPr>
          <p:spPr>
            <a:xfrm>
              <a:off x="2614120" y="1556042"/>
              <a:ext cx="291276" cy="348805"/>
            </a:xfrm>
            <a:custGeom>
              <a:avLst/>
              <a:gdLst/>
              <a:ahLst/>
              <a:cxnLst/>
              <a:rect l="l" t="t" r="r" b="b"/>
              <a:pathLst>
                <a:path w="14273" h="17092" extrusionOk="0">
                  <a:moveTo>
                    <a:pt x="292" y="0"/>
                  </a:moveTo>
                  <a:cubicBezTo>
                    <a:pt x="234" y="0"/>
                    <a:pt x="194" y="21"/>
                    <a:pt x="172" y="64"/>
                  </a:cubicBezTo>
                  <a:cubicBezTo>
                    <a:pt x="1" y="403"/>
                    <a:pt x="736" y="1869"/>
                    <a:pt x="1693" y="3503"/>
                  </a:cubicBezTo>
                  <a:cubicBezTo>
                    <a:pt x="1618" y="3494"/>
                    <a:pt x="1538" y="3488"/>
                    <a:pt x="1455" y="3488"/>
                  </a:cubicBezTo>
                  <a:cubicBezTo>
                    <a:pt x="1034" y="3488"/>
                    <a:pt x="546" y="3642"/>
                    <a:pt x="452" y="4351"/>
                  </a:cubicBezTo>
                  <a:cubicBezTo>
                    <a:pt x="339" y="4915"/>
                    <a:pt x="790" y="6097"/>
                    <a:pt x="1354" y="7225"/>
                  </a:cubicBezTo>
                  <a:cubicBezTo>
                    <a:pt x="1016" y="7902"/>
                    <a:pt x="790" y="8525"/>
                    <a:pt x="790" y="9030"/>
                  </a:cubicBezTo>
                  <a:cubicBezTo>
                    <a:pt x="849" y="10384"/>
                    <a:pt x="3895" y="13543"/>
                    <a:pt x="5361" y="14558"/>
                  </a:cubicBezTo>
                  <a:cubicBezTo>
                    <a:pt x="5587" y="14671"/>
                    <a:pt x="6092" y="15009"/>
                    <a:pt x="6602" y="15347"/>
                  </a:cubicBezTo>
                  <a:lnTo>
                    <a:pt x="7617" y="15857"/>
                  </a:lnTo>
                  <a:cubicBezTo>
                    <a:pt x="8791" y="16492"/>
                    <a:pt x="9876" y="17092"/>
                    <a:pt x="10872" y="17092"/>
                  </a:cubicBezTo>
                  <a:cubicBezTo>
                    <a:pt x="11645" y="17092"/>
                    <a:pt x="12365" y="16731"/>
                    <a:pt x="13032" y="15745"/>
                  </a:cubicBezTo>
                  <a:cubicBezTo>
                    <a:pt x="14273" y="13940"/>
                    <a:pt x="13763" y="12924"/>
                    <a:pt x="13032" y="11174"/>
                  </a:cubicBezTo>
                  <a:cubicBezTo>
                    <a:pt x="12973" y="11061"/>
                    <a:pt x="12919" y="10894"/>
                    <a:pt x="12860" y="10781"/>
                  </a:cubicBezTo>
                  <a:cubicBezTo>
                    <a:pt x="12694" y="10497"/>
                    <a:pt x="12522" y="10271"/>
                    <a:pt x="12522" y="10158"/>
                  </a:cubicBezTo>
                  <a:cubicBezTo>
                    <a:pt x="12355" y="9481"/>
                    <a:pt x="10889" y="6549"/>
                    <a:pt x="9815" y="6097"/>
                  </a:cubicBezTo>
                  <a:cubicBezTo>
                    <a:pt x="9102" y="5796"/>
                    <a:pt x="8162" y="5746"/>
                    <a:pt x="7615" y="5746"/>
                  </a:cubicBezTo>
                  <a:cubicBezTo>
                    <a:pt x="7341" y="5746"/>
                    <a:pt x="7166" y="5759"/>
                    <a:pt x="7166" y="5759"/>
                  </a:cubicBezTo>
                  <a:cubicBezTo>
                    <a:pt x="7166" y="5759"/>
                    <a:pt x="6882" y="5533"/>
                    <a:pt x="6489" y="5195"/>
                  </a:cubicBezTo>
                  <a:cubicBezTo>
                    <a:pt x="4145" y="2959"/>
                    <a:pt x="986" y="0"/>
                    <a:pt x="292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615;p39">
              <a:extLst>
                <a:ext uri="{FF2B5EF4-FFF2-40B4-BE49-F238E27FC236}">
                  <a16:creationId xmlns:a16="http://schemas.microsoft.com/office/drawing/2014/main" id="{310D9D1A-55EB-79D4-2004-A1B53ECBB6EF}"/>
                </a:ext>
              </a:extLst>
            </p:cNvPr>
            <p:cNvSpPr/>
            <p:nvPr/>
          </p:nvSpPr>
          <p:spPr>
            <a:xfrm>
              <a:off x="2772979" y="1694290"/>
              <a:ext cx="132424" cy="210565"/>
            </a:xfrm>
            <a:custGeom>
              <a:avLst/>
              <a:gdLst/>
              <a:ahLst/>
              <a:cxnLst/>
              <a:rect l="l" t="t" r="r" b="b"/>
              <a:pathLst>
                <a:path w="6489" h="10318" extrusionOk="0">
                  <a:moveTo>
                    <a:pt x="2820" y="0"/>
                  </a:moveTo>
                  <a:cubicBezTo>
                    <a:pt x="1467" y="2933"/>
                    <a:pt x="0" y="5925"/>
                    <a:pt x="451" y="8858"/>
                  </a:cubicBezTo>
                  <a:cubicBezTo>
                    <a:pt x="510" y="9083"/>
                    <a:pt x="510" y="9250"/>
                    <a:pt x="510" y="9422"/>
                  </a:cubicBezTo>
                  <a:cubicBezTo>
                    <a:pt x="1438" y="9914"/>
                    <a:pt x="2307" y="10317"/>
                    <a:pt x="3115" y="10317"/>
                  </a:cubicBezTo>
                  <a:cubicBezTo>
                    <a:pt x="3879" y="10317"/>
                    <a:pt x="4590" y="9957"/>
                    <a:pt x="5248" y="8971"/>
                  </a:cubicBezTo>
                  <a:cubicBezTo>
                    <a:pt x="6489" y="7166"/>
                    <a:pt x="5979" y="6150"/>
                    <a:pt x="5248" y="4400"/>
                  </a:cubicBezTo>
                  <a:cubicBezTo>
                    <a:pt x="5189" y="4287"/>
                    <a:pt x="5135" y="4120"/>
                    <a:pt x="5076" y="4007"/>
                  </a:cubicBezTo>
                  <a:cubicBezTo>
                    <a:pt x="4910" y="3723"/>
                    <a:pt x="4738" y="3497"/>
                    <a:pt x="4738" y="3384"/>
                  </a:cubicBezTo>
                  <a:cubicBezTo>
                    <a:pt x="4571" y="2879"/>
                    <a:pt x="3723" y="1015"/>
                    <a:pt x="2820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616;p39">
              <a:extLst>
                <a:ext uri="{FF2B5EF4-FFF2-40B4-BE49-F238E27FC236}">
                  <a16:creationId xmlns:a16="http://schemas.microsoft.com/office/drawing/2014/main" id="{FFE16BC9-21C0-7037-8689-713F7C8E15EF}"/>
                </a:ext>
              </a:extLst>
            </p:cNvPr>
            <p:cNvSpPr/>
            <p:nvPr/>
          </p:nvSpPr>
          <p:spPr>
            <a:xfrm>
              <a:off x="1692132" y="1640778"/>
              <a:ext cx="177280" cy="167668"/>
            </a:xfrm>
            <a:custGeom>
              <a:avLst/>
              <a:gdLst/>
              <a:ahLst/>
              <a:cxnLst/>
              <a:rect l="l" t="t" r="r" b="b"/>
              <a:pathLst>
                <a:path w="8687" h="8216" extrusionOk="0">
                  <a:moveTo>
                    <a:pt x="903" y="3245"/>
                  </a:moveTo>
                  <a:lnTo>
                    <a:pt x="903" y="3245"/>
                  </a:lnTo>
                  <a:cubicBezTo>
                    <a:pt x="790" y="3358"/>
                    <a:pt x="732" y="3470"/>
                    <a:pt x="619" y="3525"/>
                  </a:cubicBezTo>
                  <a:lnTo>
                    <a:pt x="903" y="3245"/>
                  </a:lnTo>
                  <a:close/>
                  <a:moveTo>
                    <a:pt x="4349" y="1"/>
                  </a:moveTo>
                  <a:cubicBezTo>
                    <a:pt x="4052" y="1"/>
                    <a:pt x="3770" y="88"/>
                    <a:pt x="3439" y="199"/>
                  </a:cubicBezTo>
                  <a:cubicBezTo>
                    <a:pt x="2595" y="479"/>
                    <a:pt x="1919" y="1043"/>
                    <a:pt x="1354" y="1778"/>
                  </a:cubicBezTo>
                  <a:cubicBezTo>
                    <a:pt x="1070" y="2117"/>
                    <a:pt x="903" y="2509"/>
                    <a:pt x="732" y="2906"/>
                  </a:cubicBezTo>
                  <a:cubicBezTo>
                    <a:pt x="619" y="3186"/>
                    <a:pt x="506" y="3470"/>
                    <a:pt x="506" y="3750"/>
                  </a:cubicBezTo>
                  <a:cubicBezTo>
                    <a:pt x="281" y="4089"/>
                    <a:pt x="114" y="4427"/>
                    <a:pt x="55" y="4824"/>
                  </a:cubicBezTo>
                  <a:cubicBezTo>
                    <a:pt x="1" y="5329"/>
                    <a:pt x="168" y="5894"/>
                    <a:pt x="393" y="6291"/>
                  </a:cubicBezTo>
                  <a:cubicBezTo>
                    <a:pt x="565" y="6629"/>
                    <a:pt x="845" y="6967"/>
                    <a:pt x="1129" y="7193"/>
                  </a:cubicBezTo>
                  <a:cubicBezTo>
                    <a:pt x="1467" y="7586"/>
                    <a:pt x="1860" y="7924"/>
                    <a:pt x="2311" y="8037"/>
                  </a:cubicBezTo>
                  <a:cubicBezTo>
                    <a:pt x="2655" y="8170"/>
                    <a:pt x="2985" y="8216"/>
                    <a:pt x="3309" y="8216"/>
                  </a:cubicBezTo>
                  <a:cubicBezTo>
                    <a:pt x="3679" y="8216"/>
                    <a:pt x="4039" y="8156"/>
                    <a:pt x="4400" y="8096"/>
                  </a:cubicBezTo>
                  <a:cubicBezTo>
                    <a:pt x="4964" y="7983"/>
                    <a:pt x="5470" y="7870"/>
                    <a:pt x="5980" y="7757"/>
                  </a:cubicBezTo>
                  <a:cubicBezTo>
                    <a:pt x="6598" y="7586"/>
                    <a:pt x="7220" y="7360"/>
                    <a:pt x="7672" y="6909"/>
                  </a:cubicBezTo>
                  <a:cubicBezTo>
                    <a:pt x="8348" y="6232"/>
                    <a:pt x="8687" y="5217"/>
                    <a:pt x="8403" y="4314"/>
                  </a:cubicBezTo>
                  <a:cubicBezTo>
                    <a:pt x="8177" y="3525"/>
                    <a:pt x="7726" y="2848"/>
                    <a:pt x="6995" y="2397"/>
                  </a:cubicBezTo>
                  <a:cubicBezTo>
                    <a:pt x="6711" y="2171"/>
                    <a:pt x="6372" y="2058"/>
                    <a:pt x="5980" y="2004"/>
                  </a:cubicBezTo>
                  <a:cubicBezTo>
                    <a:pt x="6034" y="1666"/>
                    <a:pt x="5980" y="1268"/>
                    <a:pt x="5808" y="989"/>
                  </a:cubicBezTo>
                  <a:cubicBezTo>
                    <a:pt x="5641" y="592"/>
                    <a:pt x="5244" y="253"/>
                    <a:pt x="4851" y="86"/>
                  </a:cubicBezTo>
                  <a:cubicBezTo>
                    <a:pt x="4673" y="26"/>
                    <a:pt x="4509" y="1"/>
                    <a:pt x="43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617;p39">
              <a:extLst>
                <a:ext uri="{FF2B5EF4-FFF2-40B4-BE49-F238E27FC236}">
                  <a16:creationId xmlns:a16="http://schemas.microsoft.com/office/drawing/2014/main" id="{9C1C91CE-61FC-963D-1945-4381589A25EE}"/>
                </a:ext>
              </a:extLst>
            </p:cNvPr>
            <p:cNvSpPr/>
            <p:nvPr/>
          </p:nvSpPr>
          <p:spPr>
            <a:xfrm>
              <a:off x="1780786" y="1350549"/>
              <a:ext cx="248584" cy="373253"/>
            </a:xfrm>
            <a:custGeom>
              <a:avLst/>
              <a:gdLst/>
              <a:ahLst/>
              <a:cxnLst/>
              <a:rect l="l" t="t" r="r" b="b"/>
              <a:pathLst>
                <a:path w="12181" h="18290" extrusionOk="0">
                  <a:moveTo>
                    <a:pt x="9794" y="1"/>
                  </a:moveTo>
                  <a:cubicBezTo>
                    <a:pt x="9228" y="1"/>
                    <a:pt x="6964" y="3859"/>
                    <a:pt x="5358" y="6749"/>
                  </a:cubicBezTo>
                  <a:cubicBezTo>
                    <a:pt x="5074" y="7200"/>
                    <a:pt x="4907" y="7539"/>
                    <a:pt x="4907" y="7539"/>
                  </a:cubicBezTo>
                  <a:cubicBezTo>
                    <a:pt x="4907" y="7539"/>
                    <a:pt x="3382" y="7877"/>
                    <a:pt x="2479" y="8608"/>
                  </a:cubicBezTo>
                  <a:cubicBezTo>
                    <a:pt x="1577" y="9344"/>
                    <a:pt x="1013" y="12615"/>
                    <a:pt x="1072" y="13292"/>
                  </a:cubicBezTo>
                  <a:cubicBezTo>
                    <a:pt x="1072" y="13630"/>
                    <a:pt x="674" y="14646"/>
                    <a:pt x="223" y="15661"/>
                  </a:cubicBezTo>
                  <a:cubicBezTo>
                    <a:pt x="169" y="15887"/>
                    <a:pt x="110" y="16112"/>
                    <a:pt x="110" y="16392"/>
                  </a:cubicBezTo>
                  <a:cubicBezTo>
                    <a:pt x="0" y="17953"/>
                    <a:pt x="1064" y="18290"/>
                    <a:pt x="2320" y="18290"/>
                  </a:cubicBezTo>
                  <a:cubicBezTo>
                    <a:pt x="2969" y="18290"/>
                    <a:pt x="3669" y="18200"/>
                    <a:pt x="4284" y="18143"/>
                  </a:cubicBezTo>
                  <a:cubicBezTo>
                    <a:pt x="6653" y="17917"/>
                    <a:pt x="7781" y="16618"/>
                    <a:pt x="9306" y="14871"/>
                  </a:cubicBezTo>
                  <a:cubicBezTo>
                    <a:pt x="9586" y="14533"/>
                    <a:pt x="9870" y="14249"/>
                    <a:pt x="10150" y="13910"/>
                  </a:cubicBezTo>
                  <a:cubicBezTo>
                    <a:pt x="11165" y="12164"/>
                    <a:pt x="12181" y="9736"/>
                    <a:pt x="11901" y="8780"/>
                  </a:cubicBezTo>
                  <a:cubicBezTo>
                    <a:pt x="11788" y="8270"/>
                    <a:pt x="11337" y="7764"/>
                    <a:pt x="10886" y="7200"/>
                  </a:cubicBezTo>
                  <a:cubicBezTo>
                    <a:pt x="11053" y="5960"/>
                    <a:pt x="11165" y="4719"/>
                    <a:pt x="10886" y="4209"/>
                  </a:cubicBezTo>
                  <a:cubicBezTo>
                    <a:pt x="10642" y="3724"/>
                    <a:pt x="10315" y="3580"/>
                    <a:pt x="10007" y="3580"/>
                  </a:cubicBezTo>
                  <a:cubicBezTo>
                    <a:pt x="9813" y="3580"/>
                    <a:pt x="9627" y="3637"/>
                    <a:pt x="9473" y="3703"/>
                  </a:cubicBezTo>
                  <a:cubicBezTo>
                    <a:pt x="9870" y="1898"/>
                    <a:pt x="10150" y="319"/>
                    <a:pt x="9870" y="35"/>
                  </a:cubicBezTo>
                  <a:cubicBezTo>
                    <a:pt x="9850" y="12"/>
                    <a:pt x="9825" y="1"/>
                    <a:pt x="9794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618;p39">
              <a:extLst>
                <a:ext uri="{FF2B5EF4-FFF2-40B4-BE49-F238E27FC236}">
                  <a16:creationId xmlns:a16="http://schemas.microsoft.com/office/drawing/2014/main" id="{39DC4CB6-77C8-AEF5-D867-48629594C224}"/>
                </a:ext>
              </a:extLst>
            </p:cNvPr>
            <p:cNvSpPr/>
            <p:nvPr/>
          </p:nvSpPr>
          <p:spPr>
            <a:xfrm>
              <a:off x="1780786" y="1591880"/>
              <a:ext cx="140383" cy="131934"/>
            </a:xfrm>
            <a:custGeom>
              <a:avLst/>
              <a:gdLst/>
              <a:ahLst/>
              <a:cxnLst/>
              <a:rect l="l" t="t" r="r" b="b"/>
              <a:pathLst>
                <a:path w="6879" h="6465" extrusionOk="0">
                  <a:moveTo>
                    <a:pt x="1238" y="0"/>
                  </a:moveTo>
                  <a:cubicBezTo>
                    <a:pt x="1126" y="677"/>
                    <a:pt x="1072" y="1241"/>
                    <a:pt x="1072" y="1467"/>
                  </a:cubicBezTo>
                  <a:cubicBezTo>
                    <a:pt x="1072" y="1805"/>
                    <a:pt x="674" y="2821"/>
                    <a:pt x="223" y="3836"/>
                  </a:cubicBezTo>
                  <a:cubicBezTo>
                    <a:pt x="169" y="4062"/>
                    <a:pt x="110" y="4287"/>
                    <a:pt x="110" y="4567"/>
                  </a:cubicBezTo>
                  <a:cubicBezTo>
                    <a:pt x="0" y="6128"/>
                    <a:pt x="1064" y="6465"/>
                    <a:pt x="2320" y="6465"/>
                  </a:cubicBezTo>
                  <a:cubicBezTo>
                    <a:pt x="2969" y="6465"/>
                    <a:pt x="3669" y="6375"/>
                    <a:pt x="4284" y="6318"/>
                  </a:cubicBezTo>
                  <a:cubicBezTo>
                    <a:pt x="5358" y="6205"/>
                    <a:pt x="6202" y="5866"/>
                    <a:pt x="6879" y="5415"/>
                  </a:cubicBezTo>
                  <a:cubicBezTo>
                    <a:pt x="6315" y="4851"/>
                    <a:pt x="5751" y="4228"/>
                    <a:pt x="5133" y="3664"/>
                  </a:cubicBezTo>
                  <a:cubicBezTo>
                    <a:pt x="3946" y="2595"/>
                    <a:pt x="2705" y="844"/>
                    <a:pt x="1238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619;p39">
              <a:extLst>
                <a:ext uri="{FF2B5EF4-FFF2-40B4-BE49-F238E27FC236}">
                  <a16:creationId xmlns:a16="http://schemas.microsoft.com/office/drawing/2014/main" id="{A0EA8EC7-3065-79AC-F048-97A00F615EF3}"/>
                </a:ext>
              </a:extLst>
            </p:cNvPr>
            <p:cNvSpPr/>
            <p:nvPr/>
          </p:nvSpPr>
          <p:spPr>
            <a:xfrm>
              <a:off x="1049155" y="2348796"/>
              <a:ext cx="646625" cy="996015"/>
            </a:xfrm>
            <a:custGeom>
              <a:avLst/>
              <a:gdLst/>
              <a:ahLst/>
              <a:cxnLst/>
              <a:rect l="l" t="t" r="r" b="b"/>
              <a:pathLst>
                <a:path w="28044" h="43197" extrusionOk="0">
                  <a:moveTo>
                    <a:pt x="9796" y="0"/>
                  </a:moveTo>
                  <a:lnTo>
                    <a:pt x="9796" y="0"/>
                  </a:lnTo>
                  <a:cubicBezTo>
                    <a:pt x="7655" y="1713"/>
                    <a:pt x="6743" y="4761"/>
                    <a:pt x="7548" y="7330"/>
                  </a:cubicBezTo>
                  <a:cubicBezTo>
                    <a:pt x="7921" y="8456"/>
                    <a:pt x="8563" y="9471"/>
                    <a:pt x="8991" y="10541"/>
                  </a:cubicBezTo>
                  <a:cubicBezTo>
                    <a:pt x="9475" y="11611"/>
                    <a:pt x="9740" y="12844"/>
                    <a:pt x="9312" y="13915"/>
                  </a:cubicBezTo>
                  <a:cubicBezTo>
                    <a:pt x="8991" y="14664"/>
                    <a:pt x="8456" y="15251"/>
                    <a:pt x="8028" y="16000"/>
                  </a:cubicBezTo>
                  <a:cubicBezTo>
                    <a:pt x="7386" y="17177"/>
                    <a:pt x="7334" y="18676"/>
                    <a:pt x="7655" y="20016"/>
                  </a:cubicBezTo>
                  <a:cubicBezTo>
                    <a:pt x="7976" y="21352"/>
                    <a:pt x="8619" y="22636"/>
                    <a:pt x="9261" y="23813"/>
                  </a:cubicBezTo>
                  <a:cubicBezTo>
                    <a:pt x="9903" y="24939"/>
                    <a:pt x="10545" y="26117"/>
                    <a:pt x="10490" y="27346"/>
                  </a:cubicBezTo>
                  <a:cubicBezTo>
                    <a:pt x="10490" y="28044"/>
                    <a:pt x="10275" y="28737"/>
                    <a:pt x="10010" y="29435"/>
                  </a:cubicBezTo>
                  <a:cubicBezTo>
                    <a:pt x="9633" y="30612"/>
                    <a:pt x="9205" y="32004"/>
                    <a:pt x="8833" y="33181"/>
                  </a:cubicBezTo>
                  <a:cubicBezTo>
                    <a:pt x="7762" y="30826"/>
                    <a:pt x="8833" y="27936"/>
                    <a:pt x="8135" y="25419"/>
                  </a:cubicBezTo>
                  <a:cubicBezTo>
                    <a:pt x="7548" y="23278"/>
                    <a:pt x="5729" y="21621"/>
                    <a:pt x="5193" y="19481"/>
                  </a:cubicBezTo>
                  <a:cubicBezTo>
                    <a:pt x="4817" y="17875"/>
                    <a:pt x="5193" y="16214"/>
                    <a:pt x="5086" y="14557"/>
                  </a:cubicBezTo>
                  <a:cubicBezTo>
                    <a:pt x="5031" y="13380"/>
                    <a:pt x="4710" y="12254"/>
                    <a:pt x="4444" y="11132"/>
                  </a:cubicBezTo>
                  <a:cubicBezTo>
                    <a:pt x="4123" y="9899"/>
                    <a:pt x="3746" y="8670"/>
                    <a:pt x="3104" y="7600"/>
                  </a:cubicBezTo>
                  <a:cubicBezTo>
                    <a:pt x="2462" y="6474"/>
                    <a:pt x="1554" y="5673"/>
                    <a:pt x="270" y="5459"/>
                  </a:cubicBezTo>
                  <a:lnTo>
                    <a:pt x="270" y="5459"/>
                  </a:lnTo>
                  <a:cubicBezTo>
                    <a:pt x="1875" y="8242"/>
                    <a:pt x="2196" y="11774"/>
                    <a:pt x="1126" y="14822"/>
                  </a:cubicBezTo>
                  <a:cubicBezTo>
                    <a:pt x="805" y="15734"/>
                    <a:pt x="377" y="16591"/>
                    <a:pt x="214" y="17554"/>
                  </a:cubicBezTo>
                  <a:cubicBezTo>
                    <a:pt x="0" y="18838"/>
                    <a:pt x="377" y="20123"/>
                    <a:pt x="963" y="21245"/>
                  </a:cubicBezTo>
                  <a:cubicBezTo>
                    <a:pt x="1606" y="22371"/>
                    <a:pt x="2411" y="23385"/>
                    <a:pt x="3211" y="24404"/>
                  </a:cubicBezTo>
                  <a:cubicBezTo>
                    <a:pt x="3746" y="25047"/>
                    <a:pt x="4281" y="25689"/>
                    <a:pt x="4389" y="26489"/>
                  </a:cubicBezTo>
                  <a:cubicBezTo>
                    <a:pt x="4603" y="28095"/>
                    <a:pt x="3695" y="30022"/>
                    <a:pt x="3532" y="31576"/>
                  </a:cubicBezTo>
                  <a:cubicBezTo>
                    <a:pt x="3318" y="33233"/>
                    <a:pt x="4444" y="34731"/>
                    <a:pt x="5729" y="35694"/>
                  </a:cubicBezTo>
                  <a:cubicBezTo>
                    <a:pt x="6371" y="36230"/>
                    <a:pt x="7227" y="36658"/>
                    <a:pt x="7600" y="37407"/>
                  </a:cubicBezTo>
                  <a:cubicBezTo>
                    <a:pt x="8242" y="38747"/>
                    <a:pt x="7334" y="39869"/>
                    <a:pt x="7441" y="41153"/>
                  </a:cubicBezTo>
                  <a:cubicBezTo>
                    <a:pt x="7441" y="41530"/>
                    <a:pt x="7655" y="41902"/>
                    <a:pt x="7869" y="42172"/>
                  </a:cubicBezTo>
                  <a:cubicBezTo>
                    <a:pt x="8512" y="42814"/>
                    <a:pt x="9582" y="43136"/>
                    <a:pt x="10383" y="43187"/>
                  </a:cubicBezTo>
                  <a:cubicBezTo>
                    <a:pt x="10480" y="43194"/>
                    <a:pt x="10575" y="43197"/>
                    <a:pt x="10665" y="43197"/>
                  </a:cubicBezTo>
                  <a:cubicBezTo>
                    <a:pt x="12016" y="43197"/>
                    <a:pt x="12592" y="42457"/>
                    <a:pt x="12793" y="41153"/>
                  </a:cubicBezTo>
                  <a:cubicBezTo>
                    <a:pt x="13165" y="38854"/>
                    <a:pt x="16432" y="37784"/>
                    <a:pt x="16484" y="35536"/>
                  </a:cubicBezTo>
                  <a:cubicBezTo>
                    <a:pt x="16539" y="34838"/>
                    <a:pt x="16218" y="34145"/>
                    <a:pt x="16218" y="33502"/>
                  </a:cubicBezTo>
                  <a:cubicBezTo>
                    <a:pt x="16162" y="32376"/>
                    <a:pt x="16805" y="31362"/>
                    <a:pt x="17610" y="30557"/>
                  </a:cubicBezTo>
                  <a:cubicBezTo>
                    <a:pt x="18359" y="29700"/>
                    <a:pt x="19266" y="29007"/>
                    <a:pt x="19857" y="28095"/>
                  </a:cubicBezTo>
                  <a:cubicBezTo>
                    <a:pt x="20551" y="27080"/>
                    <a:pt x="20872" y="25796"/>
                    <a:pt x="20714" y="24563"/>
                  </a:cubicBezTo>
                  <a:cubicBezTo>
                    <a:pt x="20551" y="23334"/>
                    <a:pt x="19964" y="22208"/>
                    <a:pt x="19536" y="21086"/>
                  </a:cubicBezTo>
                  <a:cubicBezTo>
                    <a:pt x="19108" y="19909"/>
                    <a:pt x="18838" y="18624"/>
                    <a:pt x="19266" y="17498"/>
                  </a:cubicBezTo>
                  <a:cubicBezTo>
                    <a:pt x="19909" y="15679"/>
                    <a:pt x="23389" y="14930"/>
                    <a:pt x="22854" y="13059"/>
                  </a:cubicBezTo>
                  <a:cubicBezTo>
                    <a:pt x="21942" y="10062"/>
                    <a:pt x="25260" y="8828"/>
                    <a:pt x="28043" y="7600"/>
                  </a:cubicBezTo>
                  <a:cubicBezTo>
                    <a:pt x="27742" y="7537"/>
                    <a:pt x="27419" y="7509"/>
                    <a:pt x="27083" y="7509"/>
                  </a:cubicBezTo>
                  <a:cubicBezTo>
                    <a:pt x="24555" y="7509"/>
                    <a:pt x="21268" y="9105"/>
                    <a:pt x="20607" y="9578"/>
                  </a:cubicBezTo>
                  <a:cubicBezTo>
                    <a:pt x="19802" y="10113"/>
                    <a:pt x="19215" y="10969"/>
                    <a:pt x="19266" y="11933"/>
                  </a:cubicBezTo>
                  <a:cubicBezTo>
                    <a:pt x="19266" y="12254"/>
                    <a:pt x="19373" y="12630"/>
                    <a:pt x="19373" y="13003"/>
                  </a:cubicBezTo>
                  <a:cubicBezTo>
                    <a:pt x="19322" y="13859"/>
                    <a:pt x="18731" y="14608"/>
                    <a:pt x="18089" y="15144"/>
                  </a:cubicBezTo>
                  <a:cubicBezTo>
                    <a:pt x="17395" y="15734"/>
                    <a:pt x="16646" y="16214"/>
                    <a:pt x="16162" y="16912"/>
                  </a:cubicBezTo>
                  <a:cubicBezTo>
                    <a:pt x="15092" y="18517"/>
                    <a:pt x="15683" y="20602"/>
                    <a:pt x="16269" y="22478"/>
                  </a:cubicBezTo>
                  <a:cubicBezTo>
                    <a:pt x="16805" y="24297"/>
                    <a:pt x="17288" y="26489"/>
                    <a:pt x="16111" y="27936"/>
                  </a:cubicBezTo>
                  <a:cubicBezTo>
                    <a:pt x="15410" y="28785"/>
                    <a:pt x="14055" y="29402"/>
                    <a:pt x="13619" y="30353"/>
                  </a:cubicBezTo>
                  <a:lnTo>
                    <a:pt x="13619" y="30353"/>
                  </a:lnTo>
                  <a:cubicBezTo>
                    <a:pt x="14183" y="28862"/>
                    <a:pt x="14762" y="27271"/>
                    <a:pt x="14557" y="25633"/>
                  </a:cubicBezTo>
                  <a:cubicBezTo>
                    <a:pt x="14236" y="23492"/>
                    <a:pt x="12472" y="21673"/>
                    <a:pt x="12523" y="19481"/>
                  </a:cubicBezTo>
                  <a:cubicBezTo>
                    <a:pt x="12579" y="18248"/>
                    <a:pt x="13221" y="17070"/>
                    <a:pt x="13594" y="15841"/>
                  </a:cubicBezTo>
                  <a:cubicBezTo>
                    <a:pt x="14184" y="13701"/>
                    <a:pt x="13863" y="11346"/>
                    <a:pt x="12686" y="9471"/>
                  </a:cubicBezTo>
                  <a:cubicBezTo>
                    <a:pt x="11988" y="8400"/>
                    <a:pt x="11132" y="7544"/>
                    <a:pt x="10545" y="6422"/>
                  </a:cubicBezTo>
                  <a:cubicBezTo>
                    <a:pt x="9582" y="4547"/>
                    <a:pt x="9633" y="2141"/>
                    <a:pt x="9796" y="0"/>
                  </a:cubicBezTo>
                  <a:close/>
                </a:path>
              </a:pathLst>
            </a:custGeom>
            <a:solidFill>
              <a:srgbClr val="78CE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620;p39">
              <a:extLst>
                <a:ext uri="{FF2B5EF4-FFF2-40B4-BE49-F238E27FC236}">
                  <a16:creationId xmlns:a16="http://schemas.microsoft.com/office/drawing/2014/main" id="{B44D790A-4EA4-D4BE-C0C3-EA782D88490B}"/>
                </a:ext>
              </a:extLst>
            </p:cNvPr>
            <p:cNvSpPr/>
            <p:nvPr/>
          </p:nvSpPr>
          <p:spPr>
            <a:xfrm>
              <a:off x="1068892" y="3301399"/>
              <a:ext cx="449183" cy="580011"/>
            </a:xfrm>
            <a:custGeom>
              <a:avLst/>
              <a:gdLst/>
              <a:ahLst/>
              <a:cxnLst/>
              <a:rect l="l" t="t" r="r" b="b"/>
              <a:pathLst>
                <a:path w="19481" h="25155" extrusionOk="0">
                  <a:moveTo>
                    <a:pt x="5301" y="1"/>
                  </a:moveTo>
                  <a:cubicBezTo>
                    <a:pt x="5301" y="1"/>
                    <a:pt x="0" y="7438"/>
                    <a:pt x="0" y="11668"/>
                  </a:cubicBezTo>
                  <a:cubicBezTo>
                    <a:pt x="0" y="15949"/>
                    <a:pt x="5301" y="25154"/>
                    <a:pt x="5301" y="25154"/>
                  </a:cubicBezTo>
                  <a:lnTo>
                    <a:pt x="14185" y="25154"/>
                  </a:lnTo>
                  <a:cubicBezTo>
                    <a:pt x="14185" y="25154"/>
                    <a:pt x="19481" y="15949"/>
                    <a:pt x="19481" y="11668"/>
                  </a:cubicBezTo>
                  <a:cubicBezTo>
                    <a:pt x="19481" y="7438"/>
                    <a:pt x="14185" y="1"/>
                    <a:pt x="14185" y="1"/>
                  </a:cubicBezTo>
                  <a:close/>
                </a:path>
              </a:pathLst>
            </a:custGeom>
            <a:solidFill>
              <a:srgbClr val="3858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621;p39">
              <a:extLst>
                <a:ext uri="{FF2B5EF4-FFF2-40B4-BE49-F238E27FC236}">
                  <a16:creationId xmlns:a16="http://schemas.microsoft.com/office/drawing/2014/main" id="{E0418096-9929-389C-72AF-DC0A9145E9F7}"/>
                </a:ext>
              </a:extLst>
            </p:cNvPr>
            <p:cNvSpPr/>
            <p:nvPr/>
          </p:nvSpPr>
          <p:spPr>
            <a:xfrm>
              <a:off x="1142928" y="3342072"/>
              <a:ext cx="282662" cy="114849"/>
            </a:xfrm>
            <a:custGeom>
              <a:avLst/>
              <a:gdLst/>
              <a:ahLst/>
              <a:cxnLst/>
              <a:rect l="l" t="t" r="r" b="b"/>
              <a:pathLst>
                <a:path w="12259" h="4981" extrusionOk="0">
                  <a:moveTo>
                    <a:pt x="12095" y="1"/>
                  </a:moveTo>
                  <a:cubicBezTo>
                    <a:pt x="11509" y="643"/>
                    <a:pt x="10974" y="1341"/>
                    <a:pt x="10653" y="2142"/>
                  </a:cubicBezTo>
                  <a:cubicBezTo>
                    <a:pt x="10546" y="2463"/>
                    <a:pt x="10439" y="2784"/>
                    <a:pt x="10276" y="3105"/>
                  </a:cubicBezTo>
                  <a:cubicBezTo>
                    <a:pt x="10169" y="3426"/>
                    <a:pt x="10010" y="3696"/>
                    <a:pt x="9796" y="3961"/>
                  </a:cubicBezTo>
                  <a:cubicBezTo>
                    <a:pt x="9527" y="4231"/>
                    <a:pt x="9261" y="4445"/>
                    <a:pt x="8884" y="4603"/>
                  </a:cubicBezTo>
                  <a:cubicBezTo>
                    <a:pt x="8563" y="4710"/>
                    <a:pt x="8191" y="4766"/>
                    <a:pt x="7814" y="4766"/>
                  </a:cubicBezTo>
                  <a:cubicBezTo>
                    <a:pt x="7013" y="4766"/>
                    <a:pt x="6101" y="4496"/>
                    <a:pt x="5408" y="4068"/>
                  </a:cubicBezTo>
                  <a:cubicBezTo>
                    <a:pt x="4710" y="3696"/>
                    <a:pt x="4068" y="3212"/>
                    <a:pt x="3374" y="2732"/>
                  </a:cubicBezTo>
                  <a:cubicBezTo>
                    <a:pt x="2676" y="2249"/>
                    <a:pt x="1983" y="1820"/>
                    <a:pt x="1178" y="1606"/>
                  </a:cubicBezTo>
                  <a:cubicBezTo>
                    <a:pt x="805" y="1499"/>
                    <a:pt x="377" y="1392"/>
                    <a:pt x="0" y="1392"/>
                  </a:cubicBezTo>
                  <a:lnTo>
                    <a:pt x="0" y="1606"/>
                  </a:lnTo>
                  <a:cubicBezTo>
                    <a:pt x="377" y="1662"/>
                    <a:pt x="750" y="1713"/>
                    <a:pt x="1126" y="1820"/>
                  </a:cubicBezTo>
                  <a:cubicBezTo>
                    <a:pt x="1876" y="2035"/>
                    <a:pt x="2569" y="2463"/>
                    <a:pt x="3267" y="2891"/>
                  </a:cubicBezTo>
                  <a:cubicBezTo>
                    <a:pt x="3909" y="3375"/>
                    <a:pt x="4603" y="3854"/>
                    <a:pt x="5301" y="4282"/>
                  </a:cubicBezTo>
                  <a:cubicBezTo>
                    <a:pt x="6050" y="4710"/>
                    <a:pt x="6958" y="4980"/>
                    <a:pt x="7814" y="4980"/>
                  </a:cubicBezTo>
                  <a:cubicBezTo>
                    <a:pt x="8242" y="4980"/>
                    <a:pt x="8619" y="4925"/>
                    <a:pt x="8991" y="4766"/>
                  </a:cubicBezTo>
                  <a:cubicBezTo>
                    <a:pt x="9368" y="4659"/>
                    <a:pt x="9689" y="4445"/>
                    <a:pt x="9955" y="4124"/>
                  </a:cubicBezTo>
                  <a:cubicBezTo>
                    <a:pt x="10169" y="3854"/>
                    <a:pt x="10331" y="3533"/>
                    <a:pt x="10490" y="3212"/>
                  </a:cubicBezTo>
                  <a:cubicBezTo>
                    <a:pt x="10597" y="2891"/>
                    <a:pt x="10704" y="2570"/>
                    <a:pt x="10867" y="2249"/>
                  </a:cubicBezTo>
                  <a:cubicBezTo>
                    <a:pt x="11188" y="1448"/>
                    <a:pt x="11667" y="750"/>
                    <a:pt x="12258" y="164"/>
                  </a:cubicBezTo>
                  <a:lnTo>
                    <a:pt x="120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622;p39">
              <a:extLst>
                <a:ext uri="{FF2B5EF4-FFF2-40B4-BE49-F238E27FC236}">
                  <a16:creationId xmlns:a16="http://schemas.microsoft.com/office/drawing/2014/main" id="{F8E79A7E-899A-3819-A940-29DEF56EE154}"/>
                </a:ext>
              </a:extLst>
            </p:cNvPr>
            <p:cNvSpPr/>
            <p:nvPr/>
          </p:nvSpPr>
          <p:spPr>
            <a:xfrm>
              <a:off x="1067693" y="3506238"/>
              <a:ext cx="451673" cy="178903"/>
            </a:xfrm>
            <a:custGeom>
              <a:avLst/>
              <a:gdLst/>
              <a:ahLst/>
              <a:cxnLst/>
              <a:rect l="l" t="t" r="r" b="b"/>
              <a:pathLst>
                <a:path w="19589" h="7759" extrusionOk="0">
                  <a:moveTo>
                    <a:pt x="3263" y="1"/>
                  </a:moveTo>
                  <a:cubicBezTo>
                    <a:pt x="3049" y="1"/>
                    <a:pt x="2835" y="1"/>
                    <a:pt x="2570" y="52"/>
                  </a:cubicBezTo>
                  <a:cubicBezTo>
                    <a:pt x="2035" y="159"/>
                    <a:pt x="1551" y="429"/>
                    <a:pt x="1123" y="750"/>
                  </a:cubicBezTo>
                  <a:cubicBezTo>
                    <a:pt x="695" y="1123"/>
                    <a:pt x="322" y="1499"/>
                    <a:pt x="1" y="1979"/>
                  </a:cubicBezTo>
                  <a:lnTo>
                    <a:pt x="215" y="2086"/>
                  </a:lnTo>
                  <a:cubicBezTo>
                    <a:pt x="480" y="1658"/>
                    <a:pt x="857" y="1230"/>
                    <a:pt x="1230" y="964"/>
                  </a:cubicBezTo>
                  <a:cubicBezTo>
                    <a:pt x="1658" y="643"/>
                    <a:pt x="2086" y="373"/>
                    <a:pt x="2621" y="266"/>
                  </a:cubicBezTo>
                  <a:cubicBezTo>
                    <a:pt x="2835" y="215"/>
                    <a:pt x="3049" y="215"/>
                    <a:pt x="3263" y="215"/>
                  </a:cubicBezTo>
                  <a:cubicBezTo>
                    <a:pt x="4120" y="215"/>
                    <a:pt x="4976" y="587"/>
                    <a:pt x="5725" y="1123"/>
                  </a:cubicBezTo>
                  <a:cubicBezTo>
                    <a:pt x="6474" y="1658"/>
                    <a:pt x="7172" y="2407"/>
                    <a:pt x="7708" y="3156"/>
                  </a:cubicBezTo>
                  <a:cubicBezTo>
                    <a:pt x="8350" y="3961"/>
                    <a:pt x="8936" y="4869"/>
                    <a:pt x="9686" y="5674"/>
                  </a:cubicBezTo>
                  <a:cubicBezTo>
                    <a:pt x="10383" y="6474"/>
                    <a:pt x="11184" y="7172"/>
                    <a:pt x="12203" y="7493"/>
                  </a:cubicBezTo>
                  <a:cubicBezTo>
                    <a:pt x="12683" y="7652"/>
                    <a:pt x="13166" y="7759"/>
                    <a:pt x="13646" y="7759"/>
                  </a:cubicBezTo>
                  <a:cubicBezTo>
                    <a:pt x="14609" y="7759"/>
                    <a:pt x="15572" y="7438"/>
                    <a:pt x="16429" y="6958"/>
                  </a:cubicBezTo>
                  <a:cubicBezTo>
                    <a:pt x="17341" y="6474"/>
                    <a:pt x="18090" y="5781"/>
                    <a:pt x="18677" y="4976"/>
                  </a:cubicBezTo>
                  <a:cubicBezTo>
                    <a:pt x="19053" y="4496"/>
                    <a:pt x="19374" y="3961"/>
                    <a:pt x="19588" y="3426"/>
                  </a:cubicBezTo>
                  <a:lnTo>
                    <a:pt x="19426" y="3319"/>
                  </a:lnTo>
                  <a:cubicBezTo>
                    <a:pt x="19160" y="3854"/>
                    <a:pt x="18839" y="4389"/>
                    <a:pt x="18518" y="4869"/>
                  </a:cubicBezTo>
                  <a:cubicBezTo>
                    <a:pt x="17927" y="5618"/>
                    <a:pt x="17178" y="6316"/>
                    <a:pt x="16322" y="6795"/>
                  </a:cubicBezTo>
                  <a:cubicBezTo>
                    <a:pt x="15521" y="7224"/>
                    <a:pt x="14558" y="7545"/>
                    <a:pt x="13646" y="7545"/>
                  </a:cubicBezTo>
                  <a:cubicBezTo>
                    <a:pt x="13166" y="7545"/>
                    <a:pt x="12738" y="7438"/>
                    <a:pt x="12254" y="7331"/>
                  </a:cubicBezTo>
                  <a:cubicBezTo>
                    <a:pt x="11291" y="6958"/>
                    <a:pt x="10542" y="6316"/>
                    <a:pt x="9848" y="5567"/>
                  </a:cubicBezTo>
                  <a:cubicBezTo>
                    <a:pt x="9150" y="4762"/>
                    <a:pt x="8508" y="3854"/>
                    <a:pt x="7922" y="2998"/>
                  </a:cubicBezTo>
                  <a:cubicBezTo>
                    <a:pt x="7331" y="2249"/>
                    <a:pt x="6637" y="1499"/>
                    <a:pt x="5832" y="964"/>
                  </a:cubicBezTo>
                  <a:cubicBezTo>
                    <a:pt x="5083" y="373"/>
                    <a:pt x="4175" y="1"/>
                    <a:pt x="3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623;p39">
              <a:extLst>
                <a:ext uri="{FF2B5EF4-FFF2-40B4-BE49-F238E27FC236}">
                  <a16:creationId xmlns:a16="http://schemas.microsoft.com/office/drawing/2014/main" id="{4D934C4C-9431-71AC-B831-D111EF13B087}"/>
                </a:ext>
              </a:extLst>
            </p:cNvPr>
            <p:cNvSpPr/>
            <p:nvPr/>
          </p:nvSpPr>
          <p:spPr>
            <a:xfrm>
              <a:off x="1096030" y="3681472"/>
              <a:ext cx="377636" cy="117201"/>
            </a:xfrm>
            <a:custGeom>
              <a:avLst/>
              <a:gdLst/>
              <a:ahLst/>
              <a:cxnLst/>
              <a:rect l="l" t="t" r="r" b="b"/>
              <a:pathLst>
                <a:path w="16378" h="5083" extrusionOk="0">
                  <a:moveTo>
                    <a:pt x="1555" y="0"/>
                  </a:moveTo>
                  <a:cubicBezTo>
                    <a:pt x="1020" y="0"/>
                    <a:pt x="485" y="107"/>
                    <a:pt x="1" y="322"/>
                  </a:cubicBezTo>
                  <a:lnTo>
                    <a:pt x="108" y="536"/>
                  </a:lnTo>
                  <a:cubicBezTo>
                    <a:pt x="536" y="322"/>
                    <a:pt x="1020" y="214"/>
                    <a:pt x="1555" y="214"/>
                  </a:cubicBezTo>
                  <a:cubicBezTo>
                    <a:pt x="2411" y="214"/>
                    <a:pt x="3319" y="536"/>
                    <a:pt x="4017" y="1071"/>
                  </a:cubicBezTo>
                  <a:cubicBezTo>
                    <a:pt x="4552" y="1499"/>
                    <a:pt x="4980" y="1978"/>
                    <a:pt x="5408" y="2514"/>
                  </a:cubicBezTo>
                  <a:cubicBezTo>
                    <a:pt x="5836" y="3104"/>
                    <a:pt x="6264" y="3640"/>
                    <a:pt x="6800" y="4119"/>
                  </a:cubicBezTo>
                  <a:cubicBezTo>
                    <a:pt x="7121" y="4389"/>
                    <a:pt x="7493" y="4654"/>
                    <a:pt x="7870" y="4817"/>
                  </a:cubicBezTo>
                  <a:cubicBezTo>
                    <a:pt x="8298" y="4975"/>
                    <a:pt x="8726" y="5082"/>
                    <a:pt x="9154" y="5082"/>
                  </a:cubicBezTo>
                  <a:cubicBezTo>
                    <a:pt x="9420" y="5082"/>
                    <a:pt x="9690" y="5082"/>
                    <a:pt x="9955" y="4975"/>
                  </a:cubicBezTo>
                  <a:cubicBezTo>
                    <a:pt x="10225" y="4868"/>
                    <a:pt x="10439" y="4710"/>
                    <a:pt x="10653" y="4496"/>
                  </a:cubicBezTo>
                  <a:cubicBezTo>
                    <a:pt x="10918" y="4226"/>
                    <a:pt x="11081" y="3905"/>
                    <a:pt x="11239" y="3584"/>
                  </a:cubicBezTo>
                  <a:cubicBezTo>
                    <a:pt x="11346" y="3263"/>
                    <a:pt x="11509" y="2890"/>
                    <a:pt x="11723" y="2621"/>
                  </a:cubicBezTo>
                  <a:cubicBezTo>
                    <a:pt x="11989" y="2248"/>
                    <a:pt x="12365" y="1927"/>
                    <a:pt x="12794" y="1764"/>
                  </a:cubicBezTo>
                  <a:cubicBezTo>
                    <a:pt x="13222" y="1550"/>
                    <a:pt x="13701" y="1499"/>
                    <a:pt x="14185" y="1499"/>
                  </a:cubicBezTo>
                  <a:cubicBezTo>
                    <a:pt x="14613" y="1499"/>
                    <a:pt x="15041" y="1550"/>
                    <a:pt x="15414" y="1657"/>
                  </a:cubicBezTo>
                  <a:cubicBezTo>
                    <a:pt x="15735" y="1764"/>
                    <a:pt x="16005" y="1871"/>
                    <a:pt x="16326" y="2034"/>
                  </a:cubicBezTo>
                  <a:lnTo>
                    <a:pt x="16377" y="1820"/>
                  </a:lnTo>
                  <a:cubicBezTo>
                    <a:pt x="16112" y="1657"/>
                    <a:pt x="15791" y="1550"/>
                    <a:pt x="15521" y="1443"/>
                  </a:cubicBezTo>
                  <a:cubicBezTo>
                    <a:pt x="15093" y="1336"/>
                    <a:pt x="14613" y="1285"/>
                    <a:pt x="14185" y="1285"/>
                  </a:cubicBezTo>
                  <a:cubicBezTo>
                    <a:pt x="13650" y="1285"/>
                    <a:pt x="13166" y="1336"/>
                    <a:pt x="12687" y="1550"/>
                  </a:cubicBezTo>
                  <a:cubicBezTo>
                    <a:pt x="12203" y="1764"/>
                    <a:pt x="11830" y="2085"/>
                    <a:pt x="11509" y="2514"/>
                  </a:cubicBezTo>
                  <a:cubicBezTo>
                    <a:pt x="11295" y="2783"/>
                    <a:pt x="11188" y="3156"/>
                    <a:pt x="11025" y="3477"/>
                  </a:cubicBezTo>
                  <a:cubicBezTo>
                    <a:pt x="10867" y="3798"/>
                    <a:pt x="10704" y="4119"/>
                    <a:pt x="10490" y="4389"/>
                  </a:cubicBezTo>
                  <a:cubicBezTo>
                    <a:pt x="10276" y="4547"/>
                    <a:pt x="10118" y="4654"/>
                    <a:pt x="9904" y="4761"/>
                  </a:cubicBezTo>
                  <a:cubicBezTo>
                    <a:pt x="9634" y="4868"/>
                    <a:pt x="9420" y="4868"/>
                    <a:pt x="9154" y="4868"/>
                  </a:cubicBezTo>
                  <a:cubicBezTo>
                    <a:pt x="8778" y="4868"/>
                    <a:pt x="8350" y="4761"/>
                    <a:pt x="7977" y="4603"/>
                  </a:cubicBezTo>
                  <a:cubicBezTo>
                    <a:pt x="7600" y="4440"/>
                    <a:pt x="7228" y="4226"/>
                    <a:pt x="6907" y="3961"/>
                  </a:cubicBezTo>
                  <a:cubicBezTo>
                    <a:pt x="6423" y="3477"/>
                    <a:pt x="5995" y="2942"/>
                    <a:pt x="5567" y="2407"/>
                  </a:cubicBezTo>
                  <a:cubicBezTo>
                    <a:pt x="5138" y="1871"/>
                    <a:pt x="4710" y="1336"/>
                    <a:pt x="4175" y="908"/>
                  </a:cubicBezTo>
                  <a:cubicBezTo>
                    <a:pt x="3426" y="322"/>
                    <a:pt x="2463" y="0"/>
                    <a:pt x="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624;p39">
              <a:extLst>
                <a:ext uri="{FF2B5EF4-FFF2-40B4-BE49-F238E27FC236}">
                  <a16:creationId xmlns:a16="http://schemas.microsoft.com/office/drawing/2014/main" id="{0F9BD5C8-C662-C542-5C91-60E6B798656A}"/>
                </a:ext>
              </a:extLst>
            </p:cNvPr>
            <p:cNvSpPr/>
            <p:nvPr/>
          </p:nvSpPr>
          <p:spPr>
            <a:xfrm>
              <a:off x="1145395" y="3793714"/>
              <a:ext cx="281371" cy="64192"/>
            </a:xfrm>
            <a:custGeom>
              <a:avLst/>
              <a:gdLst/>
              <a:ahLst/>
              <a:cxnLst/>
              <a:rect l="l" t="t" r="r" b="b"/>
              <a:pathLst>
                <a:path w="12203" h="2784" extrusionOk="0">
                  <a:moveTo>
                    <a:pt x="107" y="0"/>
                  </a:moveTo>
                  <a:lnTo>
                    <a:pt x="0" y="214"/>
                  </a:lnTo>
                  <a:cubicBezTo>
                    <a:pt x="536" y="484"/>
                    <a:pt x="1126" y="857"/>
                    <a:pt x="1713" y="1233"/>
                  </a:cubicBezTo>
                  <a:cubicBezTo>
                    <a:pt x="2248" y="1606"/>
                    <a:pt x="2890" y="1983"/>
                    <a:pt x="3426" y="2248"/>
                  </a:cubicBezTo>
                  <a:cubicBezTo>
                    <a:pt x="4175" y="2625"/>
                    <a:pt x="4980" y="2783"/>
                    <a:pt x="5780" y="2783"/>
                  </a:cubicBezTo>
                  <a:cubicBezTo>
                    <a:pt x="6799" y="2783"/>
                    <a:pt x="7763" y="2518"/>
                    <a:pt x="8619" y="2034"/>
                  </a:cubicBezTo>
                  <a:cubicBezTo>
                    <a:pt x="8884" y="1876"/>
                    <a:pt x="9154" y="1662"/>
                    <a:pt x="9420" y="1499"/>
                  </a:cubicBezTo>
                  <a:cubicBezTo>
                    <a:pt x="9689" y="1392"/>
                    <a:pt x="9955" y="1233"/>
                    <a:pt x="10224" y="1126"/>
                  </a:cubicBezTo>
                  <a:cubicBezTo>
                    <a:pt x="10383" y="1126"/>
                    <a:pt x="10546" y="1071"/>
                    <a:pt x="10760" y="1071"/>
                  </a:cubicBezTo>
                  <a:cubicBezTo>
                    <a:pt x="11188" y="1071"/>
                    <a:pt x="11667" y="1233"/>
                    <a:pt x="12095" y="1499"/>
                  </a:cubicBezTo>
                  <a:lnTo>
                    <a:pt x="12202" y="1285"/>
                  </a:lnTo>
                  <a:cubicBezTo>
                    <a:pt x="11774" y="1019"/>
                    <a:pt x="11239" y="857"/>
                    <a:pt x="10760" y="857"/>
                  </a:cubicBezTo>
                  <a:cubicBezTo>
                    <a:pt x="10546" y="857"/>
                    <a:pt x="10332" y="912"/>
                    <a:pt x="10169" y="964"/>
                  </a:cubicBezTo>
                  <a:cubicBezTo>
                    <a:pt x="9848" y="1019"/>
                    <a:pt x="9582" y="1178"/>
                    <a:pt x="9313" y="1340"/>
                  </a:cubicBezTo>
                  <a:lnTo>
                    <a:pt x="8512" y="1820"/>
                  </a:lnTo>
                  <a:cubicBezTo>
                    <a:pt x="7707" y="2304"/>
                    <a:pt x="6744" y="2569"/>
                    <a:pt x="5780" y="2569"/>
                  </a:cubicBezTo>
                  <a:cubicBezTo>
                    <a:pt x="5031" y="2569"/>
                    <a:pt x="4230" y="2411"/>
                    <a:pt x="3533" y="2034"/>
                  </a:cubicBezTo>
                  <a:cubicBezTo>
                    <a:pt x="2997" y="1820"/>
                    <a:pt x="2411" y="1448"/>
                    <a:pt x="1820" y="1071"/>
                  </a:cubicBezTo>
                  <a:cubicBezTo>
                    <a:pt x="1233" y="698"/>
                    <a:pt x="643" y="321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625;p39">
              <a:extLst>
                <a:ext uri="{FF2B5EF4-FFF2-40B4-BE49-F238E27FC236}">
                  <a16:creationId xmlns:a16="http://schemas.microsoft.com/office/drawing/2014/main" id="{4CC1F980-AA9A-F747-6A26-323DA05A516A}"/>
                </a:ext>
              </a:extLst>
            </p:cNvPr>
            <p:cNvSpPr/>
            <p:nvPr/>
          </p:nvSpPr>
          <p:spPr>
            <a:xfrm>
              <a:off x="1321898" y="3425999"/>
              <a:ext cx="188772" cy="192507"/>
            </a:xfrm>
            <a:custGeom>
              <a:avLst/>
              <a:gdLst/>
              <a:ahLst/>
              <a:cxnLst/>
              <a:rect l="l" t="t" r="r" b="b"/>
              <a:pathLst>
                <a:path w="8187" h="8349" extrusionOk="0">
                  <a:moveTo>
                    <a:pt x="6367" y="0"/>
                  </a:moveTo>
                  <a:cubicBezTo>
                    <a:pt x="6316" y="214"/>
                    <a:pt x="6316" y="484"/>
                    <a:pt x="6260" y="698"/>
                  </a:cubicBezTo>
                  <a:cubicBezTo>
                    <a:pt x="6209" y="1285"/>
                    <a:pt x="6153" y="1927"/>
                    <a:pt x="5939" y="2462"/>
                  </a:cubicBezTo>
                  <a:cubicBezTo>
                    <a:pt x="5888" y="2783"/>
                    <a:pt x="5781" y="3053"/>
                    <a:pt x="5618" y="3267"/>
                  </a:cubicBezTo>
                  <a:cubicBezTo>
                    <a:pt x="5459" y="3532"/>
                    <a:pt x="5297" y="3746"/>
                    <a:pt x="5031" y="3909"/>
                  </a:cubicBezTo>
                  <a:cubicBezTo>
                    <a:pt x="4655" y="4174"/>
                    <a:pt x="4226" y="4337"/>
                    <a:pt x="3747" y="4444"/>
                  </a:cubicBezTo>
                  <a:cubicBezTo>
                    <a:pt x="3263" y="4496"/>
                    <a:pt x="2728" y="4551"/>
                    <a:pt x="2248" y="4603"/>
                  </a:cubicBezTo>
                  <a:cubicBezTo>
                    <a:pt x="1765" y="4710"/>
                    <a:pt x="1229" y="4924"/>
                    <a:pt x="801" y="5193"/>
                  </a:cubicBezTo>
                  <a:cubicBezTo>
                    <a:pt x="587" y="5352"/>
                    <a:pt x="373" y="5515"/>
                    <a:pt x="266" y="5729"/>
                  </a:cubicBezTo>
                  <a:cubicBezTo>
                    <a:pt x="108" y="5943"/>
                    <a:pt x="52" y="6208"/>
                    <a:pt x="1" y="6478"/>
                  </a:cubicBezTo>
                  <a:lnTo>
                    <a:pt x="1" y="6585"/>
                  </a:lnTo>
                  <a:cubicBezTo>
                    <a:pt x="1" y="6799"/>
                    <a:pt x="52" y="7064"/>
                    <a:pt x="215" y="7278"/>
                  </a:cubicBezTo>
                  <a:cubicBezTo>
                    <a:pt x="373" y="7600"/>
                    <a:pt x="643" y="7814"/>
                    <a:pt x="964" y="8028"/>
                  </a:cubicBezTo>
                  <a:cubicBezTo>
                    <a:pt x="1336" y="8190"/>
                    <a:pt x="1713" y="8349"/>
                    <a:pt x="2086" y="8349"/>
                  </a:cubicBezTo>
                  <a:lnTo>
                    <a:pt x="2248" y="8349"/>
                  </a:lnTo>
                  <a:cubicBezTo>
                    <a:pt x="2514" y="8349"/>
                    <a:pt x="2835" y="8297"/>
                    <a:pt x="3105" y="8190"/>
                  </a:cubicBezTo>
                  <a:cubicBezTo>
                    <a:pt x="3533" y="8028"/>
                    <a:pt x="3854" y="7814"/>
                    <a:pt x="4119" y="7493"/>
                  </a:cubicBezTo>
                  <a:cubicBezTo>
                    <a:pt x="4440" y="7171"/>
                    <a:pt x="4655" y="6850"/>
                    <a:pt x="4869" y="6478"/>
                  </a:cubicBezTo>
                  <a:cubicBezTo>
                    <a:pt x="5245" y="5780"/>
                    <a:pt x="5618" y="5031"/>
                    <a:pt x="6153" y="4496"/>
                  </a:cubicBezTo>
                  <a:cubicBezTo>
                    <a:pt x="6316" y="4337"/>
                    <a:pt x="6474" y="4230"/>
                    <a:pt x="6688" y="4174"/>
                  </a:cubicBezTo>
                  <a:cubicBezTo>
                    <a:pt x="6851" y="4067"/>
                    <a:pt x="7065" y="4016"/>
                    <a:pt x="7279" y="4016"/>
                  </a:cubicBezTo>
                  <a:cubicBezTo>
                    <a:pt x="7544" y="4016"/>
                    <a:pt x="7814" y="4123"/>
                    <a:pt x="8135" y="4230"/>
                  </a:cubicBezTo>
                  <a:lnTo>
                    <a:pt x="8187" y="4016"/>
                  </a:lnTo>
                  <a:cubicBezTo>
                    <a:pt x="7866" y="3909"/>
                    <a:pt x="7544" y="3802"/>
                    <a:pt x="7279" y="3802"/>
                  </a:cubicBezTo>
                  <a:cubicBezTo>
                    <a:pt x="7009" y="3802"/>
                    <a:pt x="6795" y="3853"/>
                    <a:pt x="6581" y="3960"/>
                  </a:cubicBezTo>
                  <a:cubicBezTo>
                    <a:pt x="6367" y="4016"/>
                    <a:pt x="6153" y="4174"/>
                    <a:pt x="5995" y="4337"/>
                  </a:cubicBezTo>
                  <a:cubicBezTo>
                    <a:pt x="5404" y="4924"/>
                    <a:pt x="5083" y="5673"/>
                    <a:pt x="4655" y="6371"/>
                  </a:cubicBezTo>
                  <a:cubicBezTo>
                    <a:pt x="4496" y="6743"/>
                    <a:pt x="4226" y="7064"/>
                    <a:pt x="3961" y="7334"/>
                  </a:cubicBezTo>
                  <a:cubicBezTo>
                    <a:pt x="3691" y="7655"/>
                    <a:pt x="3426" y="7869"/>
                    <a:pt x="3049" y="7976"/>
                  </a:cubicBezTo>
                  <a:cubicBezTo>
                    <a:pt x="2784" y="8083"/>
                    <a:pt x="2514" y="8135"/>
                    <a:pt x="2248" y="8135"/>
                  </a:cubicBezTo>
                  <a:lnTo>
                    <a:pt x="2086" y="8135"/>
                  </a:lnTo>
                  <a:cubicBezTo>
                    <a:pt x="1606" y="8083"/>
                    <a:pt x="1178" y="7921"/>
                    <a:pt x="801" y="7655"/>
                  </a:cubicBezTo>
                  <a:cubicBezTo>
                    <a:pt x="643" y="7493"/>
                    <a:pt x="480" y="7334"/>
                    <a:pt x="373" y="7171"/>
                  </a:cubicBezTo>
                  <a:cubicBezTo>
                    <a:pt x="266" y="6957"/>
                    <a:pt x="215" y="6799"/>
                    <a:pt x="215" y="6585"/>
                  </a:cubicBezTo>
                  <a:lnTo>
                    <a:pt x="215" y="6478"/>
                  </a:lnTo>
                  <a:cubicBezTo>
                    <a:pt x="266" y="6264"/>
                    <a:pt x="322" y="6050"/>
                    <a:pt x="429" y="5887"/>
                  </a:cubicBezTo>
                  <a:cubicBezTo>
                    <a:pt x="643" y="5566"/>
                    <a:pt x="908" y="5352"/>
                    <a:pt x="1229" y="5193"/>
                  </a:cubicBezTo>
                  <a:cubicBezTo>
                    <a:pt x="1550" y="5031"/>
                    <a:pt x="1927" y="4924"/>
                    <a:pt x="2300" y="4817"/>
                  </a:cubicBezTo>
                  <a:cubicBezTo>
                    <a:pt x="2784" y="4765"/>
                    <a:pt x="3263" y="4710"/>
                    <a:pt x="3798" y="4658"/>
                  </a:cubicBezTo>
                  <a:cubicBezTo>
                    <a:pt x="4282" y="4551"/>
                    <a:pt x="4762" y="4389"/>
                    <a:pt x="5190" y="4067"/>
                  </a:cubicBezTo>
                  <a:cubicBezTo>
                    <a:pt x="5459" y="3909"/>
                    <a:pt x="5618" y="3639"/>
                    <a:pt x="5781" y="3374"/>
                  </a:cubicBezTo>
                  <a:cubicBezTo>
                    <a:pt x="6046" y="2997"/>
                    <a:pt x="6209" y="2569"/>
                    <a:pt x="6316" y="2089"/>
                  </a:cubicBezTo>
                  <a:cubicBezTo>
                    <a:pt x="6367" y="1606"/>
                    <a:pt x="6474" y="1126"/>
                    <a:pt x="6474" y="698"/>
                  </a:cubicBezTo>
                  <a:cubicBezTo>
                    <a:pt x="6530" y="484"/>
                    <a:pt x="6530" y="270"/>
                    <a:pt x="6581" y="56"/>
                  </a:cubicBezTo>
                  <a:lnTo>
                    <a:pt x="63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626;p39">
              <a:extLst>
                <a:ext uri="{FF2B5EF4-FFF2-40B4-BE49-F238E27FC236}">
                  <a16:creationId xmlns:a16="http://schemas.microsoft.com/office/drawing/2014/main" id="{F9766238-5EFA-EBF5-6206-10A468FFA51C}"/>
                </a:ext>
              </a:extLst>
            </p:cNvPr>
            <p:cNvSpPr/>
            <p:nvPr/>
          </p:nvSpPr>
          <p:spPr>
            <a:xfrm>
              <a:off x="1084986" y="3407531"/>
              <a:ext cx="157967" cy="81462"/>
            </a:xfrm>
            <a:custGeom>
              <a:avLst/>
              <a:gdLst/>
              <a:ahLst/>
              <a:cxnLst/>
              <a:rect l="l" t="t" r="r" b="b"/>
              <a:pathLst>
                <a:path w="6851" h="3533" extrusionOk="0">
                  <a:moveTo>
                    <a:pt x="3639" y="0"/>
                  </a:moveTo>
                  <a:cubicBezTo>
                    <a:pt x="2890" y="0"/>
                    <a:pt x="2141" y="159"/>
                    <a:pt x="1443" y="373"/>
                  </a:cubicBezTo>
                  <a:lnTo>
                    <a:pt x="1499" y="587"/>
                  </a:lnTo>
                  <a:cubicBezTo>
                    <a:pt x="2192" y="373"/>
                    <a:pt x="2942" y="215"/>
                    <a:pt x="3639" y="215"/>
                  </a:cubicBezTo>
                  <a:cubicBezTo>
                    <a:pt x="4012" y="215"/>
                    <a:pt x="4333" y="266"/>
                    <a:pt x="4710" y="373"/>
                  </a:cubicBezTo>
                  <a:cubicBezTo>
                    <a:pt x="5189" y="480"/>
                    <a:pt x="5724" y="801"/>
                    <a:pt x="6046" y="1178"/>
                  </a:cubicBezTo>
                  <a:cubicBezTo>
                    <a:pt x="6422" y="1550"/>
                    <a:pt x="6636" y="2034"/>
                    <a:pt x="6636" y="2569"/>
                  </a:cubicBezTo>
                  <a:lnTo>
                    <a:pt x="6636" y="2783"/>
                  </a:lnTo>
                  <a:cubicBezTo>
                    <a:pt x="6581" y="2835"/>
                    <a:pt x="6581" y="2890"/>
                    <a:pt x="6529" y="2890"/>
                  </a:cubicBezTo>
                  <a:cubicBezTo>
                    <a:pt x="6474" y="2942"/>
                    <a:pt x="6422" y="2942"/>
                    <a:pt x="6367" y="2997"/>
                  </a:cubicBezTo>
                  <a:cubicBezTo>
                    <a:pt x="6208" y="2997"/>
                    <a:pt x="6101" y="3049"/>
                    <a:pt x="5994" y="3049"/>
                  </a:cubicBezTo>
                  <a:cubicBezTo>
                    <a:pt x="5724" y="3049"/>
                    <a:pt x="5459" y="2942"/>
                    <a:pt x="5138" y="2835"/>
                  </a:cubicBezTo>
                  <a:cubicBezTo>
                    <a:pt x="4868" y="2783"/>
                    <a:pt x="4603" y="2621"/>
                    <a:pt x="4282" y="2569"/>
                  </a:cubicBezTo>
                  <a:cubicBezTo>
                    <a:pt x="3853" y="2407"/>
                    <a:pt x="3370" y="2355"/>
                    <a:pt x="2942" y="2355"/>
                  </a:cubicBezTo>
                  <a:cubicBezTo>
                    <a:pt x="1871" y="2355"/>
                    <a:pt x="801" y="2676"/>
                    <a:pt x="0" y="3370"/>
                  </a:cubicBezTo>
                  <a:lnTo>
                    <a:pt x="159" y="3533"/>
                  </a:lnTo>
                  <a:cubicBezTo>
                    <a:pt x="908" y="2890"/>
                    <a:pt x="1927" y="2569"/>
                    <a:pt x="2942" y="2569"/>
                  </a:cubicBezTo>
                  <a:cubicBezTo>
                    <a:pt x="3370" y="2569"/>
                    <a:pt x="3798" y="2621"/>
                    <a:pt x="4226" y="2783"/>
                  </a:cubicBezTo>
                  <a:cubicBezTo>
                    <a:pt x="4496" y="2835"/>
                    <a:pt x="4817" y="2942"/>
                    <a:pt x="5082" y="3049"/>
                  </a:cubicBezTo>
                  <a:cubicBezTo>
                    <a:pt x="5352" y="3156"/>
                    <a:pt x="5673" y="3263"/>
                    <a:pt x="5994" y="3263"/>
                  </a:cubicBezTo>
                  <a:cubicBezTo>
                    <a:pt x="6101" y="3263"/>
                    <a:pt x="6260" y="3212"/>
                    <a:pt x="6422" y="3156"/>
                  </a:cubicBezTo>
                  <a:cubicBezTo>
                    <a:pt x="6474" y="3156"/>
                    <a:pt x="6581" y="3156"/>
                    <a:pt x="6636" y="3104"/>
                  </a:cubicBezTo>
                  <a:cubicBezTo>
                    <a:pt x="6688" y="3049"/>
                    <a:pt x="6743" y="2997"/>
                    <a:pt x="6795" y="2890"/>
                  </a:cubicBezTo>
                  <a:cubicBezTo>
                    <a:pt x="6850" y="2783"/>
                    <a:pt x="6850" y="2676"/>
                    <a:pt x="6850" y="2569"/>
                  </a:cubicBezTo>
                  <a:cubicBezTo>
                    <a:pt x="6850" y="1978"/>
                    <a:pt x="6581" y="1443"/>
                    <a:pt x="6208" y="1015"/>
                  </a:cubicBezTo>
                  <a:cubicBezTo>
                    <a:pt x="5832" y="587"/>
                    <a:pt x="5296" y="266"/>
                    <a:pt x="4761" y="159"/>
                  </a:cubicBezTo>
                  <a:cubicBezTo>
                    <a:pt x="4389" y="52"/>
                    <a:pt x="4012" y="0"/>
                    <a:pt x="3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627;p39">
              <a:extLst>
                <a:ext uri="{FF2B5EF4-FFF2-40B4-BE49-F238E27FC236}">
                  <a16:creationId xmlns:a16="http://schemas.microsoft.com/office/drawing/2014/main" id="{8AFC9112-F5EE-D2E8-7A8B-EDB7DB560B42}"/>
                </a:ext>
              </a:extLst>
            </p:cNvPr>
            <p:cNvSpPr/>
            <p:nvPr/>
          </p:nvSpPr>
          <p:spPr>
            <a:xfrm>
              <a:off x="1237993" y="3332203"/>
              <a:ext cx="135763" cy="69126"/>
            </a:xfrm>
            <a:custGeom>
              <a:avLst/>
              <a:gdLst/>
              <a:ahLst/>
              <a:cxnLst/>
              <a:rect l="l" t="t" r="r" b="b"/>
              <a:pathLst>
                <a:path w="5888" h="2998" extrusionOk="0">
                  <a:moveTo>
                    <a:pt x="5138" y="215"/>
                  </a:moveTo>
                  <a:cubicBezTo>
                    <a:pt x="5189" y="215"/>
                    <a:pt x="5245" y="215"/>
                    <a:pt x="5297" y="270"/>
                  </a:cubicBezTo>
                  <a:cubicBezTo>
                    <a:pt x="5352" y="270"/>
                    <a:pt x="5404" y="322"/>
                    <a:pt x="5511" y="377"/>
                  </a:cubicBezTo>
                  <a:cubicBezTo>
                    <a:pt x="5566" y="429"/>
                    <a:pt x="5566" y="536"/>
                    <a:pt x="5618" y="592"/>
                  </a:cubicBezTo>
                  <a:lnTo>
                    <a:pt x="5618" y="857"/>
                  </a:lnTo>
                  <a:lnTo>
                    <a:pt x="5618" y="1178"/>
                  </a:lnTo>
                  <a:cubicBezTo>
                    <a:pt x="5459" y="1662"/>
                    <a:pt x="5189" y="2034"/>
                    <a:pt x="4817" y="2304"/>
                  </a:cubicBezTo>
                  <a:cubicBezTo>
                    <a:pt x="4389" y="2570"/>
                    <a:pt x="3905" y="2732"/>
                    <a:pt x="3477" y="2784"/>
                  </a:cubicBezTo>
                  <a:lnTo>
                    <a:pt x="3156" y="2784"/>
                  </a:lnTo>
                  <a:cubicBezTo>
                    <a:pt x="2300" y="2784"/>
                    <a:pt x="1443" y="2463"/>
                    <a:pt x="694" y="2034"/>
                  </a:cubicBezTo>
                  <a:cubicBezTo>
                    <a:pt x="373" y="1876"/>
                    <a:pt x="266" y="1606"/>
                    <a:pt x="266" y="1392"/>
                  </a:cubicBezTo>
                  <a:cubicBezTo>
                    <a:pt x="266" y="1285"/>
                    <a:pt x="266" y="1178"/>
                    <a:pt x="373" y="1071"/>
                  </a:cubicBezTo>
                  <a:cubicBezTo>
                    <a:pt x="429" y="1020"/>
                    <a:pt x="587" y="964"/>
                    <a:pt x="801" y="964"/>
                  </a:cubicBezTo>
                  <a:lnTo>
                    <a:pt x="857" y="964"/>
                  </a:lnTo>
                  <a:cubicBezTo>
                    <a:pt x="1229" y="964"/>
                    <a:pt x="1657" y="1020"/>
                    <a:pt x="2085" y="1020"/>
                  </a:cubicBezTo>
                  <a:cubicBezTo>
                    <a:pt x="2676" y="1020"/>
                    <a:pt x="3319" y="964"/>
                    <a:pt x="3905" y="750"/>
                  </a:cubicBezTo>
                  <a:cubicBezTo>
                    <a:pt x="4012" y="750"/>
                    <a:pt x="4119" y="699"/>
                    <a:pt x="4226" y="643"/>
                  </a:cubicBezTo>
                  <a:cubicBezTo>
                    <a:pt x="4389" y="536"/>
                    <a:pt x="4547" y="429"/>
                    <a:pt x="4654" y="377"/>
                  </a:cubicBezTo>
                  <a:cubicBezTo>
                    <a:pt x="4817" y="270"/>
                    <a:pt x="4975" y="215"/>
                    <a:pt x="5138" y="215"/>
                  </a:cubicBezTo>
                  <a:close/>
                  <a:moveTo>
                    <a:pt x="5138" y="1"/>
                  </a:moveTo>
                  <a:cubicBezTo>
                    <a:pt x="4975" y="1"/>
                    <a:pt x="4868" y="56"/>
                    <a:pt x="4761" y="56"/>
                  </a:cubicBezTo>
                  <a:cubicBezTo>
                    <a:pt x="4603" y="163"/>
                    <a:pt x="4389" y="270"/>
                    <a:pt x="4226" y="322"/>
                  </a:cubicBezTo>
                  <a:cubicBezTo>
                    <a:pt x="4119" y="429"/>
                    <a:pt x="3961" y="536"/>
                    <a:pt x="3854" y="592"/>
                  </a:cubicBezTo>
                  <a:cubicBezTo>
                    <a:pt x="3319" y="750"/>
                    <a:pt x="2676" y="806"/>
                    <a:pt x="2085" y="806"/>
                  </a:cubicBezTo>
                  <a:cubicBezTo>
                    <a:pt x="1657" y="806"/>
                    <a:pt x="1229" y="750"/>
                    <a:pt x="857" y="750"/>
                  </a:cubicBezTo>
                  <a:lnTo>
                    <a:pt x="801" y="750"/>
                  </a:lnTo>
                  <a:cubicBezTo>
                    <a:pt x="536" y="750"/>
                    <a:pt x="373" y="806"/>
                    <a:pt x="214" y="913"/>
                  </a:cubicBezTo>
                  <a:cubicBezTo>
                    <a:pt x="107" y="1071"/>
                    <a:pt x="0" y="1234"/>
                    <a:pt x="0" y="1392"/>
                  </a:cubicBezTo>
                  <a:cubicBezTo>
                    <a:pt x="0" y="1713"/>
                    <a:pt x="214" y="2034"/>
                    <a:pt x="587" y="2248"/>
                  </a:cubicBezTo>
                  <a:cubicBezTo>
                    <a:pt x="1392" y="2677"/>
                    <a:pt x="2248" y="2998"/>
                    <a:pt x="3156" y="2998"/>
                  </a:cubicBezTo>
                  <a:lnTo>
                    <a:pt x="3477" y="2998"/>
                  </a:lnTo>
                  <a:cubicBezTo>
                    <a:pt x="3961" y="2946"/>
                    <a:pt x="4496" y="2784"/>
                    <a:pt x="4924" y="2463"/>
                  </a:cubicBezTo>
                  <a:cubicBezTo>
                    <a:pt x="5352" y="2141"/>
                    <a:pt x="5673" y="1769"/>
                    <a:pt x="5832" y="1234"/>
                  </a:cubicBezTo>
                  <a:cubicBezTo>
                    <a:pt x="5832" y="1127"/>
                    <a:pt x="5887" y="1020"/>
                    <a:pt x="5887" y="857"/>
                  </a:cubicBezTo>
                  <a:cubicBezTo>
                    <a:pt x="5887" y="750"/>
                    <a:pt x="5832" y="643"/>
                    <a:pt x="5832" y="536"/>
                  </a:cubicBezTo>
                  <a:cubicBezTo>
                    <a:pt x="5780" y="429"/>
                    <a:pt x="5725" y="322"/>
                    <a:pt x="5673" y="270"/>
                  </a:cubicBezTo>
                  <a:cubicBezTo>
                    <a:pt x="5566" y="163"/>
                    <a:pt x="5459" y="108"/>
                    <a:pt x="5404" y="56"/>
                  </a:cubicBezTo>
                  <a:cubicBezTo>
                    <a:pt x="5297" y="1"/>
                    <a:pt x="5189" y="1"/>
                    <a:pt x="5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628;p39">
              <a:extLst>
                <a:ext uri="{FF2B5EF4-FFF2-40B4-BE49-F238E27FC236}">
                  <a16:creationId xmlns:a16="http://schemas.microsoft.com/office/drawing/2014/main" id="{79B02CF0-3FE2-B999-7A12-181F6B6B12C9}"/>
                </a:ext>
              </a:extLst>
            </p:cNvPr>
            <p:cNvSpPr/>
            <p:nvPr/>
          </p:nvSpPr>
          <p:spPr>
            <a:xfrm>
              <a:off x="1081227" y="3571605"/>
              <a:ext cx="198756" cy="145631"/>
            </a:xfrm>
            <a:custGeom>
              <a:avLst/>
              <a:gdLst/>
              <a:ahLst/>
              <a:cxnLst/>
              <a:rect l="l" t="t" r="r" b="b"/>
              <a:pathLst>
                <a:path w="8620" h="6316" extrusionOk="0">
                  <a:moveTo>
                    <a:pt x="964" y="214"/>
                  </a:moveTo>
                  <a:cubicBezTo>
                    <a:pt x="1178" y="214"/>
                    <a:pt x="1448" y="270"/>
                    <a:pt x="1713" y="377"/>
                  </a:cubicBezTo>
                  <a:cubicBezTo>
                    <a:pt x="2141" y="591"/>
                    <a:pt x="2625" y="805"/>
                    <a:pt x="3053" y="1071"/>
                  </a:cubicBezTo>
                  <a:cubicBezTo>
                    <a:pt x="3481" y="1285"/>
                    <a:pt x="3961" y="1499"/>
                    <a:pt x="4445" y="1661"/>
                  </a:cubicBezTo>
                  <a:cubicBezTo>
                    <a:pt x="4817" y="1820"/>
                    <a:pt x="5194" y="1875"/>
                    <a:pt x="5566" y="1982"/>
                  </a:cubicBezTo>
                  <a:cubicBezTo>
                    <a:pt x="5943" y="2034"/>
                    <a:pt x="6316" y="2141"/>
                    <a:pt x="6637" y="2304"/>
                  </a:cubicBezTo>
                  <a:cubicBezTo>
                    <a:pt x="7442" y="2676"/>
                    <a:pt x="7977" y="3425"/>
                    <a:pt x="8191" y="4230"/>
                  </a:cubicBezTo>
                  <a:cubicBezTo>
                    <a:pt x="8242" y="4389"/>
                    <a:pt x="8298" y="4603"/>
                    <a:pt x="8349" y="4817"/>
                  </a:cubicBezTo>
                  <a:cubicBezTo>
                    <a:pt x="8405" y="5031"/>
                    <a:pt x="8405" y="5245"/>
                    <a:pt x="8405" y="5459"/>
                  </a:cubicBezTo>
                  <a:cubicBezTo>
                    <a:pt x="8405" y="5622"/>
                    <a:pt x="8405" y="5780"/>
                    <a:pt x="8349" y="5887"/>
                  </a:cubicBezTo>
                  <a:cubicBezTo>
                    <a:pt x="8349" y="5943"/>
                    <a:pt x="8298" y="5994"/>
                    <a:pt x="8242" y="5994"/>
                  </a:cubicBezTo>
                  <a:cubicBezTo>
                    <a:pt x="8242" y="6050"/>
                    <a:pt x="8191" y="6101"/>
                    <a:pt x="8135" y="6101"/>
                  </a:cubicBezTo>
                  <a:lnTo>
                    <a:pt x="8028" y="6101"/>
                  </a:lnTo>
                  <a:cubicBezTo>
                    <a:pt x="7977" y="6101"/>
                    <a:pt x="7921" y="6101"/>
                    <a:pt x="7814" y="6050"/>
                  </a:cubicBezTo>
                  <a:cubicBezTo>
                    <a:pt x="7707" y="5994"/>
                    <a:pt x="7600" y="5887"/>
                    <a:pt x="7493" y="5780"/>
                  </a:cubicBezTo>
                  <a:cubicBezTo>
                    <a:pt x="7279" y="5566"/>
                    <a:pt x="7121" y="5301"/>
                    <a:pt x="6958" y="5087"/>
                  </a:cubicBezTo>
                  <a:cubicBezTo>
                    <a:pt x="6851" y="4924"/>
                    <a:pt x="6799" y="4817"/>
                    <a:pt x="6692" y="4710"/>
                  </a:cubicBezTo>
                  <a:cubicBezTo>
                    <a:pt x="6637" y="4658"/>
                    <a:pt x="6585" y="4551"/>
                    <a:pt x="6530" y="4496"/>
                  </a:cubicBezTo>
                  <a:cubicBezTo>
                    <a:pt x="6209" y="4123"/>
                    <a:pt x="5887" y="3695"/>
                    <a:pt x="5515" y="3374"/>
                  </a:cubicBezTo>
                  <a:cubicBezTo>
                    <a:pt x="5138" y="2997"/>
                    <a:pt x="4766" y="2676"/>
                    <a:pt x="4282" y="2462"/>
                  </a:cubicBezTo>
                  <a:cubicBezTo>
                    <a:pt x="3640" y="2141"/>
                    <a:pt x="2890" y="2034"/>
                    <a:pt x="2197" y="2034"/>
                  </a:cubicBezTo>
                  <a:cubicBezTo>
                    <a:pt x="1927" y="1982"/>
                    <a:pt x="1662" y="1982"/>
                    <a:pt x="1392" y="1927"/>
                  </a:cubicBezTo>
                  <a:cubicBezTo>
                    <a:pt x="1127" y="1875"/>
                    <a:pt x="912" y="1820"/>
                    <a:pt x="698" y="1713"/>
                  </a:cubicBezTo>
                  <a:cubicBezTo>
                    <a:pt x="536" y="1606"/>
                    <a:pt x="429" y="1447"/>
                    <a:pt x="322" y="1340"/>
                  </a:cubicBezTo>
                  <a:cubicBezTo>
                    <a:pt x="270" y="1178"/>
                    <a:pt x="215" y="1019"/>
                    <a:pt x="215" y="856"/>
                  </a:cubicBezTo>
                  <a:cubicBezTo>
                    <a:pt x="215" y="698"/>
                    <a:pt x="215" y="591"/>
                    <a:pt x="322" y="484"/>
                  </a:cubicBezTo>
                  <a:cubicBezTo>
                    <a:pt x="429" y="377"/>
                    <a:pt x="484" y="321"/>
                    <a:pt x="591" y="270"/>
                  </a:cubicBezTo>
                  <a:cubicBezTo>
                    <a:pt x="698" y="214"/>
                    <a:pt x="805" y="214"/>
                    <a:pt x="964" y="214"/>
                  </a:cubicBezTo>
                  <a:close/>
                  <a:moveTo>
                    <a:pt x="964" y="0"/>
                  </a:moveTo>
                  <a:cubicBezTo>
                    <a:pt x="805" y="0"/>
                    <a:pt x="643" y="0"/>
                    <a:pt x="536" y="56"/>
                  </a:cubicBezTo>
                  <a:cubicBezTo>
                    <a:pt x="377" y="107"/>
                    <a:pt x="270" y="214"/>
                    <a:pt x="163" y="321"/>
                  </a:cubicBezTo>
                  <a:cubicBezTo>
                    <a:pt x="56" y="484"/>
                    <a:pt x="1" y="642"/>
                    <a:pt x="1" y="856"/>
                  </a:cubicBezTo>
                  <a:cubicBezTo>
                    <a:pt x="1" y="1071"/>
                    <a:pt x="56" y="1233"/>
                    <a:pt x="163" y="1447"/>
                  </a:cubicBezTo>
                  <a:cubicBezTo>
                    <a:pt x="270" y="1606"/>
                    <a:pt x="377" y="1768"/>
                    <a:pt x="536" y="1875"/>
                  </a:cubicBezTo>
                  <a:cubicBezTo>
                    <a:pt x="805" y="2034"/>
                    <a:pt x="1071" y="2090"/>
                    <a:pt x="1341" y="2141"/>
                  </a:cubicBezTo>
                  <a:cubicBezTo>
                    <a:pt x="1662" y="2197"/>
                    <a:pt x="1927" y="2197"/>
                    <a:pt x="2197" y="2248"/>
                  </a:cubicBezTo>
                  <a:cubicBezTo>
                    <a:pt x="2890" y="2304"/>
                    <a:pt x="3588" y="2355"/>
                    <a:pt x="4175" y="2676"/>
                  </a:cubicBezTo>
                  <a:cubicBezTo>
                    <a:pt x="4659" y="2839"/>
                    <a:pt x="5031" y="3160"/>
                    <a:pt x="5352" y="3532"/>
                  </a:cubicBezTo>
                  <a:cubicBezTo>
                    <a:pt x="5729" y="3853"/>
                    <a:pt x="6050" y="4230"/>
                    <a:pt x="6371" y="4603"/>
                  </a:cubicBezTo>
                  <a:cubicBezTo>
                    <a:pt x="6423" y="4658"/>
                    <a:pt x="6423" y="4710"/>
                    <a:pt x="6478" y="4765"/>
                  </a:cubicBezTo>
                  <a:cubicBezTo>
                    <a:pt x="6637" y="5031"/>
                    <a:pt x="6851" y="5408"/>
                    <a:pt x="7121" y="5729"/>
                  </a:cubicBezTo>
                  <a:cubicBezTo>
                    <a:pt x="7279" y="5887"/>
                    <a:pt x="7386" y="6050"/>
                    <a:pt x="7549" y="6157"/>
                  </a:cubicBezTo>
                  <a:cubicBezTo>
                    <a:pt x="7600" y="6208"/>
                    <a:pt x="7707" y="6264"/>
                    <a:pt x="7763" y="6264"/>
                  </a:cubicBezTo>
                  <a:cubicBezTo>
                    <a:pt x="7870" y="6315"/>
                    <a:pt x="7921" y="6315"/>
                    <a:pt x="8028" y="6315"/>
                  </a:cubicBezTo>
                  <a:lnTo>
                    <a:pt x="8191" y="6315"/>
                  </a:lnTo>
                  <a:cubicBezTo>
                    <a:pt x="8298" y="6264"/>
                    <a:pt x="8349" y="6208"/>
                    <a:pt x="8405" y="6157"/>
                  </a:cubicBezTo>
                  <a:cubicBezTo>
                    <a:pt x="8512" y="6101"/>
                    <a:pt x="8563" y="5994"/>
                    <a:pt x="8619" y="5836"/>
                  </a:cubicBezTo>
                  <a:lnTo>
                    <a:pt x="8619" y="5459"/>
                  </a:lnTo>
                  <a:cubicBezTo>
                    <a:pt x="8619" y="5245"/>
                    <a:pt x="8619" y="4979"/>
                    <a:pt x="8563" y="4765"/>
                  </a:cubicBezTo>
                  <a:cubicBezTo>
                    <a:pt x="8512" y="4551"/>
                    <a:pt x="8456" y="4337"/>
                    <a:pt x="8405" y="4175"/>
                  </a:cubicBezTo>
                  <a:cubicBezTo>
                    <a:pt x="8191" y="3318"/>
                    <a:pt x="7600" y="2518"/>
                    <a:pt x="6744" y="2090"/>
                  </a:cubicBezTo>
                  <a:cubicBezTo>
                    <a:pt x="6371" y="1927"/>
                    <a:pt x="5995" y="1820"/>
                    <a:pt x="5622" y="1768"/>
                  </a:cubicBezTo>
                  <a:cubicBezTo>
                    <a:pt x="5245" y="1661"/>
                    <a:pt x="4873" y="1606"/>
                    <a:pt x="4552" y="1447"/>
                  </a:cubicBezTo>
                  <a:cubicBezTo>
                    <a:pt x="4068" y="1340"/>
                    <a:pt x="3588" y="1071"/>
                    <a:pt x="3160" y="856"/>
                  </a:cubicBezTo>
                  <a:cubicBezTo>
                    <a:pt x="2676" y="591"/>
                    <a:pt x="2248" y="377"/>
                    <a:pt x="1769" y="163"/>
                  </a:cubicBezTo>
                  <a:cubicBezTo>
                    <a:pt x="1499" y="56"/>
                    <a:pt x="1234" y="0"/>
                    <a:pt x="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629;p39">
              <a:extLst>
                <a:ext uri="{FF2B5EF4-FFF2-40B4-BE49-F238E27FC236}">
                  <a16:creationId xmlns:a16="http://schemas.microsoft.com/office/drawing/2014/main" id="{DA4EE411-A3B6-FFE9-4FA4-ACB452EE6E98}"/>
                </a:ext>
              </a:extLst>
            </p:cNvPr>
            <p:cNvSpPr/>
            <p:nvPr/>
          </p:nvSpPr>
          <p:spPr>
            <a:xfrm>
              <a:off x="1267598" y="3359364"/>
              <a:ext cx="193706" cy="183930"/>
            </a:xfrm>
            <a:custGeom>
              <a:avLst/>
              <a:gdLst/>
              <a:ahLst/>
              <a:cxnLst/>
              <a:rect l="l" t="t" r="r" b="b"/>
              <a:pathLst>
                <a:path w="8401" h="7977" extrusionOk="0">
                  <a:moveTo>
                    <a:pt x="7117" y="0"/>
                  </a:moveTo>
                  <a:cubicBezTo>
                    <a:pt x="6958" y="377"/>
                    <a:pt x="6851" y="912"/>
                    <a:pt x="6688" y="1447"/>
                  </a:cubicBezTo>
                  <a:cubicBezTo>
                    <a:pt x="6581" y="1927"/>
                    <a:pt x="6474" y="2411"/>
                    <a:pt x="6316" y="2839"/>
                  </a:cubicBezTo>
                  <a:cubicBezTo>
                    <a:pt x="6209" y="3267"/>
                    <a:pt x="6046" y="3746"/>
                    <a:pt x="5832" y="4123"/>
                  </a:cubicBezTo>
                  <a:cubicBezTo>
                    <a:pt x="5618" y="4496"/>
                    <a:pt x="5353" y="4872"/>
                    <a:pt x="4976" y="5086"/>
                  </a:cubicBezTo>
                  <a:cubicBezTo>
                    <a:pt x="4710" y="5245"/>
                    <a:pt x="4441" y="5352"/>
                    <a:pt x="4120" y="5408"/>
                  </a:cubicBezTo>
                  <a:cubicBezTo>
                    <a:pt x="3798" y="5459"/>
                    <a:pt x="3477" y="5459"/>
                    <a:pt x="3156" y="5459"/>
                  </a:cubicBezTo>
                  <a:cubicBezTo>
                    <a:pt x="2835" y="5459"/>
                    <a:pt x="2514" y="5459"/>
                    <a:pt x="2193" y="5515"/>
                  </a:cubicBezTo>
                  <a:cubicBezTo>
                    <a:pt x="1820" y="5515"/>
                    <a:pt x="1499" y="5566"/>
                    <a:pt x="1178" y="5673"/>
                  </a:cubicBezTo>
                  <a:cubicBezTo>
                    <a:pt x="909" y="5780"/>
                    <a:pt x="587" y="5994"/>
                    <a:pt x="373" y="6264"/>
                  </a:cubicBezTo>
                  <a:cubicBezTo>
                    <a:pt x="159" y="6529"/>
                    <a:pt x="1" y="6850"/>
                    <a:pt x="1" y="7171"/>
                  </a:cubicBezTo>
                  <a:lnTo>
                    <a:pt x="1" y="7227"/>
                  </a:lnTo>
                  <a:cubicBezTo>
                    <a:pt x="52" y="7386"/>
                    <a:pt x="108" y="7600"/>
                    <a:pt x="215" y="7707"/>
                  </a:cubicBezTo>
                  <a:cubicBezTo>
                    <a:pt x="266" y="7762"/>
                    <a:pt x="322" y="7869"/>
                    <a:pt x="429" y="7869"/>
                  </a:cubicBezTo>
                  <a:cubicBezTo>
                    <a:pt x="480" y="7921"/>
                    <a:pt x="587" y="7976"/>
                    <a:pt x="643" y="7976"/>
                  </a:cubicBezTo>
                  <a:cubicBezTo>
                    <a:pt x="750" y="7976"/>
                    <a:pt x="857" y="7921"/>
                    <a:pt x="909" y="7869"/>
                  </a:cubicBezTo>
                  <a:lnTo>
                    <a:pt x="1071" y="7707"/>
                  </a:lnTo>
                  <a:cubicBezTo>
                    <a:pt x="1071" y="7655"/>
                    <a:pt x="1123" y="7600"/>
                    <a:pt x="1123" y="7548"/>
                  </a:cubicBezTo>
                  <a:cubicBezTo>
                    <a:pt x="1285" y="7334"/>
                    <a:pt x="1499" y="7120"/>
                    <a:pt x="1820" y="7013"/>
                  </a:cubicBezTo>
                  <a:cubicBezTo>
                    <a:pt x="2086" y="6906"/>
                    <a:pt x="2407" y="6850"/>
                    <a:pt x="2677" y="6799"/>
                  </a:cubicBezTo>
                  <a:lnTo>
                    <a:pt x="3533" y="6799"/>
                  </a:lnTo>
                  <a:cubicBezTo>
                    <a:pt x="3905" y="6799"/>
                    <a:pt x="4227" y="6799"/>
                    <a:pt x="4603" y="6743"/>
                  </a:cubicBezTo>
                  <a:cubicBezTo>
                    <a:pt x="5353" y="6529"/>
                    <a:pt x="5995" y="5994"/>
                    <a:pt x="6423" y="5408"/>
                  </a:cubicBezTo>
                  <a:cubicBezTo>
                    <a:pt x="6902" y="4765"/>
                    <a:pt x="7172" y="4067"/>
                    <a:pt x="7438" y="3318"/>
                  </a:cubicBezTo>
                  <a:cubicBezTo>
                    <a:pt x="7545" y="3053"/>
                    <a:pt x="7652" y="2783"/>
                    <a:pt x="7814" y="2569"/>
                  </a:cubicBezTo>
                  <a:cubicBezTo>
                    <a:pt x="7921" y="2462"/>
                    <a:pt x="7973" y="2355"/>
                    <a:pt x="8080" y="2248"/>
                  </a:cubicBezTo>
                  <a:lnTo>
                    <a:pt x="8401" y="2089"/>
                  </a:lnTo>
                  <a:lnTo>
                    <a:pt x="8350" y="1875"/>
                  </a:lnTo>
                  <a:cubicBezTo>
                    <a:pt x="8187" y="1927"/>
                    <a:pt x="8029" y="1982"/>
                    <a:pt x="7921" y="2089"/>
                  </a:cubicBezTo>
                  <a:cubicBezTo>
                    <a:pt x="7759" y="2248"/>
                    <a:pt x="7652" y="2462"/>
                    <a:pt x="7545" y="2625"/>
                  </a:cubicBezTo>
                  <a:cubicBezTo>
                    <a:pt x="7438" y="2839"/>
                    <a:pt x="7331" y="3053"/>
                    <a:pt x="7279" y="3267"/>
                  </a:cubicBezTo>
                  <a:cubicBezTo>
                    <a:pt x="7010" y="3960"/>
                    <a:pt x="6688" y="4658"/>
                    <a:pt x="6260" y="5245"/>
                  </a:cubicBezTo>
                  <a:cubicBezTo>
                    <a:pt x="5832" y="5836"/>
                    <a:pt x="5246" y="6315"/>
                    <a:pt x="4548" y="6529"/>
                  </a:cubicBezTo>
                  <a:cubicBezTo>
                    <a:pt x="4227" y="6585"/>
                    <a:pt x="3854" y="6585"/>
                    <a:pt x="3533" y="6585"/>
                  </a:cubicBezTo>
                  <a:lnTo>
                    <a:pt x="2677" y="6585"/>
                  </a:lnTo>
                  <a:cubicBezTo>
                    <a:pt x="2356" y="6636"/>
                    <a:pt x="2035" y="6692"/>
                    <a:pt x="1713" y="6799"/>
                  </a:cubicBezTo>
                  <a:cubicBezTo>
                    <a:pt x="1392" y="6957"/>
                    <a:pt x="1123" y="7171"/>
                    <a:pt x="964" y="7441"/>
                  </a:cubicBezTo>
                  <a:cubicBezTo>
                    <a:pt x="909" y="7493"/>
                    <a:pt x="909" y="7548"/>
                    <a:pt x="857" y="7600"/>
                  </a:cubicBezTo>
                  <a:cubicBezTo>
                    <a:pt x="857" y="7655"/>
                    <a:pt x="801" y="7655"/>
                    <a:pt x="801" y="7707"/>
                  </a:cubicBezTo>
                  <a:cubicBezTo>
                    <a:pt x="750" y="7707"/>
                    <a:pt x="694" y="7762"/>
                    <a:pt x="643" y="7762"/>
                  </a:cubicBezTo>
                  <a:cubicBezTo>
                    <a:pt x="643" y="7762"/>
                    <a:pt x="587" y="7707"/>
                    <a:pt x="536" y="7707"/>
                  </a:cubicBezTo>
                  <a:cubicBezTo>
                    <a:pt x="429" y="7655"/>
                    <a:pt x="373" y="7600"/>
                    <a:pt x="322" y="7493"/>
                  </a:cubicBezTo>
                  <a:cubicBezTo>
                    <a:pt x="266" y="7386"/>
                    <a:pt x="266" y="7334"/>
                    <a:pt x="215" y="7227"/>
                  </a:cubicBezTo>
                  <a:lnTo>
                    <a:pt x="215" y="7171"/>
                  </a:lnTo>
                  <a:cubicBezTo>
                    <a:pt x="215" y="6906"/>
                    <a:pt x="373" y="6636"/>
                    <a:pt x="536" y="6422"/>
                  </a:cubicBezTo>
                  <a:cubicBezTo>
                    <a:pt x="750" y="6157"/>
                    <a:pt x="1016" y="5994"/>
                    <a:pt x="1285" y="5887"/>
                  </a:cubicBezTo>
                  <a:cubicBezTo>
                    <a:pt x="1551" y="5780"/>
                    <a:pt x="1872" y="5729"/>
                    <a:pt x="2193" y="5729"/>
                  </a:cubicBezTo>
                  <a:cubicBezTo>
                    <a:pt x="2514" y="5673"/>
                    <a:pt x="2835" y="5673"/>
                    <a:pt x="3156" y="5673"/>
                  </a:cubicBezTo>
                  <a:cubicBezTo>
                    <a:pt x="3477" y="5673"/>
                    <a:pt x="3798" y="5673"/>
                    <a:pt x="4120" y="5622"/>
                  </a:cubicBezTo>
                  <a:cubicBezTo>
                    <a:pt x="4496" y="5566"/>
                    <a:pt x="4817" y="5459"/>
                    <a:pt x="5083" y="5301"/>
                  </a:cubicBezTo>
                  <a:cubicBezTo>
                    <a:pt x="5511" y="5031"/>
                    <a:pt x="5781" y="4658"/>
                    <a:pt x="5995" y="4230"/>
                  </a:cubicBezTo>
                  <a:cubicBezTo>
                    <a:pt x="6209" y="3802"/>
                    <a:pt x="6367" y="3374"/>
                    <a:pt x="6530" y="2890"/>
                  </a:cubicBezTo>
                  <a:cubicBezTo>
                    <a:pt x="6688" y="2518"/>
                    <a:pt x="6795" y="1982"/>
                    <a:pt x="6902" y="1447"/>
                  </a:cubicBezTo>
                  <a:cubicBezTo>
                    <a:pt x="7065" y="963"/>
                    <a:pt x="7172" y="428"/>
                    <a:pt x="7279" y="56"/>
                  </a:cubicBezTo>
                  <a:lnTo>
                    <a:pt x="71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630;p39">
              <a:extLst>
                <a:ext uri="{FF2B5EF4-FFF2-40B4-BE49-F238E27FC236}">
                  <a16:creationId xmlns:a16="http://schemas.microsoft.com/office/drawing/2014/main" id="{5843AB07-436C-788C-2718-E6FE368CF67C}"/>
                </a:ext>
              </a:extLst>
            </p:cNvPr>
            <p:cNvSpPr/>
            <p:nvPr/>
          </p:nvSpPr>
          <p:spPr>
            <a:xfrm>
              <a:off x="1159022" y="3300131"/>
              <a:ext cx="103667" cy="51833"/>
            </a:xfrm>
            <a:custGeom>
              <a:avLst/>
              <a:gdLst/>
              <a:ahLst/>
              <a:cxnLst/>
              <a:rect l="l" t="t" r="r" b="b"/>
              <a:pathLst>
                <a:path w="4496" h="2248" extrusionOk="0">
                  <a:moveTo>
                    <a:pt x="4175" y="0"/>
                  </a:moveTo>
                  <a:lnTo>
                    <a:pt x="3961" y="56"/>
                  </a:lnTo>
                  <a:cubicBezTo>
                    <a:pt x="4012" y="214"/>
                    <a:pt x="4068" y="377"/>
                    <a:pt x="4175" y="535"/>
                  </a:cubicBezTo>
                  <a:cubicBezTo>
                    <a:pt x="4226" y="698"/>
                    <a:pt x="4282" y="857"/>
                    <a:pt x="4282" y="1019"/>
                  </a:cubicBezTo>
                  <a:cubicBezTo>
                    <a:pt x="4282" y="1071"/>
                    <a:pt x="4282" y="1126"/>
                    <a:pt x="4226" y="1178"/>
                  </a:cubicBezTo>
                  <a:cubicBezTo>
                    <a:pt x="4175" y="1233"/>
                    <a:pt x="4119" y="1340"/>
                    <a:pt x="4012" y="1392"/>
                  </a:cubicBezTo>
                  <a:cubicBezTo>
                    <a:pt x="3961" y="1447"/>
                    <a:pt x="3854" y="1499"/>
                    <a:pt x="3747" y="1554"/>
                  </a:cubicBezTo>
                  <a:cubicBezTo>
                    <a:pt x="3477" y="1661"/>
                    <a:pt x="3263" y="1713"/>
                    <a:pt x="3049" y="1713"/>
                  </a:cubicBezTo>
                  <a:lnTo>
                    <a:pt x="2997" y="1713"/>
                  </a:lnTo>
                  <a:cubicBezTo>
                    <a:pt x="2783" y="1713"/>
                    <a:pt x="2621" y="1661"/>
                    <a:pt x="2462" y="1606"/>
                  </a:cubicBezTo>
                  <a:cubicBezTo>
                    <a:pt x="2248" y="1554"/>
                    <a:pt x="2085" y="1499"/>
                    <a:pt x="1871" y="1447"/>
                  </a:cubicBezTo>
                  <a:cubicBezTo>
                    <a:pt x="1820" y="1447"/>
                    <a:pt x="1764" y="1392"/>
                    <a:pt x="1713" y="1392"/>
                  </a:cubicBezTo>
                  <a:cubicBezTo>
                    <a:pt x="1606" y="1447"/>
                    <a:pt x="1443" y="1447"/>
                    <a:pt x="1285" y="1499"/>
                  </a:cubicBezTo>
                  <a:cubicBezTo>
                    <a:pt x="1071" y="1554"/>
                    <a:pt x="801" y="1661"/>
                    <a:pt x="587" y="1768"/>
                  </a:cubicBezTo>
                  <a:cubicBezTo>
                    <a:pt x="321" y="1876"/>
                    <a:pt x="159" y="1983"/>
                    <a:pt x="0" y="2034"/>
                  </a:cubicBezTo>
                  <a:lnTo>
                    <a:pt x="52" y="2248"/>
                  </a:lnTo>
                  <a:cubicBezTo>
                    <a:pt x="159" y="2197"/>
                    <a:pt x="321" y="2141"/>
                    <a:pt x="428" y="2090"/>
                  </a:cubicBezTo>
                  <a:cubicBezTo>
                    <a:pt x="642" y="1983"/>
                    <a:pt x="908" y="1876"/>
                    <a:pt x="1122" y="1768"/>
                  </a:cubicBezTo>
                  <a:cubicBezTo>
                    <a:pt x="1229" y="1768"/>
                    <a:pt x="1336" y="1713"/>
                    <a:pt x="1443" y="1661"/>
                  </a:cubicBezTo>
                  <a:lnTo>
                    <a:pt x="1820" y="1661"/>
                  </a:lnTo>
                  <a:cubicBezTo>
                    <a:pt x="1978" y="1713"/>
                    <a:pt x="2192" y="1768"/>
                    <a:pt x="2355" y="1820"/>
                  </a:cubicBezTo>
                  <a:cubicBezTo>
                    <a:pt x="2569" y="1876"/>
                    <a:pt x="2783" y="1927"/>
                    <a:pt x="2997" y="1927"/>
                  </a:cubicBezTo>
                  <a:lnTo>
                    <a:pt x="3049" y="1927"/>
                  </a:lnTo>
                  <a:cubicBezTo>
                    <a:pt x="3318" y="1927"/>
                    <a:pt x="3584" y="1876"/>
                    <a:pt x="3798" y="1768"/>
                  </a:cubicBezTo>
                  <a:cubicBezTo>
                    <a:pt x="3905" y="1713"/>
                    <a:pt x="4068" y="1661"/>
                    <a:pt x="4175" y="1554"/>
                  </a:cubicBezTo>
                  <a:cubicBezTo>
                    <a:pt x="4282" y="1499"/>
                    <a:pt x="4389" y="1392"/>
                    <a:pt x="4440" y="1285"/>
                  </a:cubicBezTo>
                  <a:cubicBezTo>
                    <a:pt x="4496" y="1178"/>
                    <a:pt x="4496" y="1071"/>
                    <a:pt x="4496" y="1019"/>
                  </a:cubicBezTo>
                  <a:cubicBezTo>
                    <a:pt x="4496" y="805"/>
                    <a:pt x="4440" y="642"/>
                    <a:pt x="4333" y="484"/>
                  </a:cubicBezTo>
                  <a:lnTo>
                    <a:pt x="4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71331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53"/>
          <p:cNvSpPr txBox="1">
            <a:spLocks noGrp="1"/>
          </p:cNvSpPr>
          <p:nvPr>
            <p:ph type="title"/>
          </p:nvPr>
        </p:nvSpPr>
        <p:spPr>
          <a:xfrm>
            <a:off x="713250" y="463906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Penelitian</a:t>
            </a:r>
            <a:endParaRPr dirty="0"/>
          </a:p>
        </p:txBody>
      </p:sp>
      <p:sp>
        <p:nvSpPr>
          <p:cNvPr id="1327" name="Google Shape;1327;p53"/>
          <p:cNvSpPr txBox="1">
            <a:spLocks noGrp="1"/>
          </p:cNvSpPr>
          <p:nvPr>
            <p:ph type="subTitle" idx="1"/>
          </p:nvPr>
        </p:nvSpPr>
        <p:spPr>
          <a:xfrm>
            <a:off x="4472985" y="2077293"/>
            <a:ext cx="4138976" cy="25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Penelitian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ini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merancang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sistem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terdiri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dari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sensor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aktuator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dan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logika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kontrol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mengendalikan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Sensor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digunakan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mengukur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total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mengalir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melalui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Penelitian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ini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berfokus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pengembangan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sensor yang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akurat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efisien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serta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teknik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pemantauan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otomatis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mengukur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memantau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aliran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secara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real-time.</a:t>
            </a:r>
          </a:p>
        </p:txBody>
      </p:sp>
      <p:sp>
        <p:nvSpPr>
          <p:cNvPr id="1328" name="Google Shape;1328;p53"/>
          <p:cNvSpPr txBox="1">
            <a:spLocks noGrp="1"/>
          </p:cNvSpPr>
          <p:nvPr>
            <p:ph type="subTitle" idx="2"/>
          </p:nvPr>
        </p:nvSpPr>
        <p:spPr>
          <a:xfrm>
            <a:off x="489445" y="2232814"/>
            <a:ext cx="3960171" cy="25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Mengurangi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pemborosan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karena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ini dapat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mengurangi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jumlah air yang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terbuang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percuma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 ini dapat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membantu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menjaga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ketersediaan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kualitas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sumber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daya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yang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terbatas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Alat ini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berkontribusi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konservasi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sumber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daya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secara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keseluruhan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Memberikan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kemudahan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bagi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penggunakarena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tidak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perlu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menutup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US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secara manual </a:t>
            </a:r>
          </a:p>
        </p:txBody>
      </p:sp>
      <p:sp>
        <p:nvSpPr>
          <p:cNvPr id="1329" name="Google Shape;1329;p53"/>
          <p:cNvSpPr/>
          <p:nvPr/>
        </p:nvSpPr>
        <p:spPr>
          <a:xfrm>
            <a:off x="2116796" y="959029"/>
            <a:ext cx="740700" cy="74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53"/>
          <p:cNvSpPr/>
          <p:nvPr/>
        </p:nvSpPr>
        <p:spPr>
          <a:xfrm>
            <a:off x="6126846" y="959029"/>
            <a:ext cx="740700" cy="74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31" name="Google Shape;1331;p53"/>
          <p:cNvGrpSpPr/>
          <p:nvPr/>
        </p:nvGrpSpPr>
        <p:grpSpPr>
          <a:xfrm>
            <a:off x="2287246" y="1116904"/>
            <a:ext cx="399800" cy="424950"/>
            <a:chOff x="2442775" y="1229900"/>
            <a:chExt cx="399800" cy="424950"/>
          </a:xfrm>
        </p:grpSpPr>
        <p:sp>
          <p:nvSpPr>
            <p:cNvPr id="1332" name="Google Shape;1332;p53"/>
            <p:cNvSpPr/>
            <p:nvPr/>
          </p:nvSpPr>
          <p:spPr>
            <a:xfrm>
              <a:off x="2442775" y="1229900"/>
              <a:ext cx="399800" cy="424950"/>
            </a:xfrm>
            <a:custGeom>
              <a:avLst/>
              <a:gdLst/>
              <a:ahLst/>
              <a:cxnLst/>
              <a:rect l="l" t="t" r="r" b="b"/>
              <a:pathLst>
                <a:path w="15992" h="16998" extrusionOk="0">
                  <a:moveTo>
                    <a:pt x="7569" y="1"/>
                  </a:moveTo>
                  <a:lnTo>
                    <a:pt x="7166" y="26"/>
                  </a:lnTo>
                  <a:lnTo>
                    <a:pt x="6764" y="76"/>
                  </a:lnTo>
                  <a:lnTo>
                    <a:pt x="6387" y="152"/>
                  </a:lnTo>
                  <a:lnTo>
                    <a:pt x="5985" y="252"/>
                  </a:lnTo>
                  <a:lnTo>
                    <a:pt x="5607" y="353"/>
                  </a:lnTo>
                  <a:lnTo>
                    <a:pt x="5230" y="478"/>
                  </a:lnTo>
                  <a:lnTo>
                    <a:pt x="4878" y="629"/>
                  </a:lnTo>
                  <a:lnTo>
                    <a:pt x="4526" y="780"/>
                  </a:lnTo>
                  <a:lnTo>
                    <a:pt x="4174" y="956"/>
                  </a:lnTo>
                  <a:lnTo>
                    <a:pt x="3847" y="1157"/>
                  </a:lnTo>
                  <a:lnTo>
                    <a:pt x="3521" y="1358"/>
                  </a:lnTo>
                  <a:lnTo>
                    <a:pt x="3194" y="1585"/>
                  </a:lnTo>
                  <a:lnTo>
                    <a:pt x="2892" y="1811"/>
                  </a:lnTo>
                  <a:lnTo>
                    <a:pt x="2615" y="2062"/>
                  </a:lnTo>
                  <a:lnTo>
                    <a:pt x="2339" y="2339"/>
                  </a:lnTo>
                  <a:lnTo>
                    <a:pt x="2062" y="2616"/>
                  </a:lnTo>
                  <a:lnTo>
                    <a:pt x="1811" y="2892"/>
                  </a:lnTo>
                  <a:lnTo>
                    <a:pt x="1585" y="3194"/>
                  </a:lnTo>
                  <a:lnTo>
                    <a:pt x="1358" y="3521"/>
                  </a:lnTo>
                  <a:lnTo>
                    <a:pt x="1157" y="3848"/>
                  </a:lnTo>
                  <a:lnTo>
                    <a:pt x="956" y="4174"/>
                  </a:lnTo>
                  <a:lnTo>
                    <a:pt x="780" y="4526"/>
                  </a:lnTo>
                  <a:lnTo>
                    <a:pt x="629" y="4878"/>
                  </a:lnTo>
                  <a:lnTo>
                    <a:pt x="478" y="5230"/>
                  </a:lnTo>
                  <a:lnTo>
                    <a:pt x="353" y="5608"/>
                  </a:lnTo>
                  <a:lnTo>
                    <a:pt x="252" y="5985"/>
                  </a:lnTo>
                  <a:lnTo>
                    <a:pt x="151" y="6387"/>
                  </a:lnTo>
                  <a:lnTo>
                    <a:pt x="76" y="6764"/>
                  </a:lnTo>
                  <a:lnTo>
                    <a:pt x="26" y="7166"/>
                  </a:lnTo>
                  <a:lnTo>
                    <a:pt x="1" y="7569"/>
                  </a:lnTo>
                  <a:lnTo>
                    <a:pt x="1" y="7996"/>
                  </a:lnTo>
                  <a:lnTo>
                    <a:pt x="1" y="8424"/>
                  </a:lnTo>
                  <a:lnTo>
                    <a:pt x="26" y="8851"/>
                  </a:lnTo>
                  <a:lnTo>
                    <a:pt x="101" y="9278"/>
                  </a:lnTo>
                  <a:lnTo>
                    <a:pt x="177" y="9681"/>
                  </a:lnTo>
                  <a:lnTo>
                    <a:pt x="277" y="10108"/>
                  </a:lnTo>
                  <a:lnTo>
                    <a:pt x="403" y="10485"/>
                  </a:lnTo>
                  <a:lnTo>
                    <a:pt x="529" y="10888"/>
                  </a:lnTo>
                  <a:lnTo>
                    <a:pt x="679" y="11265"/>
                  </a:lnTo>
                  <a:lnTo>
                    <a:pt x="855" y="11642"/>
                  </a:lnTo>
                  <a:lnTo>
                    <a:pt x="1057" y="11994"/>
                  </a:lnTo>
                  <a:lnTo>
                    <a:pt x="1283" y="12346"/>
                  </a:lnTo>
                  <a:lnTo>
                    <a:pt x="1509" y="12673"/>
                  </a:lnTo>
                  <a:lnTo>
                    <a:pt x="1761" y="13000"/>
                  </a:lnTo>
                  <a:lnTo>
                    <a:pt x="2012" y="13301"/>
                  </a:lnTo>
                  <a:lnTo>
                    <a:pt x="2289" y="13603"/>
                  </a:lnTo>
                  <a:lnTo>
                    <a:pt x="2590" y="13880"/>
                  </a:lnTo>
                  <a:lnTo>
                    <a:pt x="2590" y="16997"/>
                  </a:lnTo>
                  <a:lnTo>
                    <a:pt x="5306" y="15539"/>
                  </a:lnTo>
                  <a:lnTo>
                    <a:pt x="5934" y="15715"/>
                  </a:lnTo>
                  <a:lnTo>
                    <a:pt x="6613" y="15866"/>
                  </a:lnTo>
                  <a:lnTo>
                    <a:pt x="7292" y="15966"/>
                  </a:lnTo>
                  <a:lnTo>
                    <a:pt x="7644" y="15992"/>
                  </a:lnTo>
                  <a:lnTo>
                    <a:pt x="8398" y="15992"/>
                  </a:lnTo>
                  <a:lnTo>
                    <a:pt x="8801" y="15941"/>
                  </a:lnTo>
                  <a:lnTo>
                    <a:pt x="9203" y="15891"/>
                  </a:lnTo>
                  <a:lnTo>
                    <a:pt x="9605" y="15841"/>
                  </a:lnTo>
                  <a:lnTo>
                    <a:pt x="9982" y="15740"/>
                  </a:lnTo>
                  <a:lnTo>
                    <a:pt x="10359" y="15640"/>
                  </a:lnTo>
                  <a:lnTo>
                    <a:pt x="10737" y="15514"/>
                  </a:lnTo>
                  <a:lnTo>
                    <a:pt x="11114" y="15363"/>
                  </a:lnTo>
                  <a:lnTo>
                    <a:pt x="11466" y="15212"/>
                  </a:lnTo>
                  <a:lnTo>
                    <a:pt x="11793" y="15036"/>
                  </a:lnTo>
                  <a:lnTo>
                    <a:pt x="12145" y="14835"/>
                  </a:lnTo>
                  <a:lnTo>
                    <a:pt x="12471" y="14634"/>
                  </a:lnTo>
                  <a:lnTo>
                    <a:pt x="12773" y="14408"/>
                  </a:lnTo>
                  <a:lnTo>
                    <a:pt x="13075" y="14156"/>
                  </a:lnTo>
                  <a:lnTo>
                    <a:pt x="13377" y="13905"/>
                  </a:lnTo>
                  <a:lnTo>
                    <a:pt x="13653" y="13653"/>
                  </a:lnTo>
                  <a:lnTo>
                    <a:pt x="13905" y="13377"/>
                  </a:lnTo>
                  <a:lnTo>
                    <a:pt x="14156" y="13075"/>
                  </a:lnTo>
                  <a:lnTo>
                    <a:pt x="14407" y="12773"/>
                  </a:lnTo>
                  <a:lnTo>
                    <a:pt x="14634" y="12472"/>
                  </a:lnTo>
                  <a:lnTo>
                    <a:pt x="14835" y="12145"/>
                  </a:lnTo>
                  <a:lnTo>
                    <a:pt x="15036" y="11793"/>
                  </a:lnTo>
                  <a:lnTo>
                    <a:pt x="15212" y="11466"/>
                  </a:lnTo>
                  <a:lnTo>
                    <a:pt x="15363" y="11114"/>
                  </a:lnTo>
                  <a:lnTo>
                    <a:pt x="15514" y="10737"/>
                  </a:lnTo>
                  <a:lnTo>
                    <a:pt x="15639" y="10360"/>
                  </a:lnTo>
                  <a:lnTo>
                    <a:pt x="15740" y="9982"/>
                  </a:lnTo>
                  <a:lnTo>
                    <a:pt x="15841" y="9605"/>
                  </a:lnTo>
                  <a:lnTo>
                    <a:pt x="15891" y="9203"/>
                  </a:lnTo>
                  <a:lnTo>
                    <a:pt x="15941" y="8801"/>
                  </a:lnTo>
                  <a:lnTo>
                    <a:pt x="15991" y="8398"/>
                  </a:lnTo>
                  <a:lnTo>
                    <a:pt x="15991" y="7996"/>
                  </a:lnTo>
                  <a:lnTo>
                    <a:pt x="15991" y="7569"/>
                  </a:lnTo>
                  <a:lnTo>
                    <a:pt x="15941" y="7166"/>
                  </a:lnTo>
                  <a:lnTo>
                    <a:pt x="15891" y="6764"/>
                  </a:lnTo>
                  <a:lnTo>
                    <a:pt x="15841" y="6387"/>
                  </a:lnTo>
                  <a:lnTo>
                    <a:pt x="15740" y="5985"/>
                  </a:lnTo>
                  <a:lnTo>
                    <a:pt x="15639" y="5608"/>
                  </a:lnTo>
                  <a:lnTo>
                    <a:pt x="15514" y="5230"/>
                  </a:lnTo>
                  <a:lnTo>
                    <a:pt x="15363" y="4878"/>
                  </a:lnTo>
                  <a:lnTo>
                    <a:pt x="15212" y="4526"/>
                  </a:lnTo>
                  <a:lnTo>
                    <a:pt x="15036" y="4174"/>
                  </a:lnTo>
                  <a:lnTo>
                    <a:pt x="14835" y="3848"/>
                  </a:lnTo>
                  <a:lnTo>
                    <a:pt x="14634" y="3521"/>
                  </a:lnTo>
                  <a:lnTo>
                    <a:pt x="14407" y="3194"/>
                  </a:lnTo>
                  <a:lnTo>
                    <a:pt x="14156" y="2892"/>
                  </a:lnTo>
                  <a:lnTo>
                    <a:pt x="13905" y="2616"/>
                  </a:lnTo>
                  <a:lnTo>
                    <a:pt x="13653" y="2339"/>
                  </a:lnTo>
                  <a:lnTo>
                    <a:pt x="13377" y="2062"/>
                  </a:lnTo>
                  <a:lnTo>
                    <a:pt x="13075" y="1811"/>
                  </a:lnTo>
                  <a:lnTo>
                    <a:pt x="12773" y="1585"/>
                  </a:lnTo>
                  <a:lnTo>
                    <a:pt x="12471" y="1358"/>
                  </a:lnTo>
                  <a:lnTo>
                    <a:pt x="12145" y="1157"/>
                  </a:lnTo>
                  <a:lnTo>
                    <a:pt x="11793" y="956"/>
                  </a:lnTo>
                  <a:lnTo>
                    <a:pt x="11466" y="780"/>
                  </a:lnTo>
                  <a:lnTo>
                    <a:pt x="11114" y="629"/>
                  </a:lnTo>
                  <a:lnTo>
                    <a:pt x="10737" y="478"/>
                  </a:lnTo>
                  <a:lnTo>
                    <a:pt x="10359" y="353"/>
                  </a:lnTo>
                  <a:lnTo>
                    <a:pt x="9982" y="252"/>
                  </a:lnTo>
                  <a:lnTo>
                    <a:pt x="9605" y="152"/>
                  </a:lnTo>
                  <a:lnTo>
                    <a:pt x="9203" y="76"/>
                  </a:lnTo>
                  <a:lnTo>
                    <a:pt x="8801" y="26"/>
                  </a:lnTo>
                  <a:lnTo>
                    <a:pt x="83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3"/>
            <p:cNvSpPr/>
            <p:nvPr/>
          </p:nvSpPr>
          <p:spPr>
            <a:xfrm>
              <a:off x="2644550" y="1305975"/>
              <a:ext cx="132025" cy="247675"/>
            </a:xfrm>
            <a:custGeom>
              <a:avLst/>
              <a:gdLst/>
              <a:ahLst/>
              <a:cxnLst/>
              <a:rect l="l" t="t" r="r" b="b"/>
              <a:pathLst>
                <a:path w="5281" h="9907" extrusionOk="0">
                  <a:moveTo>
                    <a:pt x="1408" y="0"/>
                  </a:moveTo>
                  <a:lnTo>
                    <a:pt x="1132" y="25"/>
                  </a:lnTo>
                  <a:lnTo>
                    <a:pt x="855" y="101"/>
                  </a:lnTo>
                  <a:lnTo>
                    <a:pt x="629" y="226"/>
                  </a:lnTo>
                  <a:lnTo>
                    <a:pt x="403" y="402"/>
                  </a:lnTo>
                  <a:lnTo>
                    <a:pt x="252" y="629"/>
                  </a:lnTo>
                  <a:lnTo>
                    <a:pt x="101" y="855"/>
                  </a:lnTo>
                  <a:lnTo>
                    <a:pt x="26" y="1131"/>
                  </a:lnTo>
                  <a:lnTo>
                    <a:pt x="0" y="1408"/>
                  </a:lnTo>
                  <a:lnTo>
                    <a:pt x="0" y="8498"/>
                  </a:lnTo>
                  <a:lnTo>
                    <a:pt x="26" y="8775"/>
                  </a:lnTo>
                  <a:lnTo>
                    <a:pt x="101" y="9051"/>
                  </a:lnTo>
                  <a:lnTo>
                    <a:pt x="252" y="9278"/>
                  </a:lnTo>
                  <a:lnTo>
                    <a:pt x="403" y="9504"/>
                  </a:lnTo>
                  <a:lnTo>
                    <a:pt x="629" y="9655"/>
                  </a:lnTo>
                  <a:lnTo>
                    <a:pt x="855" y="9806"/>
                  </a:lnTo>
                  <a:lnTo>
                    <a:pt x="1132" y="9881"/>
                  </a:lnTo>
                  <a:lnTo>
                    <a:pt x="1408" y="9906"/>
                  </a:lnTo>
                  <a:lnTo>
                    <a:pt x="1660" y="9881"/>
                  </a:lnTo>
                  <a:lnTo>
                    <a:pt x="1886" y="9831"/>
                  </a:lnTo>
                  <a:lnTo>
                    <a:pt x="2112" y="9705"/>
                  </a:lnTo>
                  <a:lnTo>
                    <a:pt x="2314" y="9579"/>
                  </a:lnTo>
                  <a:lnTo>
                    <a:pt x="2490" y="9403"/>
                  </a:lnTo>
                  <a:lnTo>
                    <a:pt x="2615" y="9227"/>
                  </a:lnTo>
                  <a:lnTo>
                    <a:pt x="2716" y="9001"/>
                  </a:lnTo>
                  <a:lnTo>
                    <a:pt x="2791" y="8775"/>
                  </a:lnTo>
                  <a:lnTo>
                    <a:pt x="2967" y="8750"/>
                  </a:lnTo>
                  <a:lnTo>
                    <a:pt x="3118" y="8699"/>
                  </a:lnTo>
                  <a:lnTo>
                    <a:pt x="3420" y="8574"/>
                  </a:lnTo>
                  <a:lnTo>
                    <a:pt x="3696" y="8373"/>
                  </a:lnTo>
                  <a:lnTo>
                    <a:pt x="3923" y="8146"/>
                  </a:lnTo>
                  <a:lnTo>
                    <a:pt x="4124" y="7895"/>
                  </a:lnTo>
                  <a:lnTo>
                    <a:pt x="4250" y="7593"/>
                  </a:lnTo>
                  <a:lnTo>
                    <a:pt x="4300" y="7442"/>
                  </a:lnTo>
                  <a:lnTo>
                    <a:pt x="4350" y="7291"/>
                  </a:lnTo>
                  <a:lnTo>
                    <a:pt x="4375" y="7115"/>
                  </a:lnTo>
                  <a:lnTo>
                    <a:pt x="4375" y="6939"/>
                  </a:lnTo>
                  <a:lnTo>
                    <a:pt x="4375" y="6738"/>
                  </a:lnTo>
                  <a:lnTo>
                    <a:pt x="4350" y="6562"/>
                  </a:lnTo>
                  <a:lnTo>
                    <a:pt x="4551" y="6437"/>
                  </a:lnTo>
                  <a:lnTo>
                    <a:pt x="4727" y="6286"/>
                  </a:lnTo>
                  <a:lnTo>
                    <a:pt x="4878" y="6085"/>
                  </a:lnTo>
                  <a:lnTo>
                    <a:pt x="5029" y="5909"/>
                  </a:lnTo>
                  <a:lnTo>
                    <a:pt x="5130" y="5682"/>
                  </a:lnTo>
                  <a:lnTo>
                    <a:pt x="5205" y="5456"/>
                  </a:lnTo>
                  <a:lnTo>
                    <a:pt x="5255" y="5205"/>
                  </a:lnTo>
                  <a:lnTo>
                    <a:pt x="5280" y="4953"/>
                  </a:lnTo>
                  <a:lnTo>
                    <a:pt x="5280" y="4727"/>
                  </a:lnTo>
                  <a:lnTo>
                    <a:pt x="5230" y="4526"/>
                  </a:lnTo>
                  <a:lnTo>
                    <a:pt x="5180" y="4325"/>
                  </a:lnTo>
                  <a:lnTo>
                    <a:pt x="5104" y="4149"/>
                  </a:lnTo>
                  <a:lnTo>
                    <a:pt x="5004" y="3947"/>
                  </a:lnTo>
                  <a:lnTo>
                    <a:pt x="4878" y="3797"/>
                  </a:lnTo>
                  <a:lnTo>
                    <a:pt x="4727" y="3646"/>
                  </a:lnTo>
                  <a:lnTo>
                    <a:pt x="4576" y="3495"/>
                  </a:lnTo>
                  <a:lnTo>
                    <a:pt x="4652" y="3243"/>
                  </a:lnTo>
                  <a:lnTo>
                    <a:pt x="4677" y="2967"/>
                  </a:lnTo>
                  <a:lnTo>
                    <a:pt x="4652" y="2766"/>
                  </a:lnTo>
                  <a:lnTo>
                    <a:pt x="4627" y="2590"/>
                  </a:lnTo>
                  <a:lnTo>
                    <a:pt x="4576" y="2414"/>
                  </a:lnTo>
                  <a:lnTo>
                    <a:pt x="4526" y="2238"/>
                  </a:lnTo>
                  <a:lnTo>
                    <a:pt x="4451" y="2087"/>
                  </a:lnTo>
                  <a:lnTo>
                    <a:pt x="4350" y="1936"/>
                  </a:lnTo>
                  <a:lnTo>
                    <a:pt x="4250" y="1785"/>
                  </a:lnTo>
                  <a:lnTo>
                    <a:pt x="4124" y="1659"/>
                  </a:lnTo>
                  <a:lnTo>
                    <a:pt x="3998" y="1534"/>
                  </a:lnTo>
                  <a:lnTo>
                    <a:pt x="3847" y="1433"/>
                  </a:lnTo>
                  <a:lnTo>
                    <a:pt x="3696" y="1333"/>
                  </a:lnTo>
                  <a:lnTo>
                    <a:pt x="3546" y="1257"/>
                  </a:lnTo>
                  <a:lnTo>
                    <a:pt x="3370" y="1207"/>
                  </a:lnTo>
                  <a:lnTo>
                    <a:pt x="3194" y="1157"/>
                  </a:lnTo>
                  <a:lnTo>
                    <a:pt x="3018" y="1131"/>
                  </a:lnTo>
                  <a:lnTo>
                    <a:pt x="2816" y="1106"/>
                  </a:lnTo>
                  <a:lnTo>
                    <a:pt x="2791" y="1106"/>
                  </a:lnTo>
                  <a:lnTo>
                    <a:pt x="2716" y="880"/>
                  </a:lnTo>
                  <a:lnTo>
                    <a:pt x="2615" y="679"/>
                  </a:lnTo>
                  <a:lnTo>
                    <a:pt x="2464" y="478"/>
                  </a:lnTo>
                  <a:lnTo>
                    <a:pt x="2314" y="327"/>
                  </a:lnTo>
                  <a:lnTo>
                    <a:pt x="2112" y="176"/>
                  </a:lnTo>
                  <a:lnTo>
                    <a:pt x="1886" y="75"/>
                  </a:lnTo>
                  <a:lnTo>
                    <a:pt x="1660" y="25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3"/>
            <p:cNvSpPr/>
            <p:nvPr/>
          </p:nvSpPr>
          <p:spPr>
            <a:xfrm>
              <a:off x="2508775" y="1305975"/>
              <a:ext cx="132025" cy="247675"/>
            </a:xfrm>
            <a:custGeom>
              <a:avLst/>
              <a:gdLst/>
              <a:ahLst/>
              <a:cxnLst/>
              <a:rect l="l" t="t" r="r" b="b"/>
              <a:pathLst>
                <a:path w="5281" h="9907" extrusionOk="0">
                  <a:moveTo>
                    <a:pt x="3847" y="0"/>
                  </a:moveTo>
                  <a:lnTo>
                    <a:pt x="3596" y="25"/>
                  </a:lnTo>
                  <a:lnTo>
                    <a:pt x="3370" y="75"/>
                  </a:lnTo>
                  <a:lnTo>
                    <a:pt x="3143" y="176"/>
                  </a:lnTo>
                  <a:lnTo>
                    <a:pt x="2967" y="327"/>
                  </a:lnTo>
                  <a:lnTo>
                    <a:pt x="2791" y="478"/>
                  </a:lnTo>
                  <a:lnTo>
                    <a:pt x="2641" y="679"/>
                  </a:lnTo>
                  <a:lnTo>
                    <a:pt x="2540" y="905"/>
                  </a:lnTo>
                  <a:lnTo>
                    <a:pt x="2465" y="1131"/>
                  </a:lnTo>
                  <a:lnTo>
                    <a:pt x="2314" y="1157"/>
                  </a:lnTo>
                  <a:lnTo>
                    <a:pt x="2163" y="1207"/>
                  </a:lnTo>
                  <a:lnTo>
                    <a:pt x="1861" y="1333"/>
                  </a:lnTo>
                  <a:lnTo>
                    <a:pt x="1585" y="1509"/>
                  </a:lnTo>
                  <a:lnTo>
                    <a:pt x="1358" y="1735"/>
                  </a:lnTo>
                  <a:lnTo>
                    <a:pt x="1157" y="2011"/>
                  </a:lnTo>
                  <a:lnTo>
                    <a:pt x="1006" y="2288"/>
                  </a:lnTo>
                  <a:lnTo>
                    <a:pt x="956" y="2464"/>
                  </a:lnTo>
                  <a:lnTo>
                    <a:pt x="931" y="2615"/>
                  </a:lnTo>
                  <a:lnTo>
                    <a:pt x="906" y="2791"/>
                  </a:lnTo>
                  <a:lnTo>
                    <a:pt x="881" y="2967"/>
                  </a:lnTo>
                  <a:lnTo>
                    <a:pt x="906" y="3143"/>
                  </a:lnTo>
                  <a:lnTo>
                    <a:pt x="931" y="3344"/>
                  </a:lnTo>
                  <a:lnTo>
                    <a:pt x="730" y="3470"/>
                  </a:lnTo>
                  <a:lnTo>
                    <a:pt x="554" y="3621"/>
                  </a:lnTo>
                  <a:lnTo>
                    <a:pt x="378" y="3797"/>
                  </a:lnTo>
                  <a:lnTo>
                    <a:pt x="252" y="3998"/>
                  </a:lnTo>
                  <a:lnTo>
                    <a:pt x="151" y="4224"/>
                  </a:lnTo>
                  <a:lnTo>
                    <a:pt x="51" y="4450"/>
                  </a:lnTo>
                  <a:lnTo>
                    <a:pt x="1" y="4702"/>
                  </a:lnTo>
                  <a:lnTo>
                    <a:pt x="1" y="4953"/>
                  </a:lnTo>
                  <a:lnTo>
                    <a:pt x="1" y="5154"/>
                  </a:lnTo>
                  <a:lnTo>
                    <a:pt x="26" y="5381"/>
                  </a:lnTo>
                  <a:lnTo>
                    <a:pt x="101" y="5582"/>
                  </a:lnTo>
                  <a:lnTo>
                    <a:pt x="177" y="5758"/>
                  </a:lnTo>
                  <a:lnTo>
                    <a:pt x="277" y="5934"/>
                  </a:lnTo>
                  <a:lnTo>
                    <a:pt x="403" y="6110"/>
                  </a:lnTo>
                  <a:lnTo>
                    <a:pt x="529" y="6261"/>
                  </a:lnTo>
                  <a:lnTo>
                    <a:pt x="679" y="6386"/>
                  </a:lnTo>
                  <a:lnTo>
                    <a:pt x="629" y="6663"/>
                  </a:lnTo>
                  <a:lnTo>
                    <a:pt x="604" y="6939"/>
                  </a:lnTo>
                  <a:lnTo>
                    <a:pt x="604" y="7141"/>
                  </a:lnTo>
                  <a:lnTo>
                    <a:pt x="629" y="7317"/>
                  </a:lnTo>
                  <a:lnTo>
                    <a:pt x="679" y="7493"/>
                  </a:lnTo>
                  <a:lnTo>
                    <a:pt x="755" y="7669"/>
                  </a:lnTo>
                  <a:lnTo>
                    <a:pt x="830" y="7819"/>
                  </a:lnTo>
                  <a:lnTo>
                    <a:pt x="906" y="7970"/>
                  </a:lnTo>
                  <a:lnTo>
                    <a:pt x="1031" y="8121"/>
                  </a:lnTo>
                  <a:lnTo>
                    <a:pt x="1132" y="8247"/>
                  </a:lnTo>
                  <a:lnTo>
                    <a:pt x="1283" y="8373"/>
                  </a:lnTo>
                  <a:lnTo>
                    <a:pt x="1409" y="8473"/>
                  </a:lnTo>
                  <a:lnTo>
                    <a:pt x="1559" y="8574"/>
                  </a:lnTo>
                  <a:lnTo>
                    <a:pt x="1735" y="8649"/>
                  </a:lnTo>
                  <a:lnTo>
                    <a:pt x="1911" y="8699"/>
                  </a:lnTo>
                  <a:lnTo>
                    <a:pt x="2087" y="8750"/>
                  </a:lnTo>
                  <a:lnTo>
                    <a:pt x="2263" y="8775"/>
                  </a:lnTo>
                  <a:lnTo>
                    <a:pt x="2439" y="8800"/>
                  </a:lnTo>
                  <a:lnTo>
                    <a:pt x="2490" y="8800"/>
                  </a:lnTo>
                  <a:lnTo>
                    <a:pt x="2540" y="9026"/>
                  </a:lnTo>
                  <a:lnTo>
                    <a:pt x="2666" y="9227"/>
                  </a:lnTo>
                  <a:lnTo>
                    <a:pt x="2791" y="9429"/>
                  </a:lnTo>
                  <a:lnTo>
                    <a:pt x="2967" y="9579"/>
                  </a:lnTo>
                  <a:lnTo>
                    <a:pt x="3169" y="9730"/>
                  </a:lnTo>
                  <a:lnTo>
                    <a:pt x="3370" y="9831"/>
                  </a:lnTo>
                  <a:lnTo>
                    <a:pt x="3621" y="9881"/>
                  </a:lnTo>
                  <a:lnTo>
                    <a:pt x="3847" y="9906"/>
                  </a:lnTo>
                  <a:lnTo>
                    <a:pt x="4149" y="9881"/>
                  </a:lnTo>
                  <a:lnTo>
                    <a:pt x="4401" y="9806"/>
                  </a:lnTo>
                  <a:lnTo>
                    <a:pt x="4652" y="9655"/>
                  </a:lnTo>
                  <a:lnTo>
                    <a:pt x="4853" y="9504"/>
                  </a:lnTo>
                  <a:lnTo>
                    <a:pt x="5029" y="9278"/>
                  </a:lnTo>
                  <a:lnTo>
                    <a:pt x="5155" y="9051"/>
                  </a:lnTo>
                  <a:lnTo>
                    <a:pt x="5230" y="8775"/>
                  </a:lnTo>
                  <a:lnTo>
                    <a:pt x="5281" y="8498"/>
                  </a:lnTo>
                  <a:lnTo>
                    <a:pt x="5281" y="1408"/>
                  </a:lnTo>
                  <a:lnTo>
                    <a:pt x="5230" y="1131"/>
                  </a:lnTo>
                  <a:lnTo>
                    <a:pt x="5155" y="855"/>
                  </a:lnTo>
                  <a:lnTo>
                    <a:pt x="5029" y="629"/>
                  </a:lnTo>
                  <a:lnTo>
                    <a:pt x="4853" y="402"/>
                  </a:lnTo>
                  <a:lnTo>
                    <a:pt x="4652" y="226"/>
                  </a:lnTo>
                  <a:lnTo>
                    <a:pt x="4401" y="101"/>
                  </a:lnTo>
                  <a:lnTo>
                    <a:pt x="4149" y="25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5" name="Google Shape;1335;p53"/>
          <p:cNvGrpSpPr/>
          <p:nvPr/>
        </p:nvGrpSpPr>
        <p:grpSpPr>
          <a:xfrm>
            <a:off x="6279746" y="1171139"/>
            <a:ext cx="434903" cy="316478"/>
            <a:chOff x="6284125" y="1236510"/>
            <a:chExt cx="434903" cy="316478"/>
          </a:xfrm>
        </p:grpSpPr>
        <p:sp>
          <p:nvSpPr>
            <p:cNvPr id="1336" name="Google Shape;1336;p53"/>
            <p:cNvSpPr/>
            <p:nvPr/>
          </p:nvSpPr>
          <p:spPr>
            <a:xfrm>
              <a:off x="6284125" y="1418182"/>
              <a:ext cx="434903" cy="134807"/>
            </a:xfrm>
            <a:custGeom>
              <a:avLst/>
              <a:gdLst/>
              <a:ahLst/>
              <a:cxnLst/>
              <a:rect l="l" t="t" r="r" b="b"/>
              <a:pathLst>
                <a:path w="20769" h="6437" extrusionOk="0">
                  <a:moveTo>
                    <a:pt x="7619" y="0"/>
                  </a:moveTo>
                  <a:lnTo>
                    <a:pt x="7242" y="50"/>
                  </a:lnTo>
                  <a:lnTo>
                    <a:pt x="6865" y="126"/>
                  </a:lnTo>
                  <a:lnTo>
                    <a:pt x="1" y="2338"/>
                  </a:lnTo>
                  <a:lnTo>
                    <a:pt x="76" y="2766"/>
                  </a:lnTo>
                  <a:lnTo>
                    <a:pt x="202" y="3193"/>
                  </a:lnTo>
                  <a:lnTo>
                    <a:pt x="327" y="3596"/>
                  </a:lnTo>
                  <a:lnTo>
                    <a:pt x="478" y="4023"/>
                  </a:lnTo>
                  <a:lnTo>
                    <a:pt x="629" y="4425"/>
                  </a:lnTo>
                  <a:lnTo>
                    <a:pt x="780" y="4828"/>
                  </a:lnTo>
                  <a:lnTo>
                    <a:pt x="1157" y="5582"/>
                  </a:lnTo>
                  <a:lnTo>
                    <a:pt x="3093" y="4702"/>
                  </a:lnTo>
                  <a:lnTo>
                    <a:pt x="3370" y="4551"/>
                  </a:lnTo>
                  <a:lnTo>
                    <a:pt x="3671" y="4450"/>
                  </a:lnTo>
                  <a:lnTo>
                    <a:pt x="3948" y="4375"/>
                  </a:lnTo>
                  <a:lnTo>
                    <a:pt x="4250" y="4325"/>
                  </a:lnTo>
                  <a:lnTo>
                    <a:pt x="4577" y="4325"/>
                  </a:lnTo>
                  <a:lnTo>
                    <a:pt x="4878" y="4350"/>
                  </a:lnTo>
                  <a:lnTo>
                    <a:pt x="5180" y="4400"/>
                  </a:lnTo>
                  <a:lnTo>
                    <a:pt x="5482" y="4501"/>
                  </a:lnTo>
                  <a:lnTo>
                    <a:pt x="10184" y="6261"/>
                  </a:lnTo>
                  <a:lnTo>
                    <a:pt x="10510" y="6361"/>
                  </a:lnTo>
                  <a:lnTo>
                    <a:pt x="10862" y="6412"/>
                  </a:lnTo>
                  <a:lnTo>
                    <a:pt x="11189" y="6437"/>
                  </a:lnTo>
                  <a:lnTo>
                    <a:pt x="11541" y="6437"/>
                  </a:lnTo>
                  <a:lnTo>
                    <a:pt x="11868" y="6412"/>
                  </a:lnTo>
                  <a:lnTo>
                    <a:pt x="12195" y="6336"/>
                  </a:lnTo>
                  <a:lnTo>
                    <a:pt x="12522" y="6261"/>
                  </a:lnTo>
                  <a:lnTo>
                    <a:pt x="12849" y="6135"/>
                  </a:lnTo>
                  <a:lnTo>
                    <a:pt x="20366" y="2841"/>
                  </a:lnTo>
                  <a:lnTo>
                    <a:pt x="20492" y="2766"/>
                  </a:lnTo>
                  <a:lnTo>
                    <a:pt x="20593" y="2665"/>
                  </a:lnTo>
                  <a:lnTo>
                    <a:pt x="20668" y="2540"/>
                  </a:lnTo>
                  <a:lnTo>
                    <a:pt x="20718" y="2414"/>
                  </a:lnTo>
                  <a:lnTo>
                    <a:pt x="20769" y="2263"/>
                  </a:lnTo>
                  <a:lnTo>
                    <a:pt x="20769" y="2137"/>
                  </a:lnTo>
                  <a:lnTo>
                    <a:pt x="20744" y="1986"/>
                  </a:lnTo>
                  <a:lnTo>
                    <a:pt x="20693" y="1836"/>
                  </a:lnTo>
                  <a:lnTo>
                    <a:pt x="20643" y="1735"/>
                  </a:lnTo>
                  <a:lnTo>
                    <a:pt x="20542" y="1634"/>
                  </a:lnTo>
                  <a:lnTo>
                    <a:pt x="20467" y="1534"/>
                  </a:lnTo>
                  <a:lnTo>
                    <a:pt x="20341" y="1484"/>
                  </a:lnTo>
                  <a:lnTo>
                    <a:pt x="20241" y="1433"/>
                  </a:lnTo>
                  <a:lnTo>
                    <a:pt x="20115" y="1408"/>
                  </a:lnTo>
                  <a:lnTo>
                    <a:pt x="19989" y="1383"/>
                  </a:lnTo>
                  <a:lnTo>
                    <a:pt x="19864" y="1408"/>
                  </a:lnTo>
                  <a:lnTo>
                    <a:pt x="19838" y="1408"/>
                  </a:lnTo>
                  <a:lnTo>
                    <a:pt x="13980" y="2162"/>
                  </a:lnTo>
                  <a:lnTo>
                    <a:pt x="13955" y="2288"/>
                  </a:lnTo>
                  <a:lnTo>
                    <a:pt x="13854" y="2540"/>
                  </a:lnTo>
                  <a:lnTo>
                    <a:pt x="13729" y="2766"/>
                  </a:lnTo>
                  <a:lnTo>
                    <a:pt x="13553" y="2942"/>
                  </a:lnTo>
                  <a:lnTo>
                    <a:pt x="13377" y="3118"/>
                  </a:lnTo>
                  <a:lnTo>
                    <a:pt x="13150" y="3244"/>
                  </a:lnTo>
                  <a:lnTo>
                    <a:pt x="12899" y="3319"/>
                  </a:lnTo>
                  <a:lnTo>
                    <a:pt x="12648" y="3369"/>
                  </a:lnTo>
                  <a:lnTo>
                    <a:pt x="12396" y="3369"/>
                  </a:lnTo>
                  <a:lnTo>
                    <a:pt x="9002" y="3068"/>
                  </a:lnTo>
                  <a:lnTo>
                    <a:pt x="8926" y="3068"/>
                  </a:lnTo>
                  <a:lnTo>
                    <a:pt x="8851" y="3017"/>
                  </a:lnTo>
                  <a:lnTo>
                    <a:pt x="8750" y="2942"/>
                  </a:lnTo>
                  <a:lnTo>
                    <a:pt x="8675" y="2791"/>
                  </a:lnTo>
                  <a:lnTo>
                    <a:pt x="8650" y="2716"/>
                  </a:lnTo>
                  <a:lnTo>
                    <a:pt x="8650" y="2640"/>
                  </a:lnTo>
                  <a:lnTo>
                    <a:pt x="8675" y="2565"/>
                  </a:lnTo>
                  <a:lnTo>
                    <a:pt x="8700" y="2489"/>
                  </a:lnTo>
                  <a:lnTo>
                    <a:pt x="8801" y="2389"/>
                  </a:lnTo>
                  <a:lnTo>
                    <a:pt x="8926" y="2313"/>
                  </a:lnTo>
                  <a:lnTo>
                    <a:pt x="9002" y="2288"/>
                  </a:lnTo>
                  <a:lnTo>
                    <a:pt x="9077" y="2288"/>
                  </a:lnTo>
                  <a:lnTo>
                    <a:pt x="12472" y="2590"/>
                  </a:lnTo>
                  <a:lnTo>
                    <a:pt x="12698" y="2590"/>
                  </a:lnTo>
                  <a:lnTo>
                    <a:pt x="12824" y="2540"/>
                  </a:lnTo>
                  <a:lnTo>
                    <a:pt x="12924" y="2489"/>
                  </a:lnTo>
                  <a:lnTo>
                    <a:pt x="13000" y="2389"/>
                  </a:lnTo>
                  <a:lnTo>
                    <a:pt x="13100" y="2313"/>
                  </a:lnTo>
                  <a:lnTo>
                    <a:pt x="13150" y="2213"/>
                  </a:lnTo>
                  <a:lnTo>
                    <a:pt x="13201" y="2087"/>
                  </a:lnTo>
                  <a:lnTo>
                    <a:pt x="13226" y="1961"/>
                  </a:lnTo>
                  <a:lnTo>
                    <a:pt x="13201" y="1810"/>
                  </a:lnTo>
                  <a:lnTo>
                    <a:pt x="13176" y="1685"/>
                  </a:lnTo>
                  <a:lnTo>
                    <a:pt x="13125" y="1559"/>
                  </a:lnTo>
                  <a:lnTo>
                    <a:pt x="13050" y="1458"/>
                  </a:lnTo>
                  <a:lnTo>
                    <a:pt x="12949" y="1358"/>
                  </a:lnTo>
                  <a:lnTo>
                    <a:pt x="12824" y="1282"/>
                  </a:lnTo>
                  <a:lnTo>
                    <a:pt x="12698" y="1257"/>
                  </a:lnTo>
                  <a:lnTo>
                    <a:pt x="8348" y="101"/>
                  </a:lnTo>
                  <a:lnTo>
                    <a:pt x="7971" y="25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3"/>
            <p:cNvSpPr/>
            <p:nvPr/>
          </p:nvSpPr>
          <p:spPr>
            <a:xfrm>
              <a:off x="6546852" y="1257578"/>
              <a:ext cx="116908" cy="179058"/>
            </a:xfrm>
            <a:custGeom>
              <a:avLst/>
              <a:gdLst/>
              <a:ahLst/>
              <a:cxnLst/>
              <a:rect l="l" t="t" r="r" b="b"/>
              <a:pathLst>
                <a:path w="5583" h="8550" extrusionOk="0">
                  <a:moveTo>
                    <a:pt x="2842" y="1"/>
                  </a:moveTo>
                  <a:lnTo>
                    <a:pt x="2641" y="26"/>
                  </a:lnTo>
                  <a:lnTo>
                    <a:pt x="2440" y="76"/>
                  </a:lnTo>
                  <a:lnTo>
                    <a:pt x="2239" y="126"/>
                  </a:lnTo>
                  <a:lnTo>
                    <a:pt x="2063" y="202"/>
                  </a:lnTo>
                  <a:lnTo>
                    <a:pt x="1862" y="277"/>
                  </a:lnTo>
                  <a:lnTo>
                    <a:pt x="1711" y="378"/>
                  </a:lnTo>
                  <a:lnTo>
                    <a:pt x="1535" y="478"/>
                  </a:lnTo>
                  <a:lnTo>
                    <a:pt x="1233" y="730"/>
                  </a:lnTo>
                  <a:lnTo>
                    <a:pt x="982" y="1031"/>
                  </a:lnTo>
                  <a:lnTo>
                    <a:pt x="881" y="1207"/>
                  </a:lnTo>
                  <a:lnTo>
                    <a:pt x="780" y="1358"/>
                  </a:lnTo>
                  <a:lnTo>
                    <a:pt x="705" y="1559"/>
                  </a:lnTo>
                  <a:lnTo>
                    <a:pt x="630" y="1735"/>
                  </a:lnTo>
                  <a:lnTo>
                    <a:pt x="1" y="4099"/>
                  </a:lnTo>
                  <a:lnTo>
                    <a:pt x="881" y="5909"/>
                  </a:lnTo>
                  <a:lnTo>
                    <a:pt x="630" y="8549"/>
                  </a:lnTo>
                  <a:lnTo>
                    <a:pt x="831" y="8423"/>
                  </a:lnTo>
                  <a:lnTo>
                    <a:pt x="1409" y="7996"/>
                  </a:lnTo>
                  <a:lnTo>
                    <a:pt x="2188" y="7367"/>
                  </a:lnTo>
                  <a:lnTo>
                    <a:pt x="2641" y="6990"/>
                  </a:lnTo>
                  <a:lnTo>
                    <a:pt x="3119" y="6588"/>
                  </a:lnTo>
                  <a:lnTo>
                    <a:pt x="3571" y="6135"/>
                  </a:lnTo>
                  <a:lnTo>
                    <a:pt x="4024" y="5658"/>
                  </a:lnTo>
                  <a:lnTo>
                    <a:pt x="4451" y="5155"/>
                  </a:lnTo>
                  <a:lnTo>
                    <a:pt x="4828" y="4652"/>
                  </a:lnTo>
                  <a:lnTo>
                    <a:pt x="4979" y="4375"/>
                  </a:lnTo>
                  <a:lnTo>
                    <a:pt x="5130" y="4124"/>
                  </a:lnTo>
                  <a:lnTo>
                    <a:pt x="5256" y="3847"/>
                  </a:lnTo>
                  <a:lnTo>
                    <a:pt x="5382" y="3596"/>
                  </a:lnTo>
                  <a:lnTo>
                    <a:pt x="5457" y="3319"/>
                  </a:lnTo>
                  <a:lnTo>
                    <a:pt x="5532" y="3068"/>
                  </a:lnTo>
                  <a:lnTo>
                    <a:pt x="5583" y="2791"/>
                  </a:lnTo>
                  <a:lnTo>
                    <a:pt x="5583" y="2540"/>
                  </a:lnTo>
                  <a:lnTo>
                    <a:pt x="5583" y="2289"/>
                  </a:lnTo>
                  <a:lnTo>
                    <a:pt x="5532" y="2037"/>
                  </a:lnTo>
                  <a:lnTo>
                    <a:pt x="5482" y="1786"/>
                  </a:lnTo>
                  <a:lnTo>
                    <a:pt x="5382" y="1559"/>
                  </a:lnTo>
                  <a:lnTo>
                    <a:pt x="5281" y="1333"/>
                  </a:lnTo>
                  <a:lnTo>
                    <a:pt x="5155" y="1107"/>
                  </a:lnTo>
                  <a:lnTo>
                    <a:pt x="5004" y="931"/>
                  </a:lnTo>
                  <a:lnTo>
                    <a:pt x="4854" y="730"/>
                  </a:lnTo>
                  <a:lnTo>
                    <a:pt x="4652" y="579"/>
                  </a:lnTo>
                  <a:lnTo>
                    <a:pt x="4476" y="428"/>
                  </a:lnTo>
                  <a:lnTo>
                    <a:pt x="4250" y="302"/>
                  </a:lnTo>
                  <a:lnTo>
                    <a:pt x="4024" y="202"/>
                  </a:lnTo>
                  <a:lnTo>
                    <a:pt x="3798" y="101"/>
                  </a:lnTo>
                  <a:lnTo>
                    <a:pt x="3546" y="51"/>
                  </a:lnTo>
                  <a:lnTo>
                    <a:pt x="3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3"/>
            <p:cNvSpPr/>
            <p:nvPr/>
          </p:nvSpPr>
          <p:spPr>
            <a:xfrm>
              <a:off x="6427864" y="1236510"/>
              <a:ext cx="103737" cy="179582"/>
            </a:xfrm>
            <a:custGeom>
              <a:avLst/>
              <a:gdLst/>
              <a:ahLst/>
              <a:cxnLst/>
              <a:rect l="l" t="t" r="r" b="b"/>
              <a:pathLst>
                <a:path w="4954" h="8575" extrusionOk="0">
                  <a:moveTo>
                    <a:pt x="2540" y="1"/>
                  </a:moveTo>
                  <a:lnTo>
                    <a:pt x="2289" y="26"/>
                  </a:lnTo>
                  <a:lnTo>
                    <a:pt x="2037" y="51"/>
                  </a:lnTo>
                  <a:lnTo>
                    <a:pt x="1786" y="127"/>
                  </a:lnTo>
                  <a:lnTo>
                    <a:pt x="1560" y="202"/>
                  </a:lnTo>
                  <a:lnTo>
                    <a:pt x="1333" y="328"/>
                  </a:lnTo>
                  <a:lnTo>
                    <a:pt x="1107" y="453"/>
                  </a:lnTo>
                  <a:lnTo>
                    <a:pt x="931" y="579"/>
                  </a:lnTo>
                  <a:lnTo>
                    <a:pt x="730" y="755"/>
                  </a:lnTo>
                  <a:lnTo>
                    <a:pt x="579" y="931"/>
                  </a:lnTo>
                  <a:lnTo>
                    <a:pt x="428" y="1132"/>
                  </a:lnTo>
                  <a:lnTo>
                    <a:pt x="302" y="1333"/>
                  </a:lnTo>
                  <a:lnTo>
                    <a:pt x="202" y="1560"/>
                  </a:lnTo>
                  <a:lnTo>
                    <a:pt x="101" y="1811"/>
                  </a:lnTo>
                  <a:lnTo>
                    <a:pt x="51" y="2037"/>
                  </a:lnTo>
                  <a:lnTo>
                    <a:pt x="1" y="2289"/>
                  </a:lnTo>
                  <a:lnTo>
                    <a:pt x="1" y="2565"/>
                  </a:lnTo>
                  <a:lnTo>
                    <a:pt x="1" y="2817"/>
                  </a:lnTo>
                  <a:lnTo>
                    <a:pt x="51" y="3093"/>
                  </a:lnTo>
                  <a:lnTo>
                    <a:pt x="126" y="3370"/>
                  </a:lnTo>
                  <a:lnTo>
                    <a:pt x="202" y="3647"/>
                  </a:lnTo>
                  <a:lnTo>
                    <a:pt x="328" y="3923"/>
                  </a:lnTo>
                  <a:lnTo>
                    <a:pt x="453" y="4200"/>
                  </a:lnTo>
                  <a:lnTo>
                    <a:pt x="604" y="4451"/>
                  </a:lnTo>
                  <a:lnTo>
                    <a:pt x="755" y="4728"/>
                  </a:lnTo>
                  <a:lnTo>
                    <a:pt x="1132" y="5231"/>
                  </a:lnTo>
                  <a:lnTo>
                    <a:pt x="1560" y="5733"/>
                  </a:lnTo>
                  <a:lnTo>
                    <a:pt x="2012" y="6211"/>
                  </a:lnTo>
                  <a:lnTo>
                    <a:pt x="2465" y="6639"/>
                  </a:lnTo>
                  <a:lnTo>
                    <a:pt x="2942" y="7066"/>
                  </a:lnTo>
                  <a:lnTo>
                    <a:pt x="3395" y="7443"/>
                  </a:lnTo>
                  <a:lnTo>
                    <a:pt x="4174" y="8047"/>
                  </a:lnTo>
                  <a:lnTo>
                    <a:pt x="4753" y="8424"/>
                  </a:lnTo>
                  <a:lnTo>
                    <a:pt x="4954" y="8575"/>
                  </a:lnTo>
                  <a:lnTo>
                    <a:pt x="4803" y="5482"/>
                  </a:lnTo>
                  <a:lnTo>
                    <a:pt x="3848" y="3823"/>
                  </a:lnTo>
                  <a:lnTo>
                    <a:pt x="4954" y="1761"/>
                  </a:lnTo>
                  <a:lnTo>
                    <a:pt x="4878" y="1560"/>
                  </a:lnTo>
                  <a:lnTo>
                    <a:pt x="4803" y="1384"/>
                  </a:lnTo>
                  <a:lnTo>
                    <a:pt x="4702" y="1208"/>
                  </a:lnTo>
                  <a:lnTo>
                    <a:pt x="4602" y="1057"/>
                  </a:lnTo>
                  <a:lnTo>
                    <a:pt x="4350" y="755"/>
                  </a:lnTo>
                  <a:lnTo>
                    <a:pt x="4049" y="504"/>
                  </a:lnTo>
                  <a:lnTo>
                    <a:pt x="3873" y="378"/>
                  </a:lnTo>
                  <a:lnTo>
                    <a:pt x="3722" y="303"/>
                  </a:lnTo>
                  <a:lnTo>
                    <a:pt x="3521" y="202"/>
                  </a:lnTo>
                  <a:lnTo>
                    <a:pt x="3345" y="127"/>
                  </a:lnTo>
                  <a:lnTo>
                    <a:pt x="3144" y="76"/>
                  </a:lnTo>
                  <a:lnTo>
                    <a:pt x="2942" y="51"/>
                  </a:lnTo>
                  <a:lnTo>
                    <a:pt x="2741" y="2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637;p40">
            <a:extLst>
              <a:ext uri="{FF2B5EF4-FFF2-40B4-BE49-F238E27FC236}">
                <a16:creationId xmlns:a16="http://schemas.microsoft.com/office/drawing/2014/main" id="{57829AA5-2133-0CC0-24A9-312C13380BEA}"/>
              </a:ext>
            </a:extLst>
          </p:cNvPr>
          <p:cNvSpPr txBox="1">
            <a:spLocks/>
          </p:cNvSpPr>
          <p:nvPr/>
        </p:nvSpPr>
        <p:spPr>
          <a:xfrm>
            <a:off x="756371" y="1543200"/>
            <a:ext cx="3426321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-ID" sz="2000" dirty="0" err="1">
                <a:solidFill>
                  <a:schemeClr val="accent3"/>
                </a:solidFill>
              </a:rPr>
              <a:t>Identifikasi</a:t>
            </a:r>
            <a:r>
              <a:rPr lang="en-ID" sz="2000" dirty="0">
                <a:solidFill>
                  <a:schemeClr val="accent3"/>
                </a:solidFill>
              </a:rPr>
              <a:t> dan Solusi </a:t>
            </a:r>
            <a:r>
              <a:rPr lang="en-ID" sz="2000" dirty="0" err="1">
                <a:solidFill>
                  <a:schemeClr val="accent3"/>
                </a:solidFill>
              </a:rPr>
              <a:t>Masalah</a:t>
            </a:r>
            <a:endParaRPr lang="en-ID" sz="2000" dirty="0">
              <a:solidFill>
                <a:schemeClr val="accent3"/>
              </a:solidFill>
            </a:endParaRPr>
          </a:p>
        </p:txBody>
      </p:sp>
      <p:sp>
        <p:nvSpPr>
          <p:cNvPr id="3" name="Google Shape;637;p40">
            <a:extLst>
              <a:ext uri="{FF2B5EF4-FFF2-40B4-BE49-F238E27FC236}">
                <a16:creationId xmlns:a16="http://schemas.microsoft.com/office/drawing/2014/main" id="{FB69BB37-4ED2-1891-DF8D-30D046B9D732}"/>
              </a:ext>
            </a:extLst>
          </p:cNvPr>
          <p:cNvSpPr txBox="1">
            <a:spLocks/>
          </p:cNvSpPr>
          <p:nvPr/>
        </p:nvSpPr>
        <p:spPr>
          <a:xfrm>
            <a:off x="4784035" y="1440654"/>
            <a:ext cx="3426321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-ID" sz="2000" dirty="0" err="1">
                <a:solidFill>
                  <a:schemeClr val="accent3"/>
                </a:solidFill>
              </a:rPr>
              <a:t>Studi</a:t>
            </a:r>
            <a:r>
              <a:rPr lang="en-ID" sz="2000" dirty="0">
                <a:solidFill>
                  <a:schemeClr val="accent3"/>
                </a:solidFill>
              </a:rPr>
              <a:t> </a:t>
            </a:r>
            <a:r>
              <a:rPr lang="en-ID" sz="2000" dirty="0" err="1">
                <a:solidFill>
                  <a:schemeClr val="accent3"/>
                </a:solidFill>
              </a:rPr>
              <a:t>Literatur</a:t>
            </a:r>
            <a:endParaRPr lang="en-ID" sz="20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Desain Alat &amp; </a:t>
            </a:r>
            <a:r>
              <a:rPr lang="en-US" dirty="0" err="1"/>
              <a:t>Fungsi</a:t>
            </a:r>
            <a:endParaRPr dirty="0"/>
          </a:p>
        </p:txBody>
      </p:sp>
      <p:sp>
        <p:nvSpPr>
          <p:cNvPr id="774" name="Google Shape;774;p41"/>
          <p:cNvSpPr/>
          <p:nvPr/>
        </p:nvSpPr>
        <p:spPr>
          <a:xfrm>
            <a:off x="2837697" y="1125514"/>
            <a:ext cx="3406972" cy="2963310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/>
          <p:cNvSpPr txBox="1">
            <a:spLocks noGrp="1"/>
          </p:cNvSpPr>
          <p:nvPr>
            <p:ph type="subTitle" idx="4294967295"/>
          </p:nvPr>
        </p:nvSpPr>
        <p:spPr>
          <a:xfrm>
            <a:off x="499312" y="1893845"/>
            <a:ext cx="1954425" cy="2533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Arduino Uno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776" name="Google Shape;776;p41"/>
          <p:cNvSpPr txBox="1">
            <a:spLocks noGrp="1"/>
          </p:cNvSpPr>
          <p:nvPr>
            <p:ph type="subTitle" idx="4294967295"/>
          </p:nvPr>
        </p:nvSpPr>
        <p:spPr>
          <a:xfrm>
            <a:off x="23292" y="2240548"/>
            <a:ext cx="2420272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6"/>
                </a:solidFill>
                <a:latin typeface="Fredoka One" panose="02000000000000000000" pitchFamily="2" charset="0"/>
              </a:rPr>
              <a:t>Memerintah</a:t>
            </a:r>
            <a:r>
              <a:rPr lang="en-US" dirty="0">
                <a:solidFill>
                  <a:schemeClr val="accent6"/>
                </a:solidFill>
                <a:latin typeface="Fredoka One" panose="02000000000000000000" pitchFamily="2" charset="0"/>
              </a:rPr>
              <a:t> </a:t>
            </a:r>
            <a:r>
              <a:rPr lang="en-US" dirty="0" err="1">
                <a:solidFill>
                  <a:schemeClr val="accent6"/>
                </a:solidFill>
                <a:latin typeface="Fredoka One" panose="02000000000000000000" pitchFamily="2" charset="0"/>
              </a:rPr>
              <a:t>turbin</a:t>
            </a:r>
            <a:r>
              <a:rPr lang="en-US" dirty="0">
                <a:solidFill>
                  <a:schemeClr val="accent6"/>
                </a:solidFill>
                <a:latin typeface="Fredoka One" panose="02000000000000000000" pitchFamily="2" charset="0"/>
              </a:rPr>
              <a:t> 2 untuk </a:t>
            </a:r>
            <a:r>
              <a:rPr lang="en-US" dirty="0" err="1">
                <a:solidFill>
                  <a:schemeClr val="accent6"/>
                </a:solidFill>
                <a:latin typeface="Fredoka One" panose="02000000000000000000" pitchFamily="2" charset="0"/>
              </a:rPr>
              <a:t>berputar</a:t>
            </a:r>
            <a:endParaRPr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777" name="Google Shape;777;p41"/>
          <p:cNvSpPr txBox="1">
            <a:spLocks noGrp="1"/>
          </p:cNvSpPr>
          <p:nvPr>
            <p:ph type="subTitle" idx="4294967295"/>
          </p:nvPr>
        </p:nvSpPr>
        <p:spPr>
          <a:xfrm>
            <a:off x="6735409" y="2118600"/>
            <a:ext cx="13332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Turbin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778" name="Google Shape;778;p41"/>
          <p:cNvSpPr txBox="1">
            <a:spLocks noGrp="1"/>
          </p:cNvSpPr>
          <p:nvPr>
            <p:ph type="subTitle" idx="4294967295"/>
          </p:nvPr>
        </p:nvSpPr>
        <p:spPr>
          <a:xfrm>
            <a:off x="6696425" y="2401369"/>
            <a:ext cx="2150529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6"/>
                </a:solidFill>
                <a:latin typeface="Fredoka One" panose="02000000000000000000" pitchFamily="2" charset="0"/>
              </a:rPr>
              <a:t>Untuk </a:t>
            </a:r>
            <a:r>
              <a:rPr lang="en-US" sz="1500" dirty="0" err="1">
                <a:solidFill>
                  <a:schemeClr val="accent6"/>
                </a:solidFill>
                <a:latin typeface="Fredoka One" panose="02000000000000000000" pitchFamily="2" charset="0"/>
              </a:rPr>
              <a:t>menentukan</a:t>
            </a:r>
            <a:r>
              <a:rPr lang="en-US" sz="1500" dirty="0">
                <a:solidFill>
                  <a:schemeClr val="accent6"/>
                </a:solidFill>
                <a:latin typeface="Fredoka One" panose="02000000000000000000" pitchFamily="2" charset="0"/>
              </a:rPr>
              <a:t> batas </a:t>
            </a:r>
            <a:r>
              <a:rPr lang="en-US" sz="1500" dirty="0" err="1">
                <a:solidFill>
                  <a:schemeClr val="accent6"/>
                </a:solidFill>
                <a:latin typeface="Fredoka One" panose="02000000000000000000" pitchFamily="2" charset="0"/>
              </a:rPr>
              <a:t>putaran</a:t>
            </a:r>
            <a:endParaRPr sz="150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779" name="Google Shape;779;p41"/>
          <p:cNvSpPr txBox="1">
            <a:spLocks noGrp="1"/>
          </p:cNvSpPr>
          <p:nvPr>
            <p:ph type="subTitle" idx="4294967295"/>
          </p:nvPr>
        </p:nvSpPr>
        <p:spPr>
          <a:xfrm>
            <a:off x="6696425" y="3179554"/>
            <a:ext cx="17373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Wadah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780" name="Google Shape;780;p41"/>
          <p:cNvSpPr txBox="1">
            <a:spLocks noGrp="1"/>
          </p:cNvSpPr>
          <p:nvPr>
            <p:ph type="subTitle" idx="4294967295"/>
          </p:nvPr>
        </p:nvSpPr>
        <p:spPr>
          <a:xfrm>
            <a:off x="6735409" y="3464187"/>
            <a:ext cx="2189513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chemeClr val="accent6"/>
                </a:solidFill>
                <a:latin typeface="Fredoka One" panose="02000000000000000000" pitchFamily="2" charset="0"/>
              </a:rPr>
              <a:t>U</a:t>
            </a:r>
            <a:r>
              <a:rPr lang="en" dirty="0">
                <a:solidFill>
                  <a:schemeClr val="accent6"/>
                </a:solidFill>
                <a:latin typeface="Fredoka One" panose="02000000000000000000" pitchFamily="2" charset="0"/>
              </a:rPr>
              <a:t>ntuk menampung air</a:t>
            </a:r>
            <a:endParaRPr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781" name="Google Shape;781;p41"/>
          <p:cNvSpPr txBox="1">
            <a:spLocks noGrp="1"/>
          </p:cNvSpPr>
          <p:nvPr>
            <p:ph type="subTitle" idx="4294967295"/>
          </p:nvPr>
        </p:nvSpPr>
        <p:spPr>
          <a:xfrm>
            <a:off x="932937" y="3179554"/>
            <a:ext cx="15168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Turbin 2</a:t>
            </a:r>
            <a:endParaRPr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subTitle" idx="4294967295"/>
          </p:nvPr>
        </p:nvSpPr>
        <p:spPr>
          <a:xfrm>
            <a:off x="822687" y="3467658"/>
            <a:ext cx="1737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chemeClr val="accent6"/>
                </a:solidFill>
                <a:latin typeface="Fredoka One" panose="02000000000000000000" pitchFamily="2" charset="0"/>
              </a:rPr>
              <a:t>B</a:t>
            </a:r>
            <a:r>
              <a:rPr lang="en" dirty="0">
                <a:solidFill>
                  <a:schemeClr val="accent6"/>
                </a:solidFill>
                <a:latin typeface="Fredoka One" panose="02000000000000000000" pitchFamily="2" charset="0"/>
              </a:rPr>
              <a:t>erputar menutup keran</a:t>
            </a:r>
            <a:endParaRPr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cxnSp>
        <p:nvCxnSpPr>
          <p:cNvPr id="790" name="Google Shape;790;p41"/>
          <p:cNvCxnSpPr>
            <a:cxnSpLocks/>
          </p:cNvCxnSpPr>
          <p:nvPr/>
        </p:nvCxnSpPr>
        <p:spPr>
          <a:xfrm>
            <a:off x="2449550" y="2019886"/>
            <a:ext cx="1476046" cy="9462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91" name="Google Shape;791;p41"/>
          <p:cNvCxnSpPr>
            <a:cxnSpLocks/>
            <a:stCxn id="781" idx="3"/>
          </p:cNvCxnSpPr>
          <p:nvPr/>
        </p:nvCxnSpPr>
        <p:spPr>
          <a:xfrm flipV="1">
            <a:off x="2449737" y="1918163"/>
            <a:ext cx="1459323" cy="1348241"/>
          </a:xfrm>
          <a:prstGeom prst="bentConnector3">
            <a:avLst>
              <a:gd name="adj1" fmla="val 68276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92" name="Google Shape;792;p41"/>
          <p:cNvCxnSpPr>
            <a:cxnSpLocks/>
          </p:cNvCxnSpPr>
          <p:nvPr/>
        </p:nvCxnSpPr>
        <p:spPr>
          <a:xfrm rot="10800000">
            <a:off x="5402580" y="2980786"/>
            <a:ext cx="1271406" cy="37465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93" name="Google Shape;793;p41"/>
          <p:cNvCxnSpPr>
            <a:cxnSpLocks/>
          </p:cNvCxnSpPr>
          <p:nvPr/>
        </p:nvCxnSpPr>
        <p:spPr>
          <a:xfrm rot="10800000">
            <a:off x="4879903" y="1918164"/>
            <a:ext cx="1816523" cy="27420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8" name="Picture 7" descr="A picture containing waste container, cylinder, container">
            <a:extLst>
              <a:ext uri="{FF2B5EF4-FFF2-40B4-BE49-F238E27FC236}">
                <a16:creationId xmlns:a16="http://schemas.microsoft.com/office/drawing/2014/main" id="{D0FFF8CB-B9FE-D637-2A0C-EEE0B3BD4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9659" y1="44395" x2="40676" y2="34565"/>
                        <a14:foregroundMark x1="57350" y1="33801" x2="79567" y2="41287"/>
                        <a14:foregroundMark x1="79567" y1="41287" x2="80960" y2="43729"/>
                        <a14:foregroundMark x1="13777" y1="31299" x2="13467" y2="20866"/>
                        <a14:foregroundMark x1="43808" y1="22642" x2="43808" y2="22642"/>
                        <a14:foregroundMark x1="70183" y1="35465" x2="78638" y2="43063"/>
                        <a14:backgroundMark x1="34520" y1="88013" x2="34520" y2="88013"/>
                        <a14:backgroundMark x1="27709" y1="75472" x2="27709" y2="75472"/>
                        <a14:backgroundMark x1="46749" y1="32852" x2="46749" y2="32852"/>
                        <a14:backgroundMark x1="37307" y1="32408" x2="37307" y2="32408"/>
                        <a14:backgroundMark x1="36997" y1="32852" x2="36997" y2="32852"/>
                        <a14:backgroundMark x1="65480" y1="31521" x2="65480" y2="31521"/>
                        <a14:backgroundMark x1="62539" y1="33851" x2="62539" y2="33851"/>
                        <a14:backgroundMark x1="62539" y1="33851" x2="62539" y2="33851"/>
                        <a14:backgroundMark x1="33437" y1="31299" x2="60372" y2="32075"/>
                        <a14:backgroundMark x1="60372" y1="32075" x2="68266" y2="31964"/>
                        <a14:backgroundMark x1="37152" y1="32852" x2="39009" y2="32741"/>
                        <a14:backgroundMark x1="43498" y1="32963" x2="43498" y2="32963"/>
                        <a14:backgroundMark x1="42879" y1="33629" x2="42879" y2="33629"/>
                        <a14:backgroundMark x1="41331" y1="33518" x2="41331" y2="33518"/>
                        <a14:backgroundMark x1="42260" y1="34073" x2="42260" y2="34073"/>
                        <a14:backgroundMark x1="41331" y1="33851" x2="41331" y2="33851"/>
                        <a14:backgroundMark x1="41022" y1="34073" x2="43498" y2="33296"/>
                        <a14:backgroundMark x1="64087" y1="33296" x2="69814" y2="34406"/>
                        <a14:backgroundMark x1="68111" y1="34073" x2="70898" y2="34850"/>
                        <a14:backgroundMark x1="54954" y1="33185" x2="58050" y2="32963"/>
                        <a14:backgroundMark x1="53406" y1="32741" x2="64241" y2="34073"/>
                        <a14:backgroundMark x1="24613" y1="71254" x2="28019" y2="73585"/>
                        <a14:backgroundMark x1="26625" y1="73585" x2="34056" y2="889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7577" y="1281393"/>
            <a:ext cx="1965900" cy="2741913"/>
          </a:xfrm>
          <a:prstGeom prst="rect">
            <a:avLst/>
          </a:prstGeom>
        </p:spPr>
      </p:pic>
      <p:sp>
        <p:nvSpPr>
          <p:cNvPr id="20" name="Google Shape;779;p41">
            <a:extLst>
              <a:ext uri="{FF2B5EF4-FFF2-40B4-BE49-F238E27FC236}">
                <a16:creationId xmlns:a16="http://schemas.microsoft.com/office/drawing/2014/main" id="{27CF41DF-9A0A-06C2-B106-D974BBE44586}"/>
              </a:ext>
            </a:extLst>
          </p:cNvPr>
          <p:cNvSpPr txBox="1">
            <a:spLocks/>
          </p:cNvSpPr>
          <p:nvPr/>
        </p:nvSpPr>
        <p:spPr>
          <a:xfrm>
            <a:off x="3132522" y="4283895"/>
            <a:ext cx="17373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ID" sz="2000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Keran</a:t>
            </a:r>
            <a:endParaRPr lang="en-ID" sz="20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cxnSp>
        <p:nvCxnSpPr>
          <p:cNvPr id="21" name="Google Shape;791;p41">
            <a:extLst>
              <a:ext uri="{FF2B5EF4-FFF2-40B4-BE49-F238E27FC236}">
                <a16:creationId xmlns:a16="http://schemas.microsoft.com/office/drawing/2014/main" id="{C64B0EE3-4AB8-BF68-4DC5-101DD2D22B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08614" y="2525172"/>
            <a:ext cx="2636882" cy="802181"/>
          </a:xfrm>
          <a:prstGeom prst="bentConnector3">
            <a:avLst>
              <a:gd name="adj1" fmla="val 10432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" name="Google Shape;780;p41">
            <a:extLst>
              <a:ext uri="{FF2B5EF4-FFF2-40B4-BE49-F238E27FC236}">
                <a16:creationId xmlns:a16="http://schemas.microsoft.com/office/drawing/2014/main" id="{AD162BFC-DADE-17D8-D136-1A59953F7920}"/>
              </a:ext>
            </a:extLst>
          </p:cNvPr>
          <p:cNvSpPr txBox="1">
            <a:spLocks/>
          </p:cNvSpPr>
          <p:nvPr/>
        </p:nvSpPr>
        <p:spPr>
          <a:xfrm>
            <a:off x="3130722" y="4532495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○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US" dirty="0">
                <a:solidFill>
                  <a:schemeClr val="accent6"/>
                </a:solidFill>
                <a:latin typeface="Fredoka One" panose="02000000000000000000" pitchFamily="2" charset="0"/>
              </a:rPr>
              <a:t>Untuk </a:t>
            </a:r>
            <a:r>
              <a:rPr lang="en-US" dirty="0" err="1">
                <a:solidFill>
                  <a:schemeClr val="accent6"/>
                </a:solidFill>
                <a:latin typeface="Fredoka One" panose="02000000000000000000" pitchFamily="2" charset="0"/>
              </a:rPr>
              <a:t>mengalirkan</a:t>
            </a:r>
            <a:r>
              <a:rPr lang="en-US" dirty="0">
                <a:solidFill>
                  <a:schemeClr val="accent6"/>
                </a:solidFill>
                <a:latin typeface="Fredoka One" panose="02000000000000000000" pitchFamily="2" charset="0"/>
              </a:rPr>
              <a:t> air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Pengukuran &amp; Pengujian</a:t>
            </a:r>
            <a:endParaRPr dirty="0"/>
          </a:p>
        </p:txBody>
      </p:sp>
      <p:sp>
        <p:nvSpPr>
          <p:cNvPr id="799" name="Google Shape;799;p42"/>
          <p:cNvSpPr txBox="1">
            <a:spLocks noGrp="1"/>
          </p:cNvSpPr>
          <p:nvPr>
            <p:ph type="subTitle" idx="1"/>
          </p:nvPr>
        </p:nvSpPr>
        <p:spPr>
          <a:xfrm>
            <a:off x="991565" y="2347494"/>
            <a:ext cx="3333189" cy="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Perhitungan untuk Alat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800" name="Google Shape;800;p42"/>
          <p:cNvSpPr txBox="1">
            <a:spLocks noGrp="1"/>
          </p:cNvSpPr>
          <p:nvPr>
            <p:ph type="subTitle" idx="2"/>
          </p:nvPr>
        </p:nvSpPr>
        <p:spPr>
          <a:xfrm>
            <a:off x="4821790" y="2357987"/>
            <a:ext cx="3523925" cy="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Perhitungan untuk Turbin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801" name="Google Shape;801;p42"/>
          <p:cNvSpPr/>
          <p:nvPr/>
        </p:nvSpPr>
        <p:spPr>
          <a:xfrm>
            <a:off x="2148425" y="1208331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2"/>
          <p:cNvSpPr/>
          <p:nvPr/>
        </p:nvSpPr>
        <p:spPr>
          <a:xfrm>
            <a:off x="6038234" y="1208331"/>
            <a:ext cx="988500" cy="9885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3" name="Google Shape;803;p42"/>
              <p:cNvSpPr txBox="1">
                <a:spLocks noGrp="1"/>
              </p:cNvSpPr>
              <p:nvPr>
                <p:ph type="subTitle" idx="3"/>
              </p:nvPr>
            </p:nvSpPr>
            <p:spPr>
              <a:xfrm>
                <a:off x="708528" y="2561880"/>
                <a:ext cx="3863447" cy="17985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sz="1400" dirty="0"/>
              </a:p>
              <a:p>
                <a:pPr marL="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𝟂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𝞹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𝞹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𝞹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𝟂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𝞹</m:t>
                          </m:r>
                        </m:e>
                      </m:d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0,8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𝞹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400" dirty="0"/>
              </a:p>
              <a:p>
                <a:pPr marL="0" indent="0" algn="l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𝟂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𝟂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𝞹</m:t>
                        </m:r>
                      </m:e>
                    </m:d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=480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𝞹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sz="1400" dirty="0"/>
                  <a:t> </a:t>
                </a:r>
              </a:p>
              <a:p>
                <a:pPr marL="0" lvl="0" indent="0" algn="l"/>
                <a:endParaRPr sz="1400" dirty="0"/>
              </a:p>
            </p:txBody>
          </p:sp>
        </mc:Choice>
        <mc:Fallback>
          <p:sp>
            <p:nvSpPr>
              <p:cNvPr id="803" name="Google Shape;803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3"/>
              </p:nvPr>
            </p:nvSpPr>
            <p:spPr>
              <a:xfrm>
                <a:off x="708528" y="2561880"/>
                <a:ext cx="3863447" cy="1798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4" name="Google Shape;804;p42"/>
              <p:cNvSpPr txBox="1">
                <a:spLocks noGrp="1"/>
              </p:cNvSpPr>
              <p:nvPr>
                <p:ph type="subTitle" idx="4"/>
              </p:nvPr>
            </p:nvSpPr>
            <p:spPr>
              <a:xfrm>
                <a:off x="4643499" y="2601962"/>
                <a:ext cx="3863446" cy="125276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Waktu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yang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diperlukan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dirty="0">
                    <a:latin typeface="Fredoka One" panose="02000000000000000000" pitchFamily="2" charset="0"/>
                  </a:rPr>
                  <a:t> </a:t>
                </a: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dirty="0">
                  <a:latin typeface="Fredoka One" panose="02000000000000000000" pitchFamily="2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Putaran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Tur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𝑏𝑖𝑛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240 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1200 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𝑝𝑢𝑡𝑎𝑟𝑎𝑛</m:t>
                      </m:r>
                    </m:oMath>
                  </m:oMathPara>
                </a14:m>
                <a:endParaRPr sz="1400" dirty="0">
                  <a:latin typeface="Fredoka One" panose="02000000000000000000" pitchFamily="2" charset="0"/>
                </a:endParaRPr>
              </a:p>
            </p:txBody>
          </p:sp>
        </mc:Choice>
        <mc:Fallback>
          <p:sp>
            <p:nvSpPr>
              <p:cNvPr id="804" name="Google Shape;804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4643499" y="2601962"/>
                <a:ext cx="3863446" cy="1252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5" name="Google Shape;805;p42"/>
          <p:cNvGrpSpPr/>
          <p:nvPr/>
        </p:nvGrpSpPr>
        <p:grpSpPr>
          <a:xfrm>
            <a:off x="2443522" y="1501739"/>
            <a:ext cx="398312" cy="488458"/>
            <a:chOff x="2443522" y="1748477"/>
            <a:chExt cx="398312" cy="488458"/>
          </a:xfrm>
        </p:grpSpPr>
        <p:sp>
          <p:nvSpPr>
            <p:cNvPr id="806" name="Google Shape;806;p42"/>
            <p:cNvSpPr/>
            <p:nvPr/>
          </p:nvSpPr>
          <p:spPr>
            <a:xfrm>
              <a:off x="2443522" y="1748477"/>
              <a:ext cx="398312" cy="488458"/>
            </a:xfrm>
            <a:custGeom>
              <a:avLst/>
              <a:gdLst/>
              <a:ahLst/>
              <a:cxnLst/>
              <a:rect l="l" t="t" r="r" b="b"/>
              <a:pathLst>
                <a:path w="14886" h="18255" extrusionOk="0">
                  <a:moveTo>
                    <a:pt x="7669" y="1"/>
                  </a:moveTo>
                  <a:lnTo>
                    <a:pt x="7342" y="51"/>
                  </a:lnTo>
                  <a:lnTo>
                    <a:pt x="6990" y="76"/>
                  </a:lnTo>
                  <a:lnTo>
                    <a:pt x="6663" y="152"/>
                  </a:lnTo>
                  <a:lnTo>
                    <a:pt x="6337" y="227"/>
                  </a:lnTo>
                  <a:lnTo>
                    <a:pt x="6010" y="328"/>
                  </a:lnTo>
                  <a:lnTo>
                    <a:pt x="5683" y="428"/>
                  </a:lnTo>
                  <a:lnTo>
                    <a:pt x="5381" y="554"/>
                  </a:lnTo>
                  <a:lnTo>
                    <a:pt x="5079" y="705"/>
                  </a:lnTo>
                  <a:lnTo>
                    <a:pt x="4778" y="856"/>
                  </a:lnTo>
                  <a:lnTo>
                    <a:pt x="4501" y="1006"/>
                  </a:lnTo>
                  <a:lnTo>
                    <a:pt x="4225" y="1208"/>
                  </a:lnTo>
                  <a:lnTo>
                    <a:pt x="3948" y="1384"/>
                  </a:lnTo>
                  <a:lnTo>
                    <a:pt x="3697" y="1585"/>
                  </a:lnTo>
                  <a:lnTo>
                    <a:pt x="3445" y="1811"/>
                  </a:lnTo>
                  <a:lnTo>
                    <a:pt x="3219" y="2037"/>
                  </a:lnTo>
                  <a:lnTo>
                    <a:pt x="2993" y="2289"/>
                  </a:lnTo>
                  <a:lnTo>
                    <a:pt x="2766" y="2540"/>
                  </a:lnTo>
                  <a:lnTo>
                    <a:pt x="2565" y="2792"/>
                  </a:lnTo>
                  <a:lnTo>
                    <a:pt x="2389" y="3068"/>
                  </a:lnTo>
                  <a:lnTo>
                    <a:pt x="2213" y="3345"/>
                  </a:lnTo>
                  <a:lnTo>
                    <a:pt x="2037" y="3621"/>
                  </a:lnTo>
                  <a:lnTo>
                    <a:pt x="1886" y="3923"/>
                  </a:lnTo>
                  <a:lnTo>
                    <a:pt x="1761" y="4225"/>
                  </a:lnTo>
                  <a:lnTo>
                    <a:pt x="1635" y="4552"/>
                  </a:lnTo>
                  <a:lnTo>
                    <a:pt x="1534" y="4853"/>
                  </a:lnTo>
                  <a:lnTo>
                    <a:pt x="1434" y="5180"/>
                  </a:lnTo>
                  <a:lnTo>
                    <a:pt x="1358" y="5532"/>
                  </a:lnTo>
                  <a:lnTo>
                    <a:pt x="1308" y="5859"/>
                  </a:lnTo>
                  <a:lnTo>
                    <a:pt x="1258" y="6211"/>
                  </a:lnTo>
                  <a:lnTo>
                    <a:pt x="1233" y="6563"/>
                  </a:lnTo>
                  <a:lnTo>
                    <a:pt x="1233" y="6915"/>
                  </a:lnTo>
                  <a:lnTo>
                    <a:pt x="1233" y="7342"/>
                  </a:lnTo>
                  <a:lnTo>
                    <a:pt x="1" y="10913"/>
                  </a:lnTo>
                  <a:lnTo>
                    <a:pt x="1233" y="11089"/>
                  </a:lnTo>
                  <a:lnTo>
                    <a:pt x="1233" y="13125"/>
                  </a:lnTo>
                  <a:lnTo>
                    <a:pt x="1233" y="13327"/>
                  </a:lnTo>
                  <a:lnTo>
                    <a:pt x="1258" y="13528"/>
                  </a:lnTo>
                  <a:lnTo>
                    <a:pt x="1308" y="13704"/>
                  </a:lnTo>
                  <a:lnTo>
                    <a:pt x="1383" y="13880"/>
                  </a:lnTo>
                  <a:lnTo>
                    <a:pt x="1459" y="14056"/>
                  </a:lnTo>
                  <a:lnTo>
                    <a:pt x="1559" y="14232"/>
                  </a:lnTo>
                  <a:lnTo>
                    <a:pt x="1685" y="14383"/>
                  </a:lnTo>
                  <a:lnTo>
                    <a:pt x="1811" y="14533"/>
                  </a:lnTo>
                  <a:lnTo>
                    <a:pt x="1962" y="14659"/>
                  </a:lnTo>
                  <a:lnTo>
                    <a:pt x="2113" y="14760"/>
                  </a:lnTo>
                  <a:lnTo>
                    <a:pt x="2263" y="14860"/>
                  </a:lnTo>
                  <a:lnTo>
                    <a:pt x="2439" y="14961"/>
                  </a:lnTo>
                  <a:lnTo>
                    <a:pt x="2615" y="15011"/>
                  </a:lnTo>
                  <a:lnTo>
                    <a:pt x="2817" y="15061"/>
                  </a:lnTo>
                  <a:lnTo>
                    <a:pt x="3018" y="15087"/>
                  </a:lnTo>
                  <a:lnTo>
                    <a:pt x="3219" y="15112"/>
                  </a:lnTo>
                  <a:lnTo>
                    <a:pt x="4753" y="15112"/>
                  </a:lnTo>
                  <a:lnTo>
                    <a:pt x="4753" y="18255"/>
                  </a:lnTo>
                  <a:lnTo>
                    <a:pt x="11063" y="18255"/>
                  </a:lnTo>
                  <a:lnTo>
                    <a:pt x="11063" y="12949"/>
                  </a:lnTo>
                  <a:lnTo>
                    <a:pt x="11466" y="12748"/>
                  </a:lnTo>
                  <a:lnTo>
                    <a:pt x="11868" y="12497"/>
                  </a:lnTo>
                  <a:lnTo>
                    <a:pt x="12245" y="12220"/>
                  </a:lnTo>
                  <a:lnTo>
                    <a:pt x="12622" y="11919"/>
                  </a:lnTo>
                  <a:lnTo>
                    <a:pt x="12949" y="11592"/>
                  </a:lnTo>
                  <a:lnTo>
                    <a:pt x="13251" y="11240"/>
                  </a:lnTo>
                  <a:lnTo>
                    <a:pt x="13553" y="10888"/>
                  </a:lnTo>
                  <a:lnTo>
                    <a:pt x="13829" y="10485"/>
                  </a:lnTo>
                  <a:lnTo>
                    <a:pt x="14055" y="10083"/>
                  </a:lnTo>
                  <a:lnTo>
                    <a:pt x="14257" y="9656"/>
                  </a:lnTo>
                  <a:lnTo>
                    <a:pt x="14458" y="9228"/>
                  </a:lnTo>
                  <a:lnTo>
                    <a:pt x="14609" y="8776"/>
                  </a:lnTo>
                  <a:lnTo>
                    <a:pt x="14734" y="8298"/>
                  </a:lnTo>
                  <a:lnTo>
                    <a:pt x="14810" y="7820"/>
                  </a:lnTo>
                  <a:lnTo>
                    <a:pt x="14860" y="7317"/>
                  </a:lnTo>
                  <a:lnTo>
                    <a:pt x="14885" y="6840"/>
                  </a:lnTo>
                  <a:lnTo>
                    <a:pt x="14885" y="6488"/>
                  </a:lnTo>
                  <a:lnTo>
                    <a:pt x="14835" y="6136"/>
                  </a:lnTo>
                  <a:lnTo>
                    <a:pt x="14810" y="5784"/>
                  </a:lnTo>
                  <a:lnTo>
                    <a:pt x="14734" y="5457"/>
                  </a:lnTo>
                  <a:lnTo>
                    <a:pt x="14659" y="5130"/>
                  </a:lnTo>
                  <a:lnTo>
                    <a:pt x="14583" y="4803"/>
                  </a:lnTo>
                  <a:lnTo>
                    <a:pt x="14458" y="4476"/>
                  </a:lnTo>
                  <a:lnTo>
                    <a:pt x="14332" y="4174"/>
                  </a:lnTo>
                  <a:lnTo>
                    <a:pt x="14206" y="3873"/>
                  </a:lnTo>
                  <a:lnTo>
                    <a:pt x="14055" y="3571"/>
                  </a:lnTo>
                  <a:lnTo>
                    <a:pt x="13879" y="3269"/>
                  </a:lnTo>
                  <a:lnTo>
                    <a:pt x="13703" y="2993"/>
                  </a:lnTo>
                  <a:lnTo>
                    <a:pt x="13527" y="2741"/>
                  </a:lnTo>
                  <a:lnTo>
                    <a:pt x="13326" y="2490"/>
                  </a:lnTo>
                  <a:lnTo>
                    <a:pt x="13100" y="2238"/>
                  </a:lnTo>
                  <a:lnTo>
                    <a:pt x="12874" y="1987"/>
                  </a:lnTo>
                  <a:lnTo>
                    <a:pt x="12647" y="1761"/>
                  </a:lnTo>
                  <a:lnTo>
                    <a:pt x="12396" y="1560"/>
                  </a:lnTo>
                  <a:lnTo>
                    <a:pt x="12119" y="1358"/>
                  </a:lnTo>
                  <a:lnTo>
                    <a:pt x="11868" y="1157"/>
                  </a:lnTo>
                  <a:lnTo>
                    <a:pt x="11591" y="981"/>
                  </a:lnTo>
                  <a:lnTo>
                    <a:pt x="11290" y="830"/>
                  </a:lnTo>
                  <a:lnTo>
                    <a:pt x="10988" y="680"/>
                  </a:lnTo>
                  <a:lnTo>
                    <a:pt x="10686" y="529"/>
                  </a:lnTo>
                  <a:lnTo>
                    <a:pt x="10385" y="403"/>
                  </a:lnTo>
                  <a:lnTo>
                    <a:pt x="10058" y="302"/>
                  </a:lnTo>
                  <a:lnTo>
                    <a:pt x="9731" y="202"/>
                  </a:lnTo>
                  <a:lnTo>
                    <a:pt x="9404" y="126"/>
                  </a:lnTo>
                  <a:lnTo>
                    <a:pt x="9077" y="76"/>
                  </a:lnTo>
                  <a:lnTo>
                    <a:pt x="8725" y="26"/>
                  </a:lnTo>
                  <a:lnTo>
                    <a:pt x="8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2573379" y="1802314"/>
              <a:ext cx="169562" cy="294011"/>
            </a:xfrm>
            <a:custGeom>
              <a:avLst/>
              <a:gdLst/>
              <a:ahLst/>
              <a:cxnLst/>
              <a:rect l="l" t="t" r="r" b="b"/>
              <a:pathLst>
                <a:path w="6337" h="10988" extrusionOk="0">
                  <a:moveTo>
                    <a:pt x="4400" y="1257"/>
                  </a:moveTo>
                  <a:lnTo>
                    <a:pt x="4526" y="1282"/>
                  </a:lnTo>
                  <a:lnTo>
                    <a:pt x="4652" y="1308"/>
                  </a:lnTo>
                  <a:lnTo>
                    <a:pt x="4777" y="1383"/>
                  </a:lnTo>
                  <a:lnTo>
                    <a:pt x="4878" y="1458"/>
                  </a:lnTo>
                  <a:lnTo>
                    <a:pt x="4953" y="1559"/>
                  </a:lnTo>
                  <a:lnTo>
                    <a:pt x="5029" y="1685"/>
                  </a:lnTo>
                  <a:lnTo>
                    <a:pt x="5054" y="1810"/>
                  </a:lnTo>
                  <a:lnTo>
                    <a:pt x="5079" y="1936"/>
                  </a:lnTo>
                  <a:lnTo>
                    <a:pt x="5054" y="2087"/>
                  </a:lnTo>
                  <a:lnTo>
                    <a:pt x="5029" y="2213"/>
                  </a:lnTo>
                  <a:lnTo>
                    <a:pt x="4953" y="2313"/>
                  </a:lnTo>
                  <a:lnTo>
                    <a:pt x="4878" y="2414"/>
                  </a:lnTo>
                  <a:lnTo>
                    <a:pt x="4777" y="2489"/>
                  </a:lnTo>
                  <a:lnTo>
                    <a:pt x="4652" y="2565"/>
                  </a:lnTo>
                  <a:lnTo>
                    <a:pt x="4526" y="2615"/>
                  </a:lnTo>
                  <a:lnTo>
                    <a:pt x="1810" y="2615"/>
                  </a:lnTo>
                  <a:lnTo>
                    <a:pt x="1685" y="2565"/>
                  </a:lnTo>
                  <a:lnTo>
                    <a:pt x="1559" y="2489"/>
                  </a:lnTo>
                  <a:lnTo>
                    <a:pt x="1458" y="2414"/>
                  </a:lnTo>
                  <a:lnTo>
                    <a:pt x="1383" y="2313"/>
                  </a:lnTo>
                  <a:lnTo>
                    <a:pt x="1308" y="2213"/>
                  </a:lnTo>
                  <a:lnTo>
                    <a:pt x="1282" y="2087"/>
                  </a:lnTo>
                  <a:lnTo>
                    <a:pt x="1257" y="1936"/>
                  </a:lnTo>
                  <a:lnTo>
                    <a:pt x="1282" y="1810"/>
                  </a:lnTo>
                  <a:lnTo>
                    <a:pt x="1308" y="1685"/>
                  </a:lnTo>
                  <a:lnTo>
                    <a:pt x="1383" y="1559"/>
                  </a:lnTo>
                  <a:lnTo>
                    <a:pt x="1458" y="1458"/>
                  </a:lnTo>
                  <a:lnTo>
                    <a:pt x="1559" y="1383"/>
                  </a:lnTo>
                  <a:lnTo>
                    <a:pt x="1685" y="1308"/>
                  </a:lnTo>
                  <a:lnTo>
                    <a:pt x="1810" y="1282"/>
                  </a:lnTo>
                  <a:lnTo>
                    <a:pt x="1936" y="1257"/>
                  </a:lnTo>
                  <a:close/>
                  <a:moveTo>
                    <a:pt x="1936" y="0"/>
                  </a:moveTo>
                  <a:lnTo>
                    <a:pt x="1735" y="25"/>
                  </a:lnTo>
                  <a:lnTo>
                    <a:pt x="1559" y="50"/>
                  </a:lnTo>
                  <a:lnTo>
                    <a:pt x="1358" y="101"/>
                  </a:lnTo>
                  <a:lnTo>
                    <a:pt x="1182" y="151"/>
                  </a:lnTo>
                  <a:lnTo>
                    <a:pt x="1006" y="252"/>
                  </a:lnTo>
                  <a:lnTo>
                    <a:pt x="855" y="327"/>
                  </a:lnTo>
                  <a:lnTo>
                    <a:pt x="704" y="453"/>
                  </a:lnTo>
                  <a:lnTo>
                    <a:pt x="578" y="578"/>
                  </a:lnTo>
                  <a:lnTo>
                    <a:pt x="453" y="704"/>
                  </a:lnTo>
                  <a:lnTo>
                    <a:pt x="327" y="855"/>
                  </a:lnTo>
                  <a:lnTo>
                    <a:pt x="252" y="1031"/>
                  </a:lnTo>
                  <a:lnTo>
                    <a:pt x="151" y="1182"/>
                  </a:lnTo>
                  <a:lnTo>
                    <a:pt x="101" y="1358"/>
                  </a:lnTo>
                  <a:lnTo>
                    <a:pt x="50" y="1559"/>
                  </a:lnTo>
                  <a:lnTo>
                    <a:pt x="25" y="1735"/>
                  </a:lnTo>
                  <a:lnTo>
                    <a:pt x="0" y="1936"/>
                  </a:lnTo>
                  <a:lnTo>
                    <a:pt x="25" y="2137"/>
                  </a:lnTo>
                  <a:lnTo>
                    <a:pt x="50" y="2338"/>
                  </a:lnTo>
                  <a:lnTo>
                    <a:pt x="101" y="2514"/>
                  </a:lnTo>
                  <a:lnTo>
                    <a:pt x="151" y="2690"/>
                  </a:lnTo>
                  <a:lnTo>
                    <a:pt x="252" y="2866"/>
                  </a:lnTo>
                  <a:lnTo>
                    <a:pt x="327" y="3017"/>
                  </a:lnTo>
                  <a:lnTo>
                    <a:pt x="453" y="3168"/>
                  </a:lnTo>
                  <a:lnTo>
                    <a:pt x="578" y="3294"/>
                  </a:lnTo>
                  <a:lnTo>
                    <a:pt x="704" y="3420"/>
                  </a:lnTo>
                  <a:lnTo>
                    <a:pt x="855" y="3545"/>
                  </a:lnTo>
                  <a:lnTo>
                    <a:pt x="1006" y="3646"/>
                  </a:lnTo>
                  <a:lnTo>
                    <a:pt x="1182" y="3721"/>
                  </a:lnTo>
                  <a:lnTo>
                    <a:pt x="1358" y="3797"/>
                  </a:lnTo>
                  <a:lnTo>
                    <a:pt x="1559" y="3822"/>
                  </a:lnTo>
                  <a:lnTo>
                    <a:pt x="1735" y="3872"/>
                  </a:lnTo>
                  <a:lnTo>
                    <a:pt x="2540" y="3872"/>
                  </a:lnTo>
                  <a:lnTo>
                    <a:pt x="2540" y="7015"/>
                  </a:lnTo>
                  <a:lnTo>
                    <a:pt x="1056" y="7015"/>
                  </a:lnTo>
                  <a:lnTo>
                    <a:pt x="1056" y="8272"/>
                  </a:lnTo>
                  <a:lnTo>
                    <a:pt x="2540" y="8272"/>
                  </a:lnTo>
                  <a:lnTo>
                    <a:pt x="2540" y="8876"/>
                  </a:lnTo>
                  <a:lnTo>
                    <a:pt x="1056" y="8876"/>
                  </a:lnTo>
                  <a:lnTo>
                    <a:pt x="1056" y="10133"/>
                  </a:lnTo>
                  <a:lnTo>
                    <a:pt x="2540" y="10133"/>
                  </a:lnTo>
                  <a:lnTo>
                    <a:pt x="2540" y="10988"/>
                  </a:lnTo>
                  <a:lnTo>
                    <a:pt x="3797" y="10988"/>
                  </a:lnTo>
                  <a:lnTo>
                    <a:pt x="3797" y="3872"/>
                  </a:lnTo>
                  <a:lnTo>
                    <a:pt x="4601" y="3872"/>
                  </a:lnTo>
                  <a:lnTo>
                    <a:pt x="4777" y="3822"/>
                  </a:lnTo>
                  <a:lnTo>
                    <a:pt x="4978" y="3797"/>
                  </a:lnTo>
                  <a:lnTo>
                    <a:pt x="5154" y="3721"/>
                  </a:lnTo>
                  <a:lnTo>
                    <a:pt x="5330" y="3646"/>
                  </a:lnTo>
                  <a:lnTo>
                    <a:pt x="5481" y="3545"/>
                  </a:lnTo>
                  <a:lnTo>
                    <a:pt x="5632" y="3420"/>
                  </a:lnTo>
                  <a:lnTo>
                    <a:pt x="5758" y="3294"/>
                  </a:lnTo>
                  <a:lnTo>
                    <a:pt x="5884" y="3168"/>
                  </a:lnTo>
                  <a:lnTo>
                    <a:pt x="6009" y="3017"/>
                  </a:lnTo>
                  <a:lnTo>
                    <a:pt x="6110" y="2866"/>
                  </a:lnTo>
                  <a:lnTo>
                    <a:pt x="6185" y="2690"/>
                  </a:lnTo>
                  <a:lnTo>
                    <a:pt x="6236" y="2514"/>
                  </a:lnTo>
                  <a:lnTo>
                    <a:pt x="6286" y="2338"/>
                  </a:lnTo>
                  <a:lnTo>
                    <a:pt x="6311" y="2137"/>
                  </a:lnTo>
                  <a:lnTo>
                    <a:pt x="6336" y="1936"/>
                  </a:lnTo>
                  <a:lnTo>
                    <a:pt x="6311" y="1735"/>
                  </a:lnTo>
                  <a:lnTo>
                    <a:pt x="6286" y="1559"/>
                  </a:lnTo>
                  <a:lnTo>
                    <a:pt x="6236" y="1358"/>
                  </a:lnTo>
                  <a:lnTo>
                    <a:pt x="6185" y="1182"/>
                  </a:lnTo>
                  <a:lnTo>
                    <a:pt x="6110" y="1031"/>
                  </a:lnTo>
                  <a:lnTo>
                    <a:pt x="6009" y="855"/>
                  </a:lnTo>
                  <a:lnTo>
                    <a:pt x="5884" y="704"/>
                  </a:lnTo>
                  <a:lnTo>
                    <a:pt x="5758" y="578"/>
                  </a:lnTo>
                  <a:lnTo>
                    <a:pt x="5632" y="453"/>
                  </a:lnTo>
                  <a:lnTo>
                    <a:pt x="5481" y="327"/>
                  </a:lnTo>
                  <a:lnTo>
                    <a:pt x="5330" y="252"/>
                  </a:lnTo>
                  <a:lnTo>
                    <a:pt x="5154" y="151"/>
                  </a:lnTo>
                  <a:lnTo>
                    <a:pt x="4978" y="101"/>
                  </a:lnTo>
                  <a:lnTo>
                    <a:pt x="4777" y="50"/>
                  </a:lnTo>
                  <a:lnTo>
                    <a:pt x="4601" y="25"/>
                  </a:lnTo>
                  <a:lnTo>
                    <a:pt x="44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6272872" y="1520281"/>
            <a:ext cx="519225" cy="394125"/>
            <a:chOff x="6241813" y="1795625"/>
            <a:chExt cx="519225" cy="394125"/>
          </a:xfrm>
        </p:grpSpPr>
        <p:sp>
          <p:nvSpPr>
            <p:cNvPr id="809" name="Google Shape;809;p42"/>
            <p:cNvSpPr/>
            <p:nvPr/>
          </p:nvSpPr>
          <p:spPr>
            <a:xfrm>
              <a:off x="6241813" y="2028825"/>
              <a:ext cx="519225" cy="160925"/>
            </a:xfrm>
            <a:custGeom>
              <a:avLst/>
              <a:gdLst/>
              <a:ahLst/>
              <a:cxnLst/>
              <a:rect l="l" t="t" r="r" b="b"/>
              <a:pathLst>
                <a:path w="20769" h="6437" extrusionOk="0">
                  <a:moveTo>
                    <a:pt x="7619" y="0"/>
                  </a:moveTo>
                  <a:lnTo>
                    <a:pt x="7242" y="25"/>
                  </a:lnTo>
                  <a:lnTo>
                    <a:pt x="6864" y="126"/>
                  </a:lnTo>
                  <a:lnTo>
                    <a:pt x="0" y="2338"/>
                  </a:lnTo>
                  <a:lnTo>
                    <a:pt x="76" y="2766"/>
                  </a:lnTo>
                  <a:lnTo>
                    <a:pt x="202" y="3193"/>
                  </a:lnTo>
                  <a:lnTo>
                    <a:pt x="327" y="3596"/>
                  </a:lnTo>
                  <a:lnTo>
                    <a:pt x="478" y="3998"/>
                  </a:lnTo>
                  <a:lnTo>
                    <a:pt x="629" y="4400"/>
                  </a:lnTo>
                  <a:lnTo>
                    <a:pt x="780" y="4802"/>
                  </a:lnTo>
                  <a:lnTo>
                    <a:pt x="1157" y="5582"/>
                  </a:lnTo>
                  <a:lnTo>
                    <a:pt x="3093" y="4677"/>
                  </a:lnTo>
                  <a:lnTo>
                    <a:pt x="3370" y="4551"/>
                  </a:lnTo>
                  <a:lnTo>
                    <a:pt x="3671" y="4425"/>
                  </a:lnTo>
                  <a:lnTo>
                    <a:pt x="3948" y="4350"/>
                  </a:lnTo>
                  <a:lnTo>
                    <a:pt x="4250" y="4325"/>
                  </a:lnTo>
                  <a:lnTo>
                    <a:pt x="4576" y="4300"/>
                  </a:lnTo>
                  <a:lnTo>
                    <a:pt x="4878" y="4325"/>
                  </a:lnTo>
                  <a:lnTo>
                    <a:pt x="5180" y="4400"/>
                  </a:lnTo>
                  <a:lnTo>
                    <a:pt x="5482" y="4476"/>
                  </a:lnTo>
                  <a:lnTo>
                    <a:pt x="10183" y="6261"/>
                  </a:lnTo>
                  <a:lnTo>
                    <a:pt x="10510" y="6336"/>
                  </a:lnTo>
                  <a:lnTo>
                    <a:pt x="10862" y="6412"/>
                  </a:lnTo>
                  <a:lnTo>
                    <a:pt x="11189" y="6437"/>
                  </a:lnTo>
                  <a:lnTo>
                    <a:pt x="11541" y="6437"/>
                  </a:lnTo>
                  <a:lnTo>
                    <a:pt x="11868" y="6412"/>
                  </a:lnTo>
                  <a:lnTo>
                    <a:pt x="12195" y="6336"/>
                  </a:lnTo>
                  <a:lnTo>
                    <a:pt x="12522" y="6236"/>
                  </a:lnTo>
                  <a:lnTo>
                    <a:pt x="12849" y="6110"/>
                  </a:lnTo>
                  <a:lnTo>
                    <a:pt x="20366" y="2841"/>
                  </a:lnTo>
                  <a:lnTo>
                    <a:pt x="20492" y="2741"/>
                  </a:lnTo>
                  <a:lnTo>
                    <a:pt x="20593" y="2640"/>
                  </a:lnTo>
                  <a:lnTo>
                    <a:pt x="20668" y="2540"/>
                  </a:lnTo>
                  <a:lnTo>
                    <a:pt x="20718" y="2389"/>
                  </a:lnTo>
                  <a:lnTo>
                    <a:pt x="20769" y="2263"/>
                  </a:lnTo>
                  <a:lnTo>
                    <a:pt x="20769" y="2112"/>
                  </a:lnTo>
                  <a:lnTo>
                    <a:pt x="20743" y="1961"/>
                  </a:lnTo>
                  <a:lnTo>
                    <a:pt x="20693" y="1836"/>
                  </a:lnTo>
                  <a:lnTo>
                    <a:pt x="20643" y="1710"/>
                  </a:lnTo>
                  <a:lnTo>
                    <a:pt x="20542" y="1609"/>
                  </a:lnTo>
                  <a:lnTo>
                    <a:pt x="20467" y="1534"/>
                  </a:lnTo>
                  <a:lnTo>
                    <a:pt x="20341" y="1458"/>
                  </a:lnTo>
                  <a:lnTo>
                    <a:pt x="20241" y="1408"/>
                  </a:lnTo>
                  <a:lnTo>
                    <a:pt x="20115" y="1383"/>
                  </a:lnTo>
                  <a:lnTo>
                    <a:pt x="19838" y="1383"/>
                  </a:lnTo>
                  <a:lnTo>
                    <a:pt x="13980" y="2137"/>
                  </a:lnTo>
                  <a:lnTo>
                    <a:pt x="13955" y="2288"/>
                  </a:lnTo>
                  <a:lnTo>
                    <a:pt x="13854" y="2514"/>
                  </a:lnTo>
                  <a:lnTo>
                    <a:pt x="13729" y="2741"/>
                  </a:lnTo>
                  <a:lnTo>
                    <a:pt x="13553" y="2942"/>
                  </a:lnTo>
                  <a:lnTo>
                    <a:pt x="13377" y="3118"/>
                  </a:lnTo>
                  <a:lnTo>
                    <a:pt x="13150" y="3244"/>
                  </a:lnTo>
                  <a:lnTo>
                    <a:pt x="12899" y="3319"/>
                  </a:lnTo>
                  <a:lnTo>
                    <a:pt x="12647" y="3369"/>
                  </a:lnTo>
                  <a:lnTo>
                    <a:pt x="12396" y="3369"/>
                  </a:lnTo>
                  <a:lnTo>
                    <a:pt x="9002" y="3068"/>
                  </a:lnTo>
                  <a:lnTo>
                    <a:pt x="8926" y="3042"/>
                  </a:lnTo>
                  <a:lnTo>
                    <a:pt x="8851" y="3017"/>
                  </a:lnTo>
                  <a:lnTo>
                    <a:pt x="8750" y="2917"/>
                  </a:lnTo>
                  <a:lnTo>
                    <a:pt x="8675" y="2791"/>
                  </a:lnTo>
                  <a:lnTo>
                    <a:pt x="8650" y="2716"/>
                  </a:lnTo>
                  <a:lnTo>
                    <a:pt x="8650" y="2640"/>
                  </a:lnTo>
                  <a:lnTo>
                    <a:pt x="8675" y="2565"/>
                  </a:lnTo>
                  <a:lnTo>
                    <a:pt x="8700" y="2489"/>
                  </a:lnTo>
                  <a:lnTo>
                    <a:pt x="8800" y="2364"/>
                  </a:lnTo>
                  <a:lnTo>
                    <a:pt x="8926" y="2288"/>
                  </a:lnTo>
                  <a:lnTo>
                    <a:pt x="9077" y="2288"/>
                  </a:lnTo>
                  <a:lnTo>
                    <a:pt x="12471" y="2590"/>
                  </a:lnTo>
                  <a:lnTo>
                    <a:pt x="12597" y="2590"/>
                  </a:lnTo>
                  <a:lnTo>
                    <a:pt x="12698" y="2565"/>
                  </a:lnTo>
                  <a:lnTo>
                    <a:pt x="12823" y="2514"/>
                  </a:lnTo>
                  <a:lnTo>
                    <a:pt x="12924" y="2464"/>
                  </a:lnTo>
                  <a:lnTo>
                    <a:pt x="12999" y="2389"/>
                  </a:lnTo>
                  <a:lnTo>
                    <a:pt x="13100" y="2288"/>
                  </a:lnTo>
                  <a:lnTo>
                    <a:pt x="13150" y="2188"/>
                  </a:lnTo>
                  <a:lnTo>
                    <a:pt x="13201" y="2087"/>
                  </a:lnTo>
                  <a:lnTo>
                    <a:pt x="13201" y="1936"/>
                  </a:lnTo>
                  <a:lnTo>
                    <a:pt x="13201" y="1810"/>
                  </a:lnTo>
                  <a:lnTo>
                    <a:pt x="13175" y="1685"/>
                  </a:lnTo>
                  <a:lnTo>
                    <a:pt x="13125" y="1559"/>
                  </a:lnTo>
                  <a:lnTo>
                    <a:pt x="13050" y="1433"/>
                  </a:lnTo>
                  <a:lnTo>
                    <a:pt x="12949" y="1358"/>
                  </a:lnTo>
                  <a:lnTo>
                    <a:pt x="12823" y="1282"/>
                  </a:lnTo>
                  <a:lnTo>
                    <a:pt x="12698" y="1232"/>
                  </a:lnTo>
                  <a:lnTo>
                    <a:pt x="8348" y="76"/>
                  </a:lnTo>
                  <a:lnTo>
                    <a:pt x="7971" y="25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6436038" y="1795625"/>
              <a:ext cx="216250" cy="216250"/>
            </a:xfrm>
            <a:custGeom>
              <a:avLst/>
              <a:gdLst/>
              <a:ahLst/>
              <a:cxnLst/>
              <a:rect l="l" t="t" r="r" b="b"/>
              <a:pathLst>
                <a:path w="8650" h="8650" extrusionOk="0">
                  <a:moveTo>
                    <a:pt x="4325" y="0"/>
                  </a:moveTo>
                  <a:lnTo>
                    <a:pt x="3873" y="25"/>
                  </a:lnTo>
                  <a:lnTo>
                    <a:pt x="3445" y="101"/>
                  </a:lnTo>
                  <a:lnTo>
                    <a:pt x="3043" y="201"/>
                  </a:lnTo>
                  <a:lnTo>
                    <a:pt x="2641" y="352"/>
                  </a:lnTo>
                  <a:lnTo>
                    <a:pt x="2263" y="528"/>
                  </a:lnTo>
                  <a:lnTo>
                    <a:pt x="1911" y="754"/>
                  </a:lnTo>
                  <a:lnTo>
                    <a:pt x="1559" y="981"/>
                  </a:lnTo>
                  <a:lnTo>
                    <a:pt x="1258" y="1282"/>
                  </a:lnTo>
                  <a:lnTo>
                    <a:pt x="981" y="1584"/>
                  </a:lnTo>
                  <a:lnTo>
                    <a:pt x="730" y="1911"/>
                  </a:lnTo>
                  <a:lnTo>
                    <a:pt x="529" y="2263"/>
                  </a:lnTo>
                  <a:lnTo>
                    <a:pt x="327" y="2640"/>
                  </a:lnTo>
                  <a:lnTo>
                    <a:pt x="202" y="3042"/>
                  </a:lnTo>
                  <a:lnTo>
                    <a:pt x="76" y="3470"/>
                  </a:lnTo>
                  <a:lnTo>
                    <a:pt x="26" y="3897"/>
                  </a:lnTo>
                  <a:lnTo>
                    <a:pt x="1" y="4325"/>
                  </a:lnTo>
                  <a:lnTo>
                    <a:pt x="26" y="4777"/>
                  </a:lnTo>
                  <a:lnTo>
                    <a:pt x="76" y="5205"/>
                  </a:lnTo>
                  <a:lnTo>
                    <a:pt x="202" y="5607"/>
                  </a:lnTo>
                  <a:lnTo>
                    <a:pt x="327" y="6009"/>
                  </a:lnTo>
                  <a:lnTo>
                    <a:pt x="529" y="6386"/>
                  </a:lnTo>
                  <a:lnTo>
                    <a:pt x="730" y="6738"/>
                  </a:lnTo>
                  <a:lnTo>
                    <a:pt x="981" y="7090"/>
                  </a:lnTo>
                  <a:lnTo>
                    <a:pt x="1258" y="7392"/>
                  </a:lnTo>
                  <a:lnTo>
                    <a:pt x="1559" y="7669"/>
                  </a:lnTo>
                  <a:lnTo>
                    <a:pt x="1911" y="7920"/>
                  </a:lnTo>
                  <a:lnTo>
                    <a:pt x="2263" y="8121"/>
                  </a:lnTo>
                  <a:lnTo>
                    <a:pt x="2641" y="8322"/>
                  </a:lnTo>
                  <a:lnTo>
                    <a:pt x="3043" y="8448"/>
                  </a:lnTo>
                  <a:lnTo>
                    <a:pt x="3445" y="8574"/>
                  </a:lnTo>
                  <a:lnTo>
                    <a:pt x="3873" y="8624"/>
                  </a:lnTo>
                  <a:lnTo>
                    <a:pt x="4325" y="8649"/>
                  </a:lnTo>
                  <a:lnTo>
                    <a:pt x="4753" y="8624"/>
                  </a:lnTo>
                  <a:lnTo>
                    <a:pt x="5180" y="8574"/>
                  </a:lnTo>
                  <a:lnTo>
                    <a:pt x="5608" y="8448"/>
                  </a:lnTo>
                  <a:lnTo>
                    <a:pt x="6010" y="8322"/>
                  </a:lnTo>
                  <a:lnTo>
                    <a:pt x="6387" y="8121"/>
                  </a:lnTo>
                  <a:lnTo>
                    <a:pt x="6739" y="7920"/>
                  </a:lnTo>
                  <a:lnTo>
                    <a:pt x="7066" y="7669"/>
                  </a:lnTo>
                  <a:lnTo>
                    <a:pt x="7368" y="7392"/>
                  </a:lnTo>
                  <a:lnTo>
                    <a:pt x="7669" y="7090"/>
                  </a:lnTo>
                  <a:lnTo>
                    <a:pt x="7896" y="6738"/>
                  </a:lnTo>
                  <a:lnTo>
                    <a:pt x="8122" y="6386"/>
                  </a:lnTo>
                  <a:lnTo>
                    <a:pt x="8298" y="6009"/>
                  </a:lnTo>
                  <a:lnTo>
                    <a:pt x="8449" y="5607"/>
                  </a:lnTo>
                  <a:lnTo>
                    <a:pt x="8549" y="5205"/>
                  </a:lnTo>
                  <a:lnTo>
                    <a:pt x="8625" y="4777"/>
                  </a:lnTo>
                  <a:lnTo>
                    <a:pt x="8650" y="4325"/>
                  </a:lnTo>
                  <a:lnTo>
                    <a:pt x="8625" y="3897"/>
                  </a:lnTo>
                  <a:lnTo>
                    <a:pt x="8549" y="3470"/>
                  </a:lnTo>
                  <a:lnTo>
                    <a:pt x="8449" y="3042"/>
                  </a:lnTo>
                  <a:lnTo>
                    <a:pt x="8298" y="2640"/>
                  </a:lnTo>
                  <a:lnTo>
                    <a:pt x="8122" y="2263"/>
                  </a:lnTo>
                  <a:lnTo>
                    <a:pt x="7896" y="1911"/>
                  </a:lnTo>
                  <a:lnTo>
                    <a:pt x="7669" y="1584"/>
                  </a:lnTo>
                  <a:lnTo>
                    <a:pt x="7368" y="1282"/>
                  </a:lnTo>
                  <a:lnTo>
                    <a:pt x="7066" y="981"/>
                  </a:lnTo>
                  <a:lnTo>
                    <a:pt x="6739" y="754"/>
                  </a:lnTo>
                  <a:lnTo>
                    <a:pt x="6387" y="528"/>
                  </a:lnTo>
                  <a:lnTo>
                    <a:pt x="6010" y="352"/>
                  </a:lnTo>
                  <a:lnTo>
                    <a:pt x="5608" y="201"/>
                  </a:lnTo>
                  <a:lnTo>
                    <a:pt x="5180" y="101"/>
                  </a:lnTo>
                  <a:lnTo>
                    <a:pt x="4753" y="25"/>
                  </a:lnTo>
                  <a:lnTo>
                    <a:pt x="43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6469988" y="1829550"/>
              <a:ext cx="148375" cy="148375"/>
            </a:xfrm>
            <a:custGeom>
              <a:avLst/>
              <a:gdLst/>
              <a:ahLst/>
              <a:cxnLst/>
              <a:rect l="l" t="t" r="r" b="b"/>
              <a:pathLst>
                <a:path w="5935" h="5935" extrusionOk="0">
                  <a:moveTo>
                    <a:pt x="1962" y="1"/>
                  </a:moveTo>
                  <a:lnTo>
                    <a:pt x="1962" y="1987"/>
                  </a:lnTo>
                  <a:lnTo>
                    <a:pt x="0" y="1987"/>
                  </a:lnTo>
                  <a:lnTo>
                    <a:pt x="0" y="3973"/>
                  </a:lnTo>
                  <a:lnTo>
                    <a:pt x="1962" y="3973"/>
                  </a:lnTo>
                  <a:lnTo>
                    <a:pt x="1962" y="5935"/>
                  </a:lnTo>
                  <a:lnTo>
                    <a:pt x="3948" y="5935"/>
                  </a:lnTo>
                  <a:lnTo>
                    <a:pt x="3948" y="3973"/>
                  </a:lnTo>
                  <a:lnTo>
                    <a:pt x="5934" y="3973"/>
                  </a:lnTo>
                  <a:lnTo>
                    <a:pt x="5934" y="1987"/>
                  </a:lnTo>
                  <a:lnTo>
                    <a:pt x="3948" y="1987"/>
                  </a:lnTo>
                  <a:lnTo>
                    <a:pt x="39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1"/>
          <p:cNvSpPr txBox="1">
            <a:spLocks noGrp="1"/>
          </p:cNvSpPr>
          <p:nvPr>
            <p:ph type="title"/>
          </p:nvPr>
        </p:nvSpPr>
        <p:spPr>
          <a:xfrm>
            <a:off x="713250" y="375784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edoka One" panose="02000000000000000000" pitchFamily="2" charset="0"/>
              </a:rPr>
              <a:t>Flowchart</a:t>
            </a:r>
            <a:endParaRPr dirty="0">
              <a:latin typeface="Fredoka One" panose="02000000000000000000" pitchFamily="2" charset="0"/>
            </a:endParaRPr>
          </a:p>
        </p:txBody>
      </p:sp>
      <p:cxnSp>
        <p:nvCxnSpPr>
          <p:cNvPr id="1265" name="Connector: Elbow 1264">
            <a:extLst>
              <a:ext uri="{FF2B5EF4-FFF2-40B4-BE49-F238E27FC236}">
                <a16:creationId xmlns:a16="http://schemas.microsoft.com/office/drawing/2014/main" id="{7A821AAE-6543-7977-C351-C9583E177DE0}"/>
              </a:ext>
            </a:extLst>
          </p:cNvPr>
          <p:cNvCxnSpPr>
            <a:cxnSpLocks/>
            <a:stCxn id="1366" idx="2"/>
          </p:cNvCxnSpPr>
          <p:nvPr/>
        </p:nvCxnSpPr>
        <p:spPr>
          <a:xfrm rot="10800000" flipH="1">
            <a:off x="2367189" y="2972812"/>
            <a:ext cx="341310" cy="1618567"/>
          </a:xfrm>
          <a:prstGeom prst="bentConnector4">
            <a:avLst>
              <a:gd name="adj1" fmla="val -66977"/>
              <a:gd name="adj2" fmla="val 100168"/>
            </a:avLst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: Elbow 1273">
            <a:extLst>
              <a:ext uri="{FF2B5EF4-FFF2-40B4-BE49-F238E27FC236}">
                <a16:creationId xmlns:a16="http://schemas.microsoft.com/office/drawing/2014/main" id="{1D67EA7E-C3DE-DC81-410D-9022A22B77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60839" y="2234621"/>
            <a:ext cx="12700" cy="1550231"/>
          </a:xfrm>
          <a:prstGeom prst="bentConnector3">
            <a:avLst>
              <a:gd name="adj1" fmla="val 4500000"/>
            </a:avLst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Arrow Connector 1279">
            <a:extLst>
              <a:ext uri="{FF2B5EF4-FFF2-40B4-BE49-F238E27FC236}">
                <a16:creationId xmlns:a16="http://schemas.microsoft.com/office/drawing/2014/main" id="{319526A2-679C-9FFC-7291-E025F80121EB}"/>
              </a:ext>
            </a:extLst>
          </p:cNvPr>
          <p:cNvCxnSpPr>
            <a:cxnSpLocks/>
          </p:cNvCxnSpPr>
          <p:nvPr/>
        </p:nvCxnSpPr>
        <p:spPr>
          <a:xfrm>
            <a:off x="3683251" y="2968085"/>
            <a:ext cx="0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61905C87-6A81-A517-9107-653975775F89}"/>
              </a:ext>
            </a:extLst>
          </p:cNvPr>
          <p:cNvCxnSpPr>
            <a:cxnSpLocks/>
            <a:stCxn id="1349" idx="6"/>
          </p:cNvCxnSpPr>
          <p:nvPr/>
        </p:nvCxnSpPr>
        <p:spPr>
          <a:xfrm flipV="1">
            <a:off x="3741966" y="2977572"/>
            <a:ext cx="234947" cy="1451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Arrow Connector 1287">
            <a:extLst>
              <a:ext uri="{FF2B5EF4-FFF2-40B4-BE49-F238E27FC236}">
                <a16:creationId xmlns:a16="http://schemas.microsoft.com/office/drawing/2014/main" id="{B65461EC-9CCE-C9D7-1737-021A95811881}"/>
              </a:ext>
            </a:extLst>
          </p:cNvPr>
          <p:cNvCxnSpPr>
            <a:cxnSpLocks/>
            <a:endCxn id="1355" idx="5"/>
          </p:cNvCxnSpPr>
          <p:nvPr/>
        </p:nvCxnSpPr>
        <p:spPr>
          <a:xfrm flipH="1" flipV="1">
            <a:off x="5027052" y="3144541"/>
            <a:ext cx="727837" cy="55608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Arrow Connector 1295">
            <a:extLst>
              <a:ext uri="{FF2B5EF4-FFF2-40B4-BE49-F238E27FC236}">
                <a16:creationId xmlns:a16="http://schemas.microsoft.com/office/drawing/2014/main" id="{94D85E12-2A88-E254-DA10-E9FACA45CC88}"/>
              </a:ext>
            </a:extLst>
          </p:cNvPr>
          <p:cNvCxnSpPr>
            <a:cxnSpLocks/>
            <a:stCxn id="1355" idx="0"/>
            <a:endCxn id="1352" idx="4"/>
          </p:cNvCxnSpPr>
          <p:nvPr/>
        </p:nvCxnSpPr>
        <p:spPr>
          <a:xfrm flipV="1">
            <a:off x="4592070" y="2571750"/>
            <a:ext cx="150806" cy="21146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Arrow Connector 1297">
            <a:extLst>
              <a:ext uri="{FF2B5EF4-FFF2-40B4-BE49-F238E27FC236}">
                <a16:creationId xmlns:a16="http://schemas.microsoft.com/office/drawing/2014/main" id="{7F5F611C-F6EE-89B4-0725-E88270E4FF32}"/>
              </a:ext>
            </a:extLst>
          </p:cNvPr>
          <p:cNvCxnSpPr>
            <a:cxnSpLocks/>
            <a:stCxn id="1352" idx="7"/>
            <a:endCxn id="1370" idx="2"/>
          </p:cNvCxnSpPr>
          <p:nvPr/>
        </p:nvCxnSpPr>
        <p:spPr>
          <a:xfrm flipV="1">
            <a:off x="5071222" y="1770606"/>
            <a:ext cx="569391" cy="13488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" name="Straight Arrow Connector 1300">
            <a:extLst>
              <a:ext uri="{FF2B5EF4-FFF2-40B4-BE49-F238E27FC236}">
                <a16:creationId xmlns:a16="http://schemas.microsoft.com/office/drawing/2014/main" id="{2E387F21-79AC-C1AD-E062-7E5FB327C499}"/>
              </a:ext>
            </a:extLst>
          </p:cNvPr>
          <p:cNvCxnSpPr>
            <a:cxnSpLocks/>
            <a:stCxn id="1370" idx="6"/>
            <a:endCxn id="1371" idx="0"/>
          </p:cNvCxnSpPr>
          <p:nvPr/>
        </p:nvCxnSpPr>
        <p:spPr>
          <a:xfrm>
            <a:off x="6757978" y="1770606"/>
            <a:ext cx="368686" cy="28621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Arrow Connector 1306">
            <a:extLst>
              <a:ext uri="{FF2B5EF4-FFF2-40B4-BE49-F238E27FC236}">
                <a16:creationId xmlns:a16="http://schemas.microsoft.com/office/drawing/2014/main" id="{3232A4FD-EBC9-BDC3-262A-0C332B91F1E0}"/>
              </a:ext>
            </a:extLst>
          </p:cNvPr>
          <p:cNvCxnSpPr>
            <a:cxnSpLocks/>
            <a:stCxn id="1338" idx="4"/>
          </p:cNvCxnSpPr>
          <p:nvPr/>
        </p:nvCxnSpPr>
        <p:spPr>
          <a:xfrm>
            <a:off x="3186103" y="1700334"/>
            <a:ext cx="6586" cy="356488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9857EC45-65E2-E1A5-6E12-FE3BE8A91D4E}"/>
              </a:ext>
            </a:extLst>
          </p:cNvPr>
          <p:cNvCxnSpPr>
            <a:cxnSpLocks/>
            <a:endCxn id="1349" idx="0"/>
          </p:cNvCxnSpPr>
          <p:nvPr/>
        </p:nvCxnSpPr>
        <p:spPr>
          <a:xfrm>
            <a:off x="3192689" y="2412422"/>
            <a:ext cx="38895" cy="36800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19BE7D43-DF24-E3A8-422D-1FBCC33D75BA}"/>
              </a:ext>
            </a:extLst>
          </p:cNvPr>
          <p:cNvCxnSpPr>
            <a:cxnSpLocks/>
          </p:cNvCxnSpPr>
          <p:nvPr/>
        </p:nvCxnSpPr>
        <p:spPr>
          <a:xfrm>
            <a:off x="3192689" y="4127157"/>
            <a:ext cx="0" cy="19677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8" name="Google Shape;636;p40">
            <a:extLst>
              <a:ext uri="{FF2B5EF4-FFF2-40B4-BE49-F238E27FC236}">
                <a16:creationId xmlns:a16="http://schemas.microsoft.com/office/drawing/2014/main" id="{E0F9EEF4-39F9-6553-7815-EFAA0DDCD774}"/>
              </a:ext>
            </a:extLst>
          </p:cNvPr>
          <p:cNvSpPr/>
          <p:nvPr/>
        </p:nvSpPr>
        <p:spPr>
          <a:xfrm>
            <a:off x="2795340" y="967797"/>
            <a:ext cx="781525" cy="7325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Start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44" name="Google Shape;636;p40">
            <a:extLst>
              <a:ext uri="{FF2B5EF4-FFF2-40B4-BE49-F238E27FC236}">
                <a16:creationId xmlns:a16="http://schemas.microsoft.com/office/drawing/2014/main" id="{C56D47B4-66C4-9E40-FFAC-EF210AF5B091}"/>
              </a:ext>
            </a:extLst>
          </p:cNvPr>
          <p:cNvSpPr/>
          <p:nvPr/>
        </p:nvSpPr>
        <p:spPr>
          <a:xfrm>
            <a:off x="2360838" y="1851119"/>
            <a:ext cx="1819275" cy="7325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Air </a:t>
            </a:r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Mengalir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49" name="Google Shape;636;p40">
            <a:extLst>
              <a:ext uri="{FF2B5EF4-FFF2-40B4-BE49-F238E27FC236}">
                <a16:creationId xmlns:a16="http://schemas.microsoft.com/office/drawing/2014/main" id="{268E0460-059B-9F1D-0EBF-1247FE6B920D}"/>
              </a:ext>
            </a:extLst>
          </p:cNvPr>
          <p:cNvSpPr/>
          <p:nvPr/>
        </p:nvSpPr>
        <p:spPr>
          <a:xfrm>
            <a:off x="2721202" y="2780429"/>
            <a:ext cx="1020764" cy="423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Turbin</a:t>
            </a:r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 1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52" name="Google Shape;636;p40">
            <a:extLst>
              <a:ext uri="{FF2B5EF4-FFF2-40B4-BE49-F238E27FC236}">
                <a16:creationId xmlns:a16="http://schemas.microsoft.com/office/drawing/2014/main" id="{2FA7DC8E-C61C-25E3-CD06-71D56CF26871}"/>
              </a:ext>
            </a:extLst>
          </p:cNvPr>
          <p:cNvSpPr/>
          <p:nvPr/>
        </p:nvSpPr>
        <p:spPr>
          <a:xfrm>
            <a:off x="4278525" y="1791184"/>
            <a:ext cx="928702" cy="780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Turbin</a:t>
            </a:r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 2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55" name="Google Shape;636;p40">
            <a:extLst>
              <a:ext uri="{FF2B5EF4-FFF2-40B4-BE49-F238E27FC236}">
                <a16:creationId xmlns:a16="http://schemas.microsoft.com/office/drawing/2014/main" id="{9FBD8FB8-7590-FE71-F4BF-4C33DF2A5553}"/>
              </a:ext>
            </a:extLst>
          </p:cNvPr>
          <p:cNvSpPr/>
          <p:nvPr/>
        </p:nvSpPr>
        <p:spPr>
          <a:xfrm>
            <a:off x="3976913" y="2783215"/>
            <a:ext cx="1230314" cy="423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Arduino UNO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60" name="Google Shape;636;p40">
            <a:extLst>
              <a:ext uri="{FF2B5EF4-FFF2-40B4-BE49-F238E27FC236}">
                <a16:creationId xmlns:a16="http://schemas.microsoft.com/office/drawing/2014/main" id="{DA3C216F-D6FD-A37E-63D8-5D13BAD7B7BC}"/>
              </a:ext>
            </a:extLst>
          </p:cNvPr>
          <p:cNvSpPr/>
          <p:nvPr/>
        </p:nvSpPr>
        <p:spPr>
          <a:xfrm>
            <a:off x="5207227" y="3669429"/>
            <a:ext cx="1230314" cy="423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Battery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61" name="Google Shape;636;p40">
            <a:extLst>
              <a:ext uri="{FF2B5EF4-FFF2-40B4-BE49-F238E27FC236}">
                <a16:creationId xmlns:a16="http://schemas.microsoft.com/office/drawing/2014/main" id="{95FD45CE-BA47-9310-3AC7-6239B4A39B1C}"/>
              </a:ext>
            </a:extLst>
          </p:cNvPr>
          <p:cNvSpPr/>
          <p:nvPr/>
        </p:nvSpPr>
        <p:spPr>
          <a:xfrm>
            <a:off x="2373540" y="3371627"/>
            <a:ext cx="1615282" cy="8107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Wadah</a:t>
            </a:r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Penampung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66" name="Google Shape;636;p40">
            <a:extLst>
              <a:ext uri="{FF2B5EF4-FFF2-40B4-BE49-F238E27FC236}">
                <a16:creationId xmlns:a16="http://schemas.microsoft.com/office/drawing/2014/main" id="{0F65DC7F-00CC-5D62-0572-AA08C25380B2}"/>
              </a:ext>
            </a:extLst>
          </p:cNvPr>
          <p:cNvSpPr/>
          <p:nvPr/>
        </p:nvSpPr>
        <p:spPr>
          <a:xfrm>
            <a:off x="2367189" y="4319915"/>
            <a:ext cx="1689101" cy="5429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Air </a:t>
            </a:r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Penuh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70" name="Google Shape;636;p40">
            <a:extLst>
              <a:ext uri="{FF2B5EF4-FFF2-40B4-BE49-F238E27FC236}">
                <a16:creationId xmlns:a16="http://schemas.microsoft.com/office/drawing/2014/main" id="{F050C1E2-8E05-5FE2-78F7-7DA712C4D0E5}"/>
              </a:ext>
            </a:extLst>
          </p:cNvPr>
          <p:cNvSpPr/>
          <p:nvPr/>
        </p:nvSpPr>
        <p:spPr>
          <a:xfrm>
            <a:off x="5640613" y="1558946"/>
            <a:ext cx="1117365" cy="423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Keran</a:t>
            </a:r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Menutup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371" name="Google Shape;636;p40">
            <a:extLst>
              <a:ext uri="{FF2B5EF4-FFF2-40B4-BE49-F238E27FC236}">
                <a16:creationId xmlns:a16="http://schemas.microsoft.com/office/drawing/2014/main" id="{81AE4E9D-0B7B-986F-659A-2B8119B7ED90}"/>
              </a:ext>
            </a:extLst>
          </p:cNvPr>
          <p:cNvSpPr/>
          <p:nvPr/>
        </p:nvSpPr>
        <p:spPr>
          <a:xfrm>
            <a:off x="6757978" y="2056822"/>
            <a:ext cx="737371" cy="6715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Fredoka One" panose="02000000000000000000" pitchFamily="2" charset="0"/>
              </a:rPr>
              <a:t>Stop</a:t>
            </a:r>
            <a:endParaRPr lang="en-ID" sz="11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486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 Kerja Alat</a:t>
            </a:r>
            <a:endParaRPr dirty="0"/>
          </a:p>
        </p:txBody>
      </p:sp>
      <p:sp>
        <p:nvSpPr>
          <p:cNvPr id="1226" name="Google Shape;1226;p50"/>
          <p:cNvSpPr/>
          <p:nvPr/>
        </p:nvSpPr>
        <p:spPr>
          <a:xfrm>
            <a:off x="417526" y="2307783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50"/>
          <p:cNvSpPr txBox="1">
            <a:spLocks noGrp="1"/>
          </p:cNvSpPr>
          <p:nvPr>
            <p:ph type="subTitle" idx="2"/>
          </p:nvPr>
        </p:nvSpPr>
        <p:spPr>
          <a:xfrm>
            <a:off x="11348" y="3039639"/>
            <a:ext cx="1558657" cy="11699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indent="0"/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Air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mengalir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melalui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mengenai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  <p:sp>
        <p:nvSpPr>
          <p:cNvPr id="1231" name="Google Shape;1231;p50"/>
          <p:cNvSpPr txBox="1">
            <a:spLocks noGrp="1"/>
          </p:cNvSpPr>
          <p:nvPr>
            <p:ph type="subTitle" idx="4"/>
          </p:nvPr>
        </p:nvSpPr>
        <p:spPr>
          <a:xfrm>
            <a:off x="1271288" y="1503033"/>
            <a:ext cx="1558656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indent="0"/>
            <a:r>
              <a:rPr lang="sv-SE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 berputar karena terkena aliran air.</a:t>
            </a:r>
          </a:p>
        </p:txBody>
      </p:sp>
      <p:sp>
        <p:nvSpPr>
          <p:cNvPr id="1233" name="Google Shape;1233;p50"/>
          <p:cNvSpPr txBox="1">
            <a:spLocks noGrp="1"/>
          </p:cNvSpPr>
          <p:nvPr>
            <p:ph type="subTitle" idx="6"/>
          </p:nvPr>
        </p:nvSpPr>
        <p:spPr>
          <a:xfrm>
            <a:off x="2460711" y="3389065"/>
            <a:ext cx="1531150" cy="6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indent="0"/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dihitung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oleh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terhubung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dengan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arduino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  <p:sp>
        <p:nvSpPr>
          <p:cNvPr id="1235" name="Google Shape;1235;p50"/>
          <p:cNvSpPr txBox="1">
            <a:spLocks noGrp="1"/>
          </p:cNvSpPr>
          <p:nvPr>
            <p:ph type="subTitle" idx="8"/>
          </p:nvPr>
        </p:nvSpPr>
        <p:spPr>
          <a:xfrm>
            <a:off x="3565792" y="1550064"/>
            <a:ext cx="1731116" cy="5599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indent="0"/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Arduino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mendeteksi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mencapai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batas yang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ditentukan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  <p:sp>
        <p:nvSpPr>
          <p:cNvPr id="1242" name="Google Shape;1242;p50"/>
          <p:cNvSpPr txBox="1">
            <a:spLocks noGrp="1"/>
          </p:cNvSpPr>
          <p:nvPr>
            <p:ph type="title" idx="4294967295"/>
          </p:nvPr>
        </p:nvSpPr>
        <p:spPr>
          <a:xfrm>
            <a:off x="284026" y="2598639"/>
            <a:ext cx="1040694" cy="2360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01</a:t>
            </a:r>
            <a:endParaRPr sz="1800" dirty="0"/>
          </a:p>
        </p:txBody>
      </p:sp>
      <p:sp>
        <p:nvSpPr>
          <p:cNvPr id="51" name="Google Shape;1226;p50">
            <a:extLst>
              <a:ext uri="{FF2B5EF4-FFF2-40B4-BE49-F238E27FC236}">
                <a16:creationId xmlns:a16="http://schemas.microsoft.com/office/drawing/2014/main" id="{3256A96A-8941-252E-AA76-B1B768858DC3}"/>
              </a:ext>
            </a:extLst>
          </p:cNvPr>
          <p:cNvSpPr/>
          <p:nvPr/>
        </p:nvSpPr>
        <p:spPr>
          <a:xfrm>
            <a:off x="1634375" y="2304308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242;p50">
            <a:extLst>
              <a:ext uri="{FF2B5EF4-FFF2-40B4-BE49-F238E27FC236}">
                <a16:creationId xmlns:a16="http://schemas.microsoft.com/office/drawing/2014/main" id="{06D7234B-AF98-91CA-4A56-52D072797787}"/>
              </a:ext>
            </a:extLst>
          </p:cNvPr>
          <p:cNvSpPr txBox="1">
            <a:spLocks/>
          </p:cNvSpPr>
          <p:nvPr/>
        </p:nvSpPr>
        <p:spPr>
          <a:xfrm>
            <a:off x="1500875" y="2609631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02</a:t>
            </a:r>
          </a:p>
        </p:txBody>
      </p:sp>
      <p:sp>
        <p:nvSpPr>
          <p:cNvPr id="55" name="Google Shape;1226;p50">
            <a:extLst>
              <a:ext uri="{FF2B5EF4-FFF2-40B4-BE49-F238E27FC236}">
                <a16:creationId xmlns:a16="http://schemas.microsoft.com/office/drawing/2014/main" id="{96DFDF67-0157-EAF4-845B-CCF082F95B58}"/>
              </a:ext>
            </a:extLst>
          </p:cNvPr>
          <p:cNvSpPr/>
          <p:nvPr/>
        </p:nvSpPr>
        <p:spPr>
          <a:xfrm>
            <a:off x="2819977" y="2311610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242;p50">
            <a:extLst>
              <a:ext uri="{FF2B5EF4-FFF2-40B4-BE49-F238E27FC236}">
                <a16:creationId xmlns:a16="http://schemas.microsoft.com/office/drawing/2014/main" id="{CBE6927C-5F8C-DCA9-BC22-8F9AB7973436}"/>
              </a:ext>
            </a:extLst>
          </p:cNvPr>
          <p:cNvSpPr txBox="1">
            <a:spLocks/>
          </p:cNvSpPr>
          <p:nvPr/>
        </p:nvSpPr>
        <p:spPr>
          <a:xfrm>
            <a:off x="2686477" y="2616933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03</a:t>
            </a:r>
          </a:p>
        </p:txBody>
      </p:sp>
      <p:sp>
        <p:nvSpPr>
          <p:cNvPr id="57" name="Google Shape;1226;p50">
            <a:extLst>
              <a:ext uri="{FF2B5EF4-FFF2-40B4-BE49-F238E27FC236}">
                <a16:creationId xmlns:a16="http://schemas.microsoft.com/office/drawing/2014/main" id="{A52ECACC-3B18-3952-E917-64AD063226FE}"/>
              </a:ext>
            </a:extLst>
          </p:cNvPr>
          <p:cNvSpPr/>
          <p:nvPr/>
        </p:nvSpPr>
        <p:spPr>
          <a:xfrm>
            <a:off x="4067599" y="2333647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242;p50">
            <a:extLst>
              <a:ext uri="{FF2B5EF4-FFF2-40B4-BE49-F238E27FC236}">
                <a16:creationId xmlns:a16="http://schemas.microsoft.com/office/drawing/2014/main" id="{3C9B10D0-337A-55DC-49FB-2F3A77D57A10}"/>
              </a:ext>
            </a:extLst>
          </p:cNvPr>
          <p:cNvSpPr txBox="1">
            <a:spLocks/>
          </p:cNvSpPr>
          <p:nvPr/>
        </p:nvSpPr>
        <p:spPr>
          <a:xfrm>
            <a:off x="3934099" y="2638970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04</a:t>
            </a:r>
          </a:p>
        </p:txBody>
      </p:sp>
      <p:sp>
        <p:nvSpPr>
          <p:cNvPr id="59" name="Google Shape;1226;p50">
            <a:extLst>
              <a:ext uri="{FF2B5EF4-FFF2-40B4-BE49-F238E27FC236}">
                <a16:creationId xmlns:a16="http://schemas.microsoft.com/office/drawing/2014/main" id="{14F5BA18-ED5E-5EF8-7E7B-39D5406B4868}"/>
              </a:ext>
            </a:extLst>
          </p:cNvPr>
          <p:cNvSpPr/>
          <p:nvPr/>
        </p:nvSpPr>
        <p:spPr>
          <a:xfrm>
            <a:off x="5341337" y="2321827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242;p50">
            <a:extLst>
              <a:ext uri="{FF2B5EF4-FFF2-40B4-BE49-F238E27FC236}">
                <a16:creationId xmlns:a16="http://schemas.microsoft.com/office/drawing/2014/main" id="{67403044-3AD9-2271-E6FB-2596271A0FB1}"/>
              </a:ext>
            </a:extLst>
          </p:cNvPr>
          <p:cNvSpPr txBox="1">
            <a:spLocks/>
          </p:cNvSpPr>
          <p:nvPr/>
        </p:nvSpPr>
        <p:spPr>
          <a:xfrm>
            <a:off x="5207837" y="2627150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05</a:t>
            </a:r>
          </a:p>
        </p:txBody>
      </p:sp>
      <p:sp>
        <p:nvSpPr>
          <p:cNvPr id="61" name="Google Shape;1226;p50">
            <a:extLst>
              <a:ext uri="{FF2B5EF4-FFF2-40B4-BE49-F238E27FC236}">
                <a16:creationId xmlns:a16="http://schemas.microsoft.com/office/drawing/2014/main" id="{089B1FD1-625C-DD08-83C8-A31771E3BCA0}"/>
              </a:ext>
            </a:extLst>
          </p:cNvPr>
          <p:cNvSpPr/>
          <p:nvPr/>
        </p:nvSpPr>
        <p:spPr>
          <a:xfrm>
            <a:off x="6588959" y="2321827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242;p50">
            <a:extLst>
              <a:ext uri="{FF2B5EF4-FFF2-40B4-BE49-F238E27FC236}">
                <a16:creationId xmlns:a16="http://schemas.microsoft.com/office/drawing/2014/main" id="{4DB27BB5-C54D-3A12-A370-FC9416813D4D}"/>
              </a:ext>
            </a:extLst>
          </p:cNvPr>
          <p:cNvSpPr txBox="1">
            <a:spLocks/>
          </p:cNvSpPr>
          <p:nvPr/>
        </p:nvSpPr>
        <p:spPr>
          <a:xfrm>
            <a:off x="6455459" y="2627150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06</a:t>
            </a:r>
          </a:p>
        </p:txBody>
      </p:sp>
      <p:sp>
        <p:nvSpPr>
          <p:cNvPr id="63" name="Google Shape;1226;p50">
            <a:extLst>
              <a:ext uri="{FF2B5EF4-FFF2-40B4-BE49-F238E27FC236}">
                <a16:creationId xmlns:a16="http://schemas.microsoft.com/office/drawing/2014/main" id="{85488171-EBF5-5570-B5ED-B7B55322367E}"/>
              </a:ext>
            </a:extLst>
          </p:cNvPr>
          <p:cNvSpPr/>
          <p:nvPr/>
        </p:nvSpPr>
        <p:spPr>
          <a:xfrm>
            <a:off x="7903287" y="2302017"/>
            <a:ext cx="812618" cy="84668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42;p50">
            <a:extLst>
              <a:ext uri="{FF2B5EF4-FFF2-40B4-BE49-F238E27FC236}">
                <a16:creationId xmlns:a16="http://schemas.microsoft.com/office/drawing/2014/main" id="{9393D26B-A096-7C95-5A0D-EA3E4CF76BF8}"/>
              </a:ext>
            </a:extLst>
          </p:cNvPr>
          <p:cNvSpPr txBox="1">
            <a:spLocks/>
          </p:cNvSpPr>
          <p:nvPr/>
        </p:nvSpPr>
        <p:spPr>
          <a:xfrm>
            <a:off x="7769787" y="2607340"/>
            <a:ext cx="1040694" cy="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redoka One"/>
              <a:buNone/>
              <a:defRPr sz="28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vergence"/>
              <a:buNone/>
              <a:defRPr sz="3200" b="1" i="0" u="none" strike="noStrike" cap="non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>
            <a:r>
              <a:rPr lang="en" sz="1800" dirty="0"/>
              <a:t>07</a:t>
            </a:r>
          </a:p>
        </p:txBody>
      </p:sp>
      <p:sp>
        <p:nvSpPr>
          <p:cNvPr id="1217" name="Google Shape;1235;p50">
            <a:extLst>
              <a:ext uri="{FF2B5EF4-FFF2-40B4-BE49-F238E27FC236}">
                <a16:creationId xmlns:a16="http://schemas.microsoft.com/office/drawing/2014/main" id="{BF463AEC-F0DE-5D2A-652E-11A6F966B1C7}"/>
              </a:ext>
            </a:extLst>
          </p:cNvPr>
          <p:cNvSpPr txBox="1">
            <a:spLocks/>
          </p:cNvSpPr>
          <p:nvPr/>
        </p:nvSpPr>
        <p:spPr>
          <a:xfrm>
            <a:off x="4914859" y="3404305"/>
            <a:ext cx="157798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27000" indent="0"/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Setelah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mencapai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batas,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berada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di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berputar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  <p:sp>
        <p:nvSpPr>
          <p:cNvPr id="1218" name="Google Shape;1235;p50">
            <a:extLst>
              <a:ext uri="{FF2B5EF4-FFF2-40B4-BE49-F238E27FC236}">
                <a16:creationId xmlns:a16="http://schemas.microsoft.com/office/drawing/2014/main" id="{34E9B87E-2A21-FDE2-97F1-0CCE4857E1A7}"/>
              </a:ext>
            </a:extLst>
          </p:cNvPr>
          <p:cNvSpPr txBox="1">
            <a:spLocks/>
          </p:cNvSpPr>
          <p:nvPr/>
        </p:nvSpPr>
        <p:spPr>
          <a:xfrm>
            <a:off x="6026300" y="1499089"/>
            <a:ext cx="1876987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27000" indent="0"/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tersebut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mengaktifkan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mekanisme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penutup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  <p:sp>
        <p:nvSpPr>
          <p:cNvPr id="1219" name="Google Shape;1235;p50">
            <a:extLst>
              <a:ext uri="{FF2B5EF4-FFF2-40B4-BE49-F238E27FC236}">
                <a16:creationId xmlns:a16="http://schemas.microsoft.com/office/drawing/2014/main" id="{D5DE9D06-69F1-03BC-7296-1C8BFCCE8784}"/>
              </a:ext>
            </a:extLst>
          </p:cNvPr>
          <p:cNvSpPr txBox="1">
            <a:spLocks/>
          </p:cNvSpPr>
          <p:nvPr/>
        </p:nvSpPr>
        <p:spPr>
          <a:xfrm>
            <a:off x="7501142" y="3484203"/>
            <a:ext cx="157798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27000" indent="0"/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Mekanisme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penutup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berputar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menghentikan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aliran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melalui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2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2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Analisis</a:t>
            </a:r>
            <a:endParaRPr dirty="0"/>
          </a:p>
        </p:txBody>
      </p:sp>
      <p:sp>
        <p:nvSpPr>
          <p:cNvPr id="492" name="Google Shape;492;p37"/>
          <p:cNvSpPr txBox="1">
            <a:spLocks noGrp="1"/>
          </p:cNvSpPr>
          <p:nvPr>
            <p:ph type="body" idx="1"/>
          </p:nvPr>
        </p:nvSpPr>
        <p:spPr>
          <a:xfrm>
            <a:off x="778114" y="671350"/>
            <a:ext cx="7718400" cy="36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Sistem yang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dijelaskan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terdiri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dari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beberapa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komponen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utama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Pertama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ada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berfungsi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berputar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mengalirinya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ini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memiliki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sensor yang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menghitung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memberikan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sinyal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ke Arduino.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ditentukan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hingga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wadah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tempat air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mengalir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menjadi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penuh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Kemudian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Arduino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menerima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sinyal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dari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ditentukan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tercapai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Arduino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menggunakan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daya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dari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baterai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untuk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memutar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pada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sehingga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tertutup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menghentikan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aliran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air. Semua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komponen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ini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dihubungkan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menggunakan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kabel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jumper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sebagai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penghubung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Dengan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demikian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sistem ini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mengotomatisasi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penutupan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wadah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terisi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penuh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menggunakan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Arduino, dan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baterai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sebagai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bagian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4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utamanya</a:t>
            </a:r>
            <a:r>
              <a:rPr lang="en-US" sz="14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 </a:t>
            </a:r>
            <a:endParaRPr sz="1050" dirty="0">
              <a:solidFill>
                <a:schemeClr val="accent6"/>
              </a:solidFill>
              <a:latin typeface="Fredoka One" panose="02000000000000000000" pitchFamily="2" charset="0"/>
            </a:endParaRPr>
          </a:p>
        </p:txBody>
      </p:sp>
      <p:sp>
        <p:nvSpPr>
          <p:cNvPr id="2" name="Google Shape;1578;p64">
            <a:extLst>
              <a:ext uri="{FF2B5EF4-FFF2-40B4-BE49-F238E27FC236}">
                <a16:creationId xmlns:a16="http://schemas.microsoft.com/office/drawing/2014/main" id="{7A6CD387-F15B-CD7F-77CE-0A37BE7A457E}"/>
              </a:ext>
            </a:extLst>
          </p:cNvPr>
          <p:cNvSpPr/>
          <p:nvPr/>
        </p:nvSpPr>
        <p:spPr>
          <a:xfrm rot="20485182">
            <a:off x="-1059544" y="3426170"/>
            <a:ext cx="2314051" cy="2543846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2182;p69">
            <a:extLst>
              <a:ext uri="{FF2B5EF4-FFF2-40B4-BE49-F238E27FC236}">
                <a16:creationId xmlns:a16="http://schemas.microsoft.com/office/drawing/2014/main" id="{4CD32AF5-B109-E5D4-20AA-86CFD244AE4A}"/>
              </a:ext>
            </a:extLst>
          </p:cNvPr>
          <p:cNvGrpSpPr/>
          <p:nvPr/>
        </p:nvGrpSpPr>
        <p:grpSpPr>
          <a:xfrm>
            <a:off x="7339540" y="2549700"/>
            <a:ext cx="2443726" cy="2857500"/>
            <a:chOff x="6728300" y="1540738"/>
            <a:chExt cx="1506550" cy="2060475"/>
          </a:xfrm>
        </p:grpSpPr>
        <p:sp>
          <p:nvSpPr>
            <p:cNvPr id="4" name="Google Shape;2183;p69">
              <a:extLst>
                <a:ext uri="{FF2B5EF4-FFF2-40B4-BE49-F238E27FC236}">
                  <a16:creationId xmlns:a16="http://schemas.microsoft.com/office/drawing/2014/main" id="{A741A744-D54B-4715-EA48-64C670B1F955}"/>
                </a:ext>
              </a:extLst>
            </p:cNvPr>
            <p:cNvSpPr/>
            <p:nvPr/>
          </p:nvSpPr>
          <p:spPr>
            <a:xfrm>
              <a:off x="6728300" y="3538613"/>
              <a:ext cx="1506550" cy="62600"/>
            </a:xfrm>
            <a:custGeom>
              <a:avLst/>
              <a:gdLst/>
              <a:ahLst/>
              <a:cxnLst/>
              <a:rect l="l" t="t" r="r" b="b"/>
              <a:pathLst>
                <a:path w="60262" h="2504" extrusionOk="0">
                  <a:moveTo>
                    <a:pt x="30131" y="0"/>
                  </a:moveTo>
                  <a:lnTo>
                    <a:pt x="24070" y="25"/>
                  </a:lnTo>
                  <a:lnTo>
                    <a:pt x="18403" y="99"/>
                  </a:lnTo>
                  <a:lnTo>
                    <a:pt x="13274" y="221"/>
                  </a:lnTo>
                  <a:lnTo>
                    <a:pt x="10968" y="295"/>
                  </a:lnTo>
                  <a:lnTo>
                    <a:pt x="8833" y="368"/>
                  </a:lnTo>
                  <a:lnTo>
                    <a:pt x="6871" y="467"/>
                  </a:lnTo>
                  <a:lnTo>
                    <a:pt x="5153" y="540"/>
                  </a:lnTo>
                  <a:lnTo>
                    <a:pt x="3632" y="663"/>
                  </a:lnTo>
                  <a:lnTo>
                    <a:pt x="2356" y="761"/>
                  </a:lnTo>
                  <a:lnTo>
                    <a:pt x="1350" y="884"/>
                  </a:lnTo>
                  <a:lnTo>
                    <a:pt x="614" y="1006"/>
                  </a:lnTo>
                  <a:lnTo>
                    <a:pt x="344" y="1055"/>
                  </a:lnTo>
                  <a:lnTo>
                    <a:pt x="148" y="1129"/>
                  </a:lnTo>
                  <a:lnTo>
                    <a:pt x="25" y="1178"/>
                  </a:lnTo>
                  <a:lnTo>
                    <a:pt x="0" y="1203"/>
                  </a:lnTo>
                  <a:lnTo>
                    <a:pt x="0" y="1252"/>
                  </a:lnTo>
                  <a:lnTo>
                    <a:pt x="0" y="1276"/>
                  </a:lnTo>
                  <a:lnTo>
                    <a:pt x="25" y="1301"/>
                  </a:lnTo>
                  <a:lnTo>
                    <a:pt x="148" y="1374"/>
                  </a:lnTo>
                  <a:lnTo>
                    <a:pt x="344" y="1448"/>
                  </a:lnTo>
                  <a:lnTo>
                    <a:pt x="614" y="1497"/>
                  </a:lnTo>
                  <a:lnTo>
                    <a:pt x="1350" y="1620"/>
                  </a:lnTo>
                  <a:lnTo>
                    <a:pt x="2356" y="1742"/>
                  </a:lnTo>
                  <a:lnTo>
                    <a:pt x="3632" y="1841"/>
                  </a:lnTo>
                  <a:lnTo>
                    <a:pt x="5153" y="1939"/>
                  </a:lnTo>
                  <a:lnTo>
                    <a:pt x="6871" y="2037"/>
                  </a:lnTo>
                  <a:lnTo>
                    <a:pt x="8833" y="2135"/>
                  </a:lnTo>
                  <a:lnTo>
                    <a:pt x="10968" y="2209"/>
                  </a:lnTo>
                  <a:lnTo>
                    <a:pt x="13274" y="2282"/>
                  </a:lnTo>
                  <a:lnTo>
                    <a:pt x="18403" y="2405"/>
                  </a:lnTo>
                  <a:lnTo>
                    <a:pt x="24070" y="2479"/>
                  </a:lnTo>
                  <a:lnTo>
                    <a:pt x="30131" y="2503"/>
                  </a:lnTo>
                  <a:lnTo>
                    <a:pt x="36216" y="2479"/>
                  </a:lnTo>
                  <a:lnTo>
                    <a:pt x="41859" y="2405"/>
                  </a:lnTo>
                  <a:lnTo>
                    <a:pt x="46987" y="2282"/>
                  </a:lnTo>
                  <a:lnTo>
                    <a:pt x="49294" y="2209"/>
                  </a:lnTo>
                  <a:lnTo>
                    <a:pt x="51453" y="2135"/>
                  </a:lnTo>
                  <a:lnTo>
                    <a:pt x="53391" y="2037"/>
                  </a:lnTo>
                  <a:lnTo>
                    <a:pt x="55133" y="1939"/>
                  </a:lnTo>
                  <a:lnTo>
                    <a:pt x="56630" y="1841"/>
                  </a:lnTo>
                  <a:lnTo>
                    <a:pt x="57906" y="1742"/>
                  </a:lnTo>
                  <a:lnTo>
                    <a:pt x="58912" y="1620"/>
                  </a:lnTo>
                  <a:lnTo>
                    <a:pt x="59673" y="1497"/>
                  </a:lnTo>
                  <a:lnTo>
                    <a:pt x="59918" y="1448"/>
                  </a:lnTo>
                  <a:lnTo>
                    <a:pt x="60114" y="1374"/>
                  </a:lnTo>
                  <a:lnTo>
                    <a:pt x="60237" y="1301"/>
                  </a:lnTo>
                  <a:lnTo>
                    <a:pt x="60262" y="1276"/>
                  </a:lnTo>
                  <a:lnTo>
                    <a:pt x="60262" y="1252"/>
                  </a:lnTo>
                  <a:lnTo>
                    <a:pt x="60262" y="1203"/>
                  </a:lnTo>
                  <a:lnTo>
                    <a:pt x="60237" y="1178"/>
                  </a:lnTo>
                  <a:lnTo>
                    <a:pt x="60114" y="1129"/>
                  </a:lnTo>
                  <a:lnTo>
                    <a:pt x="59918" y="1055"/>
                  </a:lnTo>
                  <a:lnTo>
                    <a:pt x="59673" y="1006"/>
                  </a:lnTo>
                  <a:lnTo>
                    <a:pt x="58912" y="884"/>
                  </a:lnTo>
                  <a:lnTo>
                    <a:pt x="57906" y="761"/>
                  </a:lnTo>
                  <a:lnTo>
                    <a:pt x="56630" y="663"/>
                  </a:lnTo>
                  <a:lnTo>
                    <a:pt x="55133" y="540"/>
                  </a:lnTo>
                  <a:lnTo>
                    <a:pt x="53391" y="467"/>
                  </a:lnTo>
                  <a:lnTo>
                    <a:pt x="51453" y="368"/>
                  </a:lnTo>
                  <a:lnTo>
                    <a:pt x="49294" y="295"/>
                  </a:lnTo>
                  <a:lnTo>
                    <a:pt x="46987" y="221"/>
                  </a:lnTo>
                  <a:lnTo>
                    <a:pt x="41859" y="99"/>
                  </a:lnTo>
                  <a:lnTo>
                    <a:pt x="36216" y="25"/>
                  </a:lnTo>
                  <a:lnTo>
                    <a:pt x="30131" y="0"/>
                  </a:lnTo>
                  <a:close/>
                </a:path>
              </a:pathLst>
            </a:custGeom>
            <a:solidFill>
              <a:srgbClr val="668899">
                <a:alpha val="22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84;p69">
              <a:extLst>
                <a:ext uri="{FF2B5EF4-FFF2-40B4-BE49-F238E27FC236}">
                  <a16:creationId xmlns:a16="http://schemas.microsoft.com/office/drawing/2014/main" id="{C684CA57-3077-8EB3-EC4C-14287EB9D5D7}"/>
                </a:ext>
              </a:extLst>
            </p:cNvPr>
            <p:cNvSpPr/>
            <p:nvPr/>
          </p:nvSpPr>
          <p:spPr>
            <a:xfrm>
              <a:off x="8093750" y="2654688"/>
              <a:ext cx="1850" cy="650"/>
            </a:xfrm>
            <a:custGeom>
              <a:avLst/>
              <a:gdLst/>
              <a:ahLst/>
              <a:cxnLst/>
              <a:rect l="l" t="t" r="r" b="b"/>
              <a:pathLst>
                <a:path w="74" h="26" fill="none" extrusionOk="0">
                  <a:moveTo>
                    <a:pt x="74" y="25"/>
                  </a:moveTo>
                  <a:lnTo>
                    <a:pt x="74" y="25"/>
                  </a:lnTo>
                  <a:lnTo>
                    <a:pt x="0" y="1"/>
                  </a:lnTo>
                  <a:lnTo>
                    <a:pt x="0" y="1"/>
                  </a:lnTo>
                  <a:lnTo>
                    <a:pt x="74" y="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85;p69">
              <a:extLst>
                <a:ext uri="{FF2B5EF4-FFF2-40B4-BE49-F238E27FC236}">
                  <a16:creationId xmlns:a16="http://schemas.microsoft.com/office/drawing/2014/main" id="{4AECED95-2E1E-2E4C-F86E-8CA598000600}"/>
                </a:ext>
              </a:extLst>
            </p:cNvPr>
            <p:cNvSpPr/>
            <p:nvPr/>
          </p:nvSpPr>
          <p:spPr>
            <a:xfrm>
              <a:off x="7241725" y="1698988"/>
              <a:ext cx="303650" cy="496900"/>
            </a:xfrm>
            <a:custGeom>
              <a:avLst/>
              <a:gdLst/>
              <a:ahLst/>
              <a:cxnLst/>
              <a:rect l="l" t="t" r="r" b="b"/>
              <a:pathLst>
                <a:path w="12146" h="19876" extrusionOk="0">
                  <a:moveTo>
                    <a:pt x="9152" y="1"/>
                  </a:moveTo>
                  <a:lnTo>
                    <a:pt x="9079" y="26"/>
                  </a:lnTo>
                  <a:lnTo>
                    <a:pt x="8637" y="394"/>
                  </a:lnTo>
                  <a:lnTo>
                    <a:pt x="8195" y="713"/>
                  </a:lnTo>
                  <a:lnTo>
                    <a:pt x="7754" y="1056"/>
                  </a:lnTo>
                  <a:lnTo>
                    <a:pt x="7288" y="1400"/>
                  </a:lnTo>
                  <a:lnTo>
                    <a:pt x="7975" y="663"/>
                  </a:lnTo>
                  <a:lnTo>
                    <a:pt x="8171" y="443"/>
                  </a:lnTo>
                  <a:lnTo>
                    <a:pt x="8318" y="271"/>
                  </a:lnTo>
                  <a:lnTo>
                    <a:pt x="8392" y="124"/>
                  </a:lnTo>
                  <a:lnTo>
                    <a:pt x="8392" y="75"/>
                  </a:lnTo>
                  <a:lnTo>
                    <a:pt x="8367" y="50"/>
                  </a:lnTo>
                  <a:lnTo>
                    <a:pt x="7582" y="492"/>
                  </a:lnTo>
                  <a:lnTo>
                    <a:pt x="6821" y="958"/>
                  </a:lnTo>
                  <a:lnTo>
                    <a:pt x="6085" y="1424"/>
                  </a:lnTo>
                  <a:lnTo>
                    <a:pt x="5398" y="1915"/>
                  </a:lnTo>
                  <a:lnTo>
                    <a:pt x="4736" y="2381"/>
                  </a:lnTo>
                  <a:lnTo>
                    <a:pt x="4122" y="2872"/>
                  </a:lnTo>
                  <a:lnTo>
                    <a:pt x="3533" y="3362"/>
                  </a:lnTo>
                  <a:lnTo>
                    <a:pt x="2994" y="3853"/>
                  </a:lnTo>
                  <a:lnTo>
                    <a:pt x="2478" y="4344"/>
                  </a:lnTo>
                  <a:lnTo>
                    <a:pt x="2012" y="4859"/>
                  </a:lnTo>
                  <a:lnTo>
                    <a:pt x="1595" y="5350"/>
                  </a:lnTo>
                  <a:lnTo>
                    <a:pt x="1227" y="5865"/>
                  </a:lnTo>
                  <a:lnTo>
                    <a:pt x="908" y="6380"/>
                  </a:lnTo>
                  <a:lnTo>
                    <a:pt x="614" y="6920"/>
                  </a:lnTo>
                  <a:lnTo>
                    <a:pt x="393" y="7435"/>
                  </a:lnTo>
                  <a:lnTo>
                    <a:pt x="221" y="7975"/>
                  </a:lnTo>
                  <a:lnTo>
                    <a:pt x="74" y="8515"/>
                  </a:lnTo>
                  <a:lnTo>
                    <a:pt x="0" y="9079"/>
                  </a:lnTo>
                  <a:lnTo>
                    <a:pt x="0" y="9619"/>
                  </a:lnTo>
                  <a:lnTo>
                    <a:pt x="25" y="10184"/>
                  </a:lnTo>
                  <a:lnTo>
                    <a:pt x="123" y="10748"/>
                  </a:lnTo>
                  <a:lnTo>
                    <a:pt x="270" y="11337"/>
                  </a:lnTo>
                  <a:lnTo>
                    <a:pt x="491" y="11901"/>
                  </a:lnTo>
                  <a:lnTo>
                    <a:pt x="761" y="12490"/>
                  </a:lnTo>
                  <a:lnTo>
                    <a:pt x="1104" y="13103"/>
                  </a:lnTo>
                  <a:lnTo>
                    <a:pt x="1497" y="13692"/>
                  </a:lnTo>
                  <a:lnTo>
                    <a:pt x="1963" y="14306"/>
                  </a:lnTo>
                  <a:lnTo>
                    <a:pt x="2503" y="14919"/>
                  </a:lnTo>
                  <a:lnTo>
                    <a:pt x="3092" y="15557"/>
                  </a:lnTo>
                  <a:lnTo>
                    <a:pt x="3779" y="16195"/>
                  </a:lnTo>
                  <a:lnTo>
                    <a:pt x="4515" y="16833"/>
                  </a:lnTo>
                  <a:lnTo>
                    <a:pt x="5349" y="17495"/>
                  </a:lnTo>
                  <a:lnTo>
                    <a:pt x="5325" y="17495"/>
                  </a:lnTo>
                  <a:lnTo>
                    <a:pt x="6650" y="18379"/>
                  </a:lnTo>
                  <a:lnTo>
                    <a:pt x="7288" y="18796"/>
                  </a:lnTo>
                  <a:lnTo>
                    <a:pt x="7925" y="19139"/>
                  </a:lnTo>
                  <a:lnTo>
                    <a:pt x="8244" y="19311"/>
                  </a:lnTo>
                  <a:lnTo>
                    <a:pt x="8588" y="19458"/>
                  </a:lnTo>
                  <a:lnTo>
                    <a:pt x="8931" y="19581"/>
                  </a:lnTo>
                  <a:lnTo>
                    <a:pt x="9300" y="19679"/>
                  </a:lnTo>
                  <a:lnTo>
                    <a:pt x="9668" y="19777"/>
                  </a:lnTo>
                  <a:lnTo>
                    <a:pt x="10060" y="19826"/>
                  </a:lnTo>
                  <a:lnTo>
                    <a:pt x="10453" y="19875"/>
                  </a:lnTo>
                  <a:lnTo>
                    <a:pt x="11017" y="19875"/>
                  </a:lnTo>
                  <a:lnTo>
                    <a:pt x="11189" y="19826"/>
                  </a:lnTo>
                  <a:lnTo>
                    <a:pt x="11361" y="19777"/>
                  </a:lnTo>
                  <a:lnTo>
                    <a:pt x="11532" y="19704"/>
                  </a:lnTo>
                  <a:lnTo>
                    <a:pt x="11680" y="19605"/>
                  </a:lnTo>
                  <a:lnTo>
                    <a:pt x="11827" y="19507"/>
                  </a:lnTo>
                  <a:lnTo>
                    <a:pt x="11974" y="19385"/>
                  </a:lnTo>
                  <a:lnTo>
                    <a:pt x="12072" y="19262"/>
                  </a:lnTo>
                  <a:lnTo>
                    <a:pt x="12097" y="19164"/>
                  </a:lnTo>
                  <a:lnTo>
                    <a:pt x="12121" y="19041"/>
                  </a:lnTo>
                  <a:lnTo>
                    <a:pt x="12146" y="18869"/>
                  </a:lnTo>
                  <a:lnTo>
                    <a:pt x="12146" y="18649"/>
                  </a:lnTo>
                  <a:lnTo>
                    <a:pt x="12121" y="18379"/>
                  </a:lnTo>
                  <a:lnTo>
                    <a:pt x="12023" y="18084"/>
                  </a:lnTo>
                  <a:lnTo>
                    <a:pt x="11876" y="17765"/>
                  </a:lnTo>
                  <a:lnTo>
                    <a:pt x="11655" y="17397"/>
                  </a:lnTo>
                  <a:lnTo>
                    <a:pt x="11361" y="17005"/>
                  </a:lnTo>
                  <a:lnTo>
                    <a:pt x="11164" y="16808"/>
                  </a:lnTo>
                  <a:lnTo>
                    <a:pt x="10943" y="16588"/>
                  </a:lnTo>
                  <a:lnTo>
                    <a:pt x="10698" y="16391"/>
                  </a:lnTo>
                  <a:lnTo>
                    <a:pt x="10428" y="16170"/>
                  </a:lnTo>
                  <a:lnTo>
                    <a:pt x="10134" y="15925"/>
                  </a:lnTo>
                  <a:lnTo>
                    <a:pt x="9790" y="15704"/>
                  </a:lnTo>
                  <a:lnTo>
                    <a:pt x="9422" y="15459"/>
                  </a:lnTo>
                  <a:lnTo>
                    <a:pt x="9005" y="15238"/>
                  </a:lnTo>
                  <a:lnTo>
                    <a:pt x="8563" y="14993"/>
                  </a:lnTo>
                  <a:lnTo>
                    <a:pt x="8073" y="14747"/>
                  </a:lnTo>
                  <a:lnTo>
                    <a:pt x="7557" y="14502"/>
                  </a:lnTo>
                  <a:lnTo>
                    <a:pt x="6969" y="14232"/>
                  </a:lnTo>
                  <a:lnTo>
                    <a:pt x="6576" y="14036"/>
                  </a:lnTo>
                  <a:lnTo>
                    <a:pt x="6208" y="13839"/>
                  </a:lnTo>
                  <a:lnTo>
                    <a:pt x="5840" y="13594"/>
                  </a:lnTo>
                  <a:lnTo>
                    <a:pt x="5521" y="13349"/>
                  </a:lnTo>
                  <a:lnTo>
                    <a:pt x="5202" y="13079"/>
                  </a:lnTo>
                  <a:lnTo>
                    <a:pt x="4908" y="12809"/>
                  </a:lnTo>
                  <a:lnTo>
                    <a:pt x="4638" y="12514"/>
                  </a:lnTo>
                  <a:lnTo>
                    <a:pt x="4392" y="12196"/>
                  </a:lnTo>
                  <a:lnTo>
                    <a:pt x="4171" y="11877"/>
                  </a:lnTo>
                  <a:lnTo>
                    <a:pt x="3975" y="11558"/>
                  </a:lnTo>
                  <a:lnTo>
                    <a:pt x="3803" y="11214"/>
                  </a:lnTo>
                  <a:lnTo>
                    <a:pt x="3681" y="10871"/>
                  </a:lnTo>
                  <a:lnTo>
                    <a:pt x="3558" y="10527"/>
                  </a:lnTo>
                  <a:lnTo>
                    <a:pt x="3460" y="10159"/>
                  </a:lnTo>
                  <a:lnTo>
                    <a:pt x="3411" y="9816"/>
                  </a:lnTo>
                  <a:lnTo>
                    <a:pt x="3362" y="9447"/>
                  </a:lnTo>
                  <a:lnTo>
                    <a:pt x="3362" y="9079"/>
                  </a:lnTo>
                  <a:lnTo>
                    <a:pt x="3386" y="8711"/>
                  </a:lnTo>
                  <a:lnTo>
                    <a:pt x="3460" y="8343"/>
                  </a:lnTo>
                  <a:lnTo>
                    <a:pt x="3533" y="7975"/>
                  </a:lnTo>
                  <a:lnTo>
                    <a:pt x="3656" y="7632"/>
                  </a:lnTo>
                  <a:lnTo>
                    <a:pt x="3803" y="7264"/>
                  </a:lnTo>
                  <a:lnTo>
                    <a:pt x="4000" y="6920"/>
                  </a:lnTo>
                  <a:lnTo>
                    <a:pt x="4220" y="6577"/>
                  </a:lnTo>
                  <a:lnTo>
                    <a:pt x="4466" y="6233"/>
                  </a:lnTo>
                  <a:lnTo>
                    <a:pt x="4760" y="5914"/>
                  </a:lnTo>
                  <a:lnTo>
                    <a:pt x="5079" y="5595"/>
                  </a:lnTo>
                  <a:lnTo>
                    <a:pt x="5423" y="5301"/>
                  </a:lnTo>
                  <a:lnTo>
                    <a:pt x="5815" y="5006"/>
                  </a:lnTo>
                  <a:lnTo>
                    <a:pt x="6257" y="4712"/>
                  </a:lnTo>
                  <a:lnTo>
                    <a:pt x="6723" y="4467"/>
                  </a:lnTo>
                  <a:lnTo>
                    <a:pt x="7238" y="4221"/>
                  </a:lnTo>
                  <a:lnTo>
                    <a:pt x="7459" y="4099"/>
                  </a:lnTo>
                  <a:lnTo>
                    <a:pt x="7631" y="4000"/>
                  </a:lnTo>
                  <a:lnTo>
                    <a:pt x="7852" y="3829"/>
                  </a:lnTo>
                  <a:lnTo>
                    <a:pt x="7975" y="3706"/>
                  </a:lnTo>
                  <a:lnTo>
                    <a:pt x="8048" y="3657"/>
                  </a:lnTo>
                  <a:lnTo>
                    <a:pt x="8122" y="3608"/>
                  </a:lnTo>
                  <a:lnTo>
                    <a:pt x="8539" y="3412"/>
                  </a:lnTo>
                  <a:lnTo>
                    <a:pt x="8858" y="3215"/>
                  </a:lnTo>
                  <a:lnTo>
                    <a:pt x="9128" y="3043"/>
                  </a:lnTo>
                  <a:lnTo>
                    <a:pt x="9373" y="2823"/>
                  </a:lnTo>
                  <a:lnTo>
                    <a:pt x="9422" y="2774"/>
                  </a:lnTo>
                  <a:lnTo>
                    <a:pt x="9422" y="2725"/>
                  </a:lnTo>
                  <a:lnTo>
                    <a:pt x="9398" y="2725"/>
                  </a:lnTo>
                  <a:lnTo>
                    <a:pt x="9349" y="2700"/>
                  </a:lnTo>
                  <a:lnTo>
                    <a:pt x="9201" y="2725"/>
                  </a:lnTo>
                  <a:lnTo>
                    <a:pt x="8981" y="2774"/>
                  </a:lnTo>
                  <a:lnTo>
                    <a:pt x="8539" y="2921"/>
                  </a:lnTo>
                  <a:lnTo>
                    <a:pt x="8318" y="3019"/>
                  </a:lnTo>
                  <a:lnTo>
                    <a:pt x="8171" y="3019"/>
                  </a:lnTo>
                  <a:lnTo>
                    <a:pt x="8146" y="2994"/>
                  </a:lnTo>
                  <a:lnTo>
                    <a:pt x="8343" y="2774"/>
                  </a:lnTo>
                  <a:lnTo>
                    <a:pt x="8588" y="2553"/>
                  </a:lnTo>
                  <a:lnTo>
                    <a:pt x="9152" y="2087"/>
                  </a:lnTo>
                  <a:lnTo>
                    <a:pt x="9447" y="1841"/>
                  </a:lnTo>
                  <a:lnTo>
                    <a:pt x="9668" y="1596"/>
                  </a:lnTo>
                  <a:lnTo>
                    <a:pt x="9864" y="1375"/>
                  </a:lnTo>
                  <a:lnTo>
                    <a:pt x="9913" y="1277"/>
                  </a:lnTo>
                  <a:lnTo>
                    <a:pt x="9937" y="1179"/>
                  </a:lnTo>
                  <a:lnTo>
                    <a:pt x="9937" y="1105"/>
                  </a:lnTo>
                  <a:lnTo>
                    <a:pt x="9913" y="1056"/>
                  </a:lnTo>
                  <a:lnTo>
                    <a:pt x="9839" y="1056"/>
                  </a:lnTo>
                  <a:lnTo>
                    <a:pt x="9741" y="1081"/>
                  </a:lnTo>
                  <a:lnTo>
                    <a:pt x="9471" y="1228"/>
                  </a:lnTo>
                  <a:lnTo>
                    <a:pt x="9177" y="1400"/>
                  </a:lnTo>
                  <a:lnTo>
                    <a:pt x="8563" y="1841"/>
                  </a:lnTo>
                  <a:lnTo>
                    <a:pt x="8269" y="2062"/>
                  </a:lnTo>
                  <a:lnTo>
                    <a:pt x="8441" y="1866"/>
                  </a:lnTo>
                  <a:lnTo>
                    <a:pt x="8662" y="1669"/>
                  </a:lnTo>
                  <a:lnTo>
                    <a:pt x="9054" y="1326"/>
                  </a:lnTo>
                  <a:lnTo>
                    <a:pt x="9275" y="1130"/>
                  </a:lnTo>
                  <a:lnTo>
                    <a:pt x="9471" y="933"/>
                  </a:lnTo>
                  <a:lnTo>
                    <a:pt x="9643" y="713"/>
                  </a:lnTo>
                  <a:lnTo>
                    <a:pt x="9815" y="492"/>
                  </a:lnTo>
                  <a:lnTo>
                    <a:pt x="9815" y="394"/>
                  </a:lnTo>
                  <a:lnTo>
                    <a:pt x="9766" y="295"/>
                  </a:lnTo>
                  <a:lnTo>
                    <a:pt x="9717" y="271"/>
                  </a:lnTo>
                  <a:lnTo>
                    <a:pt x="9668" y="246"/>
                  </a:lnTo>
                  <a:lnTo>
                    <a:pt x="9618" y="246"/>
                  </a:lnTo>
                  <a:lnTo>
                    <a:pt x="9569" y="295"/>
                  </a:lnTo>
                  <a:lnTo>
                    <a:pt x="9152" y="663"/>
                  </a:lnTo>
                  <a:lnTo>
                    <a:pt x="8735" y="982"/>
                  </a:lnTo>
                  <a:lnTo>
                    <a:pt x="7827" y="1596"/>
                  </a:lnTo>
                  <a:lnTo>
                    <a:pt x="8171" y="1277"/>
                  </a:lnTo>
                  <a:lnTo>
                    <a:pt x="8539" y="933"/>
                  </a:lnTo>
                  <a:lnTo>
                    <a:pt x="8882" y="590"/>
                  </a:lnTo>
                  <a:lnTo>
                    <a:pt x="9030" y="443"/>
                  </a:lnTo>
                  <a:lnTo>
                    <a:pt x="9152" y="271"/>
                  </a:lnTo>
                  <a:lnTo>
                    <a:pt x="9201" y="173"/>
                  </a:lnTo>
                  <a:lnTo>
                    <a:pt x="9226" y="99"/>
                  </a:lnTo>
                  <a:lnTo>
                    <a:pt x="9226" y="50"/>
                  </a:lnTo>
                  <a:lnTo>
                    <a:pt x="9201" y="26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86;p69">
              <a:extLst>
                <a:ext uri="{FF2B5EF4-FFF2-40B4-BE49-F238E27FC236}">
                  <a16:creationId xmlns:a16="http://schemas.microsoft.com/office/drawing/2014/main" id="{518D2D07-3FB6-03D0-D6EF-496D74DE8717}"/>
                </a:ext>
              </a:extLst>
            </p:cNvPr>
            <p:cNvSpPr/>
            <p:nvPr/>
          </p:nvSpPr>
          <p:spPr>
            <a:xfrm>
              <a:off x="7162600" y="3453338"/>
              <a:ext cx="202450" cy="101250"/>
            </a:xfrm>
            <a:custGeom>
              <a:avLst/>
              <a:gdLst/>
              <a:ahLst/>
              <a:cxnLst/>
              <a:rect l="l" t="t" r="r" b="b"/>
              <a:pathLst>
                <a:path w="8098" h="4050" extrusionOk="0">
                  <a:moveTo>
                    <a:pt x="4907" y="1"/>
                  </a:moveTo>
                  <a:lnTo>
                    <a:pt x="4490" y="1964"/>
                  </a:lnTo>
                  <a:lnTo>
                    <a:pt x="0" y="3902"/>
                  </a:lnTo>
                  <a:lnTo>
                    <a:pt x="7901" y="4049"/>
                  </a:lnTo>
                  <a:lnTo>
                    <a:pt x="8097" y="123"/>
                  </a:lnTo>
                  <a:lnTo>
                    <a:pt x="490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87;p69">
              <a:extLst>
                <a:ext uri="{FF2B5EF4-FFF2-40B4-BE49-F238E27FC236}">
                  <a16:creationId xmlns:a16="http://schemas.microsoft.com/office/drawing/2014/main" id="{F71E70BC-336A-1C5D-73DE-AAC32F86EA08}"/>
                </a:ext>
              </a:extLst>
            </p:cNvPr>
            <p:cNvSpPr/>
            <p:nvPr/>
          </p:nvSpPr>
          <p:spPr>
            <a:xfrm>
              <a:off x="7285275" y="3453338"/>
              <a:ext cx="79775" cy="101250"/>
            </a:xfrm>
            <a:custGeom>
              <a:avLst/>
              <a:gdLst/>
              <a:ahLst/>
              <a:cxnLst/>
              <a:rect l="l" t="t" r="r" b="b"/>
              <a:pathLst>
                <a:path w="3191" h="4050" extrusionOk="0">
                  <a:moveTo>
                    <a:pt x="0" y="1"/>
                  </a:moveTo>
                  <a:lnTo>
                    <a:pt x="2994" y="4049"/>
                  </a:lnTo>
                  <a:lnTo>
                    <a:pt x="3190" y="1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88;p69">
              <a:extLst>
                <a:ext uri="{FF2B5EF4-FFF2-40B4-BE49-F238E27FC236}">
                  <a16:creationId xmlns:a16="http://schemas.microsoft.com/office/drawing/2014/main" id="{9370AE2F-57AE-BCD5-D0B5-6F30FC1372C8}"/>
                </a:ext>
              </a:extLst>
            </p:cNvPr>
            <p:cNvSpPr/>
            <p:nvPr/>
          </p:nvSpPr>
          <p:spPr>
            <a:xfrm>
              <a:off x="7162600" y="3499363"/>
              <a:ext cx="200600" cy="55225"/>
            </a:xfrm>
            <a:custGeom>
              <a:avLst/>
              <a:gdLst/>
              <a:ahLst/>
              <a:cxnLst/>
              <a:rect l="l" t="t" r="r" b="b"/>
              <a:pathLst>
                <a:path w="8024" h="2209" extrusionOk="0">
                  <a:moveTo>
                    <a:pt x="4024" y="0"/>
                  </a:moveTo>
                  <a:lnTo>
                    <a:pt x="0" y="2061"/>
                  </a:lnTo>
                  <a:lnTo>
                    <a:pt x="7901" y="2208"/>
                  </a:lnTo>
                  <a:lnTo>
                    <a:pt x="8023" y="172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89;p69">
              <a:extLst>
                <a:ext uri="{FF2B5EF4-FFF2-40B4-BE49-F238E27FC236}">
                  <a16:creationId xmlns:a16="http://schemas.microsoft.com/office/drawing/2014/main" id="{357A713F-BB20-5A85-5F4A-83560B105FED}"/>
                </a:ext>
              </a:extLst>
            </p:cNvPr>
            <p:cNvSpPr/>
            <p:nvPr/>
          </p:nvSpPr>
          <p:spPr>
            <a:xfrm>
              <a:off x="7159525" y="3550888"/>
              <a:ext cx="201825" cy="33750"/>
            </a:xfrm>
            <a:custGeom>
              <a:avLst/>
              <a:gdLst/>
              <a:ahLst/>
              <a:cxnLst/>
              <a:rect l="l" t="t" r="r" b="b"/>
              <a:pathLst>
                <a:path w="8073" h="1350" extrusionOk="0">
                  <a:moveTo>
                    <a:pt x="25" y="0"/>
                  </a:moveTo>
                  <a:lnTo>
                    <a:pt x="0" y="1276"/>
                  </a:lnTo>
                  <a:lnTo>
                    <a:pt x="8048" y="1350"/>
                  </a:lnTo>
                  <a:lnTo>
                    <a:pt x="8073" y="74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90;p69">
              <a:extLst>
                <a:ext uri="{FF2B5EF4-FFF2-40B4-BE49-F238E27FC236}">
                  <a16:creationId xmlns:a16="http://schemas.microsoft.com/office/drawing/2014/main" id="{E60C0BB2-0305-1BB5-4869-33EE2B84A677}"/>
                </a:ext>
              </a:extLst>
            </p:cNvPr>
            <p:cNvSpPr/>
            <p:nvPr/>
          </p:nvSpPr>
          <p:spPr>
            <a:xfrm>
              <a:off x="7250300" y="3504863"/>
              <a:ext cx="23950" cy="16600"/>
            </a:xfrm>
            <a:custGeom>
              <a:avLst/>
              <a:gdLst/>
              <a:ahLst/>
              <a:cxnLst/>
              <a:rect l="l" t="t" r="r" b="b"/>
              <a:pathLst>
                <a:path w="958" h="664" extrusionOk="0">
                  <a:moveTo>
                    <a:pt x="74" y="1"/>
                  </a:moveTo>
                  <a:lnTo>
                    <a:pt x="1" y="124"/>
                  </a:lnTo>
                  <a:lnTo>
                    <a:pt x="884" y="663"/>
                  </a:lnTo>
                  <a:lnTo>
                    <a:pt x="958" y="541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91;p69">
              <a:extLst>
                <a:ext uri="{FF2B5EF4-FFF2-40B4-BE49-F238E27FC236}">
                  <a16:creationId xmlns:a16="http://schemas.microsoft.com/office/drawing/2014/main" id="{8281A53F-F1E2-0FBE-E3F4-617229D467CC}"/>
                </a:ext>
              </a:extLst>
            </p:cNvPr>
            <p:cNvSpPr/>
            <p:nvPr/>
          </p:nvSpPr>
          <p:spPr>
            <a:xfrm>
              <a:off x="7250300" y="3504863"/>
              <a:ext cx="23950" cy="16600"/>
            </a:xfrm>
            <a:custGeom>
              <a:avLst/>
              <a:gdLst/>
              <a:ahLst/>
              <a:cxnLst/>
              <a:rect l="l" t="t" r="r" b="b"/>
              <a:pathLst>
                <a:path w="958" h="664" fill="none" extrusionOk="0">
                  <a:moveTo>
                    <a:pt x="1" y="124"/>
                  </a:moveTo>
                  <a:lnTo>
                    <a:pt x="884" y="663"/>
                  </a:lnTo>
                  <a:lnTo>
                    <a:pt x="958" y="541"/>
                  </a:lnTo>
                  <a:lnTo>
                    <a:pt x="7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92;p69">
              <a:extLst>
                <a:ext uri="{FF2B5EF4-FFF2-40B4-BE49-F238E27FC236}">
                  <a16:creationId xmlns:a16="http://schemas.microsoft.com/office/drawing/2014/main" id="{C409BF6B-A33B-63BF-D4AB-1AE2FAC89024}"/>
                </a:ext>
              </a:extLst>
            </p:cNvPr>
            <p:cNvSpPr/>
            <p:nvPr/>
          </p:nvSpPr>
          <p:spPr>
            <a:xfrm>
              <a:off x="7231300" y="3514063"/>
              <a:ext cx="23325" cy="16600"/>
            </a:xfrm>
            <a:custGeom>
              <a:avLst/>
              <a:gdLst/>
              <a:ahLst/>
              <a:cxnLst/>
              <a:rect l="l" t="t" r="r" b="b"/>
              <a:pathLst>
                <a:path w="933" h="664" extrusionOk="0">
                  <a:moveTo>
                    <a:pt x="74" y="1"/>
                  </a:moveTo>
                  <a:lnTo>
                    <a:pt x="0" y="124"/>
                  </a:lnTo>
                  <a:lnTo>
                    <a:pt x="859" y="663"/>
                  </a:lnTo>
                  <a:lnTo>
                    <a:pt x="933" y="541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93;p69">
              <a:extLst>
                <a:ext uri="{FF2B5EF4-FFF2-40B4-BE49-F238E27FC236}">
                  <a16:creationId xmlns:a16="http://schemas.microsoft.com/office/drawing/2014/main" id="{61B5EAF7-2B0D-012D-BE72-4C64A92F90FB}"/>
                </a:ext>
              </a:extLst>
            </p:cNvPr>
            <p:cNvSpPr/>
            <p:nvPr/>
          </p:nvSpPr>
          <p:spPr>
            <a:xfrm>
              <a:off x="7231300" y="3514063"/>
              <a:ext cx="23325" cy="16600"/>
            </a:xfrm>
            <a:custGeom>
              <a:avLst/>
              <a:gdLst/>
              <a:ahLst/>
              <a:cxnLst/>
              <a:rect l="l" t="t" r="r" b="b"/>
              <a:pathLst>
                <a:path w="933" h="664" fill="none" extrusionOk="0">
                  <a:moveTo>
                    <a:pt x="0" y="124"/>
                  </a:moveTo>
                  <a:lnTo>
                    <a:pt x="859" y="663"/>
                  </a:lnTo>
                  <a:lnTo>
                    <a:pt x="933" y="541"/>
                  </a:lnTo>
                  <a:lnTo>
                    <a:pt x="7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94;p69">
              <a:extLst>
                <a:ext uri="{FF2B5EF4-FFF2-40B4-BE49-F238E27FC236}">
                  <a16:creationId xmlns:a16="http://schemas.microsoft.com/office/drawing/2014/main" id="{C0016A3C-E2FF-010E-D527-30895EEE1D6D}"/>
                </a:ext>
              </a:extLst>
            </p:cNvPr>
            <p:cNvSpPr/>
            <p:nvPr/>
          </p:nvSpPr>
          <p:spPr>
            <a:xfrm>
              <a:off x="7572950" y="3438613"/>
              <a:ext cx="197550" cy="109225"/>
            </a:xfrm>
            <a:custGeom>
              <a:avLst/>
              <a:gdLst/>
              <a:ahLst/>
              <a:cxnLst/>
              <a:rect l="l" t="t" r="r" b="b"/>
              <a:pathLst>
                <a:path w="7902" h="4369" extrusionOk="0">
                  <a:moveTo>
                    <a:pt x="3583" y="1"/>
                  </a:moveTo>
                  <a:lnTo>
                    <a:pt x="590" y="197"/>
                  </a:lnTo>
                  <a:lnTo>
                    <a:pt x="1" y="4368"/>
                  </a:lnTo>
                  <a:lnTo>
                    <a:pt x="7902" y="4368"/>
                  </a:lnTo>
                  <a:lnTo>
                    <a:pt x="3362" y="2258"/>
                  </a:lnTo>
                  <a:lnTo>
                    <a:pt x="3583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95;p69">
              <a:extLst>
                <a:ext uri="{FF2B5EF4-FFF2-40B4-BE49-F238E27FC236}">
                  <a16:creationId xmlns:a16="http://schemas.microsoft.com/office/drawing/2014/main" id="{79694939-C9E5-CAF1-7397-23AE2AA78CC3}"/>
                </a:ext>
              </a:extLst>
            </p:cNvPr>
            <p:cNvSpPr/>
            <p:nvPr/>
          </p:nvSpPr>
          <p:spPr>
            <a:xfrm>
              <a:off x="7572950" y="3438613"/>
              <a:ext cx="89600" cy="109225"/>
            </a:xfrm>
            <a:custGeom>
              <a:avLst/>
              <a:gdLst/>
              <a:ahLst/>
              <a:cxnLst/>
              <a:rect l="l" t="t" r="r" b="b"/>
              <a:pathLst>
                <a:path w="3584" h="4369" extrusionOk="0">
                  <a:moveTo>
                    <a:pt x="3583" y="1"/>
                  </a:moveTo>
                  <a:lnTo>
                    <a:pt x="590" y="197"/>
                  </a:lnTo>
                  <a:lnTo>
                    <a:pt x="1" y="4368"/>
                  </a:lnTo>
                  <a:lnTo>
                    <a:pt x="3583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96;p69">
              <a:extLst>
                <a:ext uri="{FF2B5EF4-FFF2-40B4-BE49-F238E27FC236}">
                  <a16:creationId xmlns:a16="http://schemas.microsoft.com/office/drawing/2014/main" id="{C84F046A-BC9F-833D-D7D1-066F3E97CEF8}"/>
                </a:ext>
              </a:extLst>
            </p:cNvPr>
            <p:cNvSpPr/>
            <p:nvPr/>
          </p:nvSpPr>
          <p:spPr>
            <a:xfrm>
              <a:off x="7572950" y="3494438"/>
              <a:ext cx="197550" cy="53400"/>
            </a:xfrm>
            <a:custGeom>
              <a:avLst/>
              <a:gdLst/>
              <a:ahLst/>
              <a:cxnLst/>
              <a:rect l="l" t="t" r="r" b="b"/>
              <a:pathLst>
                <a:path w="7902" h="2136" extrusionOk="0">
                  <a:moveTo>
                    <a:pt x="246" y="1"/>
                  </a:moveTo>
                  <a:lnTo>
                    <a:pt x="1" y="2135"/>
                  </a:lnTo>
                  <a:lnTo>
                    <a:pt x="7902" y="2135"/>
                  </a:lnTo>
                  <a:lnTo>
                    <a:pt x="39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97;p69">
              <a:extLst>
                <a:ext uri="{FF2B5EF4-FFF2-40B4-BE49-F238E27FC236}">
                  <a16:creationId xmlns:a16="http://schemas.microsoft.com/office/drawing/2014/main" id="{F9257E1F-9906-3054-5F2F-1173DB9BCDF9}"/>
                </a:ext>
              </a:extLst>
            </p:cNvPr>
            <p:cNvSpPr/>
            <p:nvPr/>
          </p:nvSpPr>
          <p:spPr>
            <a:xfrm>
              <a:off x="7663125" y="3499963"/>
              <a:ext cx="23950" cy="15975"/>
            </a:xfrm>
            <a:custGeom>
              <a:avLst/>
              <a:gdLst/>
              <a:ahLst/>
              <a:cxnLst/>
              <a:rect l="l" t="t" r="r" b="b"/>
              <a:pathLst>
                <a:path w="958" h="639" extrusionOk="0">
                  <a:moveTo>
                    <a:pt x="909" y="1"/>
                  </a:moveTo>
                  <a:lnTo>
                    <a:pt x="1" y="540"/>
                  </a:lnTo>
                  <a:lnTo>
                    <a:pt x="74" y="639"/>
                  </a:lnTo>
                  <a:lnTo>
                    <a:pt x="958" y="123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98;p69">
              <a:extLst>
                <a:ext uri="{FF2B5EF4-FFF2-40B4-BE49-F238E27FC236}">
                  <a16:creationId xmlns:a16="http://schemas.microsoft.com/office/drawing/2014/main" id="{74E57165-4A98-2FCC-420C-005C5F78CD36}"/>
                </a:ext>
              </a:extLst>
            </p:cNvPr>
            <p:cNvSpPr/>
            <p:nvPr/>
          </p:nvSpPr>
          <p:spPr>
            <a:xfrm>
              <a:off x="7663125" y="3499963"/>
              <a:ext cx="23950" cy="15975"/>
            </a:xfrm>
            <a:custGeom>
              <a:avLst/>
              <a:gdLst/>
              <a:ahLst/>
              <a:cxnLst/>
              <a:rect l="l" t="t" r="r" b="b"/>
              <a:pathLst>
                <a:path w="958" h="639" fill="none" extrusionOk="0">
                  <a:moveTo>
                    <a:pt x="909" y="1"/>
                  </a:moveTo>
                  <a:lnTo>
                    <a:pt x="1" y="540"/>
                  </a:lnTo>
                  <a:lnTo>
                    <a:pt x="74" y="639"/>
                  </a:lnTo>
                  <a:lnTo>
                    <a:pt x="958" y="1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99;p69">
              <a:extLst>
                <a:ext uri="{FF2B5EF4-FFF2-40B4-BE49-F238E27FC236}">
                  <a16:creationId xmlns:a16="http://schemas.microsoft.com/office/drawing/2014/main" id="{5DD0728F-BC69-6A8F-8A1B-86FA51745BF7}"/>
                </a:ext>
              </a:extLst>
            </p:cNvPr>
            <p:cNvSpPr/>
            <p:nvPr/>
          </p:nvSpPr>
          <p:spPr>
            <a:xfrm>
              <a:off x="7682750" y="3509788"/>
              <a:ext cx="23350" cy="15975"/>
            </a:xfrm>
            <a:custGeom>
              <a:avLst/>
              <a:gdLst/>
              <a:ahLst/>
              <a:cxnLst/>
              <a:rect l="l" t="t" r="r" b="b"/>
              <a:pathLst>
                <a:path w="934" h="639" extrusionOk="0">
                  <a:moveTo>
                    <a:pt x="884" y="0"/>
                  </a:moveTo>
                  <a:lnTo>
                    <a:pt x="1" y="540"/>
                  </a:lnTo>
                  <a:lnTo>
                    <a:pt x="50" y="638"/>
                  </a:lnTo>
                  <a:lnTo>
                    <a:pt x="933" y="123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00;p69">
              <a:extLst>
                <a:ext uri="{FF2B5EF4-FFF2-40B4-BE49-F238E27FC236}">
                  <a16:creationId xmlns:a16="http://schemas.microsoft.com/office/drawing/2014/main" id="{F742AE96-D1BD-DDA3-AE5A-FF21CD7C0C87}"/>
                </a:ext>
              </a:extLst>
            </p:cNvPr>
            <p:cNvSpPr/>
            <p:nvPr/>
          </p:nvSpPr>
          <p:spPr>
            <a:xfrm>
              <a:off x="7682750" y="3509788"/>
              <a:ext cx="23350" cy="15975"/>
            </a:xfrm>
            <a:custGeom>
              <a:avLst/>
              <a:gdLst/>
              <a:ahLst/>
              <a:cxnLst/>
              <a:rect l="l" t="t" r="r" b="b"/>
              <a:pathLst>
                <a:path w="934" h="639" fill="none" extrusionOk="0">
                  <a:moveTo>
                    <a:pt x="884" y="0"/>
                  </a:moveTo>
                  <a:lnTo>
                    <a:pt x="1" y="540"/>
                  </a:lnTo>
                  <a:lnTo>
                    <a:pt x="50" y="638"/>
                  </a:lnTo>
                  <a:lnTo>
                    <a:pt x="933" y="1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01;p69">
              <a:extLst>
                <a:ext uri="{FF2B5EF4-FFF2-40B4-BE49-F238E27FC236}">
                  <a16:creationId xmlns:a16="http://schemas.microsoft.com/office/drawing/2014/main" id="{1133D48D-A290-4220-7A33-C9B86424B2AA}"/>
                </a:ext>
              </a:extLst>
            </p:cNvPr>
            <p:cNvSpPr/>
            <p:nvPr/>
          </p:nvSpPr>
          <p:spPr>
            <a:xfrm>
              <a:off x="7570500" y="3545963"/>
              <a:ext cx="201850" cy="33775"/>
            </a:xfrm>
            <a:custGeom>
              <a:avLst/>
              <a:gdLst/>
              <a:ahLst/>
              <a:cxnLst/>
              <a:rect l="l" t="t" r="r" b="b"/>
              <a:pathLst>
                <a:path w="8074" h="1351" extrusionOk="0">
                  <a:moveTo>
                    <a:pt x="25" y="1"/>
                  </a:moveTo>
                  <a:lnTo>
                    <a:pt x="1" y="1277"/>
                  </a:lnTo>
                  <a:lnTo>
                    <a:pt x="8049" y="1350"/>
                  </a:lnTo>
                  <a:lnTo>
                    <a:pt x="8073" y="74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02;p69">
              <a:extLst>
                <a:ext uri="{FF2B5EF4-FFF2-40B4-BE49-F238E27FC236}">
                  <a16:creationId xmlns:a16="http://schemas.microsoft.com/office/drawing/2014/main" id="{E4581251-9AE5-DC89-82BE-C9EAC836F9FB}"/>
                </a:ext>
              </a:extLst>
            </p:cNvPr>
            <p:cNvSpPr/>
            <p:nvPr/>
          </p:nvSpPr>
          <p:spPr>
            <a:xfrm>
              <a:off x="7230675" y="2353513"/>
              <a:ext cx="600550" cy="1108450"/>
            </a:xfrm>
            <a:custGeom>
              <a:avLst/>
              <a:gdLst/>
              <a:ahLst/>
              <a:cxnLst/>
              <a:rect l="l" t="t" r="r" b="b"/>
              <a:pathLst>
                <a:path w="24022" h="44338" extrusionOk="0">
                  <a:moveTo>
                    <a:pt x="17201" y="0"/>
                  </a:moveTo>
                  <a:lnTo>
                    <a:pt x="9962" y="98"/>
                  </a:lnTo>
                  <a:lnTo>
                    <a:pt x="9668" y="614"/>
                  </a:lnTo>
                  <a:lnTo>
                    <a:pt x="9349" y="1178"/>
                  </a:lnTo>
                  <a:lnTo>
                    <a:pt x="8956" y="1939"/>
                  </a:lnTo>
                  <a:lnTo>
                    <a:pt x="8515" y="2846"/>
                  </a:lnTo>
                  <a:lnTo>
                    <a:pt x="8294" y="3337"/>
                  </a:lnTo>
                  <a:lnTo>
                    <a:pt x="8073" y="3852"/>
                  </a:lnTo>
                  <a:lnTo>
                    <a:pt x="7877" y="4392"/>
                  </a:lnTo>
                  <a:lnTo>
                    <a:pt x="7680" y="4957"/>
                  </a:lnTo>
                  <a:lnTo>
                    <a:pt x="7509" y="5521"/>
                  </a:lnTo>
                  <a:lnTo>
                    <a:pt x="7361" y="6110"/>
                  </a:lnTo>
                  <a:lnTo>
                    <a:pt x="7288" y="6429"/>
                  </a:lnTo>
                  <a:lnTo>
                    <a:pt x="7165" y="6772"/>
                  </a:lnTo>
                  <a:lnTo>
                    <a:pt x="7043" y="7116"/>
                  </a:lnTo>
                  <a:lnTo>
                    <a:pt x="6871" y="7459"/>
                  </a:lnTo>
                  <a:lnTo>
                    <a:pt x="6527" y="8220"/>
                  </a:lnTo>
                  <a:lnTo>
                    <a:pt x="6086" y="9005"/>
                  </a:lnTo>
                  <a:lnTo>
                    <a:pt x="5080" y="10772"/>
                  </a:lnTo>
                  <a:lnTo>
                    <a:pt x="4515" y="11729"/>
                  </a:lnTo>
                  <a:lnTo>
                    <a:pt x="3951" y="12759"/>
                  </a:lnTo>
                  <a:lnTo>
                    <a:pt x="3362" y="13839"/>
                  </a:lnTo>
                  <a:lnTo>
                    <a:pt x="2798" y="14992"/>
                  </a:lnTo>
                  <a:lnTo>
                    <a:pt x="2233" y="16219"/>
                  </a:lnTo>
                  <a:lnTo>
                    <a:pt x="1963" y="16857"/>
                  </a:lnTo>
                  <a:lnTo>
                    <a:pt x="1718" y="17519"/>
                  </a:lnTo>
                  <a:lnTo>
                    <a:pt x="1473" y="18206"/>
                  </a:lnTo>
                  <a:lnTo>
                    <a:pt x="1227" y="18893"/>
                  </a:lnTo>
                  <a:lnTo>
                    <a:pt x="1007" y="19605"/>
                  </a:lnTo>
                  <a:lnTo>
                    <a:pt x="786" y="20341"/>
                  </a:lnTo>
                  <a:lnTo>
                    <a:pt x="589" y="21101"/>
                  </a:lnTo>
                  <a:lnTo>
                    <a:pt x="418" y="21887"/>
                  </a:lnTo>
                  <a:lnTo>
                    <a:pt x="270" y="22696"/>
                  </a:lnTo>
                  <a:lnTo>
                    <a:pt x="123" y="23506"/>
                  </a:lnTo>
                  <a:lnTo>
                    <a:pt x="74" y="24021"/>
                  </a:lnTo>
                  <a:lnTo>
                    <a:pt x="25" y="24537"/>
                  </a:lnTo>
                  <a:lnTo>
                    <a:pt x="1" y="25076"/>
                  </a:lnTo>
                  <a:lnTo>
                    <a:pt x="1" y="25616"/>
                  </a:lnTo>
                  <a:lnTo>
                    <a:pt x="25" y="26180"/>
                  </a:lnTo>
                  <a:lnTo>
                    <a:pt x="50" y="26720"/>
                  </a:lnTo>
                  <a:lnTo>
                    <a:pt x="148" y="27873"/>
                  </a:lnTo>
                  <a:lnTo>
                    <a:pt x="295" y="29076"/>
                  </a:lnTo>
                  <a:lnTo>
                    <a:pt x="491" y="30278"/>
                  </a:lnTo>
                  <a:lnTo>
                    <a:pt x="884" y="32830"/>
                  </a:lnTo>
                  <a:lnTo>
                    <a:pt x="1105" y="34130"/>
                  </a:lnTo>
                  <a:lnTo>
                    <a:pt x="1276" y="35480"/>
                  </a:lnTo>
                  <a:lnTo>
                    <a:pt x="1424" y="36854"/>
                  </a:lnTo>
                  <a:lnTo>
                    <a:pt x="1546" y="38252"/>
                  </a:lnTo>
                  <a:lnTo>
                    <a:pt x="1571" y="38964"/>
                  </a:lnTo>
                  <a:lnTo>
                    <a:pt x="1595" y="39675"/>
                  </a:lnTo>
                  <a:lnTo>
                    <a:pt x="1595" y="40412"/>
                  </a:lnTo>
                  <a:lnTo>
                    <a:pt x="1571" y="41148"/>
                  </a:lnTo>
                  <a:lnTo>
                    <a:pt x="1522" y="41884"/>
                  </a:lnTo>
                  <a:lnTo>
                    <a:pt x="1473" y="42620"/>
                  </a:lnTo>
                  <a:lnTo>
                    <a:pt x="1375" y="43356"/>
                  </a:lnTo>
                  <a:lnTo>
                    <a:pt x="1252" y="44116"/>
                  </a:lnTo>
                  <a:lnTo>
                    <a:pt x="5693" y="44337"/>
                  </a:lnTo>
                  <a:lnTo>
                    <a:pt x="5865" y="24586"/>
                  </a:lnTo>
                  <a:lnTo>
                    <a:pt x="13422" y="12538"/>
                  </a:lnTo>
                  <a:lnTo>
                    <a:pt x="13471" y="12416"/>
                  </a:lnTo>
                  <a:lnTo>
                    <a:pt x="13520" y="12342"/>
                  </a:lnTo>
                  <a:lnTo>
                    <a:pt x="13569" y="12317"/>
                  </a:lnTo>
                  <a:lnTo>
                    <a:pt x="13643" y="12367"/>
                  </a:lnTo>
                  <a:lnTo>
                    <a:pt x="13692" y="12440"/>
                  </a:lnTo>
                  <a:lnTo>
                    <a:pt x="13716" y="12563"/>
                  </a:lnTo>
                  <a:lnTo>
                    <a:pt x="13741" y="12710"/>
                  </a:lnTo>
                  <a:lnTo>
                    <a:pt x="13741" y="12882"/>
                  </a:lnTo>
                  <a:lnTo>
                    <a:pt x="17740" y="26328"/>
                  </a:lnTo>
                  <a:lnTo>
                    <a:pt x="13177" y="43920"/>
                  </a:lnTo>
                  <a:lnTo>
                    <a:pt x="17838" y="43601"/>
                  </a:lnTo>
                  <a:lnTo>
                    <a:pt x="18059" y="43233"/>
                  </a:lnTo>
                  <a:lnTo>
                    <a:pt x="18648" y="42178"/>
                  </a:lnTo>
                  <a:lnTo>
                    <a:pt x="19065" y="41418"/>
                  </a:lnTo>
                  <a:lnTo>
                    <a:pt x="19507" y="40534"/>
                  </a:lnTo>
                  <a:lnTo>
                    <a:pt x="19998" y="39504"/>
                  </a:lnTo>
                  <a:lnTo>
                    <a:pt x="20537" y="38350"/>
                  </a:lnTo>
                  <a:lnTo>
                    <a:pt x="21053" y="37124"/>
                  </a:lnTo>
                  <a:lnTo>
                    <a:pt x="21593" y="35774"/>
                  </a:lnTo>
                  <a:lnTo>
                    <a:pt x="22083" y="34351"/>
                  </a:lnTo>
                  <a:lnTo>
                    <a:pt x="22574" y="32854"/>
                  </a:lnTo>
                  <a:lnTo>
                    <a:pt x="22795" y="32094"/>
                  </a:lnTo>
                  <a:lnTo>
                    <a:pt x="23016" y="31309"/>
                  </a:lnTo>
                  <a:lnTo>
                    <a:pt x="23212" y="30499"/>
                  </a:lnTo>
                  <a:lnTo>
                    <a:pt x="23384" y="29689"/>
                  </a:lnTo>
                  <a:lnTo>
                    <a:pt x="23555" y="28879"/>
                  </a:lnTo>
                  <a:lnTo>
                    <a:pt x="23678" y="28045"/>
                  </a:lnTo>
                  <a:lnTo>
                    <a:pt x="23801" y="27211"/>
                  </a:lnTo>
                  <a:lnTo>
                    <a:pt x="23899" y="26377"/>
                  </a:lnTo>
                  <a:lnTo>
                    <a:pt x="23973" y="25616"/>
                  </a:lnTo>
                  <a:lnTo>
                    <a:pt x="23997" y="24831"/>
                  </a:lnTo>
                  <a:lnTo>
                    <a:pt x="24022" y="24046"/>
                  </a:lnTo>
                  <a:lnTo>
                    <a:pt x="24022" y="23261"/>
                  </a:lnTo>
                  <a:lnTo>
                    <a:pt x="23997" y="22500"/>
                  </a:lnTo>
                  <a:lnTo>
                    <a:pt x="23973" y="21715"/>
                  </a:lnTo>
                  <a:lnTo>
                    <a:pt x="23899" y="20954"/>
                  </a:lnTo>
                  <a:lnTo>
                    <a:pt x="23825" y="20194"/>
                  </a:lnTo>
                  <a:lnTo>
                    <a:pt x="23727" y="19433"/>
                  </a:lnTo>
                  <a:lnTo>
                    <a:pt x="23629" y="18672"/>
                  </a:lnTo>
                  <a:lnTo>
                    <a:pt x="23384" y="17200"/>
                  </a:lnTo>
                  <a:lnTo>
                    <a:pt x="23114" y="15777"/>
                  </a:lnTo>
                  <a:lnTo>
                    <a:pt x="22795" y="14403"/>
                  </a:lnTo>
                  <a:lnTo>
                    <a:pt x="22451" y="13103"/>
                  </a:lnTo>
                  <a:lnTo>
                    <a:pt x="22108" y="11876"/>
                  </a:lnTo>
                  <a:lnTo>
                    <a:pt x="21740" y="10747"/>
                  </a:lnTo>
                  <a:lnTo>
                    <a:pt x="21396" y="9717"/>
                  </a:lnTo>
                  <a:lnTo>
                    <a:pt x="21077" y="8784"/>
                  </a:lnTo>
                  <a:lnTo>
                    <a:pt x="20783" y="7999"/>
                  </a:lnTo>
                  <a:lnTo>
                    <a:pt x="20292" y="6772"/>
                  </a:lnTo>
                  <a:lnTo>
                    <a:pt x="19556" y="5006"/>
                  </a:lnTo>
                  <a:lnTo>
                    <a:pt x="18918" y="3558"/>
                  </a:lnTo>
                  <a:lnTo>
                    <a:pt x="18378" y="2380"/>
                  </a:lnTo>
                  <a:lnTo>
                    <a:pt x="17961" y="1472"/>
                  </a:lnTo>
                  <a:lnTo>
                    <a:pt x="17397" y="344"/>
                  </a:lnTo>
                  <a:lnTo>
                    <a:pt x="17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203;p69">
              <a:extLst>
                <a:ext uri="{FF2B5EF4-FFF2-40B4-BE49-F238E27FC236}">
                  <a16:creationId xmlns:a16="http://schemas.microsoft.com/office/drawing/2014/main" id="{F3D9CDF7-2AC0-8D96-8EAA-926BF542F47A}"/>
                </a:ext>
              </a:extLst>
            </p:cNvPr>
            <p:cNvSpPr/>
            <p:nvPr/>
          </p:nvSpPr>
          <p:spPr>
            <a:xfrm>
              <a:off x="7228225" y="2351663"/>
              <a:ext cx="605450" cy="1112750"/>
            </a:xfrm>
            <a:custGeom>
              <a:avLst/>
              <a:gdLst/>
              <a:ahLst/>
              <a:cxnLst/>
              <a:rect l="l" t="t" r="r" b="b"/>
              <a:pathLst>
                <a:path w="24218" h="44510" extrusionOk="0">
                  <a:moveTo>
                    <a:pt x="17263" y="173"/>
                  </a:moveTo>
                  <a:lnTo>
                    <a:pt x="17495" y="589"/>
                  </a:lnTo>
                  <a:lnTo>
                    <a:pt x="18084" y="1767"/>
                  </a:lnTo>
                  <a:lnTo>
                    <a:pt x="18501" y="2675"/>
                  </a:lnTo>
                  <a:lnTo>
                    <a:pt x="19016" y="3828"/>
                  </a:lnTo>
                  <a:lnTo>
                    <a:pt x="19630" y="5227"/>
                  </a:lnTo>
                  <a:lnTo>
                    <a:pt x="20317" y="6871"/>
                  </a:lnTo>
                  <a:lnTo>
                    <a:pt x="20734" y="7926"/>
                  </a:lnTo>
                  <a:lnTo>
                    <a:pt x="21273" y="9423"/>
                  </a:lnTo>
                  <a:lnTo>
                    <a:pt x="21592" y="10281"/>
                  </a:lnTo>
                  <a:lnTo>
                    <a:pt x="21887" y="11263"/>
                  </a:lnTo>
                  <a:lnTo>
                    <a:pt x="22206" y="12293"/>
                  </a:lnTo>
                  <a:lnTo>
                    <a:pt x="22525" y="13397"/>
                  </a:lnTo>
                  <a:lnTo>
                    <a:pt x="22819" y="14575"/>
                  </a:lnTo>
                  <a:lnTo>
                    <a:pt x="23114" y="15777"/>
                  </a:lnTo>
                  <a:lnTo>
                    <a:pt x="23359" y="17053"/>
                  </a:lnTo>
                  <a:lnTo>
                    <a:pt x="23580" y="18354"/>
                  </a:lnTo>
                  <a:lnTo>
                    <a:pt x="23776" y="19703"/>
                  </a:lnTo>
                  <a:lnTo>
                    <a:pt x="23923" y="21053"/>
                  </a:lnTo>
                  <a:lnTo>
                    <a:pt x="23997" y="22427"/>
                  </a:lnTo>
                  <a:lnTo>
                    <a:pt x="24022" y="23114"/>
                  </a:lnTo>
                  <a:lnTo>
                    <a:pt x="24046" y="23825"/>
                  </a:lnTo>
                  <a:lnTo>
                    <a:pt x="24022" y="24463"/>
                  </a:lnTo>
                  <a:lnTo>
                    <a:pt x="24022" y="25126"/>
                  </a:lnTo>
                  <a:lnTo>
                    <a:pt x="23972" y="25788"/>
                  </a:lnTo>
                  <a:lnTo>
                    <a:pt x="23923" y="26451"/>
                  </a:lnTo>
                  <a:lnTo>
                    <a:pt x="23825" y="27285"/>
                  </a:lnTo>
                  <a:lnTo>
                    <a:pt x="23703" y="28119"/>
                  </a:lnTo>
                  <a:lnTo>
                    <a:pt x="23555" y="28929"/>
                  </a:lnTo>
                  <a:lnTo>
                    <a:pt x="23408" y="29763"/>
                  </a:lnTo>
                  <a:lnTo>
                    <a:pt x="23212" y="30548"/>
                  </a:lnTo>
                  <a:lnTo>
                    <a:pt x="23016" y="31358"/>
                  </a:lnTo>
                  <a:lnTo>
                    <a:pt x="22819" y="32143"/>
                  </a:lnTo>
                  <a:lnTo>
                    <a:pt x="22598" y="32904"/>
                  </a:lnTo>
                  <a:lnTo>
                    <a:pt x="22108" y="34401"/>
                  </a:lnTo>
                  <a:lnTo>
                    <a:pt x="21592" y="35824"/>
                  </a:lnTo>
                  <a:lnTo>
                    <a:pt x="21077" y="37149"/>
                  </a:lnTo>
                  <a:lnTo>
                    <a:pt x="20537" y="38400"/>
                  </a:lnTo>
                  <a:lnTo>
                    <a:pt x="20022" y="39529"/>
                  </a:lnTo>
                  <a:lnTo>
                    <a:pt x="19531" y="40559"/>
                  </a:lnTo>
                  <a:lnTo>
                    <a:pt x="19090" y="41467"/>
                  </a:lnTo>
                  <a:lnTo>
                    <a:pt x="18673" y="42203"/>
                  </a:lnTo>
                  <a:lnTo>
                    <a:pt x="18084" y="43258"/>
                  </a:lnTo>
                  <a:lnTo>
                    <a:pt x="17912" y="43553"/>
                  </a:lnTo>
                  <a:lnTo>
                    <a:pt x="17887" y="43603"/>
                  </a:lnTo>
                  <a:lnTo>
                    <a:pt x="17887" y="43603"/>
                  </a:lnTo>
                  <a:lnTo>
                    <a:pt x="13397" y="43896"/>
                  </a:lnTo>
                  <a:lnTo>
                    <a:pt x="17912" y="26402"/>
                  </a:lnTo>
                  <a:lnTo>
                    <a:pt x="13920" y="12956"/>
                  </a:lnTo>
                  <a:lnTo>
                    <a:pt x="13937" y="12956"/>
                  </a:lnTo>
                  <a:lnTo>
                    <a:pt x="13937" y="12907"/>
                  </a:lnTo>
                  <a:lnTo>
                    <a:pt x="13913" y="12686"/>
                  </a:lnTo>
                  <a:lnTo>
                    <a:pt x="13863" y="12514"/>
                  </a:lnTo>
                  <a:lnTo>
                    <a:pt x="13790" y="12367"/>
                  </a:lnTo>
                  <a:lnTo>
                    <a:pt x="13741" y="12342"/>
                  </a:lnTo>
                  <a:lnTo>
                    <a:pt x="13667" y="12318"/>
                  </a:lnTo>
                  <a:lnTo>
                    <a:pt x="13569" y="12342"/>
                  </a:lnTo>
                  <a:lnTo>
                    <a:pt x="13520" y="12391"/>
                  </a:lnTo>
                  <a:lnTo>
                    <a:pt x="13495" y="12441"/>
                  </a:lnTo>
                  <a:lnTo>
                    <a:pt x="13422" y="12588"/>
                  </a:lnTo>
                  <a:lnTo>
                    <a:pt x="13430" y="12590"/>
                  </a:lnTo>
                  <a:lnTo>
                    <a:pt x="13430" y="12590"/>
                  </a:lnTo>
                  <a:lnTo>
                    <a:pt x="5889" y="24635"/>
                  </a:lnTo>
                  <a:lnTo>
                    <a:pt x="5693" y="44338"/>
                  </a:lnTo>
                  <a:lnTo>
                    <a:pt x="1461" y="44097"/>
                  </a:lnTo>
                  <a:lnTo>
                    <a:pt x="1461" y="44097"/>
                  </a:lnTo>
                  <a:lnTo>
                    <a:pt x="1595" y="43160"/>
                  </a:lnTo>
                  <a:lnTo>
                    <a:pt x="1693" y="42129"/>
                  </a:lnTo>
                  <a:lnTo>
                    <a:pt x="1767" y="41099"/>
                  </a:lnTo>
                  <a:lnTo>
                    <a:pt x="1767" y="40093"/>
                  </a:lnTo>
                  <a:lnTo>
                    <a:pt x="1767" y="39062"/>
                  </a:lnTo>
                  <a:lnTo>
                    <a:pt x="1693" y="38032"/>
                  </a:lnTo>
                  <a:lnTo>
                    <a:pt x="1620" y="37050"/>
                  </a:lnTo>
                  <a:lnTo>
                    <a:pt x="1522" y="36044"/>
                  </a:lnTo>
                  <a:lnTo>
                    <a:pt x="1399" y="35088"/>
                  </a:lnTo>
                  <a:lnTo>
                    <a:pt x="1276" y="34131"/>
                  </a:lnTo>
                  <a:lnTo>
                    <a:pt x="982" y="32266"/>
                  </a:lnTo>
                  <a:lnTo>
                    <a:pt x="687" y="30450"/>
                  </a:lnTo>
                  <a:lnTo>
                    <a:pt x="418" y="28708"/>
                  </a:lnTo>
                  <a:lnTo>
                    <a:pt x="319" y="27874"/>
                  </a:lnTo>
                  <a:lnTo>
                    <a:pt x="246" y="27064"/>
                  </a:lnTo>
                  <a:lnTo>
                    <a:pt x="197" y="26254"/>
                  </a:lnTo>
                  <a:lnTo>
                    <a:pt x="172" y="25469"/>
                  </a:lnTo>
                  <a:lnTo>
                    <a:pt x="197" y="25003"/>
                  </a:lnTo>
                  <a:lnTo>
                    <a:pt x="221" y="24512"/>
                  </a:lnTo>
                  <a:lnTo>
                    <a:pt x="246" y="24046"/>
                  </a:lnTo>
                  <a:lnTo>
                    <a:pt x="319" y="23580"/>
                  </a:lnTo>
                  <a:lnTo>
                    <a:pt x="442" y="22770"/>
                  </a:lnTo>
                  <a:lnTo>
                    <a:pt x="614" y="21985"/>
                  </a:lnTo>
                  <a:lnTo>
                    <a:pt x="786" y="21200"/>
                  </a:lnTo>
                  <a:lnTo>
                    <a:pt x="982" y="20439"/>
                  </a:lnTo>
                  <a:lnTo>
                    <a:pt x="1178" y="19703"/>
                  </a:lnTo>
                  <a:lnTo>
                    <a:pt x="1399" y="18992"/>
                  </a:lnTo>
                  <a:lnTo>
                    <a:pt x="1644" y="18305"/>
                  </a:lnTo>
                  <a:lnTo>
                    <a:pt x="1890" y="17618"/>
                  </a:lnTo>
                  <a:lnTo>
                    <a:pt x="2135" y="16980"/>
                  </a:lnTo>
                  <a:lnTo>
                    <a:pt x="2405" y="16342"/>
                  </a:lnTo>
                  <a:lnTo>
                    <a:pt x="2969" y="15115"/>
                  </a:lnTo>
                  <a:lnTo>
                    <a:pt x="3534" y="13962"/>
                  </a:lnTo>
                  <a:lnTo>
                    <a:pt x="4123" y="12858"/>
                  </a:lnTo>
                  <a:lnTo>
                    <a:pt x="4687" y="11852"/>
                  </a:lnTo>
                  <a:lnTo>
                    <a:pt x="5251" y="10895"/>
                  </a:lnTo>
                  <a:lnTo>
                    <a:pt x="6257" y="9128"/>
                  </a:lnTo>
                  <a:lnTo>
                    <a:pt x="6699" y="8318"/>
                  </a:lnTo>
                  <a:lnTo>
                    <a:pt x="7067" y="7582"/>
                  </a:lnTo>
                  <a:lnTo>
                    <a:pt x="7214" y="7214"/>
                  </a:lnTo>
                  <a:lnTo>
                    <a:pt x="7337" y="6871"/>
                  </a:lnTo>
                  <a:lnTo>
                    <a:pt x="7459" y="6527"/>
                  </a:lnTo>
                  <a:lnTo>
                    <a:pt x="7558" y="6208"/>
                  </a:lnTo>
                  <a:lnTo>
                    <a:pt x="7705" y="5619"/>
                  </a:lnTo>
                  <a:lnTo>
                    <a:pt x="7877" y="5055"/>
                  </a:lnTo>
                  <a:lnTo>
                    <a:pt x="8048" y="4491"/>
                  </a:lnTo>
                  <a:lnTo>
                    <a:pt x="8269" y="3951"/>
                  </a:lnTo>
                  <a:lnTo>
                    <a:pt x="8686" y="2945"/>
                  </a:lnTo>
                  <a:lnTo>
                    <a:pt x="9128" y="2037"/>
                  </a:lnTo>
                  <a:lnTo>
                    <a:pt x="9521" y="1301"/>
                  </a:lnTo>
                  <a:lnTo>
                    <a:pt x="9840" y="712"/>
                  </a:lnTo>
                  <a:lnTo>
                    <a:pt x="10060" y="344"/>
                  </a:lnTo>
                  <a:lnTo>
                    <a:pt x="10097" y="270"/>
                  </a:lnTo>
                  <a:lnTo>
                    <a:pt x="10097" y="270"/>
                  </a:lnTo>
                  <a:lnTo>
                    <a:pt x="17263" y="173"/>
                  </a:lnTo>
                  <a:close/>
                  <a:moveTo>
                    <a:pt x="17299" y="1"/>
                  </a:moveTo>
                  <a:lnTo>
                    <a:pt x="10036" y="99"/>
                  </a:lnTo>
                  <a:lnTo>
                    <a:pt x="10011" y="123"/>
                  </a:lnTo>
                  <a:lnTo>
                    <a:pt x="9692" y="639"/>
                  </a:lnTo>
                  <a:lnTo>
                    <a:pt x="9373" y="1203"/>
                  </a:lnTo>
                  <a:lnTo>
                    <a:pt x="8956" y="1964"/>
                  </a:lnTo>
                  <a:lnTo>
                    <a:pt x="8539" y="2871"/>
                  </a:lnTo>
                  <a:lnTo>
                    <a:pt x="8318" y="3387"/>
                  </a:lnTo>
                  <a:lnTo>
                    <a:pt x="8097" y="3902"/>
                  </a:lnTo>
                  <a:lnTo>
                    <a:pt x="7901" y="4442"/>
                  </a:lnTo>
                  <a:lnTo>
                    <a:pt x="7705" y="5006"/>
                  </a:lnTo>
                  <a:lnTo>
                    <a:pt x="7533" y="5595"/>
                  </a:lnTo>
                  <a:lnTo>
                    <a:pt x="7386" y="6159"/>
                  </a:lnTo>
                  <a:lnTo>
                    <a:pt x="7288" y="6478"/>
                  </a:lnTo>
                  <a:lnTo>
                    <a:pt x="7190" y="6822"/>
                  </a:lnTo>
                  <a:lnTo>
                    <a:pt x="7042" y="7165"/>
                  </a:lnTo>
                  <a:lnTo>
                    <a:pt x="6895" y="7509"/>
                  </a:lnTo>
                  <a:lnTo>
                    <a:pt x="6527" y="8245"/>
                  </a:lnTo>
                  <a:lnTo>
                    <a:pt x="6110" y="9055"/>
                  </a:lnTo>
                  <a:lnTo>
                    <a:pt x="5374" y="10330"/>
                  </a:lnTo>
                  <a:lnTo>
                    <a:pt x="4540" y="11754"/>
                  </a:lnTo>
                  <a:lnTo>
                    <a:pt x="3681" y="13324"/>
                  </a:lnTo>
                  <a:lnTo>
                    <a:pt x="3239" y="14158"/>
                  </a:lnTo>
                  <a:lnTo>
                    <a:pt x="2822" y="15041"/>
                  </a:lnTo>
                  <a:lnTo>
                    <a:pt x="2405" y="15949"/>
                  </a:lnTo>
                  <a:lnTo>
                    <a:pt x="1988" y="16906"/>
                  </a:lnTo>
                  <a:lnTo>
                    <a:pt x="1595" y="17912"/>
                  </a:lnTo>
                  <a:lnTo>
                    <a:pt x="1252" y="18943"/>
                  </a:lnTo>
                  <a:lnTo>
                    <a:pt x="908" y="20022"/>
                  </a:lnTo>
                  <a:lnTo>
                    <a:pt x="614" y="21151"/>
                  </a:lnTo>
                  <a:lnTo>
                    <a:pt x="344" y="22329"/>
                  </a:lnTo>
                  <a:lnTo>
                    <a:pt x="148" y="23555"/>
                  </a:lnTo>
                  <a:lnTo>
                    <a:pt x="74" y="24022"/>
                  </a:lnTo>
                  <a:lnTo>
                    <a:pt x="50" y="24512"/>
                  </a:lnTo>
                  <a:lnTo>
                    <a:pt x="25" y="24979"/>
                  </a:lnTo>
                  <a:lnTo>
                    <a:pt x="0" y="25469"/>
                  </a:lnTo>
                  <a:lnTo>
                    <a:pt x="25" y="26254"/>
                  </a:lnTo>
                  <a:lnTo>
                    <a:pt x="74" y="27064"/>
                  </a:lnTo>
                  <a:lnTo>
                    <a:pt x="148" y="27898"/>
                  </a:lnTo>
                  <a:lnTo>
                    <a:pt x="270" y="28733"/>
                  </a:lnTo>
                  <a:lnTo>
                    <a:pt x="516" y="30475"/>
                  </a:lnTo>
                  <a:lnTo>
                    <a:pt x="810" y="32290"/>
                  </a:lnTo>
                  <a:lnTo>
                    <a:pt x="1105" y="34155"/>
                  </a:lnTo>
                  <a:lnTo>
                    <a:pt x="1227" y="35112"/>
                  </a:lnTo>
                  <a:lnTo>
                    <a:pt x="1350" y="36069"/>
                  </a:lnTo>
                  <a:lnTo>
                    <a:pt x="1448" y="37050"/>
                  </a:lnTo>
                  <a:lnTo>
                    <a:pt x="1546" y="38056"/>
                  </a:lnTo>
                  <a:lnTo>
                    <a:pt x="1595" y="39062"/>
                  </a:lnTo>
                  <a:lnTo>
                    <a:pt x="1595" y="40093"/>
                  </a:lnTo>
                  <a:lnTo>
                    <a:pt x="1595" y="41099"/>
                  </a:lnTo>
                  <a:lnTo>
                    <a:pt x="1522" y="42105"/>
                  </a:lnTo>
                  <a:lnTo>
                    <a:pt x="1424" y="43135"/>
                  </a:lnTo>
                  <a:lnTo>
                    <a:pt x="1276" y="44166"/>
                  </a:lnTo>
                  <a:lnTo>
                    <a:pt x="1252" y="44264"/>
                  </a:lnTo>
                  <a:lnTo>
                    <a:pt x="5865" y="44509"/>
                  </a:lnTo>
                  <a:lnTo>
                    <a:pt x="6061" y="24684"/>
                  </a:lnTo>
                  <a:lnTo>
                    <a:pt x="13594" y="12661"/>
                  </a:lnTo>
                  <a:lnTo>
                    <a:pt x="13594" y="12637"/>
                  </a:lnTo>
                  <a:lnTo>
                    <a:pt x="13643" y="12490"/>
                  </a:lnTo>
                  <a:lnTo>
                    <a:pt x="13692" y="12514"/>
                  </a:lnTo>
                  <a:lnTo>
                    <a:pt x="13741" y="12661"/>
                  </a:lnTo>
                  <a:lnTo>
                    <a:pt x="13765" y="12907"/>
                  </a:lnTo>
                  <a:lnTo>
                    <a:pt x="13765" y="12956"/>
                  </a:lnTo>
                  <a:lnTo>
                    <a:pt x="17740" y="26402"/>
                  </a:lnTo>
                  <a:lnTo>
                    <a:pt x="13176" y="44092"/>
                  </a:lnTo>
                  <a:lnTo>
                    <a:pt x="17986" y="43773"/>
                  </a:lnTo>
                  <a:lnTo>
                    <a:pt x="17986" y="43724"/>
                  </a:lnTo>
                  <a:lnTo>
                    <a:pt x="18231" y="43356"/>
                  </a:lnTo>
                  <a:lnTo>
                    <a:pt x="18820" y="42301"/>
                  </a:lnTo>
                  <a:lnTo>
                    <a:pt x="19237" y="41541"/>
                  </a:lnTo>
                  <a:lnTo>
                    <a:pt x="19679" y="40633"/>
                  </a:lnTo>
                  <a:lnTo>
                    <a:pt x="20194" y="39602"/>
                  </a:lnTo>
                  <a:lnTo>
                    <a:pt x="20709" y="38474"/>
                  </a:lnTo>
                  <a:lnTo>
                    <a:pt x="21224" y="37222"/>
                  </a:lnTo>
                  <a:lnTo>
                    <a:pt x="21764" y="35873"/>
                  </a:lnTo>
                  <a:lnTo>
                    <a:pt x="22279" y="34450"/>
                  </a:lnTo>
                  <a:lnTo>
                    <a:pt x="22746" y="32953"/>
                  </a:lnTo>
                  <a:lnTo>
                    <a:pt x="22966" y="32192"/>
                  </a:lnTo>
                  <a:lnTo>
                    <a:pt x="23187" y="31407"/>
                  </a:lnTo>
                  <a:lnTo>
                    <a:pt x="23384" y="30597"/>
                  </a:lnTo>
                  <a:lnTo>
                    <a:pt x="23555" y="29788"/>
                  </a:lnTo>
                  <a:lnTo>
                    <a:pt x="23727" y="28978"/>
                  </a:lnTo>
                  <a:lnTo>
                    <a:pt x="23874" y="28144"/>
                  </a:lnTo>
                  <a:lnTo>
                    <a:pt x="23997" y="27310"/>
                  </a:lnTo>
                  <a:lnTo>
                    <a:pt x="24071" y="26475"/>
                  </a:lnTo>
                  <a:lnTo>
                    <a:pt x="24144" y="25813"/>
                  </a:lnTo>
                  <a:lnTo>
                    <a:pt x="24169" y="25150"/>
                  </a:lnTo>
                  <a:lnTo>
                    <a:pt x="24193" y="24488"/>
                  </a:lnTo>
                  <a:lnTo>
                    <a:pt x="24218" y="23825"/>
                  </a:lnTo>
                  <a:lnTo>
                    <a:pt x="24193" y="23114"/>
                  </a:lnTo>
                  <a:lnTo>
                    <a:pt x="24169" y="22427"/>
                  </a:lnTo>
                  <a:lnTo>
                    <a:pt x="24095" y="21028"/>
                  </a:lnTo>
                  <a:lnTo>
                    <a:pt x="23948" y="19679"/>
                  </a:lnTo>
                  <a:lnTo>
                    <a:pt x="23752" y="18329"/>
                  </a:lnTo>
                  <a:lnTo>
                    <a:pt x="23531" y="17029"/>
                  </a:lnTo>
                  <a:lnTo>
                    <a:pt x="23261" y="15753"/>
                  </a:lnTo>
                  <a:lnTo>
                    <a:pt x="22991" y="14526"/>
                  </a:lnTo>
                  <a:lnTo>
                    <a:pt x="22672" y="13348"/>
                  </a:lnTo>
                  <a:lnTo>
                    <a:pt x="22378" y="12244"/>
                  </a:lnTo>
                  <a:lnTo>
                    <a:pt x="22059" y="11214"/>
                  </a:lnTo>
                  <a:lnTo>
                    <a:pt x="21740" y="10232"/>
                  </a:lnTo>
                  <a:lnTo>
                    <a:pt x="21445" y="9349"/>
                  </a:lnTo>
                  <a:lnTo>
                    <a:pt x="20905" y="7877"/>
                  </a:lnTo>
                  <a:lnTo>
                    <a:pt x="20464" y="6822"/>
                  </a:lnTo>
                  <a:lnTo>
                    <a:pt x="19728" y="5055"/>
                  </a:lnTo>
                  <a:lnTo>
                    <a:pt x="19090" y="3583"/>
                  </a:lnTo>
                  <a:lnTo>
                    <a:pt x="18574" y="2405"/>
                  </a:lnTo>
                  <a:lnTo>
                    <a:pt x="18133" y="1497"/>
                  </a:lnTo>
                  <a:lnTo>
                    <a:pt x="17568" y="369"/>
                  </a:lnTo>
                  <a:lnTo>
                    <a:pt x="17372" y="25"/>
                  </a:lnTo>
                  <a:lnTo>
                    <a:pt x="17348" y="1"/>
                  </a:lnTo>
                  <a:close/>
                </a:path>
              </a:pathLst>
            </a:custGeom>
            <a:solidFill>
              <a:srgbClr val="94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04;p69">
              <a:extLst>
                <a:ext uri="{FF2B5EF4-FFF2-40B4-BE49-F238E27FC236}">
                  <a16:creationId xmlns:a16="http://schemas.microsoft.com/office/drawing/2014/main" id="{B79132B1-B9D5-A522-317A-227F5C22C328}"/>
                </a:ext>
              </a:extLst>
            </p:cNvPr>
            <p:cNvSpPr/>
            <p:nvPr/>
          </p:nvSpPr>
          <p:spPr>
            <a:xfrm>
              <a:off x="7598725" y="2355963"/>
              <a:ext cx="109825" cy="100000"/>
            </a:xfrm>
            <a:custGeom>
              <a:avLst/>
              <a:gdLst/>
              <a:ahLst/>
              <a:cxnLst/>
              <a:rect l="l" t="t" r="r" b="b"/>
              <a:pathLst>
                <a:path w="4393" h="4000" extrusionOk="0">
                  <a:moveTo>
                    <a:pt x="99" y="0"/>
                  </a:moveTo>
                  <a:lnTo>
                    <a:pt x="0" y="99"/>
                  </a:lnTo>
                  <a:lnTo>
                    <a:pt x="4294" y="4000"/>
                  </a:lnTo>
                  <a:lnTo>
                    <a:pt x="4392" y="3902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205;p69">
              <a:extLst>
                <a:ext uri="{FF2B5EF4-FFF2-40B4-BE49-F238E27FC236}">
                  <a16:creationId xmlns:a16="http://schemas.microsoft.com/office/drawing/2014/main" id="{B13E4AF9-BF89-7D66-E528-9B7654759027}"/>
                </a:ext>
              </a:extLst>
            </p:cNvPr>
            <p:cNvSpPr/>
            <p:nvPr/>
          </p:nvSpPr>
          <p:spPr>
            <a:xfrm>
              <a:off x="7598725" y="2355963"/>
              <a:ext cx="109825" cy="100000"/>
            </a:xfrm>
            <a:custGeom>
              <a:avLst/>
              <a:gdLst/>
              <a:ahLst/>
              <a:cxnLst/>
              <a:rect l="l" t="t" r="r" b="b"/>
              <a:pathLst>
                <a:path w="4393" h="4000" fill="none" extrusionOk="0">
                  <a:moveTo>
                    <a:pt x="0" y="99"/>
                  </a:moveTo>
                  <a:lnTo>
                    <a:pt x="4294" y="4000"/>
                  </a:lnTo>
                  <a:lnTo>
                    <a:pt x="4392" y="3902"/>
                  </a:lnTo>
                  <a:lnTo>
                    <a:pt x="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206;p69">
              <a:extLst>
                <a:ext uri="{FF2B5EF4-FFF2-40B4-BE49-F238E27FC236}">
                  <a16:creationId xmlns:a16="http://schemas.microsoft.com/office/drawing/2014/main" id="{1FC83B3C-D55D-33CF-8EE9-0A1316D7B936}"/>
                </a:ext>
              </a:extLst>
            </p:cNvPr>
            <p:cNvSpPr/>
            <p:nvPr/>
          </p:nvSpPr>
          <p:spPr>
            <a:xfrm>
              <a:off x="7422050" y="2360263"/>
              <a:ext cx="92650" cy="115325"/>
            </a:xfrm>
            <a:custGeom>
              <a:avLst/>
              <a:gdLst/>
              <a:ahLst/>
              <a:cxnLst/>
              <a:rect l="l" t="t" r="r" b="b"/>
              <a:pathLst>
                <a:path w="3706" h="4613" extrusionOk="0">
                  <a:moveTo>
                    <a:pt x="3583" y="0"/>
                  </a:moveTo>
                  <a:lnTo>
                    <a:pt x="1" y="4539"/>
                  </a:lnTo>
                  <a:lnTo>
                    <a:pt x="99" y="4613"/>
                  </a:lnTo>
                  <a:lnTo>
                    <a:pt x="3706" y="98"/>
                  </a:lnTo>
                  <a:lnTo>
                    <a:pt x="3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207;p69">
              <a:extLst>
                <a:ext uri="{FF2B5EF4-FFF2-40B4-BE49-F238E27FC236}">
                  <a16:creationId xmlns:a16="http://schemas.microsoft.com/office/drawing/2014/main" id="{8336D94C-0AC9-205C-91DD-6FC5E8D04DB2}"/>
                </a:ext>
              </a:extLst>
            </p:cNvPr>
            <p:cNvSpPr/>
            <p:nvPr/>
          </p:nvSpPr>
          <p:spPr>
            <a:xfrm>
              <a:off x="7422050" y="2360263"/>
              <a:ext cx="92650" cy="115325"/>
            </a:xfrm>
            <a:custGeom>
              <a:avLst/>
              <a:gdLst/>
              <a:ahLst/>
              <a:cxnLst/>
              <a:rect l="l" t="t" r="r" b="b"/>
              <a:pathLst>
                <a:path w="3706" h="4613" fill="none" extrusionOk="0">
                  <a:moveTo>
                    <a:pt x="3583" y="0"/>
                  </a:moveTo>
                  <a:lnTo>
                    <a:pt x="1" y="4539"/>
                  </a:lnTo>
                  <a:lnTo>
                    <a:pt x="99" y="4613"/>
                  </a:lnTo>
                  <a:lnTo>
                    <a:pt x="3706" y="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208;p69">
              <a:extLst>
                <a:ext uri="{FF2B5EF4-FFF2-40B4-BE49-F238E27FC236}">
                  <a16:creationId xmlns:a16="http://schemas.microsoft.com/office/drawing/2014/main" id="{8BF9F191-4095-5F99-26C1-A9D8593893B9}"/>
                </a:ext>
              </a:extLst>
            </p:cNvPr>
            <p:cNvSpPr/>
            <p:nvPr/>
          </p:nvSpPr>
          <p:spPr>
            <a:xfrm>
              <a:off x="7409175" y="1885488"/>
              <a:ext cx="197550" cy="206125"/>
            </a:xfrm>
            <a:custGeom>
              <a:avLst/>
              <a:gdLst/>
              <a:ahLst/>
              <a:cxnLst/>
              <a:rect l="l" t="t" r="r" b="b"/>
              <a:pathLst>
                <a:path w="7902" h="8245" extrusionOk="0">
                  <a:moveTo>
                    <a:pt x="3804" y="0"/>
                  </a:moveTo>
                  <a:lnTo>
                    <a:pt x="3607" y="123"/>
                  </a:lnTo>
                  <a:lnTo>
                    <a:pt x="3411" y="245"/>
                  </a:lnTo>
                  <a:lnTo>
                    <a:pt x="3190" y="466"/>
                  </a:lnTo>
                  <a:lnTo>
                    <a:pt x="3068" y="589"/>
                  </a:lnTo>
                  <a:lnTo>
                    <a:pt x="2970" y="761"/>
                  </a:lnTo>
                  <a:lnTo>
                    <a:pt x="2896" y="932"/>
                  </a:lnTo>
                  <a:lnTo>
                    <a:pt x="2822" y="1129"/>
                  </a:lnTo>
                  <a:lnTo>
                    <a:pt x="2749" y="1350"/>
                  </a:lnTo>
                  <a:lnTo>
                    <a:pt x="2724" y="1595"/>
                  </a:lnTo>
                  <a:lnTo>
                    <a:pt x="2724" y="1865"/>
                  </a:lnTo>
                  <a:lnTo>
                    <a:pt x="2749" y="2159"/>
                  </a:lnTo>
                  <a:lnTo>
                    <a:pt x="2773" y="2306"/>
                  </a:lnTo>
                  <a:lnTo>
                    <a:pt x="2773" y="2429"/>
                  </a:lnTo>
                  <a:lnTo>
                    <a:pt x="2749" y="2552"/>
                  </a:lnTo>
                  <a:lnTo>
                    <a:pt x="2724" y="2650"/>
                  </a:lnTo>
                  <a:lnTo>
                    <a:pt x="2675" y="2748"/>
                  </a:lnTo>
                  <a:lnTo>
                    <a:pt x="2626" y="2846"/>
                  </a:lnTo>
                  <a:lnTo>
                    <a:pt x="2479" y="2969"/>
                  </a:lnTo>
                  <a:lnTo>
                    <a:pt x="2307" y="3092"/>
                  </a:lnTo>
                  <a:lnTo>
                    <a:pt x="2086" y="3190"/>
                  </a:lnTo>
                  <a:lnTo>
                    <a:pt x="1620" y="3337"/>
                  </a:lnTo>
                  <a:lnTo>
                    <a:pt x="1350" y="3411"/>
                  </a:lnTo>
                  <a:lnTo>
                    <a:pt x="1105" y="3509"/>
                  </a:lnTo>
                  <a:lnTo>
                    <a:pt x="859" y="3607"/>
                  </a:lnTo>
                  <a:lnTo>
                    <a:pt x="639" y="3754"/>
                  </a:lnTo>
                  <a:lnTo>
                    <a:pt x="418" y="3950"/>
                  </a:lnTo>
                  <a:lnTo>
                    <a:pt x="320" y="4049"/>
                  </a:lnTo>
                  <a:lnTo>
                    <a:pt x="246" y="4171"/>
                  </a:lnTo>
                  <a:lnTo>
                    <a:pt x="172" y="4318"/>
                  </a:lnTo>
                  <a:lnTo>
                    <a:pt x="99" y="4466"/>
                  </a:lnTo>
                  <a:lnTo>
                    <a:pt x="50" y="4637"/>
                  </a:lnTo>
                  <a:lnTo>
                    <a:pt x="1" y="4809"/>
                  </a:lnTo>
                  <a:lnTo>
                    <a:pt x="1" y="5005"/>
                  </a:lnTo>
                  <a:lnTo>
                    <a:pt x="1" y="5177"/>
                  </a:lnTo>
                  <a:lnTo>
                    <a:pt x="25" y="5373"/>
                  </a:lnTo>
                  <a:lnTo>
                    <a:pt x="99" y="5545"/>
                  </a:lnTo>
                  <a:lnTo>
                    <a:pt x="172" y="5717"/>
                  </a:lnTo>
                  <a:lnTo>
                    <a:pt x="271" y="5889"/>
                  </a:lnTo>
                  <a:lnTo>
                    <a:pt x="393" y="6060"/>
                  </a:lnTo>
                  <a:lnTo>
                    <a:pt x="516" y="6208"/>
                  </a:lnTo>
                  <a:lnTo>
                    <a:pt x="835" y="6527"/>
                  </a:lnTo>
                  <a:lnTo>
                    <a:pt x="1178" y="6797"/>
                  </a:lnTo>
                  <a:lnTo>
                    <a:pt x="1571" y="7066"/>
                  </a:lnTo>
                  <a:lnTo>
                    <a:pt x="1988" y="7312"/>
                  </a:lnTo>
                  <a:lnTo>
                    <a:pt x="2405" y="7508"/>
                  </a:lnTo>
                  <a:lnTo>
                    <a:pt x="2822" y="7704"/>
                  </a:lnTo>
                  <a:lnTo>
                    <a:pt x="3534" y="7999"/>
                  </a:lnTo>
                  <a:lnTo>
                    <a:pt x="4049" y="8195"/>
                  </a:lnTo>
                  <a:lnTo>
                    <a:pt x="4245" y="8244"/>
                  </a:lnTo>
                  <a:lnTo>
                    <a:pt x="7901" y="6379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209;p69">
              <a:extLst>
                <a:ext uri="{FF2B5EF4-FFF2-40B4-BE49-F238E27FC236}">
                  <a16:creationId xmlns:a16="http://schemas.microsoft.com/office/drawing/2014/main" id="{7803FF5D-EBFD-E240-732F-E225A7A2B0EA}"/>
                </a:ext>
              </a:extLst>
            </p:cNvPr>
            <p:cNvSpPr/>
            <p:nvPr/>
          </p:nvSpPr>
          <p:spPr>
            <a:xfrm>
              <a:off x="7407350" y="1883638"/>
              <a:ext cx="201825" cy="209800"/>
            </a:xfrm>
            <a:custGeom>
              <a:avLst/>
              <a:gdLst/>
              <a:ahLst/>
              <a:cxnLst/>
              <a:rect l="l" t="t" r="r" b="b"/>
              <a:pathLst>
                <a:path w="8073" h="8392" extrusionOk="0">
                  <a:moveTo>
                    <a:pt x="3856" y="168"/>
                  </a:moveTo>
                  <a:lnTo>
                    <a:pt x="7876" y="6429"/>
                  </a:lnTo>
                  <a:lnTo>
                    <a:pt x="4318" y="8257"/>
                  </a:lnTo>
                  <a:lnTo>
                    <a:pt x="4318" y="8257"/>
                  </a:lnTo>
                  <a:lnTo>
                    <a:pt x="4294" y="8245"/>
                  </a:lnTo>
                  <a:lnTo>
                    <a:pt x="3975" y="8146"/>
                  </a:lnTo>
                  <a:lnTo>
                    <a:pt x="3435" y="7950"/>
                  </a:lnTo>
                  <a:lnTo>
                    <a:pt x="2773" y="7656"/>
                  </a:lnTo>
                  <a:lnTo>
                    <a:pt x="2405" y="7484"/>
                  </a:lnTo>
                  <a:lnTo>
                    <a:pt x="2037" y="7288"/>
                  </a:lnTo>
                  <a:lnTo>
                    <a:pt x="1669" y="7067"/>
                  </a:lnTo>
                  <a:lnTo>
                    <a:pt x="1300" y="6822"/>
                  </a:lnTo>
                  <a:lnTo>
                    <a:pt x="982" y="6576"/>
                  </a:lnTo>
                  <a:lnTo>
                    <a:pt x="712" y="6306"/>
                  </a:lnTo>
                  <a:lnTo>
                    <a:pt x="466" y="6036"/>
                  </a:lnTo>
                  <a:lnTo>
                    <a:pt x="368" y="5889"/>
                  </a:lnTo>
                  <a:lnTo>
                    <a:pt x="294" y="5742"/>
                  </a:lnTo>
                  <a:lnTo>
                    <a:pt x="221" y="5595"/>
                  </a:lnTo>
                  <a:lnTo>
                    <a:pt x="172" y="5423"/>
                  </a:lnTo>
                  <a:lnTo>
                    <a:pt x="147" y="5276"/>
                  </a:lnTo>
                  <a:lnTo>
                    <a:pt x="123" y="5128"/>
                  </a:lnTo>
                  <a:lnTo>
                    <a:pt x="147" y="4883"/>
                  </a:lnTo>
                  <a:lnTo>
                    <a:pt x="245" y="4564"/>
                  </a:lnTo>
                  <a:lnTo>
                    <a:pt x="368" y="4294"/>
                  </a:lnTo>
                  <a:lnTo>
                    <a:pt x="515" y="4098"/>
                  </a:lnTo>
                  <a:lnTo>
                    <a:pt x="712" y="3926"/>
                  </a:lnTo>
                  <a:lnTo>
                    <a:pt x="859" y="3804"/>
                  </a:lnTo>
                  <a:lnTo>
                    <a:pt x="1031" y="3705"/>
                  </a:lnTo>
                  <a:lnTo>
                    <a:pt x="1374" y="3583"/>
                  </a:lnTo>
                  <a:lnTo>
                    <a:pt x="2086" y="3362"/>
                  </a:lnTo>
                  <a:lnTo>
                    <a:pt x="2405" y="3215"/>
                  </a:lnTo>
                  <a:lnTo>
                    <a:pt x="2527" y="3141"/>
                  </a:lnTo>
                  <a:lnTo>
                    <a:pt x="2650" y="3043"/>
                  </a:lnTo>
                  <a:lnTo>
                    <a:pt x="2773" y="2920"/>
                  </a:lnTo>
                  <a:lnTo>
                    <a:pt x="2846" y="2798"/>
                  </a:lnTo>
                  <a:lnTo>
                    <a:pt x="2895" y="2626"/>
                  </a:lnTo>
                  <a:lnTo>
                    <a:pt x="2895" y="2430"/>
                  </a:lnTo>
                  <a:lnTo>
                    <a:pt x="2895" y="2233"/>
                  </a:lnTo>
                  <a:lnTo>
                    <a:pt x="2846" y="1841"/>
                  </a:lnTo>
                  <a:lnTo>
                    <a:pt x="2871" y="1595"/>
                  </a:lnTo>
                  <a:lnTo>
                    <a:pt x="2895" y="1399"/>
                  </a:lnTo>
                  <a:lnTo>
                    <a:pt x="2944" y="1203"/>
                  </a:lnTo>
                  <a:lnTo>
                    <a:pt x="3018" y="1031"/>
                  </a:lnTo>
                  <a:lnTo>
                    <a:pt x="3092" y="884"/>
                  </a:lnTo>
                  <a:lnTo>
                    <a:pt x="3190" y="736"/>
                  </a:lnTo>
                  <a:lnTo>
                    <a:pt x="3386" y="516"/>
                  </a:lnTo>
                  <a:lnTo>
                    <a:pt x="3558" y="344"/>
                  </a:lnTo>
                  <a:lnTo>
                    <a:pt x="3730" y="221"/>
                  </a:lnTo>
                  <a:lnTo>
                    <a:pt x="3852" y="172"/>
                  </a:lnTo>
                  <a:lnTo>
                    <a:pt x="3856" y="168"/>
                  </a:lnTo>
                  <a:close/>
                  <a:moveTo>
                    <a:pt x="3901" y="0"/>
                  </a:moveTo>
                  <a:lnTo>
                    <a:pt x="3852" y="25"/>
                  </a:lnTo>
                  <a:lnTo>
                    <a:pt x="3680" y="123"/>
                  </a:lnTo>
                  <a:lnTo>
                    <a:pt x="3484" y="246"/>
                  </a:lnTo>
                  <a:lnTo>
                    <a:pt x="3288" y="418"/>
                  </a:lnTo>
                  <a:lnTo>
                    <a:pt x="3092" y="663"/>
                  </a:lnTo>
                  <a:lnTo>
                    <a:pt x="2993" y="810"/>
                  </a:lnTo>
                  <a:lnTo>
                    <a:pt x="2895" y="982"/>
                  </a:lnTo>
                  <a:lnTo>
                    <a:pt x="2822" y="1154"/>
                  </a:lnTo>
                  <a:lnTo>
                    <a:pt x="2773" y="1374"/>
                  </a:lnTo>
                  <a:lnTo>
                    <a:pt x="2748" y="1595"/>
                  </a:lnTo>
                  <a:lnTo>
                    <a:pt x="2724" y="1841"/>
                  </a:lnTo>
                  <a:lnTo>
                    <a:pt x="2748" y="2037"/>
                  </a:lnTo>
                  <a:lnTo>
                    <a:pt x="2748" y="2233"/>
                  </a:lnTo>
                  <a:lnTo>
                    <a:pt x="2773" y="2430"/>
                  </a:lnTo>
                  <a:lnTo>
                    <a:pt x="2748" y="2650"/>
                  </a:lnTo>
                  <a:lnTo>
                    <a:pt x="2675" y="2822"/>
                  </a:lnTo>
                  <a:lnTo>
                    <a:pt x="2576" y="2945"/>
                  </a:lnTo>
                  <a:lnTo>
                    <a:pt x="2454" y="3043"/>
                  </a:lnTo>
                  <a:lnTo>
                    <a:pt x="2306" y="3117"/>
                  </a:lnTo>
                  <a:lnTo>
                    <a:pt x="2135" y="3190"/>
                  </a:lnTo>
                  <a:lnTo>
                    <a:pt x="1865" y="3288"/>
                  </a:lnTo>
                  <a:lnTo>
                    <a:pt x="1546" y="3386"/>
                  </a:lnTo>
                  <a:lnTo>
                    <a:pt x="1227" y="3485"/>
                  </a:lnTo>
                  <a:lnTo>
                    <a:pt x="908" y="3632"/>
                  </a:lnTo>
                  <a:lnTo>
                    <a:pt x="761" y="3730"/>
                  </a:lnTo>
                  <a:lnTo>
                    <a:pt x="613" y="3828"/>
                  </a:lnTo>
                  <a:lnTo>
                    <a:pt x="466" y="3951"/>
                  </a:lnTo>
                  <a:lnTo>
                    <a:pt x="344" y="4073"/>
                  </a:lnTo>
                  <a:lnTo>
                    <a:pt x="245" y="4245"/>
                  </a:lnTo>
                  <a:lnTo>
                    <a:pt x="147" y="4441"/>
                  </a:lnTo>
                  <a:lnTo>
                    <a:pt x="74" y="4638"/>
                  </a:lnTo>
                  <a:lnTo>
                    <a:pt x="25" y="4883"/>
                  </a:lnTo>
                  <a:lnTo>
                    <a:pt x="0" y="5128"/>
                  </a:lnTo>
                  <a:lnTo>
                    <a:pt x="0" y="5300"/>
                  </a:lnTo>
                  <a:lnTo>
                    <a:pt x="49" y="5497"/>
                  </a:lnTo>
                  <a:lnTo>
                    <a:pt x="98" y="5668"/>
                  </a:lnTo>
                  <a:lnTo>
                    <a:pt x="196" y="5840"/>
                  </a:lnTo>
                  <a:lnTo>
                    <a:pt x="294" y="6012"/>
                  </a:lnTo>
                  <a:lnTo>
                    <a:pt x="417" y="6159"/>
                  </a:lnTo>
                  <a:lnTo>
                    <a:pt x="687" y="6478"/>
                  </a:lnTo>
                  <a:lnTo>
                    <a:pt x="932" y="6699"/>
                  </a:lnTo>
                  <a:lnTo>
                    <a:pt x="1178" y="6895"/>
                  </a:lnTo>
                  <a:lnTo>
                    <a:pt x="1472" y="7091"/>
                  </a:lnTo>
                  <a:lnTo>
                    <a:pt x="1767" y="7288"/>
                  </a:lnTo>
                  <a:lnTo>
                    <a:pt x="2356" y="7607"/>
                  </a:lnTo>
                  <a:lnTo>
                    <a:pt x="2944" y="7877"/>
                  </a:lnTo>
                  <a:lnTo>
                    <a:pt x="3484" y="8097"/>
                  </a:lnTo>
                  <a:lnTo>
                    <a:pt x="3901" y="8245"/>
                  </a:lnTo>
                  <a:lnTo>
                    <a:pt x="4294" y="8392"/>
                  </a:lnTo>
                  <a:lnTo>
                    <a:pt x="4343" y="8392"/>
                  </a:lnTo>
                  <a:lnTo>
                    <a:pt x="8072" y="6478"/>
                  </a:lnTo>
                  <a:lnTo>
                    <a:pt x="3901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210;p69">
              <a:extLst>
                <a:ext uri="{FF2B5EF4-FFF2-40B4-BE49-F238E27FC236}">
                  <a16:creationId xmlns:a16="http://schemas.microsoft.com/office/drawing/2014/main" id="{967A0B21-ACE0-3919-ED02-D444D72A222F}"/>
                </a:ext>
              </a:extLst>
            </p:cNvPr>
            <p:cNvSpPr/>
            <p:nvPr/>
          </p:nvSpPr>
          <p:spPr>
            <a:xfrm>
              <a:off x="7480325" y="1760963"/>
              <a:ext cx="393225" cy="475400"/>
            </a:xfrm>
            <a:custGeom>
              <a:avLst/>
              <a:gdLst/>
              <a:ahLst/>
              <a:cxnLst/>
              <a:rect l="l" t="t" r="r" b="b"/>
              <a:pathLst>
                <a:path w="15729" h="19016" extrusionOk="0">
                  <a:moveTo>
                    <a:pt x="4835" y="0"/>
                  </a:moveTo>
                  <a:lnTo>
                    <a:pt x="4491" y="25"/>
                  </a:lnTo>
                  <a:lnTo>
                    <a:pt x="4098" y="74"/>
                  </a:lnTo>
                  <a:lnTo>
                    <a:pt x="3681" y="147"/>
                  </a:lnTo>
                  <a:lnTo>
                    <a:pt x="3264" y="246"/>
                  </a:lnTo>
                  <a:lnTo>
                    <a:pt x="2798" y="368"/>
                  </a:lnTo>
                  <a:lnTo>
                    <a:pt x="2381" y="515"/>
                  </a:lnTo>
                  <a:lnTo>
                    <a:pt x="1988" y="712"/>
                  </a:lnTo>
                  <a:lnTo>
                    <a:pt x="1620" y="957"/>
                  </a:lnTo>
                  <a:lnTo>
                    <a:pt x="1277" y="1251"/>
                  </a:lnTo>
                  <a:lnTo>
                    <a:pt x="933" y="1595"/>
                  </a:lnTo>
                  <a:lnTo>
                    <a:pt x="663" y="1939"/>
                  </a:lnTo>
                  <a:lnTo>
                    <a:pt x="393" y="2331"/>
                  </a:lnTo>
                  <a:lnTo>
                    <a:pt x="173" y="2748"/>
                  </a:lnTo>
                  <a:lnTo>
                    <a:pt x="99" y="2945"/>
                  </a:lnTo>
                  <a:lnTo>
                    <a:pt x="50" y="3190"/>
                  </a:lnTo>
                  <a:lnTo>
                    <a:pt x="25" y="3509"/>
                  </a:lnTo>
                  <a:lnTo>
                    <a:pt x="1" y="3828"/>
                  </a:lnTo>
                  <a:lnTo>
                    <a:pt x="1" y="4147"/>
                  </a:lnTo>
                  <a:lnTo>
                    <a:pt x="25" y="4441"/>
                  </a:lnTo>
                  <a:lnTo>
                    <a:pt x="74" y="4687"/>
                  </a:lnTo>
                  <a:lnTo>
                    <a:pt x="124" y="4785"/>
                  </a:lnTo>
                  <a:lnTo>
                    <a:pt x="173" y="4883"/>
                  </a:lnTo>
                  <a:lnTo>
                    <a:pt x="5546" y="12047"/>
                  </a:lnTo>
                  <a:lnTo>
                    <a:pt x="9300" y="18967"/>
                  </a:lnTo>
                  <a:lnTo>
                    <a:pt x="9864" y="19016"/>
                  </a:lnTo>
                  <a:lnTo>
                    <a:pt x="10380" y="19016"/>
                  </a:lnTo>
                  <a:lnTo>
                    <a:pt x="10846" y="18967"/>
                  </a:lnTo>
                  <a:lnTo>
                    <a:pt x="11263" y="18869"/>
                  </a:lnTo>
                  <a:lnTo>
                    <a:pt x="11656" y="18721"/>
                  </a:lnTo>
                  <a:lnTo>
                    <a:pt x="11999" y="18550"/>
                  </a:lnTo>
                  <a:lnTo>
                    <a:pt x="12318" y="18329"/>
                  </a:lnTo>
                  <a:lnTo>
                    <a:pt x="12613" y="18083"/>
                  </a:lnTo>
                  <a:lnTo>
                    <a:pt x="12858" y="17814"/>
                  </a:lnTo>
                  <a:lnTo>
                    <a:pt x="13079" y="17495"/>
                  </a:lnTo>
                  <a:lnTo>
                    <a:pt x="13275" y="17176"/>
                  </a:lnTo>
                  <a:lnTo>
                    <a:pt x="13447" y="16832"/>
                  </a:lnTo>
                  <a:lnTo>
                    <a:pt x="13594" y="16464"/>
                  </a:lnTo>
                  <a:lnTo>
                    <a:pt x="13717" y="16096"/>
                  </a:lnTo>
                  <a:lnTo>
                    <a:pt x="13815" y="15703"/>
                  </a:lnTo>
                  <a:lnTo>
                    <a:pt x="13888" y="15311"/>
                  </a:lnTo>
                  <a:lnTo>
                    <a:pt x="13962" y="14918"/>
                  </a:lnTo>
                  <a:lnTo>
                    <a:pt x="13987" y="14526"/>
                  </a:lnTo>
                  <a:lnTo>
                    <a:pt x="14036" y="13765"/>
                  </a:lnTo>
                  <a:lnTo>
                    <a:pt x="14036" y="13029"/>
                  </a:lnTo>
                  <a:lnTo>
                    <a:pt x="14011" y="12391"/>
                  </a:lnTo>
                  <a:lnTo>
                    <a:pt x="13962" y="11827"/>
                  </a:lnTo>
                  <a:lnTo>
                    <a:pt x="13913" y="11410"/>
                  </a:lnTo>
                  <a:lnTo>
                    <a:pt x="13864" y="11017"/>
                  </a:lnTo>
                  <a:lnTo>
                    <a:pt x="14207" y="10919"/>
                  </a:lnTo>
                  <a:lnTo>
                    <a:pt x="14502" y="10796"/>
                  </a:lnTo>
                  <a:lnTo>
                    <a:pt x="14772" y="10673"/>
                  </a:lnTo>
                  <a:lnTo>
                    <a:pt x="14993" y="10502"/>
                  </a:lnTo>
                  <a:lnTo>
                    <a:pt x="15189" y="10330"/>
                  </a:lnTo>
                  <a:lnTo>
                    <a:pt x="15361" y="10158"/>
                  </a:lnTo>
                  <a:lnTo>
                    <a:pt x="15483" y="9962"/>
                  </a:lnTo>
                  <a:lnTo>
                    <a:pt x="15581" y="9741"/>
                  </a:lnTo>
                  <a:lnTo>
                    <a:pt x="15655" y="9520"/>
                  </a:lnTo>
                  <a:lnTo>
                    <a:pt x="15704" y="9299"/>
                  </a:lnTo>
                  <a:lnTo>
                    <a:pt x="15729" y="9079"/>
                  </a:lnTo>
                  <a:lnTo>
                    <a:pt x="15729" y="8833"/>
                  </a:lnTo>
                  <a:lnTo>
                    <a:pt x="15680" y="8588"/>
                  </a:lnTo>
                  <a:lnTo>
                    <a:pt x="15631" y="8342"/>
                  </a:lnTo>
                  <a:lnTo>
                    <a:pt x="15557" y="8097"/>
                  </a:lnTo>
                  <a:lnTo>
                    <a:pt x="15459" y="7852"/>
                  </a:lnTo>
                  <a:lnTo>
                    <a:pt x="15361" y="7606"/>
                  </a:lnTo>
                  <a:lnTo>
                    <a:pt x="15213" y="7361"/>
                  </a:lnTo>
                  <a:lnTo>
                    <a:pt x="15066" y="7140"/>
                  </a:lnTo>
                  <a:lnTo>
                    <a:pt x="14894" y="6895"/>
                  </a:lnTo>
                  <a:lnTo>
                    <a:pt x="14723" y="6674"/>
                  </a:lnTo>
                  <a:lnTo>
                    <a:pt x="14526" y="6453"/>
                  </a:lnTo>
                  <a:lnTo>
                    <a:pt x="14330" y="6257"/>
                  </a:lnTo>
                  <a:lnTo>
                    <a:pt x="14109" y="6061"/>
                  </a:lnTo>
                  <a:lnTo>
                    <a:pt x="13864" y="5889"/>
                  </a:lnTo>
                  <a:lnTo>
                    <a:pt x="13643" y="5717"/>
                  </a:lnTo>
                  <a:lnTo>
                    <a:pt x="13398" y="5570"/>
                  </a:lnTo>
                  <a:lnTo>
                    <a:pt x="13128" y="5447"/>
                  </a:lnTo>
                  <a:lnTo>
                    <a:pt x="12882" y="5325"/>
                  </a:lnTo>
                  <a:lnTo>
                    <a:pt x="12613" y="5226"/>
                  </a:lnTo>
                  <a:lnTo>
                    <a:pt x="12367" y="5153"/>
                  </a:lnTo>
                  <a:lnTo>
                    <a:pt x="12097" y="5104"/>
                  </a:lnTo>
                  <a:lnTo>
                    <a:pt x="11778" y="5055"/>
                  </a:lnTo>
                  <a:lnTo>
                    <a:pt x="11484" y="4981"/>
                  </a:lnTo>
                  <a:lnTo>
                    <a:pt x="10969" y="4834"/>
                  </a:lnTo>
                  <a:lnTo>
                    <a:pt x="10551" y="4662"/>
                  </a:lnTo>
                  <a:lnTo>
                    <a:pt x="10233" y="4490"/>
                  </a:lnTo>
                  <a:lnTo>
                    <a:pt x="9987" y="4319"/>
                  </a:lnTo>
                  <a:lnTo>
                    <a:pt x="9840" y="4171"/>
                  </a:lnTo>
                  <a:lnTo>
                    <a:pt x="9717" y="4049"/>
                  </a:lnTo>
                  <a:lnTo>
                    <a:pt x="9496" y="3730"/>
                  </a:lnTo>
                  <a:lnTo>
                    <a:pt x="9300" y="3362"/>
                  </a:lnTo>
                  <a:lnTo>
                    <a:pt x="8858" y="2576"/>
                  </a:lnTo>
                  <a:lnTo>
                    <a:pt x="8613" y="2159"/>
                  </a:lnTo>
                  <a:lnTo>
                    <a:pt x="8343" y="1767"/>
                  </a:lnTo>
                  <a:lnTo>
                    <a:pt x="8024" y="1374"/>
                  </a:lnTo>
                  <a:lnTo>
                    <a:pt x="7705" y="1031"/>
                  </a:lnTo>
                  <a:lnTo>
                    <a:pt x="7509" y="859"/>
                  </a:lnTo>
                  <a:lnTo>
                    <a:pt x="7313" y="712"/>
                  </a:lnTo>
                  <a:lnTo>
                    <a:pt x="7092" y="564"/>
                  </a:lnTo>
                  <a:lnTo>
                    <a:pt x="6871" y="442"/>
                  </a:lnTo>
                  <a:lnTo>
                    <a:pt x="6626" y="319"/>
                  </a:lnTo>
                  <a:lnTo>
                    <a:pt x="6380" y="221"/>
                  </a:lnTo>
                  <a:lnTo>
                    <a:pt x="6110" y="123"/>
                  </a:lnTo>
                  <a:lnTo>
                    <a:pt x="5816" y="74"/>
                  </a:lnTo>
                  <a:lnTo>
                    <a:pt x="5522" y="25"/>
                  </a:lnTo>
                  <a:lnTo>
                    <a:pt x="51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211;p69">
              <a:extLst>
                <a:ext uri="{FF2B5EF4-FFF2-40B4-BE49-F238E27FC236}">
                  <a16:creationId xmlns:a16="http://schemas.microsoft.com/office/drawing/2014/main" id="{0E2AD0DA-BF61-0F13-019A-5BCB839F6099}"/>
                </a:ext>
              </a:extLst>
            </p:cNvPr>
            <p:cNvSpPr/>
            <p:nvPr/>
          </p:nvSpPr>
          <p:spPr>
            <a:xfrm>
              <a:off x="7480325" y="1760963"/>
              <a:ext cx="393225" cy="475400"/>
            </a:xfrm>
            <a:custGeom>
              <a:avLst/>
              <a:gdLst/>
              <a:ahLst/>
              <a:cxnLst/>
              <a:rect l="l" t="t" r="r" b="b"/>
              <a:pathLst>
                <a:path w="15729" h="19016" fill="none" extrusionOk="0">
                  <a:moveTo>
                    <a:pt x="5546" y="12047"/>
                  </a:moveTo>
                  <a:lnTo>
                    <a:pt x="173" y="4883"/>
                  </a:lnTo>
                  <a:lnTo>
                    <a:pt x="173" y="4883"/>
                  </a:lnTo>
                  <a:lnTo>
                    <a:pt x="124" y="4785"/>
                  </a:lnTo>
                  <a:lnTo>
                    <a:pt x="74" y="4687"/>
                  </a:lnTo>
                  <a:lnTo>
                    <a:pt x="25" y="4441"/>
                  </a:lnTo>
                  <a:lnTo>
                    <a:pt x="1" y="4147"/>
                  </a:lnTo>
                  <a:lnTo>
                    <a:pt x="1" y="3828"/>
                  </a:lnTo>
                  <a:lnTo>
                    <a:pt x="25" y="3509"/>
                  </a:lnTo>
                  <a:lnTo>
                    <a:pt x="50" y="3190"/>
                  </a:lnTo>
                  <a:lnTo>
                    <a:pt x="99" y="2945"/>
                  </a:lnTo>
                  <a:lnTo>
                    <a:pt x="173" y="2748"/>
                  </a:lnTo>
                  <a:lnTo>
                    <a:pt x="173" y="2748"/>
                  </a:lnTo>
                  <a:lnTo>
                    <a:pt x="393" y="2331"/>
                  </a:lnTo>
                  <a:lnTo>
                    <a:pt x="663" y="1939"/>
                  </a:lnTo>
                  <a:lnTo>
                    <a:pt x="933" y="1595"/>
                  </a:lnTo>
                  <a:lnTo>
                    <a:pt x="1277" y="1251"/>
                  </a:lnTo>
                  <a:lnTo>
                    <a:pt x="1620" y="957"/>
                  </a:lnTo>
                  <a:lnTo>
                    <a:pt x="1988" y="712"/>
                  </a:lnTo>
                  <a:lnTo>
                    <a:pt x="2381" y="515"/>
                  </a:lnTo>
                  <a:lnTo>
                    <a:pt x="2798" y="368"/>
                  </a:lnTo>
                  <a:lnTo>
                    <a:pt x="2798" y="368"/>
                  </a:lnTo>
                  <a:lnTo>
                    <a:pt x="3264" y="246"/>
                  </a:lnTo>
                  <a:lnTo>
                    <a:pt x="3681" y="147"/>
                  </a:lnTo>
                  <a:lnTo>
                    <a:pt x="4098" y="74"/>
                  </a:lnTo>
                  <a:lnTo>
                    <a:pt x="4491" y="25"/>
                  </a:lnTo>
                  <a:lnTo>
                    <a:pt x="4835" y="0"/>
                  </a:lnTo>
                  <a:lnTo>
                    <a:pt x="5178" y="0"/>
                  </a:lnTo>
                  <a:lnTo>
                    <a:pt x="5522" y="25"/>
                  </a:lnTo>
                  <a:lnTo>
                    <a:pt x="5816" y="74"/>
                  </a:lnTo>
                  <a:lnTo>
                    <a:pt x="6110" y="123"/>
                  </a:lnTo>
                  <a:lnTo>
                    <a:pt x="6380" y="221"/>
                  </a:lnTo>
                  <a:lnTo>
                    <a:pt x="6626" y="319"/>
                  </a:lnTo>
                  <a:lnTo>
                    <a:pt x="6871" y="442"/>
                  </a:lnTo>
                  <a:lnTo>
                    <a:pt x="7092" y="564"/>
                  </a:lnTo>
                  <a:lnTo>
                    <a:pt x="7313" y="712"/>
                  </a:lnTo>
                  <a:lnTo>
                    <a:pt x="7509" y="859"/>
                  </a:lnTo>
                  <a:lnTo>
                    <a:pt x="7705" y="1031"/>
                  </a:lnTo>
                  <a:lnTo>
                    <a:pt x="8024" y="1374"/>
                  </a:lnTo>
                  <a:lnTo>
                    <a:pt x="8343" y="1767"/>
                  </a:lnTo>
                  <a:lnTo>
                    <a:pt x="8613" y="2159"/>
                  </a:lnTo>
                  <a:lnTo>
                    <a:pt x="8858" y="2576"/>
                  </a:lnTo>
                  <a:lnTo>
                    <a:pt x="9300" y="3362"/>
                  </a:lnTo>
                  <a:lnTo>
                    <a:pt x="9496" y="3730"/>
                  </a:lnTo>
                  <a:lnTo>
                    <a:pt x="9717" y="4049"/>
                  </a:lnTo>
                  <a:lnTo>
                    <a:pt x="9717" y="4049"/>
                  </a:lnTo>
                  <a:lnTo>
                    <a:pt x="9840" y="4171"/>
                  </a:lnTo>
                  <a:lnTo>
                    <a:pt x="9987" y="4319"/>
                  </a:lnTo>
                  <a:lnTo>
                    <a:pt x="10233" y="4490"/>
                  </a:lnTo>
                  <a:lnTo>
                    <a:pt x="10551" y="4662"/>
                  </a:lnTo>
                  <a:lnTo>
                    <a:pt x="10969" y="4834"/>
                  </a:lnTo>
                  <a:lnTo>
                    <a:pt x="11484" y="4981"/>
                  </a:lnTo>
                  <a:lnTo>
                    <a:pt x="11778" y="5055"/>
                  </a:lnTo>
                  <a:lnTo>
                    <a:pt x="12097" y="5104"/>
                  </a:lnTo>
                  <a:lnTo>
                    <a:pt x="12097" y="5104"/>
                  </a:lnTo>
                  <a:lnTo>
                    <a:pt x="12367" y="5153"/>
                  </a:lnTo>
                  <a:lnTo>
                    <a:pt x="12613" y="5226"/>
                  </a:lnTo>
                  <a:lnTo>
                    <a:pt x="12882" y="5325"/>
                  </a:lnTo>
                  <a:lnTo>
                    <a:pt x="13128" y="5447"/>
                  </a:lnTo>
                  <a:lnTo>
                    <a:pt x="13398" y="5570"/>
                  </a:lnTo>
                  <a:lnTo>
                    <a:pt x="13643" y="5717"/>
                  </a:lnTo>
                  <a:lnTo>
                    <a:pt x="13864" y="5889"/>
                  </a:lnTo>
                  <a:lnTo>
                    <a:pt x="14109" y="6061"/>
                  </a:lnTo>
                  <a:lnTo>
                    <a:pt x="14330" y="6257"/>
                  </a:lnTo>
                  <a:lnTo>
                    <a:pt x="14526" y="6453"/>
                  </a:lnTo>
                  <a:lnTo>
                    <a:pt x="14723" y="6674"/>
                  </a:lnTo>
                  <a:lnTo>
                    <a:pt x="14894" y="6895"/>
                  </a:lnTo>
                  <a:lnTo>
                    <a:pt x="15066" y="7140"/>
                  </a:lnTo>
                  <a:lnTo>
                    <a:pt x="15213" y="7361"/>
                  </a:lnTo>
                  <a:lnTo>
                    <a:pt x="15361" y="7606"/>
                  </a:lnTo>
                  <a:lnTo>
                    <a:pt x="15459" y="7852"/>
                  </a:lnTo>
                  <a:lnTo>
                    <a:pt x="15557" y="8097"/>
                  </a:lnTo>
                  <a:lnTo>
                    <a:pt x="15631" y="8342"/>
                  </a:lnTo>
                  <a:lnTo>
                    <a:pt x="15680" y="8588"/>
                  </a:lnTo>
                  <a:lnTo>
                    <a:pt x="15729" y="8833"/>
                  </a:lnTo>
                  <a:lnTo>
                    <a:pt x="15729" y="9079"/>
                  </a:lnTo>
                  <a:lnTo>
                    <a:pt x="15704" y="9299"/>
                  </a:lnTo>
                  <a:lnTo>
                    <a:pt x="15655" y="9520"/>
                  </a:lnTo>
                  <a:lnTo>
                    <a:pt x="15581" y="9741"/>
                  </a:lnTo>
                  <a:lnTo>
                    <a:pt x="15483" y="9962"/>
                  </a:lnTo>
                  <a:lnTo>
                    <a:pt x="15361" y="10158"/>
                  </a:lnTo>
                  <a:lnTo>
                    <a:pt x="15189" y="10330"/>
                  </a:lnTo>
                  <a:lnTo>
                    <a:pt x="14993" y="10502"/>
                  </a:lnTo>
                  <a:lnTo>
                    <a:pt x="14772" y="10673"/>
                  </a:lnTo>
                  <a:lnTo>
                    <a:pt x="14502" y="10796"/>
                  </a:lnTo>
                  <a:lnTo>
                    <a:pt x="14207" y="10919"/>
                  </a:lnTo>
                  <a:lnTo>
                    <a:pt x="13864" y="11017"/>
                  </a:lnTo>
                  <a:lnTo>
                    <a:pt x="13864" y="11017"/>
                  </a:lnTo>
                  <a:lnTo>
                    <a:pt x="13913" y="11410"/>
                  </a:lnTo>
                  <a:lnTo>
                    <a:pt x="13962" y="11827"/>
                  </a:lnTo>
                  <a:lnTo>
                    <a:pt x="14011" y="12391"/>
                  </a:lnTo>
                  <a:lnTo>
                    <a:pt x="14036" y="13029"/>
                  </a:lnTo>
                  <a:lnTo>
                    <a:pt x="14036" y="13765"/>
                  </a:lnTo>
                  <a:lnTo>
                    <a:pt x="13987" y="14526"/>
                  </a:lnTo>
                  <a:lnTo>
                    <a:pt x="13962" y="14918"/>
                  </a:lnTo>
                  <a:lnTo>
                    <a:pt x="13888" y="15311"/>
                  </a:lnTo>
                  <a:lnTo>
                    <a:pt x="13815" y="15703"/>
                  </a:lnTo>
                  <a:lnTo>
                    <a:pt x="13717" y="16096"/>
                  </a:lnTo>
                  <a:lnTo>
                    <a:pt x="13594" y="16464"/>
                  </a:lnTo>
                  <a:lnTo>
                    <a:pt x="13447" y="16832"/>
                  </a:lnTo>
                  <a:lnTo>
                    <a:pt x="13275" y="17176"/>
                  </a:lnTo>
                  <a:lnTo>
                    <a:pt x="13079" y="17495"/>
                  </a:lnTo>
                  <a:lnTo>
                    <a:pt x="12858" y="17814"/>
                  </a:lnTo>
                  <a:lnTo>
                    <a:pt x="12613" y="18083"/>
                  </a:lnTo>
                  <a:lnTo>
                    <a:pt x="12318" y="18329"/>
                  </a:lnTo>
                  <a:lnTo>
                    <a:pt x="11999" y="18550"/>
                  </a:lnTo>
                  <a:lnTo>
                    <a:pt x="11656" y="18721"/>
                  </a:lnTo>
                  <a:lnTo>
                    <a:pt x="11263" y="18869"/>
                  </a:lnTo>
                  <a:lnTo>
                    <a:pt x="10846" y="18967"/>
                  </a:lnTo>
                  <a:lnTo>
                    <a:pt x="10380" y="19016"/>
                  </a:lnTo>
                  <a:lnTo>
                    <a:pt x="9864" y="19016"/>
                  </a:lnTo>
                  <a:lnTo>
                    <a:pt x="9300" y="189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212;p69">
              <a:extLst>
                <a:ext uri="{FF2B5EF4-FFF2-40B4-BE49-F238E27FC236}">
                  <a16:creationId xmlns:a16="http://schemas.microsoft.com/office/drawing/2014/main" id="{B4F6AD2B-FB2B-4A41-8000-414B15860797}"/>
                </a:ext>
              </a:extLst>
            </p:cNvPr>
            <p:cNvSpPr/>
            <p:nvPr/>
          </p:nvSpPr>
          <p:spPr>
            <a:xfrm>
              <a:off x="7478500" y="1759113"/>
              <a:ext cx="396275" cy="479100"/>
            </a:xfrm>
            <a:custGeom>
              <a:avLst/>
              <a:gdLst/>
              <a:ahLst/>
              <a:cxnLst/>
              <a:rect l="l" t="t" r="r" b="b"/>
              <a:pathLst>
                <a:path w="15851" h="19164" extrusionOk="0">
                  <a:moveTo>
                    <a:pt x="5055" y="1"/>
                  </a:moveTo>
                  <a:lnTo>
                    <a:pt x="4564" y="25"/>
                  </a:lnTo>
                  <a:lnTo>
                    <a:pt x="4049" y="99"/>
                  </a:lnTo>
                  <a:lnTo>
                    <a:pt x="3460" y="197"/>
                  </a:lnTo>
                  <a:lnTo>
                    <a:pt x="2871" y="369"/>
                  </a:lnTo>
                  <a:lnTo>
                    <a:pt x="2429" y="540"/>
                  </a:lnTo>
                  <a:lnTo>
                    <a:pt x="2037" y="737"/>
                  </a:lnTo>
                  <a:lnTo>
                    <a:pt x="1644" y="982"/>
                  </a:lnTo>
                  <a:lnTo>
                    <a:pt x="1301" y="1276"/>
                  </a:lnTo>
                  <a:lnTo>
                    <a:pt x="982" y="1620"/>
                  </a:lnTo>
                  <a:lnTo>
                    <a:pt x="687" y="1988"/>
                  </a:lnTo>
                  <a:lnTo>
                    <a:pt x="417" y="2381"/>
                  </a:lnTo>
                  <a:lnTo>
                    <a:pt x="197" y="2773"/>
                  </a:lnTo>
                  <a:lnTo>
                    <a:pt x="123" y="3019"/>
                  </a:lnTo>
                  <a:lnTo>
                    <a:pt x="49" y="3313"/>
                  </a:lnTo>
                  <a:lnTo>
                    <a:pt x="25" y="3681"/>
                  </a:lnTo>
                  <a:lnTo>
                    <a:pt x="0" y="4024"/>
                  </a:lnTo>
                  <a:lnTo>
                    <a:pt x="0" y="4319"/>
                  </a:lnTo>
                  <a:lnTo>
                    <a:pt x="49" y="4589"/>
                  </a:lnTo>
                  <a:lnTo>
                    <a:pt x="98" y="4810"/>
                  </a:lnTo>
                  <a:lnTo>
                    <a:pt x="147" y="4908"/>
                  </a:lnTo>
                  <a:lnTo>
                    <a:pt x="197" y="4981"/>
                  </a:lnTo>
                  <a:lnTo>
                    <a:pt x="5545" y="12171"/>
                  </a:lnTo>
                  <a:lnTo>
                    <a:pt x="5668" y="12097"/>
                  </a:lnTo>
                  <a:lnTo>
                    <a:pt x="295" y="4908"/>
                  </a:lnTo>
                  <a:lnTo>
                    <a:pt x="221" y="4761"/>
                  </a:lnTo>
                  <a:lnTo>
                    <a:pt x="172" y="4564"/>
                  </a:lnTo>
                  <a:lnTo>
                    <a:pt x="147" y="4319"/>
                  </a:lnTo>
                  <a:lnTo>
                    <a:pt x="123" y="4024"/>
                  </a:lnTo>
                  <a:lnTo>
                    <a:pt x="147" y="3681"/>
                  </a:lnTo>
                  <a:lnTo>
                    <a:pt x="172" y="3337"/>
                  </a:lnTo>
                  <a:lnTo>
                    <a:pt x="246" y="3043"/>
                  </a:lnTo>
                  <a:lnTo>
                    <a:pt x="319" y="2847"/>
                  </a:lnTo>
                  <a:lnTo>
                    <a:pt x="516" y="2430"/>
                  </a:lnTo>
                  <a:lnTo>
                    <a:pt x="785" y="2062"/>
                  </a:lnTo>
                  <a:lnTo>
                    <a:pt x="1055" y="1694"/>
                  </a:lnTo>
                  <a:lnTo>
                    <a:pt x="1374" y="1375"/>
                  </a:lnTo>
                  <a:lnTo>
                    <a:pt x="1718" y="1105"/>
                  </a:lnTo>
                  <a:lnTo>
                    <a:pt x="2110" y="859"/>
                  </a:lnTo>
                  <a:lnTo>
                    <a:pt x="2478" y="638"/>
                  </a:lnTo>
                  <a:lnTo>
                    <a:pt x="2896" y="491"/>
                  </a:lnTo>
                  <a:lnTo>
                    <a:pt x="3509" y="344"/>
                  </a:lnTo>
                  <a:lnTo>
                    <a:pt x="4049" y="221"/>
                  </a:lnTo>
                  <a:lnTo>
                    <a:pt x="4589" y="148"/>
                  </a:lnTo>
                  <a:lnTo>
                    <a:pt x="5055" y="123"/>
                  </a:lnTo>
                  <a:lnTo>
                    <a:pt x="5325" y="148"/>
                  </a:lnTo>
                  <a:lnTo>
                    <a:pt x="5595" y="172"/>
                  </a:lnTo>
                  <a:lnTo>
                    <a:pt x="5840" y="197"/>
                  </a:lnTo>
                  <a:lnTo>
                    <a:pt x="6085" y="246"/>
                  </a:lnTo>
                  <a:lnTo>
                    <a:pt x="6306" y="320"/>
                  </a:lnTo>
                  <a:lnTo>
                    <a:pt x="6527" y="393"/>
                  </a:lnTo>
                  <a:lnTo>
                    <a:pt x="6920" y="565"/>
                  </a:lnTo>
                  <a:lnTo>
                    <a:pt x="7189" y="737"/>
                  </a:lnTo>
                  <a:lnTo>
                    <a:pt x="7459" y="908"/>
                  </a:lnTo>
                  <a:lnTo>
                    <a:pt x="7680" y="1105"/>
                  </a:lnTo>
                  <a:lnTo>
                    <a:pt x="7901" y="1325"/>
                  </a:lnTo>
                  <a:lnTo>
                    <a:pt x="8097" y="1546"/>
                  </a:lnTo>
                  <a:lnTo>
                    <a:pt x="8294" y="1792"/>
                  </a:lnTo>
                  <a:lnTo>
                    <a:pt x="8637" y="2282"/>
                  </a:lnTo>
                  <a:lnTo>
                    <a:pt x="8931" y="2773"/>
                  </a:lnTo>
                  <a:lnTo>
                    <a:pt x="9201" y="3264"/>
                  </a:lnTo>
                  <a:lnTo>
                    <a:pt x="9471" y="3730"/>
                  </a:lnTo>
                  <a:lnTo>
                    <a:pt x="9717" y="4147"/>
                  </a:lnTo>
                  <a:lnTo>
                    <a:pt x="9741" y="4172"/>
                  </a:lnTo>
                  <a:lnTo>
                    <a:pt x="9864" y="4294"/>
                  </a:lnTo>
                  <a:lnTo>
                    <a:pt x="10036" y="4442"/>
                  </a:lnTo>
                  <a:lnTo>
                    <a:pt x="10281" y="4613"/>
                  </a:lnTo>
                  <a:lnTo>
                    <a:pt x="10600" y="4785"/>
                  </a:lnTo>
                  <a:lnTo>
                    <a:pt x="11017" y="4981"/>
                  </a:lnTo>
                  <a:lnTo>
                    <a:pt x="11262" y="5055"/>
                  </a:lnTo>
                  <a:lnTo>
                    <a:pt x="11532" y="5129"/>
                  </a:lnTo>
                  <a:lnTo>
                    <a:pt x="11827" y="5202"/>
                  </a:lnTo>
                  <a:lnTo>
                    <a:pt x="12146" y="5251"/>
                  </a:lnTo>
                  <a:lnTo>
                    <a:pt x="12489" y="5325"/>
                  </a:lnTo>
                  <a:lnTo>
                    <a:pt x="12833" y="5423"/>
                  </a:lnTo>
                  <a:lnTo>
                    <a:pt x="13152" y="5546"/>
                  </a:lnTo>
                  <a:lnTo>
                    <a:pt x="13471" y="5717"/>
                  </a:lnTo>
                  <a:lnTo>
                    <a:pt x="13790" y="5914"/>
                  </a:lnTo>
                  <a:lnTo>
                    <a:pt x="14084" y="6159"/>
                  </a:lnTo>
                  <a:lnTo>
                    <a:pt x="14354" y="6405"/>
                  </a:lnTo>
                  <a:lnTo>
                    <a:pt x="14624" y="6650"/>
                  </a:lnTo>
                  <a:lnTo>
                    <a:pt x="14869" y="6944"/>
                  </a:lnTo>
                  <a:lnTo>
                    <a:pt x="15090" y="7239"/>
                  </a:lnTo>
                  <a:lnTo>
                    <a:pt x="15262" y="7533"/>
                  </a:lnTo>
                  <a:lnTo>
                    <a:pt x="15434" y="7852"/>
                  </a:lnTo>
                  <a:lnTo>
                    <a:pt x="15556" y="8171"/>
                  </a:lnTo>
                  <a:lnTo>
                    <a:pt x="15654" y="8466"/>
                  </a:lnTo>
                  <a:lnTo>
                    <a:pt x="15704" y="8785"/>
                  </a:lnTo>
                  <a:lnTo>
                    <a:pt x="15728" y="9079"/>
                  </a:lnTo>
                  <a:lnTo>
                    <a:pt x="15704" y="9398"/>
                  </a:lnTo>
                  <a:lnTo>
                    <a:pt x="15630" y="9717"/>
                  </a:lnTo>
                  <a:lnTo>
                    <a:pt x="15581" y="9840"/>
                  </a:lnTo>
                  <a:lnTo>
                    <a:pt x="15507" y="9987"/>
                  </a:lnTo>
                  <a:lnTo>
                    <a:pt x="15409" y="10134"/>
                  </a:lnTo>
                  <a:lnTo>
                    <a:pt x="15311" y="10257"/>
                  </a:lnTo>
                  <a:lnTo>
                    <a:pt x="15213" y="10379"/>
                  </a:lnTo>
                  <a:lnTo>
                    <a:pt x="15066" y="10502"/>
                  </a:lnTo>
                  <a:lnTo>
                    <a:pt x="14918" y="10600"/>
                  </a:lnTo>
                  <a:lnTo>
                    <a:pt x="14747" y="10723"/>
                  </a:lnTo>
                  <a:lnTo>
                    <a:pt x="14575" y="10797"/>
                  </a:lnTo>
                  <a:lnTo>
                    <a:pt x="14379" y="10895"/>
                  </a:lnTo>
                  <a:lnTo>
                    <a:pt x="14158" y="10968"/>
                  </a:lnTo>
                  <a:lnTo>
                    <a:pt x="13912" y="11042"/>
                  </a:lnTo>
                  <a:lnTo>
                    <a:pt x="13863" y="11042"/>
                  </a:lnTo>
                  <a:lnTo>
                    <a:pt x="13863" y="11115"/>
                  </a:lnTo>
                  <a:lnTo>
                    <a:pt x="13888" y="11165"/>
                  </a:lnTo>
                  <a:lnTo>
                    <a:pt x="13912" y="11434"/>
                  </a:lnTo>
                  <a:lnTo>
                    <a:pt x="13986" y="11950"/>
                  </a:lnTo>
                  <a:lnTo>
                    <a:pt x="14035" y="12637"/>
                  </a:lnTo>
                  <a:lnTo>
                    <a:pt x="14060" y="13446"/>
                  </a:lnTo>
                  <a:lnTo>
                    <a:pt x="14060" y="13888"/>
                  </a:lnTo>
                  <a:lnTo>
                    <a:pt x="14035" y="14354"/>
                  </a:lnTo>
                  <a:lnTo>
                    <a:pt x="13986" y="14845"/>
                  </a:lnTo>
                  <a:lnTo>
                    <a:pt x="13912" y="15311"/>
                  </a:lnTo>
                  <a:lnTo>
                    <a:pt x="13814" y="15802"/>
                  </a:lnTo>
                  <a:lnTo>
                    <a:pt x="13692" y="16268"/>
                  </a:lnTo>
                  <a:lnTo>
                    <a:pt x="13544" y="16710"/>
                  </a:lnTo>
                  <a:lnTo>
                    <a:pt x="13348" y="17127"/>
                  </a:lnTo>
                  <a:lnTo>
                    <a:pt x="13103" y="17544"/>
                  </a:lnTo>
                  <a:lnTo>
                    <a:pt x="12833" y="17888"/>
                  </a:lnTo>
                  <a:lnTo>
                    <a:pt x="12686" y="18059"/>
                  </a:lnTo>
                  <a:lnTo>
                    <a:pt x="12538" y="18231"/>
                  </a:lnTo>
                  <a:lnTo>
                    <a:pt x="12342" y="18378"/>
                  </a:lnTo>
                  <a:lnTo>
                    <a:pt x="12170" y="18501"/>
                  </a:lnTo>
                  <a:lnTo>
                    <a:pt x="11974" y="18624"/>
                  </a:lnTo>
                  <a:lnTo>
                    <a:pt x="11753" y="18722"/>
                  </a:lnTo>
                  <a:lnTo>
                    <a:pt x="11532" y="18820"/>
                  </a:lnTo>
                  <a:lnTo>
                    <a:pt x="11287" y="18893"/>
                  </a:lnTo>
                  <a:lnTo>
                    <a:pt x="11017" y="18967"/>
                  </a:lnTo>
                  <a:lnTo>
                    <a:pt x="10747" y="19016"/>
                  </a:lnTo>
                  <a:lnTo>
                    <a:pt x="10477" y="19041"/>
                  </a:lnTo>
                  <a:lnTo>
                    <a:pt x="10158" y="19041"/>
                  </a:lnTo>
                  <a:lnTo>
                    <a:pt x="9790" y="19016"/>
                  </a:lnTo>
                  <a:lnTo>
                    <a:pt x="9373" y="18992"/>
                  </a:lnTo>
                  <a:lnTo>
                    <a:pt x="9373" y="19114"/>
                  </a:lnTo>
                  <a:lnTo>
                    <a:pt x="9766" y="19163"/>
                  </a:lnTo>
                  <a:lnTo>
                    <a:pt x="10477" y="19163"/>
                  </a:lnTo>
                  <a:lnTo>
                    <a:pt x="10772" y="19139"/>
                  </a:lnTo>
                  <a:lnTo>
                    <a:pt x="11042" y="19090"/>
                  </a:lnTo>
                  <a:lnTo>
                    <a:pt x="11312" y="19016"/>
                  </a:lnTo>
                  <a:lnTo>
                    <a:pt x="11557" y="18943"/>
                  </a:lnTo>
                  <a:lnTo>
                    <a:pt x="11802" y="18844"/>
                  </a:lnTo>
                  <a:lnTo>
                    <a:pt x="12023" y="18722"/>
                  </a:lnTo>
                  <a:lnTo>
                    <a:pt x="12244" y="18599"/>
                  </a:lnTo>
                  <a:lnTo>
                    <a:pt x="12514" y="18403"/>
                  </a:lnTo>
                  <a:lnTo>
                    <a:pt x="12784" y="18157"/>
                  </a:lnTo>
                  <a:lnTo>
                    <a:pt x="13005" y="17888"/>
                  </a:lnTo>
                  <a:lnTo>
                    <a:pt x="13225" y="17593"/>
                  </a:lnTo>
                  <a:lnTo>
                    <a:pt x="13397" y="17299"/>
                  </a:lnTo>
                  <a:lnTo>
                    <a:pt x="13569" y="16980"/>
                  </a:lnTo>
                  <a:lnTo>
                    <a:pt x="13692" y="16636"/>
                  </a:lnTo>
                  <a:lnTo>
                    <a:pt x="13814" y="16293"/>
                  </a:lnTo>
                  <a:lnTo>
                    <a:pt x="13912" y="15949"/>
                  </a:lnTo>
                  <a:lnTo>
                    <a:pt x="13986" y="15581"/>
                  </a:lnTo>
                  <a:lnTo>
                    <a:pt x="14060" y="15213"/>
                  </a:lnTo>
                  <a:lnTo>
                    <a:pt x="14109" y="14845"/>
                  </a:lnTo>
                  <a:lnTo>
                    <a:pt x="14158" y="14133"/>
                  </a:lnTo>
                  <a:lnTo>
                    <a:pt x="14182" y="13446"/>
                  </a:lnTo>
                  <a:lnTo>
                    <a:pt x="14182" y="12956"/>
                  </a:lnTo>
                  <a:lnTo>
                    <a:pt x="14158" y="12514"/>
                  </a:lnTo>
                  <a:lnTo>
                    <a:pt x="14084" y="11778"/>
                  </a:lnTo>
                  <a:lnTo>
                    <a:pt x="14035" y="11263"/>
                  </a:lnTo>
                  <a:lnTo>
                    <a:pt x="14001" y="11145"/>
                  </a:lnTo>
                  <a:lnTo>
                    <a:pt x="14182" y="11091"/>
                  </a:lnTo>
                  <a:lnTo>
                    <a:pt x="14428" y="11017"/>
                  </a:lnTo>
                  <a:lnTo>
                    <a:pt x="14624" y="10919"/>
                  </a:lnTo>
                  <a:lnTo>
                    <a:pt x="14820" y="10821"/>
                  </a:lnTo>
                  <a:lnTo>
                    <a:pt x="14992" y="10723"/>
                  </a:lnTo>
                  <a:lnTo>
                    <a:pt x="15139" y="10600"/>
                  </a:lnTo>
                  <a:lnTo>
                    <a:pt x="15286" y="10478"/>
                  </a:lnTo>
                  <a:lnTo>
                    <a:pt x="15409" y="10330"/>
                  </a:lnTo>
                  <a:lnTo>
                    <a:pt x="15532" y="10208"/>
                  </a:lnTo>
                  <a:lnTo>
                    <a:pt x="15605" y="10060"/>
                  </a:lnTo>
                  <a:lnTo>
                    <a:pt x="15704" y="9913"/>
                  </a:lnTo>
                  <a:lnTo>
                    <a:pt x="15753" y="9741"/>
                  </a:lnTo>
                  <a:lnTo>
                    <a:pt x="15802" y="9594"/>
                  </a:lnTo>
                  <a:lnTo>
                    <a:pt x="15826" y="9422"/>
                  </a:lnTo>
                  <a:lnTo>
                    <a:pt x="15851" y="9079"/>
                  </a:lnTo>
                  <a:lnTo>
                    <a:pt x="15851" y="8760"/>
                  </a:lnTo>
                  <a:lnTo>
                    <a:pt x="15777" y="8441"/>
                  </a:lnTo>
                  <a:lnTo>
                    <a:pt x="15679" y="8122"/>
                  </a:lnTo>
                  <a:lnTo>
                    <a:pt x="15556" y="7803"/>
                  </a:lnTo>
                  <a:lnTo>
                    <a:pt x="15385" y="7484"/>
                  </a:lnTo>
                  <a:lnTo>
                    <a:pt x="15188" y="7165"/>
                  </a:lnTo>
                  <a:lnTo>
                    <a:pt x="14967" y="6871"/>
                  </a:lnTo>
                  <a:lnTo>
                    <a:pt x="14722" y="6576"/>
                  </a:lnTo>
                  <a:lnTo>
                    <a:pt x="14452" y="6306"/>
                  </a:lnTo>
                  <a:lnTo>
                    <a:pt x="14158" y="6061"/>
                  </a:lnTo>
                  <a:lnTo>
                    <a:pt x="13863" y="5816"/>
                  </a:lnTo>
                  <a:lnTo>
                    <a:pt x="13544" y="5619"/>
                  </a:lnTo>
                  <a:lnTo>
                    <a:pt x="13201" y="5448"/>
                  </a:lnTo>
                  <a:lnTo>
                    <a:pt x="12882" y="5300"/>
                  </a:lnTo>
                  <a:lnTo>
                    <a:pt x="12538" y="5178"/>
                  </a:lnTo>
                  <a:lnTo>
                    <a:pt x="12170" y="5129"/>
                  </a:lnTo>
                  <a:lnTo>
                    <a:pt x="11851" y="5055"/>
                  </a:lnTo>
                  <a:lnTo>
                    <a:pt x="11557" y="5006"/>
                  </a:lnTo>
                  <a:lnTo>
                    <a:pt x="11066" y="4859"/>
                  </a:lnTo>
                  <a:lnTo>
                    <a:pt x="10649" y="4687"/>
                  </a:lnTo>
                  <a:lnTo>
                    <a:pt x="10330" y="4515"/>
                  </a:lnTo>
                  <a:lnTo>
                    <a:pt x="10109" y="4343"/>
                  </a:lnTo>
                  <a:lnTo>
                    <a:pt x="9937" y="4196"/>
                  </a:lnTo>
                  <a:lnTo>
                    <a:pt x="9864" y="4123"/>
                  </a:lnTo>
                  <a:lnTo>
                    <a:pt x="9839" y="4098"/>
                  </a:lnTo>
                  <a:lnTo>
                    <a:pt x="9839" y="4074"/>
                  </a:lnTo>
                  <a:lnTo>
                    <a:pt x="9830" y="4083"/>
                  </a:lnTo>
                  <a:lnTo>
                    <a:pt x="9830" y="4083"/>
                  </a:lnTo>
                  <a:lnTo>
                    <a:pt x="9668" y="3828"/>
                  </a:lnTo>
                  <a:lnTo>
                    <a:pt x="9496" y="3534"/>
                  </a:lnTo>
                  <a:lnTo>
                    <a:pt x="9128" y="2871"/>
                  </a:lnTo>
                  <a:lnTo>
                    <a:pt x="8735" y="2209"/>
                  </a:lnTo>
                  <a:lnTo>
                    <a:pt x="8514" y="1865"/>
                  </a:lnTo>
                  <a:lnTo>
                    <a:pt x="8269" y="1546"/>
                  </a:lnTo>
                  <a:lnTo>
                    <a:pt x="7999" y="1227"/>
                  </a:lnTo>
                  <a:lnTo>
                    <a:pt x="7705" y="933"/>
                  </a:lnTo>
                  <a:lnTo>
                    <a:pt x="7361" y="688"/>
                  </a:lnTo>
                  <a:lnTo>
                    <a:pt x="6993" y="467"/>
                  </a:lnTo>
                  <a:lnTo>
                    <a:pt x="6576" y="270"/>
                  </a:lnTo>
                  <a:lnTo>
                    <a:pt x="6355" y="197"/>
                  </a:lnTo>
                  <a:lnTo>
                    <a:pt x="6110" y="123"/>
                  </a:lnTo>
                  <a:lnTo>
                    <a:pt x="5864" y="74"/>
                  </a:lnTo>
                  <a:lnTo>
                    <a:pt x="5619" y="50"/>
                  </a:lnTo>
                  <a:lnTo>
                    <a:pt x="5349" y="25"/>
                  </a:lnTo>
                  <a:lnTo>
                    <a:pt x="5055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213;p69">
              <a:extLst>
                <a:ext uri="{FF2B5EF4-FFF2-40B4-BE49-F238E27FC236}">
                  <a16:creationId xmlns:a16="http://schemas.microsoft.com/office/drawing/2014/main" id="{313DF38D-6E09-579C-5DD6-595C1998B4F9}"/>
                </a:ext>
              </a:extLst>
            </p:cNvPr>
            <p:cNvSpPr/>
            <p:nvPr/>
          </p:nvSpPr>
          <p:spPr>
            <a:xfrm>
              <a:off x="7555175" y="1757888"/>
              <a:ext cx="284025" cy="134975"/>
            </a:xfrm>
            <a:custGeom>
              <a:avLst/>
              <a:gdLst/>
              <a:ahLst/>
              <a:cxnLst/>
              <a:rect l="l" t="t" r="r" b="b"/>
              <a:pathLst>
                <a:path w="11361" h="5399" extrusionOk="0">
                  <a:moveTo>
                    <a:pt x="1595" y="0"/>
                  </a:moveTo>
                  <a:lnTo>
                    <a:pt x="1252" y="50"/>
                  </a:lnTo>
                  <a:lnTo>
                    <a:pt x="908" y="148"/>
                  </a:lnTo>
                  <a:lnTo>
                    <a:pt x="736" y="197"/>
                  </a:lnTo>
                  <a:lnTo>
                    <a:pt x="589" y="295"/>
                  </a:lnTo>
                  <a:lnTo>
                    <a:pt x="442" y="369"/>
                  </a:lnTo>
                  <a:lnTo>
                    <a:pt x="295" y="491"/>
                  </a:lnTo>
                  <a:lnTo>
                    <a:pt x="172" y="614"/>
                  </a:lnTo>
                  <a:lnTo>
                    <a:pt x="49" y="737"/>
                  </a:lnTo>
                  <a:lnTo>
                    <a:pt x="25" y="810"/>
                  </a:lnTo>
                  <a:lnTo>
                    <a:pt x="0" y="884"/>
                  </a:lnTo>
                  <a:lnTo>
                    <a:pt x="0" y="957"/>
                  </a:lnTo>
                  <a:lnTo>
                    <a:pt x="49" y="1031"/>
                  </a:lnTo>
                  <a:lnTo>
                    <a:pt x="123" y="1056"/>
                  </a:lnTo>
                  <a:lnTo>
                    <a:pt x="197" y="1080"/>
                  </a:lnTo>
                  <a:lnTo>
                    <a:pt x="270" y="1056"/>
                  </a:lnTo>
                  <a:lnTo>
                    <a:pt x="319" y="1031"/>
                  </a:lnTo>
                  <a:lnTo>
                    <a:pt x="516" y="810"/>
                  </a:lnTo>
                  <a:lnTo>
                    <a:pt x="736" y="638"/>
                  </a:lnTo>
                  <a:lnTo>
                    <a:pt x="982" y="516"/>
                  </a:lnTo>
                  <a:lnTo>
                    <a:pt x="1252" y="442"/>
                  </a:lnTo>
                  <a:lnTo>
                    <a:pt x="1522" y="393"/>
                  </a:lnTo>
                  <a:lnTo>
                    <a:pt x="1816" y="369"/>
                  </a:lnTo>
                  <a:lnTo>
                    <a:pt x="2086" y="369"/>
                  </a:lnTo>
                  <a:lnTo>
                    <a:pt x="2356" y="418"/>
                  </a:lnTo>
                  <a:lnTo>
                    <a:pt x="2724" y="516"/>
                  </a:lnTo>
                  <a:lnTo>
                    <a:pt x="3043" y="614"/>
                  </a:lnTo>
                  <a:lnTo>
                    <a:pt x="3386" y="761"/>
                  </a:lnTo>
                  <a:lnTo>
                    <a:pt x="3705" y="908"/>
                  </a:lnTo>
                  <a:lnTo>
                    <a:pt x="5006" y="1497"/>
                  </a:lnTo>
                  <a:lnTo>
                    <a:pt x="5325" y="1669"/>
                  </a:lnTo>
                  <a:lnTo>
                    <a:pt x="5619" y="1841"/>
                  </a:lnTo>
                  <a:lnTo>
                    <a:pt x="5889" y="2037"/>
                  </a:lnTo>
                  <a:lnTo>
                    <a:pt x="6134" y="2282"/>
                  </a:lnTo>
                  <a:lnTo>
                    <a:pt x="6601" y="2773"/>
                  </a:lnTo>
                  <a:lnTo>
                    <a:pt x="6821" y="3018"/>
                  </a:lnTo>
                  <a:lnTo>
                    <a:pt x="7067" y="3239"/>
                  </a:lnTo>
                  <a:lnTo>
                    <a:pt x="7312" y="3460"/>
                  </a:lnTo>
                  <a:lnTo>
                    <a:pt x="7582" y="3632"/>
                  </a:lnTo>
                  <a:lnTo>
                    <a:pt x="7876" y="3779"/>
                  </a:lnTo>
                  <a:lnTo>
                    <a:pt x="8195" y="3877"/>
                  </a:lnTo>
                  <a:lnTo>
                    <a:pt x="8514" y="3902"/>
                  </a:lnTo>
                  <a:lnTo>
                    <a:pt x="8809" y="3902"/>
                  </a:lnTo>
                  <a:lnTo>
                    <a:pt x="8981" y="3853"/>
                  </a:lnTo>
                  <a:lnTo>
                    <a:pt x="9128" y="3804"/>
                  </a:lnTo>
                  <a:lnTo>
                    <a:pt x="9422" y="3632"/>
                  </a:lnTo>
                  <a:lnTo>
                    <a:pt x="9569" y="3558"/>
                  </a:lnTo>
                  <a:lnTo>
                    <a:pt x="9717" y="3485"/>
                  </a:lnTo>
                  <a:lnTo>
                    <a:pt x="9888" y="3460"/>
                  </a:lnTo>
                  <a:lnTo>
                    <a:pt x="10060" y="3460"/>
                  </a:lnTo>
                  <a:lnTo>
                    <a:pt x="10207" y="3509"/>
                  </a:lnTo>
                  <a:lnTo>
                    <a:pt x="10330" y="3583"/>
                  </a:lnTo>
                  <a:lnTo>
                    <a:pt x="10453" y="3681"/>
                  </a:lnTo>
                  <a:lnTo>
                    <a:pt x="10575" y="3779"/>
                  </a:lnTo>
                  <a:lnTo>
                    <a:pt x="10674" y="3951"/>
                  </a:lnTo>
                  <a:lnTo>
                    <a:pt x="10772" y="4098"/>
                  </a:lnTo>
                  <a:lnTo>
                    <a:pt x="10845" y="4294"/>
                  </a:lnTo>
                  <a:lnTo>
                    <a:pt x="10894" y="4466"/>
                  </a:lnTo>
                  <a:lnTo>
                    <a:pt x="10944" y="4859"/>
                  </a:lnTo>
                  <a:lnTo>
                    <a:pt x="10968" y="5227"/>
                  </a:lnTo>
                  <a:lnTo>
                    <a:pt x="10993" y="5300"/>
                  </a:lnTo>
                  <a:lnTo>
                    <a:pt x="11042" y="5374"/>
                  </a:lnTo>
                  <a:lnTo>
                    <a:pt x="11091" y="5398"/>
                  </a:lnTo>
                  <a:lnTo>
                    <a:pt x="11238" y="5398"/>
                  </a:lnTo>
                  <a:lnTo>
                    <a:pt x="11287" y="5374"/>
                  </a:lnTo>
                  <a:lnTo>
                    <a:pt x="11336" y="5300"/>
                  </a:lnTo>
                  <a:lnTo>
                    <a:pt x="11361" y="5227"/>
                  </a:lnTo>
                  <a:lnTo>
                    <a:pt x="11312" y="4859"/>
                  </a:lnTo>
                  <a:lnTo>
                    <a:pt x="11262" y="4491"/>
                  </a:lnTo>
                  <a:lnTo>
                    <a:pt x="11189" y="4123"/>
                  </a:lnTo>
                  <a:lnTo>
                    <a:pt x="11115" y="3951"/>
                  </a:lnTo>
                  <a:lnTo>
                    <a:pt x="11042" y="3779"/>
                  </a:lnTo>
                  <a:lnTo>
                    <a:pt x="10944" y="3656"/>
                  </a:lnTo>
                  <a:lnTo>
                    <a:pt x="10845" y="3509"/>
                  </a:lnTo>
                  <a:lnTo>
                    <a:pt x="10723" y="3411"/>
                  </a:lnTo>
                  <a:lnTo>
                    <a:pt x="10600" y="3313"/>
                  </a:lnTo>
                  <a:lnTo>
                    <a:pt x="10453" y="3215"/>
                  </a:lnTo>
                  <a:lnTo>
                    <a:pt x="10306" y="3141"/>
                  </a:lnTo>
                  <a:lnTo>
                    <a:pt x="10158" y="3092"/>
                  </a:lnTo>
                  <a:lnTo>
                    <a:pt x="9987" y="3068"/>
                  </a:lnTo>
                  <a:lnTo>
                    <a:pt x="9815" y="3092"/>
                  </a:lnTo>
                  <a:lnTo>
                    <a:pt x="9668" y="3117"/>
                  </a:lnTo>
                  <a:lnTo>
                    <a:pt x="9520" y="3166"/>
                  </a:lnTo>
                  <a:lnTo>
                    <a:pt x="9373" y="3239"/>
                  </a:lnTo>
                  <a:lnTo>
                    <a:pt x="9079" y="3411"/>
                  </a:lnTo>
                  <a:lnTo>
                    <a:pt x="8907" y="3460"/>
                  </a:lnTo>
                  <a:lnTo>
                    <a:pt x="8760" y="3509"/>
                  </a:lnTo>
                  <a:lnTo>
                    <a:pt x="8588" y="3534"/>
                  </a:lnTo>
                  <a:lnTo>
                    <a:pt x="8441" y="3534"/>
                  </a:lnTo>
                  <a:lnTo>
                    <a:pt x="8269" y="3509"/>
                  </a:lnTo>
                  <a:lnTo>
                    <a:pt x="8122" y="3460"/>
                  </a:lnTo>
                  <a:lnTo>
                    <a:pt x="7827" y="3313"/>
                  </a:lnTo>
                  <a:lnTo>
                    <a:pt x="7557" y="3141"/>
                  </a:lnTo>
                  <a:lnTo>
                    <a:pt x="7288" y="2920"/>
                  </a:lnTo>
                  <a:lnTo>
                    <a:pt x="7018" y="2675"/>
                  </a:lnTo>
                  <a:lnTo>
                    <a:pt x="6552" y="2160"/>
                  </a:lnTo>
                  <a:lnTo>
                    <a:pt x="6306" y="1890"/>
                  </a:lnTo>
                  <a:lnTo>
                    <a:pt x="6036" y="1669"/>
                  </a:lnTo>
                  <a:lnTo>
                    <a:pt x="5742" y="1448"/>
                  </a:lnTo>
                  <a:lnTo>
                    <a:pt x="5423" y="1276"/>
                  </a:lnTo>
                  <a:lnTo>
                    <a:pt x="4736" y="957"/>
                  </a:lnTo>
                  <a:lnTo>
                    <a:pt x="4073" y="638"/>
                  </a:lnTo>
                  <a:lnTo>
                    <a:pt x="3362" y="344"/>
                  </a:lnTo>
                  <a:lnTo>
                    <a:pt x="3018" y="197"/>
                  </a:lnTo>
                  <a:lnTo>
                    <a:pt x="2650" y="99"/>
                  </a:lnTo>
                  <a:lnTo>
                    <a:pt x="2307" y="25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214;p69">
              <a:extLst>
                <a:ext uri="{FF2B5EF4-FFF2-40B4-BE49-F238E27FC236}">
                  <a16:creationId xmlns:a16="http://schemas.microsoft.com/office/drawing/2014/main" id="{28DB8255-3820-EAF7-C204-7223A5EC6C3E}"/>
                </a:ext>
              </a:extLst>
            </p:cNvPr>
            <p:cNvSpPr/>
            <p:nvPr/>
          </p:nvSpPr>
          <p:spPr>
            <a:xfrm>
              <a:off x="7372375" y="1773838"/>
              <a:ext cx="179150" cy="174850"/>
            </a:xfrm>
            <a:custGeom>
              <a:avLst/>
              <a:gdLst/>
              <a:ahLst/>
              <a:cxnLst/>
              <a:rect l="l" t="t" r="r" b="b"/>
              <a:pathLst>
                <a:path w="7166" h="6994" extrusionOk="0">
                  <a:moveTo>
                    <a:pt x="6895" y="0"/>
                  </a:moveTo>
                  <a:lnTo>
                    <a:pt x="6846" y="49"/>
                  </a:lnTo>
                  <a:lnTo>
                    <a:pt x="6380" y="491"/>
                  </a:lnTo>
                  <a:lnTo>
                    <a:pt x="5914" y="884"/>
                  </a:lnTo>
                  <a:lnTo>
                    <a:pt x="5448" y="1301"/>
                  </a:lnTo>
                  <a:lnTo>
                    <a:pt x="4957" y="1669"/>
                  </a:lnTo>
                  <a:lnTo>
                    <a:pt x="4417" y="2037"/>
                  </a:lnTo>
                  <a:lnTo>
                    <a:pt x="3902" y="2380"/>
                  </a:lnTo>
                  <a:lnTo>
                    <a:pt x="3436" y="2650"/>
                  </a:lnTo>
                  <a:lnTo>
                    <a:pt x="3215" y="2798"/>
                  </a:lnTo>
                  <a:lnTo>
                    <a:pt x="3018" y="2994"/>
                  </a:lnTo>
                  <a:lnTo>
                    <a:pt x="2871" y="3190"/>
                  </a:lnTo>
                  <a:lnTo>
                    <a:pt x="2822" y="3313"/>
                  </a:lnTo>
                  <a:lnTo>
                    <a:pt x="2773" y="3411"/>
                  </a:lnTo>
                  <a:lnTo>
                    <a:pt x="2749" y="3534"/>
                  </a:lnTo>
                  <a:lnTo>
                    <a:pt x="2749" y="3656"/>
                  </a:lnTo>
                  <a:lnTo>
                    <a:pt x="2773" y="3779"/>
                  </a:lnTo>
                  <a:lnTo>
                    <a:pt x="2798" y="3902"/>
                  </a:lnTo>
                  <a:lnTo>
                    <a:pt x="2896" y="4147"/>
                  </a:lnTo>
                  <a:lnTo>
                    <a:pt x="3018" y="4368"/>
                  </a:lnTo>
                  <a:lnTo>
                    <a:pt x="3117" y="4564"/>
                  </a:lnTo>
                  <a:lnTo>
                    <a:pt x="3141" y="4662"/>
                  </a:lnTo>
                  <a:lnTo>
                    <a:pt x="3117" y="4760"/>
                  </a:lnTo>
                  <a:lnTo>
                    <a:pt x="3092" y="4859"/>
                  </a:lnTo>
                  <a:lnTo>
                    <a:pt x="3043" y="4932"/>
                  </a:lnTo>
                  <a:lnTo>
                    <a:pt x="2969" y="5006"/>
                  </a:lnTo>
                  <a:lnTo>
                    <a:pt x="2871" y="5055"/>
                  </a:lnTo>
                  <a:lnTo>
                    <a:pt x="2699" y="5128"/>
                  </a:lnTo>
                  <a:lnTo>
                    <a:pt x="2503" y="5153"/>
                  </a:lnTo>
                  <a:lnTo>
                    <a:pt x="2233" y="5153"/>
                  </a:lnTo>
                  <a:lnTo>
                    <a:pt x="1939" y="5128"/>
                  </a:lnTo>
                  <a:lnTo>
                    <a:pt x="1644" y="5104"/>
                  </a:lnTo>
                  <a:lnTo>
                    <a:pt x="1350" y="5104"/>
                  </a:lnTo>
                  <a:lnTo>
                    <a:pt x="1203" y="5128"/>
                  </a:lnTo>
                  <a:lnTo>
                    <a:pt x="1056" y="5153"/>
                  </a:lnTo>
                  <a:lnTo>
                    <a:pt x="933" y="5202"/>
                  </a:lnTo>
                  <a:lnTo>
                    <a:pt x="786" y="5276"/>
                  </a:lnTo>
                  <a:lnTo>
                    <a:pt x="687" y="5349"/>
                  </a:lnTo>
                  <a:lnTo>
                    <a:pt x="565" y="5447"/>
                  </a:lnTo>
                  <a:lnTo>
                    <a:pt x="467" y="5570"/>
                  </a:lnTo>
                  <a:lnTo>
                    <a:pt x="369" y="5693"/>
                  </a:lnTo>
                  <a:lnTo>
                    <a:pt x="246" y="5938"/>
                  </a:lnTo>
                  <a:lnTo>
                    <a:pt x="148" y="6208"/>
                  </a:lnTo>
                  <a:lnTo>
                    <a:pt x="74" y="6478"/>
                  </a:lnTo>
                  <a:lnTo>
                    <a:pt x="0" y="6748"/>
                  </a:lnTo>
                  <a:lnTo>
                    <a:pt x="0" y="6846"/>
                  </a:lnTo>
                  <a:lnTo>
                    <a:pt x="25" y="6895"/>
                  </a:lnTo>
                  <a:lnTo>
                    <a:pt x="74" y="6944"/>
                  </a:lnTo>
                  <a:lnTo>
                    <a:pt x="148" y="6993"/>
                  </a:lnTo>
                  <a:lnTo>
                    <a:pt x="221" y="6993"/>
                  </a:lnTo>
                  <a:lnTo>
                    <a:pt x="295" y="6969"/>
                  </a:lnTo>
                  <a:lnTo>
                    <a:pt x="344" y="6920"/>
                  </a:lnTo>
                  <a:lnTo>
                    <a:pt x="369" y="6846"/>
                  </a:lnTo>
                  <a:lnTo>
                    <a:pt x="491" y="6380"/>
                  </a:lnTo>
                  <a:lnTo>
                    <a:pt x="565" y="6159"/>
                  </a:lnTo>
                  <a:lnTo>
                    <a:pt x="687" y="5938"/>
                  </a:lnTo>
                  <a:lnTo>
                    <a:pt x="810" y="5766"/>
                  </a:lnTo>
                  <a:lnTo>
                    <a:pt x="982" y="5619"/>
                  </a:lnTo>
                  <a:lnTo>
                    <a:pt x="1080" y="5570"/>
                  </a:lnTo>
                  <a:lnTo>
                    <a:pt x="1178" y="5521"/>
                  </a:lnTo>
                  <a:lnTo>
                    <a:pt x="1301" y="5497"/>
                  </a:lnTo>
                  <a:lnTo>
                    <a:pt x="1448" y="5472"/>
                  </a:lnTo>
                  <a:lnTo>
                    <a:pt x="1718" y="5497"/>
                  </a:lnTo>
                  <a:lnTo>
                    <a:pt x="2012" y="5521"/>
                  </a:lnTo>
                  <a:lnTo>
                    <a:pt x="2282" y="5546"/>
                  </a:lnTo>
                  <a:lnTo>
                    <a:pt x="2577" y="5521"/>
                  </a:lnTo>
                  <a:lnTo>
                    <a:pt x="2798" y="5472"/>
                  </a:lnTo>
                  <a:lnTo>
                    <a:pt x="3018" y="5398"/>
                  </a:lnTo>
                  <a:lnTo>
                    <a:pt x="3215" y="5276"/>
                  </a:lnTo>
                  <a:lnTo>
                    <a:pt x="3313" y="5202"/>
                  </a:lnTo>
                  <a:lnTo>
                    <a:pt x="3386" y="5104"/>
                  </a:lnTo>
                  <a:lnTo>
                    <a:pt x="3460" y="5006"/>
                  </a:lnTo>
                  <a:lnTo>
                    <a:pt x="3485" y="4883"/>
                  </a:lnTo>
                  <a:lnTo>
                    <a:pt x="3509" y="4760"/>
                  </a:lnTo>
                  <a:lnTo>
                    <a:pt x="3509" y="4662"/>
                  </a:lnTo>
                  <a:lnTo>
                    <a:pt x="3509" y="4540"/>
                  </a:lnTo>
                  <a:lnTo>
                    <a:pt x="3460" y="4417"/>
                  </a:lnTo>
                  <a:lnTo>
                    <a:pt x="3386" y="4196"/>
                  </a:lnTo>
                  <a:lnTo>
                    <a:pt x="3264" y="4000"/>
                  </a:lnTo>
                  <a:lnTo>
                    <a:pt x="3166" y="3804"/>
                  </a:lnTo>
                  <a:lnTo>
                    <a:pt x="3141" y="3705"/>
                  </a:lnTo>
                  <a:lnTo>
                    <a:pt x="3141" y="3607"/>
                  </a:lnTo>
                  <a:lnTo>
                    <a:pt x="3141" y="3509"/>
                  </a:lnTo>
                  <a:lnTo>
                    <a:pt x="3190" y="3386"/>
                  </a:lnTo>
                  <a:lnTo>
                    <a:pt x="3264" y="3288"/>
                  </a:lnTo>
                  <a:lnTo>
                    <a:pt x="3337" y="3215"/>
                  </a:lnTo>
                  <a:lnTo>
                    <a:pt x="3534" y="3043"/>
                  </a:lnTo>
                  <a:lnTo>
                    <a:pt x="3730" y="2920"/>
                  </a:lnTo>
                  <a:lnTo>
                    <a:pt x="3951" y="2798"/>
                  </a:lnTo>
                  <a:lnTo>
                    <a:pt x="4466" y="2454"/>
                  </a:lnTo>
                  <a:lnTo>
                    <a:pt x="4981" y="2111"/>
                  </a:lnTo>
                  <a:lnTo>
                    <a:pt x="5546" y="1693"/>
                  </a:lnTo>
                  <a:lnTo>
                    <a:pt x="6085" y="1252"/>
                  </a:lnTo>
                  <a:lnTo>
                    <a:pt x="6601" y="810"/>
                  </a:lnTo>
                  <a:lnTo>
                    <a:pt x="7116" y="319"/>
                  </a:lnTo>
                  <a:lnTo>
                    <a:pt x="7165" y="246"/>
                  </a:lnTo>
                  <a:lnTo>
                    <a:pt x="7165" y="172"/>
                  </a:lnTo>
                  <a:lnTo>
                    <a:pt x="7141" y="123"/>
                  </a:lnTo>
                  <a:lnTo>
                    <a:pt x="7116" y="49"/>
                  </a:lnTo>
                  <a:lnTo>
                    <a:pt x="7042" y="25"/>
                  </a:lnTo>
                  <a:lnTo>
                    <a:pt x="69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215;p69">
              <a:extLst>
                <a:ext uri="{FF2B5EF4-FFF2-40B4-BE49-F238E27FC236}">
                  <a16:creationId xmlns:a16="http://schemas.microsoft.com/office/drawing/2014/main" id="{5F35958D-1E55-0CE5-09B2-108510810B0E}"/>
                </a:ext>
              </a:extLst>
            </p:cNvPr>
            <p:cNvSpPr/>
            <p:nvPr/>
          </p:nvSpPr>
          <p:spPr>
            <a:xfrm>
              <a:off x="7481550" y="1819238"/>
              <a:ext cx="152775" cy="241075"/>
            </a:xfrm>
            <a:custGeom>
              <a:avLst/>
              <a:gdLst/>
              <a:ahLst/>
              <a:cxnLst/>
              <a:rect l="l" t="t" r="r" b="b"/>
              <a:pathLst>
                <a:path w="6111" h="9643" extrusionOk="0">
                  <a:moveTo>
                    <a:pt x="2234" y="0"/>
                  </a:moveTo>
                  <a:lnTo>
                    <a:pt x="2037" y="25"/>
                  </a:lnTo>
                  <a:lnTo>
                    <a:pt x="1866" y="74"/>
                  </a:lnTo>
                  <a:lnTo>
                    <a:pt x="1596" y="172"/>
                  </a:lnTo>
                  <a:lnTo>
                    <a:pt x="1424" y="245"/>
                  </a:lnTo>
                  <a:lnTo>
                    <a:pt x="1228" y="344"/>
                  </a:lnTo>
                  <a:lnTo>
                    <a:pt x="958" y="515"/>
                  </a:lnTo>
                  <a:lnTo>
                    <a:pt x="811" y="638"/>
                  </a:lnTo>
                  <a:lnTo>
                    <a:pt x="663" y="785"/>
                  </a:lnTo>
                  <a:lnTo>
                    <a:pt x="516" y="957"/>
                  </a:lnTo>
                  <a:lnTo>
                    <a:pt x="369" y="1129"/>
                  </a:lnTo>
                  <a:lnTo>
                    <a:pt x="246" y="1350"/>
                  </a:lnTo>
                  <a:lnTo>
                    <a:pt x="148" y="1595"/>
                  </a:lnTo>
                  <a:lnTo>
                    <a:pt x="75" y="1865"/>
                  </a:lnTo>
                  <a:lnTo>
                    <a:pt x="1" y="2159"/>
                  </a:lnTo>
                  <a:lnTo>
                    <a:pt x="1" y="2478"/>
                  </a:lnTo>
                  <a:lnTo>
                    <a:pt x="25" y="2846"/>
                  </a:lnTo>
                  <a:lnTo>
                    <a:pt x="99" y="3239"/>
                  </a:lnTo>
                  <a:lnTo>
                    <a:pt x="222" y="3656"/>
                  </a:lnTo>
                  <a:lnTo>
                    <a:pt x="394" y="4073"/>
                  </a:lnTo>
                  <a:lnTo>
                    <a:pt x="565" y="4441"/>
                  </a:lnTo>
                  <a:lnTo>
                    <a:pt x="762" y="4760"/>
                  </a:lnTo>
                  <a:lnTo>
                    <a:pt x="933" y="5006"/>
                  </a:lnTo>
                  <a:lnTo>
                    <a:pt x="1130" y="5226"/>
                  </a:lnTo>
                  <a:lnTo>
                    <a:pt x="1326" y="5398"/>
                  </a:lnTo>
                  <a:lnTo>
                    <a:pt x="1522" y="5521"/>
                  </a:lnTo>
                  <a:lnTo>
                    <a:pt x="1694" y="5619"/>
                  </a:lnTo>
                  <a:lnTo>
                    <a:pt x="1866" y="5668"/>
                  </a:lnTo>
                  <a:lnTo>
                    <a:pt x="2013" y="5717"/>
                  </a:lnTo>
                  <a:lnTo>
                    <a:pt x="2283" y="5742"/>
                  </a:lnTo>
                  <a:lnTo>
                    <a:pt x="2455" y="5717"/>
                  </a:lnTo>
                  <a:lnTo>
                    <a:pt x="2528" y="5717"/>
                  </a:lnTo>
                  <a:lnTo>
                    <a:pt x="2577" y="5889"/>
                  </a:lnTo>
                  <a:lnTo>
                    <a:pt x="2602" y="6110"/>
                  </a:lnTo>
                  <a:lnTo>
                    <a:pt x="2602" y="6355"/>
                  </a:lnTo>
                  <a:lnTo>
                    <a:pt x="2602" y="6649"/>
                  </a:lnTo>
                  <a:lnTo>
                    <a:pt x="2553" y="7287"/>
                  </a:lnTo>
                  <a:lnTo>
                    <a:pt x="2479" y="7974"/>
                  </a:lnTo>
                  <a:lnTo>
                    <a:pt x="2381" y="8612"/>
                  </a:lnTo>
                  <a:lnTo>
                    <a:pt x="2283" y="9128"/>
                  </a:lnTo>
                  <a:lnTo>
                    <a:pt x="2185" y="9643"/>
                  </a:lnTo>
                  <a:lnTo>
                    <a:pt x="2724" y="9643"/>
                  </a:lnTo>
                  <a:lnTo>
                    <a:pt x="3338" y="9618"/>
                  </a:lnTo>
                  <a:lnTo>
                    <a:pt x="3951" y="9569"/>
                  </a:lnTo>
                  <a:lnTo>
                    <a:pt x="4565" y="9496"/>
                  </a:lnTo>
                  <a:lnTo>
                    <a:pt x="5546" y="9348"/>
                  </a:lnTo>
                  <a:lnTo>
                    <a:pt x="5963" y="9275"/>
                  </a:lnTo>
                  <a:lnTo>
                    <a:pt x="5841" y="8956"/>
                  </a:lnTo>
                  <a:lnTo>
                    <a:pt x="5546" y="8146"/>
                  </a:lnTo>
                  <a:lnTo>
                    <a:pt x="5399" y="7655"/>
                  </a:lnTo>
                  <a:lnTo>
                    <a:pt x="5252" y="7165"/>
                  </a:lnTo>
                  <a:lnTo>
                    <a:pt x="5178" y="6699"/>
                  </a:lnTo>
                  <a:lnTo>
                    <a:pt x="5129" y="6502"/>
                  </a:lnTo>
                  <a:lnTo>
                    <a:pt x="5129" y="6306"/>
                  </a:lnTo>
                  <a:lnTo>
                    <a:pt x="5154" y="5472"/>
                  </a:lnTo>
                  <a:lnTo>
                    <a:pt x="5178" y="4687"/>
                  </a:lnTo>
                  <a:lnTo>
                    <a:pt x="5227" y="4024"/>
                  </a:lnTo>
                  <a:lnTo>
                    <a:pt x="5276" y="3607"/>
                  </a:lnTo>
                  <a:lnTo>
                    <a:pt x="5301" y="3533"/>
                  </a:lnTo>
                  <a:lnTo>
                    <a:pt x="5325" y="3460"/>
                  </a:lnTo>
                  <a:lnTo>
                    <a:pt x="5374" y="3411"/>
                  </a:lnTo>
                  <a:lnTo>
                    <a:pt x="5423" y="3337"/>
                  </a:lnTo>
                  <a:lnTo>
                    <a:pt x="5693" y="3116"/>
                  </a:lnTo>
                  <a:lnTo>
                    <a:pt x="5841" y="2944"/>
                  </a:lnTo>
                  <a:lnTo>
                    <a:pt x="5963" y="2773"/>
                  </a:lnTo>
                  <a:lnTo>
                    <a:pt x="6061" y="2601"/>
                  </a:lnTo>
                  <a:lnTo>
                    <a:pt x="6086" y="2503"/>
                  </a:lnTo>
                  <a:lnTo>
                    <a:pt x="6110" y="2380"/>
                  </a:lnTo>
                  <a:lnTo>
                    <a:pt x="6110" y="2282"/>
                  </a:lnTo>
                  <a:lnTo>
                    <a:pt x="6086" y="2184"/>
                  </a:lnTo>
                  <a:lnTo>
                    <a:pt x="6037" y="2086"/>
                  </a:lnTo>
                  <a:lnTo>
                    <a:pt x="5963" y="1988"/>
                  </a:lnTo>
                  <a:lnTo>
                    <a:pt x="5816" y="1840"/>
                  </a:lnTo>
                  <a:lnTo>
                    <a:pt x="5669" y="1742"/>
                  </a:lnTo>
                  <a:lnTo>
                    <a:pt x="5497" y="1693"/>
                  </a:lnTo>
                  <a:lnTo>
                    <a:pt x="5350" y="1693"/>
                  </a:lnTo>
                  <a:lnTo>
                    <a:pt x="5203" y="1718"/>
                  </a:lnTo>
                  <a:lnTo>
                    <a:pt x="5080" y="1767"/>
                  </a:lnTo>
                  <a:lnTo>
                    <a:pt x="4884" y="1889"/>
                  </a:lnTo>
                  <a:lnTo>
                    <a:pt x="4761" y="1889"/>
                  </a:lnTo>
                  <a:lnTo>
                    <a:pt x="4736" y="1840"/>
                  </a:lnTo>
                  <a:lnTo>
                    <a:pt x="4467" y="1399"/>
                  </a:lnTo>
                  <a:lnTo>
                    <a:pt x="4197" y="1031"/>
                  </a:lnTo>
                  <a:lnTo>
                    <a:pt x="3927" y="712"/>
                  </a:lnTo>
                  <a:lnTo>
                    <a:pt x="3657" y="491"/>
                  </a:lnTo>
                  <a:lnTo>
                    <a:pt x="3387" y="295"/>
                  </a:lnTo>
                  <a:lnTo>
                    <a:pt x="3142" y="147"/>
                  </a:lnTo>
                  <a:lnTo>
                    <a:pt x="2896" y="74"/>
                  </a:lnTo>
                  <a:lnTo>
                    <a:pt x="2651" y="25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216;p69">
              <a:extLst>
                <a:ext uri="{FF2B5EF4-FFF2-40B4-BE49-F238E27FC236}">
                  <a16:creationId xmlns:a16="http://schemas.microsoft.com/office/drawing/2014/main" id="{D200C37A-D144-497E-DA5B-EFF35A9217EE}"/>
                </a:ext>
              </a:extLst>
            </p:cNvPr>
            <p:cNvSpPr/>
            <p:nvPr/>
          </p:nvSpPr>
          <p:spPr>
            <a:xfrm>
              <a:off x="7605475" y="1871363"/>
              <a:ext cx="20250" cy="14750"/>
            </a:xfrm>
            <a:custGeom>
              <a:avLst/>
              <a:gdLst/>
              <a:ahLst/>
              <a:cxnLst/>
              <a:rect l="l" t="t" r="r" b="b"/>
              <a:pathLst>
                <a:path w="810" h="590" extrusionOk="0">
                  <a:moveTo>
                    <a:pt x="442" y="1"/>
                  </a:moveTo>
                  <a:lnTo>
                    <a:pt x="368" y="25"/>
                  </a:lnTo>
                  <a:lnTo>
                    <a:pt x="295" y="74"/>
                  </a:lnTo>
                  <a:lnTo>
                    <a:pt x="221" y="148"/>
                  </a:lnTo>
                  <a:lnTo>
                    <a:pt x="172" y="246"/>
                  </a:lnTo>
                  <a:lnTo>
                    <a:pt x="98" y="393"/>
                  </a:lnTo>
                  <a:lnTo>
                    <a:pt x="0" y="590"/>
                  </a:lnTo>
                  <a:lnTo>
                    <a:pt x="810" y="271"/>
                  </a:lnTo>
                  <a:lnTo>
                    <a:pt x="736" y="172"/>
                  </a:lnTo>
                  <a:lnTo>
                    <a:pt x="663" y="74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BF6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217;p69">
              <a:extLst>
                <a:ext uri="{FF2B5EF4-FFF2-40B4-BE49-F238E27FC236}">
                  <a16:creationId xmlns:a16="http://schemas.microsoft.com/office/drawing/2014/main" id="{622F1D27-539E-8E29-16DE-79158F9A42F6}"/>
                </a:ext>
              </a:extLst>
            </p:cNvPr>
            <p:cNvSpPr/>
            <p:nvPr/>
          </p:nvSpPr>
          <p:spPr>
            <a:xfrm>
              <a:off x="7605475" y="1871363"/>
              <a:ext cx="20250" cy="14750"/>
            </a:xfrm>
            <a:custGeom>
              <a:avLst/>
              <a:gdLst/>
              <a:ahLst/>
              <a:cxnLst/>
              <a:rect l="l" t="t" r="r" b="b"/>
              <a:pathLst>
                <a:path w="810" h="590" fill="none" extrusionOk="0">
                  <a:moveTo>
                    <a:pt x="810" y="271"/>
                  </a:moveTo>
                  <a:lnTo>
                    <a:pt x="810" y="271"/>
                  </a:lnTo>
                  <a:lnTo>
                    <a:pt x="736" y="172"/>
                  </a:lnTo>
                  <a:lnTo>
                    <a:pt x="663" y="74"/>
                  </a:lnTo>
                  <a:lnTo>
                    <a:pt x="565" y="1"/>
                  </a:lnTo>
                  <a:lnTo>
                    <a:pt x="491" y="1"/>
                  </a:lnTo>
                  <a:lnTo>
                    <a:pt x="442" y="1"/>
                  </a:lnTo>
                  <a:lnTo>
                    <a:pt x="368" y="25"/>
                  </a:lnTo>
                  <a:lnTo>
                    <a:pt x="295" y="74"/>
                  </a:lnTo>
                  <a:lnTo>
                    <a:pt x="221" y="148"/>
                  </a:lnTo>
                  <a:lnTo>
                    <a:pt x="172" y="246"/>
                  </a:lnTo>
                  <a:lnTo>
                    <a:pt x="98" y="393"/>
                  </a:lnTo>
                  <a:lnTo>
                    <a:pt x="0" y="5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218;p69">
              <a:extLst>
                <a:ext uri="{FF2B5EF4-FFF2-40B4-BE49-F238E27FC236}">
                  <a16:creationId xmlns:a16="http://schemas.microsoft.com/office/drawing/2014/main" id="{962CB85A-519F-FE84-8F33-94390B3BDE92}"/>
                </a:ext>
              </a:extLst>
            </p:cNvPr>
            <p:cNvSpPr/>
            <p:nvPr/>
          </p:nvSpPr>
          <p:spPr>
            <a:xfrm>
              <a:off x="7539825" y="1890388"/>
              <a:ext cx="31325" cy="31300"/>
            </a:xfrm>
            <a:custGeom>
              <a:avLst/>
              <a:gdLst/>
              <a:ahLst/>
              <a:cxnLst/>
              <a:rect l="l" t="t" r="r" b="b"/>
              <a:pathLst>
                <a:path w="1253" h="1252" extrusionOk="0">
                  <a:moveTo>
                    <a:pt x="516" y="0"/>
                  </a:moveTo>
                  <a:lnTo>
                    <a:pt x="393" y="49"/>
                  </a:lnTo>
                  <a:lnTo>
                    <a:pt x="271" y="98"/>
                  </a:lnTo>
                  <a:lnTo>
                    <a:pt x="173" y="197"/>
                  </a:lnTo>
                  <a:lnTo>
                    <a:pt x="99" y="270"/>
                  </a:lnTo>
                  <a:lnTo>
                    <a:pt x="50" y="393"/>
                  </a:lnTo>
                  <a:lnTo>
                    <a:pt x="1" y="516"/>
                  </a:lnTo>
                  <a:lnTo>
                    <a:pt x="1" y="614"/>
                  </a:lnTo>
                  <a:lnTo>
                    <a:pt x="1" y="736"/>
                  </a:lnTo>
                  <a:lnTo>
                    <a:pt x="25" y="859"/>
                  </a:lnTo>
                  <a:lnTo>
                    <a:pt x="99" y="982"/>
                  </a:lnTo>
                  <a:lnTo>
                    <a:pt x="173" y="1080"/>
                  </a:lnTo>
                  <a:lnTo>
                    <a:pt x="271" y="1154"/>
                  </a:lnTo>
                  <a:lnTo>
                    <a:pt x="369" y="1203"/>
                  </a:lnTo>
                  <a:lnTo>
                    <a:pt x="492" y="1252"/>
                  </a:lnTo>
                  <a:lnTo>
                    <a:pt x="737" y="1252"/>
                  </a:lnTo>
                  <a:lnTo>
                    <a:pt x="860" y="1227"/>
                  </a:lnTo>
                  <a:lnTo>
                    <a:pt x="958" y="1154"/>
                  </a:lnTo>
                  <a:lnTo>
                    <a:pt x="1056" y="1080"/>
                  </a:lnTo>
                  <a:lnTo>
                    <a:pt x="1154" y="982"/>
                  </a:lnTo>
                  <a:lnTo>
                    <a:pt x="1203" y="884"/>
                  </a:lnTo>
                  <a:lnTo>
                    <a:pt x="1228" y="761"/>
                  </a:lnTo>
                  <a:lnTo>
                    <a:pt x="1252" y="638"/>
                  </a:lnTo>
                  <a:lnTo>
                    <a:pt x="1252" y="516"/>
                  </a:lnTo>
                  <a:lnTo>
                    <a:pt x="1203" y="393"/>
                  </a:lnTo>
                  <a:lnTo>
                    <a:pt x="1154" y="295"/>
                  </a:lnTo>
                  <a:lnTo>
                    <a:pt x="1080" y="197"/>
                  </a:lnTo>
                  <a:lnTo>
                    <a:pt x="982" y="98"/>
                  </a:lnTo>
                  <a:lnTo>
                    <a:pt x="860" y="49"/>
                  </a:lnTo>
                  <a:lnTo>
                    <a:pt x="762" y="25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FF9B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219;p69">
              <a:extLst>
                <a:ext uri="{FF2B5EF4-FFF2-40B4-BE49-F238E27FC236}">
                  <a16:creationId xmlns:a16="http://schemas.microsoft.com/office/drawing/2014/main" id="{EF01314D-729C-288C-6FBB-6155ADA33237}"/>
                </a:ext>
              </a:extLst>
            </p:cNvPr>
            <p:cNvSpPr/>
            <p:nvPr/>
          </p:nvSpPr>
          <p:spPr>
            <a:xfrm>
              <a:off x="7502425" y="1900813"/>
              <a:ext cx="11050" cy="18425"/>
            </a:xfrm>
            <a:custGeom>
              <a:avLst/>
              <a:gdLst/>
              <a:ahLst/>
              <a:cxnLst/>
              <a:rect l="l" t="t" r="r" b="b"/>
              <a:pathLst>
                <a:path w="442" h="737" extrusionOk="0">
                  <a:moveTo>
                    <a:pt x="196" y="0"/>
                  </a:moveTo>
                  <a:lnTo>
                    <a:pt x="0" y="614"/>
                  </a:lnTo>
                  <a:lnTo>
                    <a:pt x="0" y="663"/>
                  </a:lnTo>
                  <a:lnTo>
                    <a:pt x="0" y="712"/>
                  </a:lnTo>
                  <a:lnTo>
                    <a:pt x="49" y="737"/>
                  </a:lnTo>
                  <a:lnTo>
                    <a:pt x="98" y="737"/>
                  </a:lnTo>
                  <a:lnTo>
                    <a:pt x="442" y="663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C74E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220;p69">
              <a:extLst>
                <a:ext uri="{FF2B5EF4-FFF2-40B4-BE49-F238E27FC236}">
                  <a16:creationId xmlns:a16="http://schemas.microsoft.com/office/drawing/2014/main" id="{F2F0CCCC-ACA6-3DF4-0F3D-E7035B1C0FDC}"/>
                </a:ext>
              </a:extLst>
            </p:cNvPr>
            <p:cNvSpPr/>
            <p:nvPr/>
          </p:nvSpPr>
          <p:spPr>
            <a:xfrm>
              <a:off x="7508550" y="1865838"/>
              <a:ext cx="14125" cy="11700"/>
            </a:xfrm>
            <a:custGeom>
              <a:avLst/>
              <a:gdLst/>
              <a:ahLst/>
              <a:cxnLst/>
              <a:rect l="l" t="t" r="r" b="b"/>
              <a:pathLst>
                <a:path w="565" h="468" extrusionOk="0">
                  <a:moveTo>
                    <a:pt x="270" y="1"/>
                  </a:moveTo>
                  <a:lnTo>
                    <a:pt x="172" y="25"/>
                  </a:lnTo>
                  <a:lnTo>
                    <a:pt x="123" y="50"/>
                  </a:lnTo>
                  <a:lnTo>
                    <a:pt x="25" y="148"/>
                  </a:lnTo>
                  <a:lnTo>
                    <a:pt x="1" y="271"/>
                  </a:lnTo>
                  <a:lnTo>
                    <a:pt x="1" y="369"/>
                  </a:lnTo>
                  <a:lnTo>
                    <a:pt x="50" y="467"/>
                  </a:lnTo>
                  <a:lnTo>
                    <a:pt x="74" y="418"/>
                  </a:lnTo>
                  <a:lnTo>
                    <a:pt x="172" y="320"/>
                  </a:lnTo>
                  <a:lnTo>
                    <a:pt x="320" y="173"/>
                  </a:lnTo>
                  <a:lnTo>
                    <a:pt x="418" y="99"/>
                  </a:lnTo>
                  <a:lnTo>
                    <a:pt x="540" y="50"/>
                  </a:lnTo>
                  <a:lnTo>
                    <a:pt x="565" y="25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221;p69">
              <a:extLst>
                <a:ext uri="{FF2B5EF4-FFF2-40B4-BE49-F238E27FC236}">
                  <a16:creationId xmlns:a16="http://schemas.microsoft.com/office/drawing/2014/main" id="{D31A228D-BB50-8037-670A-8FD081C5963D}"/>
                </a:ext>
              </a:extLst>
            </p:cNvPr>
            <p:cNvSpPr/>
            <p:nvPr/>
          </p:nvSpPr>
          <p:spPr>
            <a:xfrm>
              <a:off x="7478500" y="1864013"/>
              <a:ext cx="10450" cy="9225"/>
            </a:xfrm>
            <a:custGeom>
              <a:avLst/>
              <a:gdLst/>
              <a:ahLst/>
              <a:cxnLst/>
              <a:rect l="l" t="t" r="r" b="b"/>
              <a:pathLst>
                <a:path w="418" h="369" extrusionOk="0">
                  <a:moveTo>
                    <a:pt x="197" y="0"/>
                  </a:moveTo>
                  <a:lnTo>
                    <a:pt x="0" y="172"/>
                  </a:lnTo>
                  <a:lnTo>
                    <a:pt x="172" y="221"/>
                  </a:lnTo>
                  <a:lnTo>
                    <a:pt x="295" y="295"/>
                  </a:lnTo>
                  <a:lnTo>
                    <a:pt x="417" y="368"/>
                  </a:lnTo>
                  <a:lnTo>
                    <a:pt x="417" y="270"/>
                  </a:lnTo>
                  <a:lnTo>
                    <a:pt x="393" y="147"/>
                  </a:lnTo>
                  <a:lnTo>
                    <a:pt x="319" y="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222;p69">
              <a:extLst>
                <a:ext uri="{FF2B5EF4-FFF2-40B4-BE49-F238E27FC236}">
                  <a16:creationId xmlns:a16="http://schemas.microsoft.com/office/drawing/2014/main" id="{C91D924E-2FBD-6016-1514-D1E0A228AE20}"/>
                </a:ext>
              </a:extLst>
            </p:cNvPr>
            <p:cNvSpPr/>
            <p:nvPr/>
          </p:nvSpPr>
          <p:spPr>
            <a:xfrm>
              <a:off x="7478500" y="1864013"/>
              <a:ext cx="10450" cy="9225"/>
            </a:xfrm>
            <a:custGeom>
              <a:avLst/>
              <a:gdLst/>
              <a:ahLst/>
              <a:cxnLst/>
              <a:rect l="l" t="t" r="r" b="b"/>
              <a:pathLst>
                <a:path w="418" h="369" fill="none" extrusionOk="0">
                  <a:moveTo>
                    <a:pt x="197" y="0"/>
                  </a:moveTo>
                  <a:lnTo>
                    <a:pt x="197" y="0"/>
                  </a:lnTo>
                  <a:lnTo>
                    <a:pt x="319" y="49"/>
                  </a:lnTo>
                  <a:lnTo>
                    <a:pt x="393" y="147"/>
                  </a:lnTo>
                  <a:lnTo>
                    <a:pt x="417" y="270"/>
                  </a:lnTo>
                  <a:lnTo>
                    <a:pt x="417" y="368"/>
                  </a:lnTo>
                  <a:lnTo>
                    <a:pt x="417" y="368"/>
                  </a:lnTo>
                  <a:lnTo>
                    <a:pt x="295" y="295"/>
                  </a:lnTo>
                  <a:lnTo>
                    <a:pt x="172" y="221"/>
                  </a:lnTo>
                  <a:lnTo>
                    <a:pt x="0" y="1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223;p69">
              <a:extLst>
                <a:ext uri="{FF2B5EF4-FFF2-40B4-BE49-F238E27FC236}">
                  <a16:creationId xmlns:a16="http://schemas.microsoft.com/office/drawing/2014/main" id="{6AA51239-F9B2-9892-7EC4-939A6843D4C5}"/>
                </a:ext>
              </a:extLst>
            </p:cNvPr>
            <p:cNvSpPr/>
            <p:nvPr/>
          </p:nvSpPr>
          <p:spPr>
            <a:xfrm>
              <a:off x="7515300" y="1889763"/>
              <a:ext cx="6150" cy="11075"/>
            </a:xfrm>
            <a:custGeom>
              <a:avLst/>
              <a:gdLst/>
              <a:ahLst/>
              <a:cxnLst/>
              <a:rect l="l" t="t" r="r" b="b"/>
              <a:pathLst>
                <a:path w="246" h="443" extrusionOk="0">
                  <a:moveTo>
                    <a:pt x="74" y="1"/>
                  </a:moveTo>
                  <a:lnTo>
                    <a:pt x="25" y="25"/>
                  </a:lnTo>
                  <a:lnTo>
                    <a:pt x="0" y="99"/>
                  </a:lnTo>
                  <a:lnTo>
                    <a:pt x="0" y="173"/>
                  </a:lnTo>
                  <a:lnTo>
                    <a:pt x="25" y="246"/>
                  </a:lnTo>
                  <a:lnTo>
                    <a:pt x="50" y="344"/>
                  </a:lnTo>
                  <a:lnTo>
                    <a:pt x="74" y="393"/>
                  </a:lnTo>
                  <a:lnTo>
                    <a:pt x="123" y="442"/>
                  </a:lnTo>
                  <a:lnTo>
                    <a:pt x="172" y="442"/>
                  </a:lnTo>
                  <a:lnTo>
                    <a:pt x="197" y="418"/>
                  </a:lnTo>
                  <a:lnTo>
                    <a:pt x="221" y="369"/>
                  </a:lnTo>
                  <a:lnTo>
                    <a:pt x="246" y="295"/>
                  </a:lnTo>
                  <a:lnTo>
                    <a:pt x="221" y="197"/>
                  </a:lnTo>
                  <a:lnTo>
                    <a:pt x="197" y="123"/>
                  </a:lnTo>
                  <a:lnTo>
                    <a:pt x="172" y="50"/>
                  </a:lnTo>
                  <a:lnTo>
                    <a:pt x="123" y="2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224;p69">
              <a:extLst>
                <a:ext uri="{FF2B5EF4-FFF2-40B4-BE49-F238E27FC236}">
                  <a16:creationId xmlns:a16="http://schemas.microsoft.com/office/drawing/2014/main" id="{4D5217EE-BC51-4D06-F7BB-C9960A4E2F4D}"/>
                </a:ext>
              </a:extLst>
            </p:cNvPr>
            <p:cNvSpPr/>
            <p:nvPr/>
          </p:nvSpPr>
          <p:spPr>
            <a:xfrm>
              <a:off x="7495050" y="1894688"/>
              <a:ext cx="5550" cy="10450"/>
            </a:xfrm>
            <a:custGeom>
              <a:avLst/>
              <a:gdLst/>
              <a:ahLst/>
              <a:cxnLst/>
              <a:rect l="l" t="t" r="r" b="b"/>
              <a:pathLst>
                <a:path w="222" h="418" extrusionOk="0">
                  <a:moveTo>
                    <a:pt x="50" y="0"/>
                  </a:moveTo>
                  <a:lnTo>
                    <a:pt x="25" y="25"/>
                  </a:lnTo>
                  <a:lnTo>
                    <a:pt x="1" y="74"/>
                  </a:lnTo>
                  <a:lnTo>
                    <a:pt x="1" y="147"/>
                  </a:lnTo>
                  <a:lnTo>
                    <a:pt x="1" y="245"/>
                  </a:lnTo>
                  <a:lnTo>
                    <a:pt x="25" y="319"/>
                  </a:lnTo>
                  <a:lnTo>
                    <a:pt x="74" y="368"/>
                  </a:lnTo>
                  <a:lnTo>
                    <a:pt x="99" y="417"/>
                  </a:lnTo>
                  <a:lnTo>
                    <a:pt x="148" y="417"/>
                  </a:lnTo>
                  <a:lnTo>
                    <a:pt x="172" y="393"/>
                  </a:lnTo>
                  <a:lnTo>
                    <a:pt x="197" y="344"/>
                  </a:lnTo>
                  <a:lnTo>
                    <a:pt x="222" y="270"/>
                  </a:lnTo>
                  <a:lnTo>
                    <a:pt x="197" y="196"/>
                  </a:lnTo>
                  <a:lnTo>
                    <a:pt x="172" y="123"/>
                  </a:lnTo>
                  <a:lnTo>
                    <a:pt x="148" y="49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225;p69">
              <a:extLst>
                <a:ext uri="{FF2B5EF4-FFF2-40B4-BE49-F238E27FC236}">
                  <a16:creationId xmlns:a16="http://schemas.microsoft.com/office/drawing/2014/main" id="{6A406B8A-BC35-908D-6DBD-0240DF20B3D8}"/>
                </a:ext>
              </a:extLst>
            </p:cNvPr>
            <p:cNvSpPr/>
            <p:nvPr/>
          </p:nvSpPr>
          <p:spPr>
            <a:xfrm>
              <a:off x="7487700" y="1813713"/>
              <a:ext cx="115950" cy="63200"/>
            </a:xfrm>
            <a:custGeom>
              <a:avLst/>
              <a:gdLst/>
              <a:ahLst/>
              <a:cxnLst/>
              <a:rect l="l" t="t" r="r" b="b"/>
              <a:pathLst>
                <a:path w="4638" h="2528" extrusionOk="0">
                  <a:moveTo>
                    <a:pt x="1791" y="0"/>
                  </a:moveTo>
                  <a:lnTo>
                    <a:pt x="1571" y="25"/>
                  </a:lnTo>
                  <a:lnTo>
                    <a:pt x="1325" y="74"/>
                  </a:lnTo>
                  <a:lnTo>
                    <a:pt x="1080" y="147"/>
                  </a:lnTo>
                  <a:lnTo>
                    <a:pt x="835" y="246"/>
                  </a:lnTo>
                  <a:lnTo>
                    <a:pt x="565" y="393"/>
                  </a:lnTo>
                  <a:lnTo>
                    <a:pt x="295" y="540"/>
                  </a:lnTo>
                  <a:lnTo>
                    <a:pt x="0" y="736"/>
                  </a:lnTo>
                  <a:lnTo>
                    <a:pt x="123" y="859"/>
                  </a:lnTo>
                  <a:lnTo>
                    <a:pt x="466" y="1153"/>
                  </a:lnTo>
                  <a:lnTo>
                    <a:pt x="687" y="1350"/>
                  </a:lnTo>
                  <a:lnTo>
                    <a:pt x="957" y="1571"/>
                  </a:lnTo>
                  <a:lnTo>
                    <a:pt x="1276" y="1791"/>
                  </a:lnTo>
                  <a:lnTo>
                    <a:pt x="1595" y="1988"/>
                  </a:lnTo>
                  <a:lnTo>
                    <a:pt x="1963" y="2184"/>
                  </a:lnTo>
                  <a:lnTo>
                    <a:pt x="2331" y="2331"/>
                  </a:lnTo>
                  <a:lnTo>
                    <a:pt x="2699" y="2454"/>
                  </a:lnTo>
                  <a:lnTo>
                    <a:pt x="3092" y="2503"/>
                  </a:lnTo>
                  <a:lnTo>
                    <a:pt x="3288" y="2528"/>
                  </a:lnTo>
                  <a:lnTo>
                    <a:pt x="3484" y="2503"/>
                  </a:lnTo>
                  <a:lnTo>
                    <a:pt x="3681" y="2478"/>
                  </a:lnTo>
                  <a:lnTo>
                    <a:pt x="3877" y="2429"/>
                  </a:lnTo>
                  <a:lnTo>
                    <a:pt x="4073" y="2380"/>
                  </a:lnTo>
                  <a:lnTo>
                    <a:pt x="4270" y="2282"/>
                  </a:lnTo>
                  <a:lnTo>
                    <a:pt x="4441" y="2159"/>
                  </a:lnTo>
                  <a:lnTo>
                    <a:pt x="4638" y="2037"/>
                  </a:lnTo>
                  <a:lnTo>
                    <a:pt x="4564" y="1890"/>
                  </a:lnTo>
                  <a:lnTo>
                    <a:pt x="4343" y="1522"/>
                  </a:lnTo>
                  <a:lnTo>
                    <a:pt x="4171" y="1276"/>
                  </a:lnTo>
                  <a:lnTo>
                    <a:pt x="3975" y="1031"/>
                  </a:lnTo>
                  <a:lnTo>
                    <a:pt x="3730" y="785"/>
                  </a:lnTo>
                  <a:lnTo>
                    <a:pt x="3460" y="540"/>
                  </a:lnTo>
                  <a:lnTo>
                    <a:pt x="3165" y="344"/>
                  </a:lnTo>
                  <a:lnTo>
                    <a:pt x="2994" y="246"/>
                  </a:lnTo>
                  <a:lnTo>
                    <a:pt x="2822" y="172"/>
                  </a:lnTo>
                  <a:lnTo>
                    <a:pt x="2626" y="98"/>
                  </a:lnTo>
                  <a:lnTo>
                    <a:pt x="2429" y="49"/>
                  </a:lnTo>
                  <a:lnTo>
                    <a:pt x="2233" y="25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226;p69">
              <a:extLst>
                <a:ext uri="{FF2B5EF4-FFF2-40B4-BE49-F238E27FC236}">
                  <a16:creationId xmlns:a16="http://schemas.microsoft.com/office/drawing/2014/main" id="{DE7366A7-5A5E-2BD7-6494-4403AFDB733A}"/>
                </a:ext>
              </a:extLst>
            </p:cNvPr>
            <p:cNvSpPr/>
            <p:nvPr/>
          </p:nvSpPr>
          <p:spPr>
            <a:xfrm>
              <a:off x="7485250" y="1811863"/>
              <a:ext cx="120250" cy="66275"/>
            </a:xfrm>
            <a:custGeom>
              <a:avLst/>
              <a:gdLst/>
              <a:ahLst/>
              <a:cxnLst/>
              <a:rect l="l" t="t" r="r" b="b"/>
              <a:pathLst>
                <a:path w="4810" h="2651" extrusionOk="0">
                  <a:moveTo>
                    <a:pt x="2061" y="123"/>
                  </a:moveTo>
                  <a:lnTo>
                    <a:pt x="2380" y="148"/>
                  </a:lnTo>
                  <a:lnTo>
                    <a:pt x="2650" y="221"/>
                  </a:lnTo>
                  <a:lnTo>
                    <a:pt x="2945" y="320"/>
                  </a:lnTo>
                  <a:lnTo>
                    <a:pt x="3190" y="442"/>
                  </a:lnTo>
                  <a:lnTo>
                    <a:pt x="3362" y="565"/>
                  </a:lnTo>
                  <a:lnTo>
                    <a:pt x="3533" y="688"/>
                  </a:lnTo>
                  <a:lnTo>
                    <a:pt x="3828" y="933"/>
                  </a:lnTo>
                  <a:lnTo>
                    <a:pt x="4098" y="1227"/>
                  </a:lnTo>
                  <a:lnTo>
                    <a:pt x="4294" y="1497"/>
                  </a:lnTo>
                  <a:lnTo>
                    <a:pt x="4466" y="1743"/>
                  </a:lnTo>
                  <a:lnTo>
                    <a:pt x="4564" y="1939"/>
                  </a:lnTo>
                  <a:lnTo>
                    <a:pt x="4638" y="2086"/>
                  </a:lnTo>
                  <a:lnTo>
                    <a:pt x="4642" y="2091"/>
                  </a:lnTo>
                  <a:lnTo>
                    <a:pt x="4539" y="2160"/>
                  </a:lnTo>
                  <a:lnTo>
                    <a:pt x="4368" y="2283"/>
                  </a:lnTo>
                  <a:lnTo>
                    <a:pt x="4220" y="2356"/>
                  </a:lnTo>
                  <a:lnTo>
                    <a:pt x="4049" y="2405"/>
                  </a:lnTo>
                  <a:lnTo>
                    <a:pt x="3901" y="2454"/>
                  </a:lnTo>
                  <a:lnTo>
                    <a:pt x="3730" y="2503"/>
                  </a:lnTo>
                  <a:lnTo>
                    <a:pt x="3411" y="2528"/>
                  </a:lnTo>
                  <a:lnTo>
                    <a:pt x="3092" y="2503"/>
                  </a:lnTo>
                  <a:lnTo>
                    <a:pt x="2797" y="2454"/>
                  </a:lnTo>
                  <a:lnTo>
                    <a:pt x="2503" y="2356"/>
                  </a:lnTo>
                  <a:lnTo>
                    <a:pt x="2233" y="2258"/>
                  </a:lnTo>
                  <a:lnTo>
                    <a:pt x="1939" y="2111"/>
                  </a:lnTo>
                  <a:lnTo>
                    <a:pt x="1669" y="1964"/>
                  </a:lnTo>
                  <a:lnTo>
                    <a:pt x="1178" y="1645"/>
                  </a:lnTo>
                  <a:lnTo>
                    <a:pt x="761" y="1326"/>
                  </a:lnTo>
                  <a:lnTo>
                    <a:pt x="442" y="1031"/>
                  </a:lnTo>
                  <a:lnTo>
                    <a:pt x="221" y="835"/>
                  </a:lnTo>
                  <a:lnTo>
                    <a:pt x="207" y="821"/>
                  </a:lnTo>
                  <a:lnTo>
                    <a:pt x="417" y="688"/>
                  </a:lnTo>
                  <a:lnTo>
                    <a:pt x="663" y="516"/>
                  </a:lnTo>
                  <a:lnTo>
                    <a:pt x="933" y="393"/>
                  </a:lnTo>
                  <a:lnTo>
                    <a:pt x="1178" y="295"/>
                  </a:lnTo>
                  <a:lnTo>
                    <a:pt x="1399" y="221"/>
                  </a:lnTo>
                  <a:lnTo>
                    <a:pt x="1620" y="172"/>
                  </a:lnTo>
                  <a:lnTo>
                    <a:pt x="1840" y="148"/>
                  </a:lnTo>
                  <a:lnTo>
                    <a:pt x="2061" y="123"/>
                  </a:lnTo>
                  <a:close/>
                  <a:moveTo>
                    <a:pt x="2061" y="1"/>
                  </a:moveTo>
                  <a:lnTo>
                    <a:pt x="1840" y="25"/>
                  </a:lnTo>
                  <a:lnTo>
                    <a:pt x="1595" y="50"/>
                  </a:lnTo>
                  <a:lnTo>
                    <a:pt x="1374" y="99"/>
                  </a:lnTo>
                  <a:lnTo>
                    <a:pt x="1129" y="172"/>
                  </a:lnTo>
                  <a:lnTo>
                    <a:pt x="883" y="271"/>
                  </a:lnTo>
                  <a:lnTo>
                    <a:pt x="614" y="418"/>
                  </a:lnTo>
                  <a:lnTo>
                    <a:pt x="344" y="565"/>
                  </a:lnTo>
                  <a:lnTo>
                    <a:pt x="74" y="761"/>
                  </a:lnTo>
                  <a:lnTo>
                    <a:pt x="0" y="810"/>
                  </a:lnTo>
                  <a:lnTo>
                    <a:pt x="49" y="859"/>
                  </a:lnTo>
                  <a:lnTo>
                    <a:pt x="344" y="1129"/>
                  </a:lnTo>
                  <a:lnTo>
                    <a:pt x="687" y="1424"/>
                  </a:lnTo>
                  <a:lnTo>
                    <a:pt x="1104" y="1743"/>
                  </a:lnTo>
                  <a:lnTo>
                    <a:pt x="1620" y="2086"/>
                  </a:lnTo>
                  <a:lnTo>
                    <a:pt x="1889" y="2233"/>
                  </a:lnTo>
                  <a:lnTo>
                    <a:pt x="2159" y="2381"/>
                  </a:lnTo>
                  <a:lnTo>
                    <a:pt x="2478" y="2479"/>
                  </a:lnTo>
                  <a:lnTo>
                    <a:pt x="2773" y="2577"/>
                  </a:lnTo>
                  <a:lnTo>
                    <a:pt x="3092" y="2626"/>
                  </a:lnTo>
                  <a:lnTo>
                    <a:pt x="3411" y="2651"/>
                  </a:lnTo>
                  <a:lnTo>
                    <a:pt x="3754" y="2626"/>
                  </a:lnTo>
                  <a:lnTo>
                    <a:pt x="3926" y="2602"/>
                  </a:lnTo>
                  <a:lnTo>
                    <a:pt x="4098" y="2528"/>
                  </a:lnTo>
                  <a:lnTo>
                    <a:pt x="4269" y="2479"/>
                  </a:lnTo>
                  <a:lnTo>
                    <a:pt x="4441" y="2381"/>
                  </a:lnTo>
                  <a:lnTo>
                    <a:pt x="4613" y="2283"/>
                  </a:lnTo>
                  <a:lnTo>
                    <a:pt x="4760" y="2160"/>
                  </a:lnTo>
                  <a:lnTo>
                    <a:pt x="4809" y="2111"/>
                  </a:lnTo>
                  <a:lnTo>
                    <a:pt x="4785" y="2086"/>
                  </a:lnTo>
                  <a:lnTo>
                    <a:pt x="4736" y="1988"/>
                  </a:lnTo>
                  <a:lnTo>
                    <a:pt x="4613" y="1743"/>
                  </a:lnTo>
                  <a:lnTo>
                    <a:pt x="4392" y="1424"/>
                  </a:lnTo>
                  <a:lnTo>
                    <a:pt x="4098" y="1056"/>
                  </a:lnTo>
                  <a:lnTo>
                    <a:pt x="3926" y="859"/>
                  </a:lnTo>
                  <a:lnTo>
                    <a:pt x="3730" y="663"/>
                  </a:lnTo>
                  <a:lnTo>
                    <a:pt x="3509" y="491"/>
                  </a:lnTo>
                  <a:lnTo>
                    <a:pt x="3263" y="344"/>
                  </a:lnTo>
                  <a:lnTo>
                    <a:pt x="2994" y="197"/>
                  </a:lnTo>
                  <a:lnTo>
                    <a:pt x="2699" y="99"/>
                  </a:lnTo>
                  <a:lnTo>
                    <a:pt x="2380" y="25"/>
                  </a:lnTo>
                  <a:lnTo>
                    <a:pt x="20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227;p69">
              <a:extLst>
                <a:ext uri="{FF2B5EF4-FFF2-40B4-BE49-F238E27FC236}">
                  <a16:creationId xmlns:a16="http://schemas.microsoft.com/office/drawing/2014/main" id="{826D7D6F-8B3D-2E45-56F0-E467D6DADFD8}"/>
                </a:ext>
              </a:extLst>
            </p:cNvPr>
            <p:cNvSpPr/>
            <p:nvPr/>
          </p:nvSpPr>
          <p:spPr>
            <a:xfrm>
              <a:off x="7494450" y="1832713"/>
              <a:ext cx="104900" cy="60750"/>
            </a:xfrm>
            <a:custGeom>
              <a:avLst/>
              <a:gdLst/>
              <a:ahLst/>
              <a:cxnLst/>
              <a:rect l="l" t="t" r="r" b="b"/>
              <a:pathLst>
                <a:path w="4196" h="2430" extrusionOk="0">
                  <a:moveTo>
                    <a:pt x="196" y="1"/>
                  </a:moveTo>
                  <a:lnTo>
                    <a:pt x="123" y="25"/>
                  </a:lnTo>
                  <a:lnTo>
                    <a:pt x="74" y="75"/>
                  </a:lnTo>
                  <a:lnTo>
                    <a:pt x="25" y="124"/>
                  </a:lnTo>
                  <a:lnTo>
                    <a:pt x="0" y="197"/>
                  </a:lnTo>
                  <a:lnTo>
                    <a:pt x="25" y="271"/>
                  </a:lnTo>
                  <a:lnTo>
                    <a:pt x="74" y="320"/>
                  </a:lnTo>
                  <a:lnTo>
                    <a:pt x="565" y="737"/>
                  </a:lnTo>
                  <a:lnTo>
                    <a:pt x="1080" y="1154"/>
                  </a:lnTo>
                  <a:lnTo>
                    <a:pt x="1595" y="1547"/>
                  </a:lnTo>
                  <a:lnTo>
                    <a:pt x="2135" y="1890"/>
                  </a:lnTo>
                  <a:lnTo>
                    <a:pt x="2405" y="2062"/>
                  </a:lnTo>
                  <a:lnTo>
                    <a:pt x="2675" y="2209"/>
                  </a:lnTo>
                  <a:lnTo>
                    <a:pt x="2945" y="2332"/>
                  </a:lnTo>
                  <a:lnTo>
                    <a:pt x="3239" y="2405"/>
                  </a:lnTo>
                  <a:lnTo>
                    <a:pt x="3484" y="2430"/>
                  </a:lnTo>
                  <a:lnTo>
                    <a:pt x="3607" y="2430"/>
                  </a:lnTo>
                  <a:lnTo>
                    <a:pt x="3730" y="2405"/>
                  </a:lnTo>
                  <a:lnTo>
                    <a:pt x="3828" y="2356"/>
                  </a:lnTo>
                  <a:lnTo>
                    <a:pt x="3926" y="2307"/>
                  </a:lnTo>
                  <a:lnTo>
                    <a:pt x="4024" y="2234"/>
                  </a:lnTo>
                  <a:lnTo>
                    <a:pt x="4098" y="2136"/>
                  </a:lnTo>
                  <a:lnTo>
                    <a:pt x="4147" y="2062"/>
                  </a:lnTo>
                  <a:lnTo>
                    <a:pt x="4171" y="1988"/>
                  </a:lnTo>
                  <a:lnTo>
                    <a:pt x="4196" y="1792"/>
                  </a:lnTo>
                  <a:lnTo>
                    <a:pt x="4171" y="1620"/>
                  </a:lnTo>
                  <a:lnTo>
                    <a:pt x="4171" y="1449"/>
                  </a:lnTo>
                  <a:lnTo>
                    <a:pt x="4098" y="1056"/>
                  </a:lnTo>
                  <a:lnTo>
                    <a:pt x="4024" y="688"/>
                  </a:lnTo>
                  <a:lnTo>
                    <a:pt x="3975" y="614"/>
                  </a:lnTo>
                  <a:lnTo>
                    <a:pt x="3926" y="565"/>
                  </a:lnTo>
                  <a:lnTo>
                    <a:pt x="3852" y="541"/>
                  </a:lnTo>
                  <a:lnTo>
                    <a:pt x="3779" y="541"/>
                  </a:lnTo>
                  <a:lnTo>
                    <a:pt x="3730" y="590"/>
                  </a:lnTo>
                  <a:lnTo>
                    <a:pt x="3681" y="639"/>
                  </a:lnTo>
                  <a:lnTo>
                    <a:pt x="3632" y="688"/>
                  </a:lnTo>
                  <a:lnTo>
                    <a:pt x="3656" y="786"/>
                  </a:lnTo>
                  <a:lnTo>
                    <a:pt x="3730" y="1154"/>
                  </a:lnTo>
                  <a:lnTo>
                    <a:pt x="3779" y="1522"/>
                  </a:lnTo>
                  <a:lnTo>
                    <a:pt x="3803" y="1645"/>
                  </a:lnTo>
                  <a:lnTo>
                    <a:pt x="3803" y="1792"/>
                  </a:lnTo>
                  <a:lnTo>
                    <a:pt x="3803" y="1866"/>
                  </a:lnTo>
                  <a:lnTo>
                    <a:pt x="3779" y="1915"/>
                  </a:lnTo>
                  <a:lnTo>
                    <a:pt x="3754" y="1964"/>
                  </a:lnTo>
                  <a:lnTo>
                    <a:pt x="3705" y="2013"/>
                  </a:lnTo>
                  <a:lnTo>
                    <a:pt x="3583" y="2037"/>
                  </a:lnTo>
                  <a:lnTo>
                    <a:pt x="3484" y="2037"/>
                  </a:lnTo>
                  <a:lnTo>
                    <a:pt x="3264" y="2013"/>
                  </a:lnTo>
                  <a:lnTo>
                    <a:pt x="2945" y="1915"/>
                  </a:lnTo>
                  <a:lnTo>
                    <a:pt x="2650" y="1743"/>
                  </a:lnTo>
                  <a:lnTo>
                    <a:pt x="2037" y="1375"/>
                  </a:lnTo>
                  <a:lnTo>
                    <a:pt x="1448" y="958"/>
                  </a:lnTo>
                  <a:lnTo>
                    <a:pt x="884" y="516"/>
                  </a:lnTo>
                  <a:lnTo>
                    <a:pt x="344" y="50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228;p69">
              <a:extLst>
                <a:ext uri="{FF2B5EF4-FFF2-40B4-BE49-F238E27FC236}">
                  <a16:creationId xmlns:a16="http://schemas.microsoft.com/office/drawing/2014/main" id="{9F7A15D0-7329-954F-7DBD-78903E5C0A72}"/>
                </a:ext>
              </a:extLst>
            </p:cNvPr>
            <p:cNvSpPr/>
            <p:nvPr/>
          </p:nvSpPr>
          <p:spPr>
            <a:xfrm>
              <a:off x="7543525" y="1952338"/>
              <a:ext cx="35600" cy="42975"/>
            </a:xfrm>
            <a:custGeom>
              <a:avLst/>
              <a:gdLst/>
              <a:ahLst/>
              <a:cxnLst/>
              <a:rect l="l" t="t" r="r" b="b"/>
              <a:pathLst>
                <a:path w="1424" h="1719" extrusionOk="0">
                  <a:moveTo>
                    <a:pt x="1227" y="0"/>
                  </a:moveTo>
                  <a:lnTo>
                    <a:pt x="932" y="172"/>
                  </a:lnTo>
                  <a:lnTo>
                    <a:pt x="712" y="246"/>
                  </a:lnTo>
                  <a:lnTo>
                    <a:pt x="393" y="344"/>
                  </a:lnTo>
                  <a:lnTo>
                    <a:pt x="172" y="369"/>
                  </a:lnTo>
                  <a:lnTo>
                    <a:pt x="0" y="393"/>
                  </a:lnTo>
                  <a:lnTo>
                    <a:pt x="25" y="467"/>
                  </a:lnTo>
                  <a:lnTo>
                    <a:pt x="49" y="516"/>
                  </a:lnTo>
                  <a:lnTo>
                    <a:pt x="74" y="663"/>
                  </a:lnTo>
                  <a:lnTo>
                    <a:pt x="74" y="835"/>
                  </a:lnTo>
                  <a:lnTo>
                    <a:pt x="74" y="1031"/>
                  </a:lnTo>
                  <a:lnTo>
                    <a:pt x="49" y="1375"/>
                  </a:lnTo>
                  <a:lnTo>
                    <a:pt x="74" y="1546"/>
                  </a:lnTo>
                  <a:lnTo>
                    <a:pt x="123" y="1669"/>
                  </a:lnTo>
                  <a:lnTo>
                    <a:pt x="172" y="1718"/>
                  </a:lnTo>
                  <a:lnTo>
                    <a:pt x="245" y="1718"/>
                  </a:lnTo>
                  <a:lnTo>
                    <a:pt x="319" y="1669"/>
                  </a:lnTo>
                  <a:lnTo>
                    <a:pt x="417" y="1595"/>
                  </a:lnTo>
                  <a:lnTo>
                    <a:pt x="614" y="1375"/>
                  </a:lnTo>
                  <a:lnTo>
                    <a:pt x="834" y="1056"/>
                  </a:lnTo>
                  <a:lnTo>
                    <a:pt x="1227" y="467"/>
                  </a:lnTo>
                  <a:lnTo>
                    <a:pt x="1399" y="172"/>
                  </a:lnTo>
                  <a:lnTo>
                    <a:pt x="1423" y="148"/>
                  </a:lnTo>
                  <a:lnTo>
                    <a:pt x="1423" y="99"/>
                  </a:lnTo>
                  <a:lnTo>
                    <a:pt x="1374" y="25"/>
                  </a:lnTo>
                  <a:lnTo>
                    <a:pt x="132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229;p69">
              <a:extLst>
                <a:ext uri="{FF2B5EF4-FFF2-40B4-BE49-F238E27FC236}">
                  <a16:creationId xmlns:a16="http://schemas.microsoft.com/office/drawing/2014/main" id="{E57E4CF0-4040-B52B-CEA7-55082AD96CCD}"/>
                </a:ext>
              </a:extLst>
            </p:cNvPr>
            <p:cNvSpPr/>
            <p:nvPr/>
          </p:nvSpPr>
          <p:spPr>
            <a:xfrm>
              <a:off x="7450900" y="2021663"/>
              <a:ext cx="294450" cy="360075"/>
            </a:xfrm>
            <a:custGeom>
              <a:avLst/>
              <a:gdLst/>
              <a:ahLst/>
              <a:cxnLst/>
              <a:rect l="l" t="t" r="r" b="b"/>
              <a:pathLst>
                <a:path w="11778" h="14403" extrusionOk="0">
                  <a:moveTo>
                    <a:pt x="6183" y="0"/>
                  </a:moveTo>
                  <a:lnTo>
                    <a:pt x="5594" y="25"/>
                  </a:lnTo>
                  <a:lnTo>
                    <a:pt x="4956" y="74"/>
                  </a:lnTo>
                  <a:lnTo>
                    <a:pt x="3803" y="196"/>
                  </a:lnTo>
                  <a:lnTo>
                    <a:pt x="3288" y="245"/>
                  </a:lnTo>
                  <a:lnTo>
                    <a:pt x="3263" y="319"/>
                  </a:lnTo>
                  <a:lnTo>
                    <a:pt x="3214" y="442"/>
                  </a:lnTo>
                  <a:lnTo>
                    <a:pt x="2944" y="736"/>
                  </a:lnTo>
                  <a:lnTo>
                    <a:pt x="2576" y="1129"/>
                  </a:lnTo>
                  <a:lnTo>
                    <a:pt x="2135" y="1546"/>
                  </a:lnTo>
                  <a:lnTo>
                    <a:pt x="1816" y="1840"/>
                  </a:lnTo>
                  <a:lnTo>
                    <a:pt x="1546" y="2159"/>
                  </a:lnTo>
                  <a:lnTo>
                    <a:pt x="1301" y="2503"/>
                  </a:lnTo>
                  <a:lnTo>
                    <a:pt x="1080" y="2871"/>
                  </a:lnTo>
                  <a:lnTo>
                    <a:pt x="883" y="3263"/>
                  </a:lnTo>
                  <a:lnTo>
                    <a:pt x="736" y="3656"/>
                  </a:lnTo>
                  <a:lnTo>
                    <a:pt x="614" y="4049"/>
                  </a:lnTo>
                  <a:lnTo>
                    <a:pt x="515" y="4490"/>
                  </a:lnTo>
                  <a:lnTo>
                    <a:pt x="245" y="5889"/>
                  </a:lnTo>
                  <a:lnTo>
                    <a:pt x="49" y="7238"/>
                  </a:lnTo>
                  <a:lnTo>
                    <a:pt x="0" y="7582"/>
                  </a:lnTo>
                  <a:lnTo>
                    <a:pt x="0" y="7974"/>
                  </a:lnTo>
                  <a:lnTo>
                    <a:pt x="25" y="8931"/>
                  </a:lnTo>
                  <a:lnTo>
                    <a:pt x="98" y="10035"/>
                  </a:lnTo>
                  <a:lnTo>
                    <a:pt x="196" y="11189"/>
                  </a:lnTo>
                  <a:lnTo>
                    <a:pt x="417" y="13250"/>
                  </a:lnTo>
                  <a:lnTo>
                    <a:pt x="515" y="14403"/>
                  </a:lnTo>
                  <a:lnTo>
                    <a:pt x="11778" y="13520"/>
                  </a:lnTo>
                  <a:lnTo>
                    <a:pt x="11704" y="12146"/>
                  </a:lnTo>
                  <a:lnTo>
                    <a:pt x="11606" y="10673"/>
                  </a:lnTo>
                  <a:lnTo>
                    <a:pt x="11483" y="8931"/>
                  </a:lnTo>
                  <a:lnTo>
                    <a:pt x="11311" y="7116"/>
                  </a:lnTo>
                  <a:lnTo>
                    <a:pt x="11115" y="5349"/>
                  </a:lnTo>
                  <a:lnTo>
                    <a:pt x="10992" y="4564"/>
                  </a:lnTo>
                  <a:lnTo>
                    <a:pt x="10870" y="3877"/>
                  </a:lnTo>
                  <a:lnTo>
                    <a:pt x="10747" y="3263"/>
                  </a:lnTo>
                  <a:lnTo>
                    <a:pt x="10600" y="2822"/>
                  </a:lnTo>
                  <a:lnTo>
                    <a:pt x="6846" y="49"/>
                  </a:lnTo>
                  <a:lnTo>
                    <a:pt x="6748" y="25"/>
                  </a:lnTo>
                  <a:lnTo>
                    <a:pt x="66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230;p69">
              <a:extLst>
                <a:ext uri="{FF2B5EF4-FFF2-40B4-BE49-F238E27FC236}">
                  <a16:creationId xmlns:a16="http://schemas.microsoft.com/office/drawing/2014/main" id="{C0408649-C2F6-8C2B-A0B5-4C53F4CBDD30}"/>
                </a:ext>
              </a:extLst>
            </p:cNvPr>
            <p:cNvSpPr/>
            <p:nvPr/>
          </p:nvSpPr>
          <p:spPr>
            <a:xfrm>
              <a:off x="7586450" y="1776288"/>
              <a:ext cx="212275" cy="418975"/>
            </a:xfrm>
            <a:custGeom>
              <a:avLst/>
              <a:gdLst/>
              <a:ahLst/>
              <a:cxnLst/>
              <a:rect l="l" t="t" r="r" b="b"/>
              <a:pathLst>
                <a:path w="8491" h="16759" extrusionOk="0">
                  <a:moveTo>
                    <a:pt x="344" y="1"/>
                  </a:moveTo>
                  <a:lnTo>
                    <a:pt x="295" y="25"/>
                  </a:lnTo>
                  <a:lnTo>
                    <a:pt x="271" y="50"/>
                  </a:lnTo>
                  <a:lnTo>
                    <a:pt x="271" y="74"/>
                  </a:lnTo>
                  <a:lnTo>
                    <a:pt x="271" y="123"/>
                  </a:lnTo>
                  <a:lnTo>
                    <a:pt x="320" y="246"/>
                  </a:lnTo>
                  <a:lnTo>
                    <a:pt x="393" y="418"/>
                  </a:lnTo>
                  <a:lnTo>
                    <a:pt x="467" y="614"/>
                  </a:lnTo>
                  <a:lnTo>
                    <a:pt x="590" y="1031"/>
                  </a:lnTo>
                  <a:lnTo>
                    <a:pt x="688" y="1546"/>
                  </a:lnTo>
                  <a:lnTo>
                    <a:pt x="516" y="1154"/>
                  </a:lnTo>
                  <a:lnTo>
                    <a:pt x="344" y="835"/>
                  </a:lnTo>
                  <a:lnTo>
                    <a:pt x="172" y="589"/>
                  </a:lnTo>
                  <a:lnTo>
                    <a:pt x="99" y="540"/>
                  </a:lnTo>
                  <a:lnTo>
                    <a:pt x="50" y="516"/>
                  </a:lnTo>
                  <a:lnTo>
                    <a:pt x="25" y="516"/>
                  </a:lnTo>
                  <a:lnTo>
                    <a:pt x="1" y="565"/>
                  </a:lnTo>
                  <a:lnTo>
                    <a:pt x="1" y="737"/>
                  </a:lnTo>
                  <a:lnTo>
                    <a:pt x="25" y="982"/>
                  </a:lnTo>
                  <a:lnTo>
                    <a:pt x="99" y="1350"/>
                  </a:lnTo>
                  <a:lnTo>
                    <a:pt x="271" y="2233"/>
                  </a:lnTo>
                  <a:lnTo>
                    <a:pt x="516" y="3337"/>
                  </a:lnTo>
                  <a:lnTo>
                    <a:pt x="1080" y="5693"/>
                  </a:lnTo>
                  <a:lnTo>
                    <a:pt x="1301" y="6748"/>
                  </a:lnTo>
                  <a:lnTo>
                    <a:pt x="1473" y="7607"/>
                  </a:lnTo>
                  <a:lnTo>
                    <a:pt x="1571" y="8048"/>
                  </a:lnTo>
                  <a:lnTo>
                    <a:pt x="1718" y="8662"/>
                  </a:lnTo>
                  <a:lnTo>
                    <a:pt x="1964" y="9422"/>
                  </a:lnTo>
                  <a:lnTo>
                    <a:pt x="2233" y="10257"/>
                  </a:lnTo>
                  <a:lnTo>
                    <a:pt x="2577" y="11140"/>
                  </a:lnTo>
                  <a:lnTo>
                    <a:pt x="2970" y="12072"/>
                  </a:lnTo>
                  <a:lnTo>
                    <a:pt x="3387" y="13005"/>
                  </a:lnTo>
                  <a:lnTo>
                    <a:pt x="3828" y="13888"/>
                  </a:lnTo>
                  <a:lnTo>
                    <a:pt x="4074" y="14330"/>
                  </a:lnTo>
                  <a:lnTo>
                    <a:pt x="4319" y="14722"/>
                  </a:lnTo>
                  <a:lnTo>
                    <a:pt x="4564" y="15090"/>
                  </a:lnTo>
                  <a:lnTo>
                    <a:pt x="4810" y="15458"/>
                  </a:lnTo>
                  <a:lnTo>
                    <a:pt x="5080" y="15777"/>
                  </a:lnTo>
                  <a:lnTo>
                    <a:pt x="5350" y="16047"/>
                  </a:lnTo>
                  <a:lnTo>
                    <a:pt x="5595" y="16293"/>
                  </a:lnTo>
                  <a:lnTo>
                    <a:pt x="5865" y="16489"/>
                  </a:lnTo>
                  <a:lnTo>
                    <a:pt x="6135" y="16636"/>
                  </a:lnTo>
                  <a:lnTo>
                    <a:pt x="6405" y="16734"/>
                  </a:lnTo>
                  <a:lnTo>
                    <a:pt x="6675" y="16759"/>
                  </a:lnTo>
                  <a:lnTo>
                    <a:pt x="6797" y="16759"/>
                  </a:lnTo>
                  <a:lnTo>
                    <a:pt x="6920" y="16734"/>
                  </a:lnTo>
                  <a:lnTo>
                    <a:pt x="7067" y="16710"/>
                  </a:lnTo>
                  <a:lnTo>
                    <a:pt x="7190" y="16661"/>
                  </a:lnTo>
                  <a:lnTo>
                    <a:pt x="7312" y="16587"/>
                  </a:lnTo>
                  <a:lnTo>
                    <a:pt x="7460" y="16489"/>
                  </a:lnTo>
                  <a:lnTo>
                    <a:pt x="7582" y="16391"/>
                  </a:lnTo>
                  <a:lnTo>
                    <a:pt x="7705" y="16268"/>
                  </a:lnTo>
                  <a:lnTo>
                    <a:pt x="7950" y="15949"/>
                  </a:lnTo>
                  <a:lnTo>
                    <a:pt x="8073" y="15777"/>
                  </a:lnTo>
                  <a:lnTo>
                    <a:pt x="8171" y="15581"/>
                  </a:lnTo>
                  <a:lnTo>
                    <a:pt x="8269" y="15409"/>
                  </a:lnTo>
                  <a:lnTo>
                    <a:pt x="8343" y="15189"/>
                  </a:lnTo>
                  <a:lnTo>
                    <a:pt x="8441" y="14771"/>
                  </a:lnTo>
                  <a:lnTo>
                    <a:pt x="8490" y="14330"/>
                  </a:lnTo>
                  <a:lnTo>
                    <a:pt x="8490" y="13864"/>
                  </a:lnTo>
                  <a:lnTo>
                    <a:pt x="8466" y="13397"/>
                  </a:lnTo>
                  <a:lnTo>
                    <a:pt x="8368" y="12882"/>
                  </a:lnTo>
                  <a:lnTo>
                    <a:pt x="8269" y="12391"/>
                  </a:lnTo>
                  <a:lnTo>
                    <a:pt x="8098" y="11852"/>
                  </a:lnTo>
                  <a:lnTo>
                    <a:pt x="7926" y="11336"/>
                  </a:lnTo>
                  <a:lnTo>
                    <a:pt x="7705" y="10797"/>
                  </a:lnTo>
                  <a:lnTo>
                    <a:pt x="7460" y="10257"/>
                  </a:lnTo>
                  <a:lnTo>
                    <a:pt x="7214" y="9717"/>
                  </a:lnTo>
                  <a:lnTo>
                    <a:pt x="6920" y="9177"/>
                  </a:lnTo>
                  <a:lnTo>
                    <a:pt x="6331" y="8147"/>
                  </a:lnTo>
                  <a:lnTo>
                    <a:pt x="5693" y="7141"/>
                  </a:lnTo>
                  <a:lnTo>
                    <a:pt x="5080" y="6184"/>
                  </a:lnTo>
                  <a:lnTo>
                    <a:pt x="4466" y="5325"/>
                  </a:lnTo>
                  <a:lnTo>
                    <a:pt x="3902" y="4589"/>
                  </a:lnTo>
                  <a:lnTo>
                    <a:pt x="3043" y="3509"/>
                  </a:lnTo>
                  <a:lnTo>
                    <a:pt x="2724" y="3092"/>
                  </a:lnTo>
                  <a:lnTo>
                    <a:pt x="2700" y="3068"/>
                  </a:lnTo>
                  <a:lnTo>
                    <a:pt x="2700" y="2945"/>
                  </a:lnTo>
                  <a:lnTo>
                    <a:pt x="2724" y="2724"/>
                  </a:lnTo>
                  <a:lnTo>
                    <a:pt x="2822" y="2356"/>
                  </a:lnTo>
                  <a:lnTo>
                    <a:pt x="2871" y="2135"/>
                  </a:lnTo>
                  <a:lnTo>
                    <a:pt x="2871" y="1914"/>
                  </a:lnTo>
                  <a:lnTo>
                    <a:pt x="2871" y="1743"/>
                  </a:lnTo>
                  <a:lnTo>
                    <a:pt x="2847" y="1546"/>
                  </a:lnTo>
                  <a:lnTo>
                    <a:pt x="2773" y="1399"/>
                  </a:lnTo>
                  <a:lnTo>
                    <a:pt x="2700" y="1252"/>
                  </a:lnTo>
                  <a:lnTo>
                    <a:pt x="2577" y="1129"/>
                  </a:lnTo>
                  <a:lnTo>
                    <a:pt x="2454" y="1056"/>
                  </a:lnTo>
                  <a:lnTo>
                    <a:pt x="2356" y="1007"/>
                  </a:lnTo>
                  <a:lnTo>
                    <a:pt x="2283" y="1007"/>
                  </a:lnTo>
                  <a:lnTo>
                    <a:pt x="2258" y="1031"/>
                  </a:lnTo>
                  <a:lnTo>
                    <a:pt x="2258" y="1105"/>
                  </a:lnTo>
                  <a:lnTo>
                    <a:pt x="2307" y="1276"/>
                  </a:lnTo>
                  <a:lnTo>
                    <a:pt x="2356" y="1473"/>
                  </a:lnTo>
                  <a:lnTo>
                    <a:pt x="2356" y="1669"/>
                  </a:lnTo>
                  <a:lnTo>
                    <a:pt x="2332" y="1792"/>
                  </a:lnTo>
                  <a:lnTo>
                    <a:pt x="2307" y="1841"/>
                  </a:lnTo>
                  <a:lnTo>
                    <a:pt x="2283" y="1865"/>
                  </a:lnTo>
                  <a:lnTo>
                    <a:pt x="2062" y="1203"/>
                  </a:lnTo>
                  <a:lnTo>
                    <a:pt x="1890" y="810"/>
                  </a:lnTo>
                  <a:lnTo>
                    <a:pt x="1694" y="467"/>
                  </a:lnTo>
                  <a:lnTo>
                    <a:pt x="1522" y="221"/>
                  </a:lnTo>
                  <a:lnTo>
                    <a:pt x="1473" y="148"/>
                  </a:lnTo>
                  <a:lnTo>
                    <a:pt x="1424" y="148"/>
                  </a:lnTo>
                  <a:lnTo>
                    <a:pt x="1399" y="221"/>
                  </a:lnTo>
                  <a:lnTo>
                    <a:pt x="1424" y="369"/>
                  </a:lnTo>
                  <a:lnTo>
                    <a:pt x="1502" y="722"/>
                  </a:lnTo>
                  <a:lnTo>
                    <a:pt x="1448" y="614"/>
                  </a:lnTo>
                  <a:lnTo>
                    <a:pt x="1326" y="393"/>
                  </a:lnTo>
                  <a:lnTo>
                    <a:pt x="1203" y="221"/>
                  </a:lnTo>
                  <a:lnTo>
                    <a:pt x="1056" y="99"/>
                  </a:lnTo>
                  <a:lnTo>
                    <a:pt x="933" y="25"/>
                  </a:lnTo>
                  <a:lnTo>
                    <a:pt x="884" y="1"/>
                  </a:lnTo>
                  <a:lnTo>
                    <a:pt x="835" y="25"/>
                  </a:lnTo>
                  <a:lnTo>
                    <a:pt x="835" y="99"/>
                  </a:lnTo>
                  <a:lnTo>
                    <a:pt x="859" y="246"/>
                  </a:lnTo>
                  <a:lnTo>
                    <a:pt x="1007" y="688"/>
                  </a:lnTo>
                  <a:lnTo>
                    <a:pt x="1227" y="1276"/>
                  </a:lnTo>
                  <a:lnTo>
                    <a:pt x="982" y="761"/>
                  </a:lnTo>
                  <a:lnTo>
                    <a:pt x="761" y="393"/>
                  </a:lnTo>
                  <a:lnTo>
                    <a:pt x="590" y="172"/>
                  </a:lnTo>
                  <a:lnTo>
                    <a:pt x="442" y="50"/>
                  </a:lnTo>
                  <a:lnTo>
                    <a:pt x="369" y="25"/>
                  </a:lnTo>
                  <a:lnTo>
                    <a:pt x="344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231;p69">
              <a:extLst>
                <a:ext uri="{FF2B5EF4-FFF2-40B4-BE49-F238E27FC236}">
                  <a16:creationId xmlns:a16="http://schemas.microsoft.com/office/drawing/2014/main" id="{269370AF-E02B-6E8F-392F-A9F51679B988}"/>
                </a:ext>
              </a:extLst>
            </p:cNvPr>
            <p:cNvSpPr/>
            <p:nvPr/>
          </p:nvSpPr>
          <p:spPr>
            <a:xfrm>
              <a:off x="7435550" y="1585513"/>
              <a:ext cx="80375" cy="184675"/>
            </a:xfrm>
            <a:custGeom>
              <a:avLst/>
              <a:gdLst/>
              <a:ahLst/>
              <a:cxnLst/>
              <a:rect l="l" t="t" r="r" b="b"/>
              <a:pathLst>
                <a:path w="3215" h="7387" extrusionOk="0">
                  <a:moveTo>
                    <a:pt x="1326" y="1"/>
                  </a:moveTo>
                  <a:lnTo>
                    <a:pt x="933" y="1080"/>
                  </a:lnTo>
                  <a:lnTo>
                    <a:pt x="590" y="2160"/>
                  </a:lnTo>
                  <a:lnTo>
                    <a:pt x="295" y="3264"/>
                  </a:lnTo>
                  <a:lnTo>
                    <a:pt x="50" y="4368"/>
                  </a:lnTo>
                  <a:lnTo>
                    <a:pt x="1" y="4565"/>
                  </a:lnTo>
                  <a:lnTo>
                    <a:pt x="1" y="4565"/>
                  </a:lnTo>
                  <a:lnTo>
                    <a:pt x="222" y="4515"/>
                  </a:lnTo>
                  <a:lnTo>
                    <a:pt x="590" y="4417"/>
                  </a:lnTo>
                  <a:lnTo>
                    <a:pt x="958" y="4295"/>
                  </a:lnTo>
                  <a:lnTo>
                    <a:pt x="1326" y="4172"/>
                  </a:lnTo>
                  <a:lnTo>
                    <a:pt x="1694" y="4000"/>
                  </a:lnTo>
                  <a:lnTo>
                    <a:pt x="2062" y="3853"/>
                  </a:lnTo>
                  <a:lnTo>
                    <a:pt x="2405" y="3681"/>
                  </a:lnTo>
                  <a:lnTo>
                    <a:pt x="2716" y="3504"/>
                  </a:lnTo>
                  <a:lnTo>
                    <a:pt x="2626" y="4147"/>
                  </a:lnTo>
                  <a:lnTo>
                    <a:pt x="2503" y="5227"/>
                  </a:lnTo>
                  <a:lnTo>
                    <a:pt x="2405" y="6307"/>
                  </a:lnTo>
                  <a:lnTo>
                    <a:pt x="2356" y="7386"/>
                  </a:lnTo>
                  <a:lnTo>
                    <a:pt x="2405" y="7386"/>
                  </a:lnTo>
                  <a:lnTo>
                    <a:pt x="2651" y="6331"/>
                  </a:lnTo>
                  <a:lnTo>
                    <a:pt x="2847" y="5276"/>
                  </a:lnTo>
                  <a:lnTo>
                    <a:pt x="3019" y="4196"/>
                  </a:lnTo>
                  <a:lnTo>
                    <a:pt x="3166" y="3141"/>
                  </a:lnTo>
                  <a:lnTo>
                    <a:pt x="3215" y="2700"/>
                  </a:lnTo>
                  <a:lnTo>
                    <a:pt x="3215" y="2700"/>
                  </a:lnTo>
                  <a:lnTo>
                    <a:pt x="2871" y="2945"/>
                  </a:lnTo>
                  <a:lnTo>
                    <a:pt x="2552" y="3166"/>
                  </a:lnTo>
                  <a:lnTo>
                    <a:pt x="2234" y="3362"/>
                  </a:lnTo>
                  <a:lnTo>
                    <a:pt x="1890" y="3534"/>
                  </a:lnTo>
                  <a:lnTo>
                    <a:pt x="1571" y="3706"/>
                  </a:lnTo>
                  <a:lnTo>
                    <a:pt x="1203" y="3877"/>
                  </a:lnTo>
                  <a:lnTo>
                    <a:pt x="859" y="4025"/>
                  </a:lnTo>
                  <a:lnTo>
                    <a:pt x="516" y="4147"/>
                  </a:lnTo>
                  <a:lnTo>
                    <a:pt x="337" y="4207"/>
                  </a:lnTo>
                  <a:lnTo>
                    <a:pt x="337" y="4207"/>
                  </a:lnTo>
                  <a:lnTo>
                    <a:pt x="516" y="3313"/>
                  </a:lnTo>
                  <a:lnTo>
                    <a:pt x="761" y="2209"/>
                  </a:lnTo>
                  <a:lnTo>
                    <a:pt x="1031" y="1105"/>
                  </a:lnTo>
                  <a:lnTo>
                    <a:pt x="1375" y="25"/>
                  </a:lnTo>
                  <a:lnTo>
                    <a:pt x="1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232;p69">
              <a:extLst>
                <a:ext uri="{FF2B5EF4-FFF2-40B4-BE49-F238E27FC236}">
                  <a16:creationId xmlns:a16="http://schemas.microsoft.com/office/drawing/2014/main" id="{4B297A1C-F4B3-E04C-4B7A-ED87516F5A0A}"/>
                </a:ext>
              </a:extLst>
            </p:cNvPr>
            <p:cNvSpPr/>
            <p:nvPr/>
          </p:nvSpPr>
          <p:spPr>
            <a:xfrm>
              <a:off x="7312875" y="1675688"/>
              <a:ext cx="134350" cy="120875"/>
            </a:xfrm>
            <a:custGeom>
              <a:avLst/>
              <a:gdLst/>
              <a:ahLst/>
              <a:cxnLst/>
              <a:rect l="l" t="t" r="r" b="b"/>
              <a:pathLst>
                <a:path w="5374" h="4835" extrusionOk="0">
                  <a:moveTo>
                    <a:pt x="0" y="1"/>
                  </a:moveTo>
                  <a:lnTo>
                    <a:pt x="0" y="25"/>
                  </a:lnTo>
                  <a:lnTo>
                    <a:pt x="663" y="344"/>
                  </a:lnTo>
                  <a:lnTo>
                    <a:pt x="1350" y="614"/>
                  </a:lnTo>
                  <a:lnTo>
                    <a:pt x="2037" y="859"/>
                  </a:lnTo>
                  <a:lnTo>
                    <a:pt x="2380" y="982"/>
                  </a:lnTo>
                  <a:lnTo>
                    <a:pt x="2503" y="1056"/>
                  </a:lnTo>
                  <a:lnTo>
                    <a:pt x="2552" y="1105"/>
                  </a:lnTo>
                  <a:lnTo>
                    <a:pt x="2577" y="1203"/>
                  </a:lnTo>
                  <a:lnTo>
                    <a:pt x="2601" y="1350"/>
                  </a:lnTo>
                  <a:lnTo>
                    <a:pt x="2601" y="1718"/>
                  </a:lnTo>
                  <a:lnTo>
                    <a:pt x="2650" y="2454"/>
                  </a:lnTo>
                  <a:lnTo>
                    <a:pt x="2724" y="3902"/>
                  </a:lnTo>
                  <a:lnTo>
                    <a:pt x="2724" y="4074"/>
                  </a:lnTo>
                  <a:lnTo>
                    <a:pt x="2871" y="4025"/>
                  </a:lnTo>
                  <a:lnTo>
                    <a:pt x="4687" y="3632"/>
                  </a:lnTo>
                  <a:lnTo>
                    <a:pt x="4908" y="3583"/>
                  </a:lnTo>
                  <a:lnTo>
                    <a:pt x="5006" y="3583"/>
                  </a:lnTo>
                  <a:lnTo>
                    <a:pt x="5104" y="3607"/>
                  </a:lnTo>
                  <a:lnTo>
                    <a:pt x="5178" y="3657"/>
                  </a:lnTo>
                  <a:lnTo>
                    <a:pt x="5227" y="3706"/>
                  </a:lnTo>
                  <a:lnTo>
                    <a:pt x="5276" y="3804"/>
                  </a:lnTo>
                  <a:lnTo>
                    <a:pt x="5276" y="3926"/>
                  </a:lnTo>
                  <a:lnTo>
                    <a:pt x="5276" y="4147"/>
                  </a:lnTo>
                  <a:lnTo>
                    <a:pt x="5251" y="4368"/>
                  </a:lnTo>
                  <a:lnTo>
                    <a:pt x="5251" y="4613"/>
                  </a:lnTo>
                  <a:lnTo>
                    <a:pt x="5276" y="4736"/>
                  </a:lnTo>
                  <a:lnTo>
                    <a:pt x="5325" y="4834"/>
                  </a:lnTo>
                  <a:lnTo>
                    <a:pt x="5349" y="4834"/>
                  </a:lnTo>
                  <a:lnTo>
                    <a:pt x="5325" y="4712"/>
                  </a:lnTo>
                  <a:lnTo>
                    <a:pt x="5325" y="4613"/>
                  </a:lnTo>
                  <a:lnTo>
                    <a:pt x="5325" y="4368"/>
                  </a:lnTo>
                  <a:lnTo>
                    <a:pt x="5349" y="4147"/>
                  </a:lnTo>
                  <a:lnTo>
                    <a:pt x="5374" y="3926"/>
                  </a:lnTo>
                  <a:lnTo>
                    <a:pt x="5374" y="3779"/>
                  </a:lnTo>
                  <a:lnTo>
                    <a:pt x="5349" y="3657"/>
                  </a:lnTo>
                  <a:lnTo>
                    <a:pt x="5300" y="3607"/>
                  </a:lnTo>
                  <a:lnTo>
                    <a:pt x="5276" y="3558"/>
                  </a:lnTo>
                  <a:lnTo>
                    <a:pt x="5153" y="3485"/>
                  </a:lnTo>
                  <a:lnTo>
                    <a:pt x="5006" y="3436"/>
                  </a:lnTo>
                  <a:lnTo>
                    <a:pt x="4883" y="3436"/>
                  </a:lnTo>
                  <a:lnTo>
                    <a:pt x="4662" y="3485"/>
                  </a:lnTo>
                  <a:lnTo>
                    <a:pt x="2972" y="3755"/>
                  </a:lnTo>
                  <a:lnTo>
                    <a:pt x="2972" y="3755"/>
                  </a:lnTo>
                  <a:lnTo>
                    <a:pt x="2994" y="2430"/>
                  </a:lnTo>
                  <a:lnTo>
                    <a:pt x="2994" y="1718"/>
                  </a:lnTo>
                  <a:lnTo>
                    <a:pt x="2994" y="1350"/>
                  </a:lnTo>
                  <a:lnTo>
                    <a:pt x="2994" y="1129"/>
                  </a:lnTo>
                  <a:lnTo>
                    <a:pt x="2969" y="1031"/>
                  </a:lnTo>
                  <a:lnTo>
                    <a:pt x="2920" y="884"/>
                  </a:lnTo>
                  <a:lnTo>
                    <a:pt x="2822" y="761"/>
                  </a:lnTo>
                  <a:lnTo>
                    <a:pt x="2699" y="688"/>
                  </a:lnTo>
                  <a:lnTo>
                    <a:pt x="2601" y="639"/>
                  </a:lnTo>
                  <a:lnTo>
                    <a:pt x="2503" y="614"/>
                  </a:lnTo>
                  <a:lnTo>
                    <a:pt x="2135" y="516"/>
                  </a:lnTo>
                  <a:lnTo>
                    <a:pt x="1448" y="320"/>
                  </a:lnTo>
                  <a:lnTo>
                    <a:pt x="737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233;p69">
              <a:extLst>
                <a:ext uri="{FF2B5EF4-FFF2-40B4-BE49-F238E27FC236}">
                  <a16:creationId xmlns:a16="http://schemas.microsoft.com/office/drawing/2014/main" id="{A821C939-F4A2-D7A7-0E23-D8C922CE4B5E}"/>
                </a:ext>
              </a:extLst>
            </p:cNvPr>
            <p:cNvSpPr/>
            <p:nvPr/>
          </p:nvSpPr>
          <p:spPr>
            <a:xfrm>
              <a:off x="7698700" y="1600863"/>
              <a:ext cx="123325" cy="140475"/>
            </a:xfrm>
            <a:custGeom>
              <a:avLst/>
              <a:gdLst/>
              <a:ahLst/>
              <a:cxnLst/>
              <a:rect l="l" t="t" r="r" b="b"/>
              <a:pathLst>
                <a:path w="4933" h="5619" extrusionOk="0">
                  <a:moveTo>
                    <a:pt x="4933" y="0"/>
                  </a:moveTo>
                  <a:lnTo>
                    <a:pt x="3853" y="393"/>
                  </a:lnTo>
                  <a:lnTo>
                    <a:pt x="2822" y="834"/>
                  </a:lnTo>
                  <a:lnTo>
                    <a:pt x="1792" y="1325"/>
                  </a:lnTo>
                  <a:lnTo>
                    <a:pt x="761" y="1865"/>
                  </a:lnTo>
                  <a:lnTo>
                    <a:pt x="590" y="1963"/>
                  </a:lnTo>
                  <a:lnTo>
                    <a:pt x="761" y="2086"/>
                  </a:lnTo>
                  <a:lnTo>
                    <a:pt x="1080" y="2307"/>
                  </a:lnTo>
                  <a:lnTo>
                    <a:pt x="1424" y="2503"/>
                  </a:lnTo>
                  <a:lnTo>
                    <a:pt x="1767" y="2699"/>
                  </a:lnTo>
                  <a:lnTo>
                    <a:pt x="2111" y="2871"/>
                  </a:lnTo>
                  <a:lnTo>
                    <a:pt x="2479" y="3043"/>
                  </a:lnTo>
                  <a:lnTo>
                    <a:pt x="2847" y="3190"/>
                  </a:lnTo>
                  <a:lnTo>
                    <a:pt x="3178" y="3322"/>
                  </a:lnTo>
                  <a:lnTo>
                    <a:pt x="3178" y="3322"/>
                  </a:lnTo>
                  <a:lnTo>
                    <a:pt x="2626" y="3681"/>
                  </a:lnTo>
                  <a:lnTo>
                    <a:pt x="1718" y="4294"/>
                  </a:lnTo>
                  <a:lnTo>
                    <a:pt x="835" y="4907"/>
                  </a:lnTo>
                  <a:lnTo>
                    <a:pt x="1" y="5570"/>
                  </a:lnTo>
                  <a:lnTo>
                    <a:pt x="1" y="5619"/>
                  </a:lnTo>
                  <a:lnTo>
                    <a:pt x="958" y="5104"/>
                  </a:lnTo>
                  <a:lnTo>
                    <a:pt x="1915" y="4564"/>
                  </a:lnTo>
                  <a:lnTo>
                    <a:pt x="2822" y="4024"/>
                  </a:lnTo>
                  <a:lnTo>
                    <a:pt x="3730" y="3435"/>
                  </a:lnTo>
                  <a:lnTo>
                    <a:pt x="4123" y="3190"/>
                  </a:lnTo>
                  <a:lnTo>
                    <a:pt x="3681" y="3067"/>
                  </a:lnTo>
                  <a:lnTo>
                    <a:pt x="3313" y="2969"/>
                  </a:lnTo>
                  <a:lnTo>
                    <a:pt x="2970" y="2871"/>
                  </a:lnTo>
                  <a:lnTo>
                    <a:pt x="2602" y="2724"/>
                  </a:lnTo>
                  <a:lnTo>
                    <a:pt x="2258" y="2576"/>
                  </a:lnTo>
                  <a:lnTo>
                    <a:pt x="1915" y="2429"/>
                  </a:lnTo>
                  <a:lnTo>
                    <a:pt x="1571" y="2258"/>
                  </a:lnTo>
                  <a:lnTo>
                    <a:pt x="1228" y="2061"/>
                  </a:lnTo>
                  <a:lnTo>
                    <a:pt x="1094" y="1979"/>
                  </a:lnTo>
                  <a:lnTo>
                    <a:pt x="1094" y="1979"/>
                  </a:lnTo>
                  <a:lnTo>
                    <a:pt x="1890" y="1521"/>
                  </a:lnTo>
                  <a:lnTo>
                    <a:pt x="2872" y="982"/>
                  </a:lnTo>
                  <a:lnTo>
                    <a:pt x="3902" y="491"/>
                  </a:lnTo>
                  <a:lnTo>
                    <a:pt x="4933" y="25"/>
                  </a:lnTo>
                  <a:lnTo>
                    <a:pt x="49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234;p69">
              <a:extLst>
                <a:ext uri="{FF2B5EF4-FFF2-40B4-BE49-F238E27FC236}">
                  <a16:creationId xmlns:a16="http://schemas.microsoft.com/office/drawing/2014/main" id="{974D7808-E7ED-AA7C-A7E9-A142A30E434B}"/>
                </a:ext>
              </a:extLst>
            </p:cNvPr>
            <p:cNvSpPr/>
            <p:nvPr/>
          </p:nvSpPr>
          <p:spPr>
            <a:xfrm>
              <a:off x="7618975" y="1540738"/>
              <a:ext cx="64425" cy="180375"/>
            </a:xfrm>
            <a:custGeom>
              <a:avLst/>
              <a:gdLst/>
              <a:ahLst/>
              <a:cxnLst/>
              <a:rect l="l" t="t" r="r" b="b"/>
              <a:pathLst>
                <a:path w="2577" h="7215" extrusionOk="0">
                  <a:moveTo>
                    <a:pt x="1325" y="1"/>
                  </a:moveTo>
                  <a:lnTo>
                    <a:pt x="1301" y="25"/>
                  </a:lnTo>
                  <a:lnTo>
                    <a:pt x="1497" y="737"/>
                  </a:lnTo>
                  <a:lnTo>
                    <a:pt x="1742" y="1424"/>
                  </a:lnTo>
                  <a:lnTo>
                    <a:pt x="1988" y="2111"/>
                  </a:lnTo>
                  <a:lnTo>
                    <a:pt x="2110" y="2454"/>
                  </a:lnTo>
                  <a:lnTo>
                    <a:pt x="2159" y="2577"/>
                  </a:lnTo>
                  <a:lnTo>
                    <a:pt x="2135" y="2651"/>
                  </a:lnTo>
                  <a:lnTo>
                    <a:pt x="2086" y="2749"/>
                  </a:lnTo>
                  <a:lnTo>
                    <a:pt x="1988" y="2847"/>
                  </a:lnTo>
                  <a:lnTo>
                    <a:pt x="1718" y="3092"/>
                  </a:lnTo>
                  <a:lnTo>
                    <a:pt x="1178" y="3607"/>
                  </a:lnTo>
                  <a:lnTo>
                    <a:pt x="123" y="4613"/>
                  </a:lnTo>
                  <a:lnTo>
                    <a:pt x="0" y="4712"/>
                  </a:lnTo>
                  <a:lnTo>
                    <a:pt x="123" y="4810"/>
                  </a:lnTo>
                  <a:lnTo>
                    <a:pt x="1595" y="5938"/>
                  </a:lnTo>
                  <a:lnTo>
                    <a:pt x="1791" y="6061"/>
                  </a:lnTo>
                  <a:lnTo>
                    <a:pt x="1840" y="6135"/>
                  </a:lnTo>
                  <a:lnTo>
                    <a:pt x="1889" y="6208"/>
                  </a:lnTo>
                  <a:lnTo>
                    <a:pt x="1914" y="6306"/>
                  </a:lnTo>
                  <a:lnTo>
                    <a:pt x="1889" y="6405"/>
                  </a:lnTo>
                  <a:lnTo>
                    <a:pt x="1840" y="6478"/>
                  </a:lnTo>
                  <a:lnTo>
                    <a:pt x="1767" y="6552"/>
                  </a:lnTo>
                  <a:lnTo>
                    <a:pt x="1595" y="6699"/>
                  </a:lnTo>
                  <a:lnTo>
                    <a:pt x="1423" y="6846"/>
                  </a:lnTo>
                  <a:lnTo>
                    <a:pt x="1227" y="6993"/>
                  </a:lnTo>
                  <a:lnTo>
                    <a:pt x="1153" y="7092"/>
                  </a:lnTo>
                  <a:lnTo>
                    <a:pt x="1104" y="7190"/>
                  </a:lnTo>
                  <a:lnTo>
                    <a:pt x="1129" y="7214"/>
                  </a:lnTo>
                  <a:lnTo>
                    <a:pt x="1202" y="7116"/>
                  </a:lnTo>
                  <a:lnTo>
                    <a:pt x="1276" y="7043"/>
                  </a:lnTo>
                  <a:lnTo>
                    <a:pt x="1448" y="6895"/>
                  </a:lnTo>
                  <a:lnTo>
                    <a:pt x="1644" y="6773"/>
                  </a:lnTo>
                  <a:lnTo>
                    <a:pt x="1840" y="6650"/>
                  </a:lnTo>
                  <a:lnTo>
                    <a:pt x="1938" y="6552"/>
                  </a:lnTo>
                  <a:lnTo>
                    <a:pt x="2012" y="6454"/>
                  </a:lnTo>
                  <a:lnTo>
                    <a:pt x="2037" y="6380"/>
                  </a:lnTo>
                  <a:lnTo>
                    <a:pt x="2037" y="6306"/>
                  </a:lnTo>
                  <a:lnTo>
                    <a:pt x="2037" y="6184"/>
                  </a:lnTo>
                  <a:lnTo>
                    <a:pt x="1963" y="6061"/>
                  </a:lnTo>
                  <a:lnTo>
                    <a:pt x="1889" y="5963"/>
                  </a:lnTo>
                  <a:lnTo>
                    <a:pt x="1693" y="5791"/>
                  </a:lnTo>
                  <a:lnTo>
                    <a:pt x="422" y="4699"/>
                  </a:lnTo>
                  <a:lnTo>
                    <a:pt x="422" y="4699"/>
                  </a:lnTo>
                  <a:lnTo>
                    <a:pt x="1399" y="3853"/>
                  </a:lnTo>
                  <a:lnTo>
                    <a:pt x="1963" y="3387"/>
                  </a:lnTo>
                  <a:lnTo>
                    <a:pt x="2257" y="3166"/>
                  </a:lnTo>
                  <a:lnTo>
                    <a:pt x="2405" y="3019"/>
                  </a:lnTo>
                  <a:lnTo>
                    <a:pt x="2478" y="2920"/>
                  </a:lnTo>
                  <a:lnTo>
                    <a:pt x="2527" y="2798"/>
                  </a:lnTo>
                  <a:lnTo>
                    <a:pt x="2576" y="2651"/>
                  </a:lnTo>
                  <a:lnTo>
                    <a:pt x="2552" y="2503"/>
                  </a:lnTo>
                  <a:lnTo>
                    <a:pt x="2527" y="2405"/>
                  </a:lnTo>
                  <a:lnTo>
                    <a:pt x="2478" y="2307"/>
                  </a:lnTo>
                  <a:lnTo>
                    <a:pt x="2331" y="1964"/>
                  </a:lnTo>
                  <a:lnTo>
                    <a:pt x="2012" y="1301"/>
                  </a:lnTo>
                  <a:lnTo>
                    <a:pt x="1693" y="639"/>
                  </a:lnTo>
                  <a:lnTo>
                    <a:pt x="13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6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sp>
        <p:nvSpPr>
          <p:cNvPr id="1578" name="Google Shape;1578;p64"/>
          <p:cNvSpPr/>
          <p:nvPr/>
        </p:nvSpPr>
        <p:spPr>
          <a:xfrm>
            <a:off x="7330086" y="1808621"/>
            <a:ext cx="3627828" cy="2986620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9" name="Google Shape;1579;p64"/>
          <p:cNvGrpSpPr/>
          <p:nvPr/>
        </p:nvGrpSpPr>
        <p:grpSpPr>
          <a:xfrm>
            <a:off x="7563866" y="1207491"/>
            <a:ext cx="1733717" cy="3791393"/>
            <a:chOff x="5961076" y="539501"/>
            <a:chExt cx="2105303" cy="4603999"/>
          </a:xfrm>
        </p:grpSpPr>
        <p:sp>
          <p:nvSpPr>
            <p:cNvPr id="1580" name="Google Shape;1580;p64"/>
            <p:cNvSpPr/>
            <p:nvPr/>
          </p:nvSpPr>
          <p:spPr>
            <a:xfrm flipH="1">
              <a:off x="6243676" y="4959839"/>
              <a:ext cx="518810" cy="183660"/>
            </a:xfrm>
            <a:custGeom>
              <a:avLst/>
              <a:gdLst/>
              <a:ahLst/>
              <a:cxnLst/>
              <a:rect l="l" t="t" r="r" b="b"/>
              <a:pathLst>
                <a:path w="23593" h="8352" extrusionOk="0">
                  <a:moveTo>
                    <a:pt x="10926" y="0"/>
                  </a:moveTo>
                  <a:lnTo>
                    <a:pt x="10815" y="19"/>
                  </a:lnTo>
                  <a:lnTo>
                    <a:pt x="10519" y="37"/>
                  </a:lnTo>
                  <a:lnTo>
                    <a:pt x="10056" y="93"/>
                  </a:lnTo>
                  <a:lnTo>
                    <a:pt x="9778" y="148"/>
                  </a:lnTo>
                  <a:lnTo>
                    <a:pt x="9445" y="222"/>
                  </a:lnTo>
                  <a:lnTo>
                    <a:pt x="9093" y="334"/>
                  </a:lnTo>
                  <a:lnTo>
                    <a:pt x="8723" y="463"/>
                  </a:lnTo>
                  <a:lnTo>
                    <a:pt x="8315" y="611"/>
                  </a:lnTo>
                  <a:lnTo>
                    <a:pt x="7871" y="796"/>
                  </a:lnTo>
                  <a:lnTo>
                    <a:pt x="7426" y="1019"/>
                  </a:lnTo>
                  <a:lnTo>
                    <a:pt x="6963" y="1278"/>
                  </a:lnTo>
                  <a:lnTo>
                    <a:pt x="6482" y="1574"/>
                  </a:lnTo>
                  <a:lnTo>
                    <a:pt x="5982" y="1908"/>
                  </a:lnTo>
                  <a:lnTo>
                    <a:pt x="5834" y="2019"/>
                  </a:lnTo>
                  <a:lnTo>
                    <a:pt x="5686" y="2093"/>
                  </a:lnTo>
                  <a:lnTo>
                    <a:pt x="5519" y="2148"/>
                  </a:lnTo>
                  <a:lnTo>
                    <a:pt x="5352" y="2185"/>
                  </a:lnTo>
                  <a:lnTo>
                    <a:pt x="5204" y="2222"/>
                  </a:lnTo>
                  <a:lnTo>
                    <a:pt x="4852" y="2222"/>
                  </a:lnTo>
                  <a:lnTo>
                    <a:pt x="4686" y="2204"/>
                  </a:lnTo>
                  <a:lnTo>
                    <a:pt x="4519" y="2167"/>
                  </a:lnTo>
                  <a:lnTo>
                    <a:pt x="4352" y="2130"/>
                  </a:lnTo>
                  <a:lnTo>
                    <a:pt x="4000" y="2000"/>
                  </a:lnTo>
                  <a:lnTo>
                    <a:pt x="3649" y="1833"/>
                  </a:lnTo>
                  <a:lnTo>
                    <a:pt x="3315" y="1648"/>
                  </a:lnTo>
                  <a:lnTo>
                    <a:pt x="3001" y="1445"/>
                  </a:lnTo>
                  <a:lnTo>
                    <a:pt x="2686" y="1222"/>
                  </a:lnTo>
                  <a:lnTo>
                    <a:pt x="2389" y="1000"/>
                  </a:lnTo>
                  <a:lnTo>
                    <a:pt x="2112" y="778"/>
                  </a:lnTo>
                  <a:lnTo>
                    <a:pt x="1630" y="371"/>
                  </a:lnTo>
                  <a:lnTo>
                    <a:pt x="1278" y="56"/>
                  </a:lnTo>
                  <a:lnTo>
                    <a:pt x="1223" y="19"/>
                  </a:lnTo>
                  <a:lnTo>
                    <a:pt x="1112" y="19"/>
                  </a:lnTo>
                  <a:lnTo>
                    <a:pt x="1056" y="37"/>
                  </a:lnTo>
                  <a:lnTo>
                    <a:pt x="1001" y="74"/>
                  </a:lnTo>
                  <a:lnTo>
                    <a:pt x="964" y="130"/>
                  </a:lnTo>
                  <a:lnTo>
                    <a:pt x="927" y="204"/>
                  </a:lnTo>
                  <a:lnTo>
                    <a:pt x="908" y="278"/>
                  </a:lnTo>
                  <a:lnTo>
                    <a:pt x="1" y="8352"/>
                  </a:lnTo>
                  <a:lnTo>
                    <a:pt x="23204" y="8352"/>
                  </a:lnTo>
                  <a:lnTo>
                    <a:pt x="23296" y="8315"/>
                  </a:lnTo>
                  <a:lnTo>
                    <a:pt x="23370" y="8259"/>
                  </a:lnTo>
                  <a:lnTo>
                    <a:pt x="23444" y="8185"/>
                  </a:lnTo>
                  <a:lnTo>
                    <a:pt x="23500" y="8093"/>
                  </a:lnTo>
                  <a:lnTo>
                    <a:pt x="23555" y="7981"/>
                  </a:lnTo>
                  <a:lnTo>
                    <a:pt x="23574" y="7870"/>
                  </a:lnTo>
                  <a:lnTo>
                    <a:pt x="23593" y="7741"/>
                  </a:lnTo>
                  <a:lnTo>
                    <a:pt x="23593" y="6037"/>
                  </a:lnTo>
                  <a:lnTo>
                    <a:pt x="23593" y="5944"/>
                  </a:lnTo>
                  <a:lnTo>
                    <a:pt x="23574" y="5852"/>
                  </a:lnTo>
                  <a:lnTo>
                    <a:pt x="23537" y="5759"/>
                  </a:lnTo>
                  <a:lnTo>
                    <a:pt x="23500" y="5685"/>
                  </a:lnTo>
                  <a:lnTo>
                    <a:pt x="23444" y="5611"/>
                  </a:lnTo>
                  <a:lnTo>
                    <a:pt x="23389" y="5556"/>
                  </a:lnTo>
                  <a:lnTo>
                    <a:pt x="23333" y="5500"/>
                  </a:lnTo>
                  <a:lnTo>
                    <a:pt x="23259" y="5463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64"/>
            <p:cNvSpPr/>
            <p:nvPr/>
          </p:nvSpPr>
          <p:spPr>
            <a:xfrm flipH="1">
              <a:off x="7071963" y="4959839"/>
              <a:ext cx="518788" cy="183660"/>
            </a:xfrm>
            <a:custGeom>
              <a:avLst/>
              <a:gdLst/>
              <a:ahLst/>
              <a:cxnLst/>
              <a:rect l="l" t="t" r="r" b="b"/>
              <a:pathLst>
                <a:path w="23592" h="8352" extrusionOk="0">
                  <a:moveTo>
                    <a:pt x="10926" y="0"/>
                  </a:moveTo>
                  <a:lnTo>
                    <a:pt x="10833" y="19"/>
                  </a:lnTo>
                  <a:lnTo>
                    <a:pt x="10537" y="37"/>
                  </a:lnTo>
                  <a:lnTo>
                    <a:pt x="10074" y="93"/>
                  </a:lnTo>
                  <a:lnTo>
                    <a:pt x="9778" y="148"/>
                  </a:lnTo>
                  <a:lnTo>
                    <a:pt x="9463" y="222"/>
                  </a:lnTo>
                  <a:lnTo>
                    <a:pt x="9111" y="334"/>
                  </a:lnTo>
                  <a:lnTo>
                    <a:pt x="8722" y="463"/>
                  </a:lnTo>
                  <a:lnTo>
                    <a:pt x="8315" y="611"/>
                  </a:lnTo>
                  <a:lnTo>
                    <a:pt x="7889" y="796"/>
                  </a:lnTo>
                  <a:lnTo>
                    <a:pt x="7444" y="1019"/>
                  </a:lnTo>
                  <a:lnTo>
                    <a:pt x="6963" y="1278"/>
                  </a:lnTo>
                  <a:lnTo>
                    <a:pt x="6481" y="1574"/>
                  </a:lnTo>
                  <a:lnTo>
                    <a:pt x="6000" y="1908"/>
                  </a:lnTo>
                  <a:lnTo>
                    <a:pt x="5852" y="2019"/>
                  </a:lnTo>
                  <a:lnTo>
                    <a:pt x="5685" y="2093"/>
                  </a:lnTo>
                  <a:lnTo>
                    <a:pt x="5537" y="2148"/>
                  </a:lnTo>
                  <a:lnTo>
                    <a:pt x="5370" y="2185"/>
                  </a:lnTo>
                  <a:lnTo>
                    <a:pt x="5204" y="2222"/>
                  </a:lnTo>
                  <a:lnTo>
                    <a:pt x="4870" y="2222"/>
                  </a:lnTo>
                  <a:lnTo>
                    <a:pt x="4704" y="2204"/>
                  </a:lnTo>
                  <a:lnTo>
                    <a:pt x="4518" y="2167"/>
                  </a:lnTo>
                  <a:lnTo>
                    <a:pt x="4352" y="2130"/>
                  </a:lnTo>
                  <a:lnTo>
                    <a:pt x="4000" y="2000"/>
                  </a:lnTo>
                  <a:lnTo>
                    <a:pt x="3667" y="1833"/>
                  </a:lnTo>
                  <a:lnTo>
                    <a:pt x="3333" y="1648"/>
                  </a:lnTo>
                  <a:lnTo>
                    <a:pt x="3000" y="1445"/>
                  </a:lnTo>
                  <a:lnTo>
                    <a:pt x="2685" y="1222"/>
                  </a:lnTo>
                  <a:lnTo>
                    <a:pt x="2389" y="1000"/>
                  </a:lnTo>
                  <a:lnTo>
                    <a:pt x="2111" y="778"/>
                  </a:lnTo>
                  <a:lnTo>
                    <a:pt x="1648" y="371"/>
                  </a:lnTo>
                  <a:lnTo>
                    <a:pt x="1296" y="56"/>
                  </a:lnTo>
                  <a:lnTo>
                    <a:pt x="1241" y="19"/>
                  </a:lnTo>
                  <a:lnTo>
                    <a:pt x="1111" y="19"/>
                  </a:lnTo>
                  <a:lnTo>
                    <a:pt x="1056" y="37"/>
                  </a:lnTo>
                  <a:lnTo>
                    <a:pt x="1019" y="74"/>
                  </a:lnTo>
                  <a:lnTo>
                    <a:pt x="963" y="130"/>
                  </a:lnTo>
                  <a:lnTo>
                    <a:pt x="944" y="204"/>
                  </a:lnTo>
                  <a:lnTo>
                    <a:pt x="926" y="278"/>
                  </a:lnTo>
                  <a:lnTo>
                    <a:pt x="0" y="8352"/>
                  </a:lnTo>
                  <a:lnTo>
                    <a:pt x="23203" y="8352"/>
                  </a:lnTo>
                  <a:lnTo>
                    <a:pt x="23296" y="8315"/>
                  </a:lnTo>
                  <a:lnTo>
                    <a:pt x="23388" y="8259"/>
                  </a:lnTo>
                  <a:lnTo>
                    <a:pt x="23462" y="8185"/>
                  </a:lnTo>
                  <a:lnTo>
                    <a:pt x="23518" y="8093"/>
                  </a:lnTo>
                  <a:lnTo>
                    <a:pt x="23555" y="7981"/>
                  </a:lnTo>
                  <a:lnTo>
                    <a:pt x="23592" y="7870"/>
                  </a:lnTo>
                  <a:lnTo>
                    <a:pt x="23592" y="7741"/>
                  </a:lnTo>
                  <a:lnTo>
                    <a:pt x="23592" y="6037"/>
                  </a:lnTo>
                  <a:lnTo>
                    <a:pt x="23592" y="5944"/>
                  </a:lnTo>
                  <a:lnTo>
                    <a:pt x="23573" y="5852"/>
                  </a:lnTo>
                  <a:lnTo>
                    <a:pt x="23555" y="5759"/>
                  </a:lnTo>
                  <a:lnTo>
                    <a:pt x="23499" y="5685"/>
                  </a:lnTo>
                  <a:lnTo>
                    <a:pt x="23462" y="5611"/>
                  </a:lnTo>
                  <a:lnTo>
                    <a:pt x="23407" y="5556"/>
                  </a:lnTo>
                  <a:lnTo>
                    <a:pt x="23333" y="5500"/>
                  </a:lnTo>
                  <a:lnTo>
                    <a:pt x="23259" y="5463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64"/>
            <p:cNvSpPr/>
            <p:nvPr/>
          </p:nvSpPr>
          <p:spPr>
            <a:xfrm flipH="1">
              <a:off x="5961076" y="1078241"/>
              <a:ext cx="348585" cy="430850"/>
            </a:xfrm>
            <a:custGeom>
              <a:avLst/>
              <a:gdLst/>
              <a:ahLst/>
              <a:cxnLst/>
              <a:rect l="l" t="t" r="r" b="b"/>
              <a:pathLst>
                <a:path w="15852" h="19593" extrusionOk="0">
                  <a:moveTo>
                    <a:pt x="11185" y="0"/>
                  </a:moveTo>
                  <a:lnTo>
                    <a:pt x="11056" y="56"/>
                  </a:lnTo>
                  <a:lnTo>
                    <a:pt x="10926" y="130"/>
                  </a:lnTo>
                  <a:lnTo>
                    <a:pt x="10778" y="260"/>
                  </a:lnTo>
                  <a:lnTo>
                    <a:pt x="10630" y="426"/>
                  </a:lnTo>
                  <a:lnTo>
                    <a:pt x="10463" y="611"/>
                  </a:lnTo>
                  <a:lnTo>
                    <a:pt x="10111" y="1093"/>
                  </a:lnTo>
                  <a:lnTo>
                    <a:pt x="9741" y="1667"/>
                  </a:lnTo>
                  <a:lnTo>
                    <a:pt x="9352" y="2297"/>
                  </a:lnTo>
                  <a:lnTo>
                    <a:pt x="8982" y="2982"/>
                  </a:lnTo>
                  <a:lnTo>
                    <a:pt x="8593" y="3667"/>
                  </a:lnTo>
                  <a:lnTo>
                    <a:pt x="8241" y="4352"/>
                  </a:lnTo>
                  <a:lnTo>
                    <a:pt x="7612" y="5593"/>
                  </a:lnTo>
                  <a:lnTo>
                    <a:pt x="7186" y="6482"/>
                  </a:lnTo>
                  <a:lnTo>
                    <a:pt x="7019" y="6815"/>
                  </a:lnTo>
                  <a:lnTo>
                    <a:pt x="7093" y="6556"/>
                  </a:lnTo>
                  <a:lnTo>
                    <a:pt x="7260" y="5852"/>
                  </a:lnTo>
                  <a:lnTo>
                    <a:pt x="7463" y="4834"/>
                  </a:lnTo>
                  <a:lnTo>
                    <a:pt x="7574" y="4278"/>
                  </a:lnTo>
                  <a:lnTo>
                    <a:pt x="7686" y="3685"/>
                  </a:lnTo>
                  <a:lnTo>
                    <a:pt x="7778" y="3074"/>
                  </a:lnTo>
                  <a:lnTo>
                    <a:pt x="7852" y="2500"/>
                  </a:lnTo>
                  <a:lnTo>
                    <a:pt x="7889" y="1945"/>
                  </a:lnTo>
                  <a:lnTo>
                    <a:pt x="7908" y="1445"/>
                  </a:lnTo>
                  <a:lnTo>
                    <a:pt x="7889" y="1223"/>
                  </a:lnTo>
                  <a:lnTo>
                    <a:pt x="7871" y="1000"/>
                  </a:lnTo>
                  <a:lnTo>
                    <a:pt x="7852" y="815"/>
                  </a:lnTo>
                  <a:lnTo>
                    <a:pt x="7797" y="648"/>
                  </a:lnTo>
                  <a:lnTo>
                    <a:pt x="7741" y="519"/>
                  </a:lnTo>
                  <a:lnTo>
                    <a:pt x="7686" y="389"/>
                  </a:lnTo>
                  <a:lnTo>
                    <a:pt x="7593" y="315"/>
                  </a:lnTo>
                  <a:lnTo>
                    <a:pt x="7500" y="260"/>
                  </a:lnTo>
                  <a:lnTo>
                    <a:pt x="7389" y="260"/>
                  </a:lnTo>
                  <a:lnTo>
                    <a:pt x="7260" y="278"/>
                  </a:lnTo>
                  <a:lnTo>
                    <a:pt x="7130" y="352"/>
                  </a:lnTo>
                  <a:lnTo>
                    <a:pt x="7000" y="463"/>
                  </a:lnTo>
                  <a:lnTo>
                    <a:pt x="6852" y="611"/>
                  </a:lnTo>
                  <a:lnTo>
                    <a:pt x="6704" y="797"/>
                  </a:lnTo>
                  <a:lnTo>
                    <a:pt x="6556" y="1000"/>
                  </a:lnTo>
                  <a:lnTo>
                    <a:pt x="6389" y="1223"/>
                  </a:lnTo>
                  <a:lnTo>
                    <a:pt x="6056" y="1760"/>
                  </a:lnTo>
                  <a:lnTo>
                    <a:pt x="5741" y="2371"/>
                  </a:lnTo>
                  <a:lnTo>
                    <a:pt x="5408" y="3037"/>
                  </a:lnTo>
                  <a:lnTo>
                    <a:pt x="5075" y="3722"/>
                  </a:lnTo>
                  <a:lnTo>
                    <a:pt x="4760" y="4408"/>
                  </a:lnTo>
                  <a:lnTo>
                    <a:pt x="4482" y="5074"/>
                  </a:lnTo>
                  <a:lnTo>
                    <a:pt x="3982" y="6278"/>
                  </a:lnTo>
                  <a:lnTo>
                    <a:pt x="3649" y="7130"/>
                  </a:lnTo>
                  <a:lnTo>
                    <a:pt x="3519" y="7463"/>
                  </a:lnTo>
                  <a:lnTo>
                    <a:pt x="3501" y="7278"/>
                  </a:lnTo>
                  <a:lnTo>
                    <a:pt x="3463" y="6815"/>
                  </a:lnTo>
                  <a:lnTo>
                    <a:pt x="3389" y="6167"/>
                  </a:lnTo>
                  <a:lnTo>
                    <a:pt x="3315" y="5796"/>
                  </a:lnTo>
                  <a:lnTo>
                    <a:pt x="3241" y="5426"/>
                  </a:lnTo>
                  <a:lnTo>
                    <a:pt x="3149" y="5056"/>
                  </a:lnTo>
                  <a:lnTo>
                    <a:pt x="3038" y="4685"/>
                  </a:lnTo>
                  <a:lnTo>
                    <a:pt x="2908" y="4352"/>
                  </a:lnTo>
                  <a:lnTo>
                    <a:pt x="2741" y="4056"/>
                  </a:lnTo>
                  <a:lnTo>
                    <a:pt x="2667" y="3926"/>
                  </a:lnTo>
                  <a:lnTo>
                    <a:pt x="2575" y="3815"/>
                  </a:lnTo>
                  <a:lnTo>
                    <a:pt x="2482" y="3722"/>
                  </a:lnTo>
                  <a:lnTo>
                    <a:pt x="2371" y="3630"/>
                  </a:lnTo>
                  <a:lnTo>
                    <a:pt x="2260" y="3574"/>
                  </a:lnTo>
                  <a:lnTo>
                    <a:pt x="2149" y="3519"/>
                  </a:lnTo>
                  <a:lnTo>
                    <a:pt x="2019" y="3500"/>
                  </a:lnTo>
                  <a:lnTo>
                    <a:pt x="1889" y="3519"/>
                  </a:lnTo>
                  <a:lnTo>
                    <a:pt x="1760" y="3537"/>
                  </a:lnTo>
                  <a:lnTo>
                    <a:pt x="1630" y="3611"/>
                  </a:lnTo>
                  <a:lnTo>
                    <a:pt x="1519" y="3704"/>
                  </a:lnTo>
                  <a:lnTo>
                    <a:pt x="1426" y="3815"/>
                  </a:lnTo>
                  <a:lnTo>
                    <a:pt x="1334" y="3963"/>
                  </a:lnTo>
                  <a:lnTo>
                    <a:pt x="1260" y="4130"/>
                  </a:lnTo>
                  <a:lnTo>
                    <a:pt x="1186" y="4315"/>
                  </a:lnTo>
                  <a:lnTo>
                    <a:pt x="1130" y="4519"/>
                  </a:lnTo>
                  <a:lnTo>
                    <a:pt x="1019" y="4982"/>
                  </a:lnTo>
                  <a:lnTo>
                    <a:pt x="945" y="5482"/>
                  </a:lnTo>
                  <a:lnTo>
                    <a:pt x="908" y="6037"/>
                  </a:lnTo>
                  <a:lnTo>
                    <a:pt x="871" y="6593"/>
                  </a:lnTo>
                  <a:lnTo>
                    <a:pt x="871" y="7130"/>
                  </a:lnTo>
                  <a:lnTo>
                    <a:pt x="871" y="7667"/>
                  </a:lnTo>
                  <a:lnTo>
                    <a:pt x="889" y="8611"/>
                  </a:lnTo>
                  <a:lnTo>
                    <a:pt x="927" y="9278"/>
                  </a:lnTo>
                  <a:lnTo>
                    <a:pt x="945" y="9537"/>
                  </a:lnTo>
                  <a:lnTo>
                    <a:pt x="1" y="15185"/>
                  </a:lnTo>
                  <a:lnTo>
                    <a:pt x="8574" y="19592"/>
                  </a:lnTo>
                  <a:lnTo>
                    <a:pt x="9778" y="17296"/>
                  </a:lnTo>
                  <a:lnTo>
                    <a:pt x="11019" y="14907"/>
                  </a:lnTo>
                  <a:lnTo>
                    <a:pt x="12408" y="12167"/>
                  </a:lnTo>
                  <a:lnTo>
                    <a:pt x="13111" y="10759"/>
                  </a:lnTo>
                  <a:lnTo>
                    <a:pt x="13778" y="9389"/>
                  </a:lnTo>
                  <a:lnTo>
                    <a:pt x="14389" y="8093"/>
                  </a:lnTo>
                  <a:lnTo>
                    <a:pt x="14926" y="6908"/>
                  </a:lnTo>
                  <a:lnTo>
                    <a:pt x="15352" y="5908"/>
                  </a:lnTo>
                  <a:lnTo>
                    <a:pt x="15537" y="5463"/>
                  </a:lnTo>
                  <a:lnTo>
                    <a:pt x="15667" y="5074"/>
                  </a:lnTo>
                  <a:lnTo>
                    <a:pt x="15778" y="4759"/>
                  </a:lnTo>
                  <a:lnTo>
                    <a:pt x="15833" y="4519"/>
                  </a:lnTo>
                  <a:lnTo>
                    <a:pt x="15852" y="4334"/>
                  </a:lnTo>
                  <a:lnTo>
                    <a:pt x="15852" y="4278"/>
                  </a:lnTo>
                  <a:lnTo>
                    <a:pt x="15833" y="4222"/>
                  </a:lnTo>
                  <a:lnTo>
                    <a:pt x="15778" y="4185"/>
                  </a:lnTo>
                  <a:lnTo>
                    <a:pt x="15704" y="4148"/>
                  </a:lnTo>
                  <a:lnTo>
                    <a:pt x="15611" y="4167"/>
                  </a:lnTo>
                  <a:lnTo>
                    <a:pt x="15519" y="4185"/>
                  </a:lnTo>
                  <a:lnTo>
                    <a:pt x="15408" y="4241"/>
                  </a:lnTo>
                  <a:lnTo>
                    <a:pt x="15296" y="4315"/>
                  </a:lnTo>
                  <a:lnTo>
                    <a:pt x="15037" y="4537"/>
                  </a:lnTo>
                  <a:lnTo>
                    <a:pt x="14759" y="4797"/>
                  </a:lnTo>
                  <a:lnTo>
                    <a:pt x="14445" y="5111"/>
                  </a:lnTo>
                  <a:lnTo>
                    <a:pt x="14130" y="5482"/>
                  </a:lnTo>
                  <a:lnTo>
                    <a:pt x="13815" y="5852"/>
                  </a:lnTo>
                  <a:lnTo>
                    <a:pt x="13204" y="6630"/>
                  </a:lnTo>
                  <a:lnTo>
                    <a:pt x="12704" y="7315"/>
                  </a:lnTo>
                  <a:lnTo>
                    <a:pt x="12204" y="7982"/>
                  </a:lnTo>
                  <a:lnTo>
                    <a:pt x="12611" y="7000"/>
                  </a:lnTo>
                  <a:lnTo>
                    <a:pt x="13000" y="5963"/>
                  </a:lnTo>
                  <a:lnTo>
                    <a:pt x="13426" y="4778"/>
                  </a:lnTo>
                  <a:lnTo>
                    <a:pt x="13630" y="4167"/>
                  </a:lnTo>
                  <a:lnTo>
                    <a:pt x="13815" y="3574"/>
                  </a:lnTo>
                  <a:lnTo>
                    <a:pt x="13963" y="3019"/>
                  </a:lnTo>
                  <a:lnTo>
                    <a:pt x="14093" y="2519"/>
                  </a:lnTo>
                  <a:lnTo>
                    <a:pt x="14148" y="2074"/>
                  </a:lnTo>
                  <a:lnTo>
                    <a:pt x="14167" y="1889"/>
                  </a:lnTo>
                  <a:lnTo>
                    <a:pt x="14167" y="1723"/>
                  </a:lnTo>
                  <a:lnTo>
                    <a:pt x="14148" y="1574"/>
                  </a:lnTo>
                  <a:lnTo>
                    <a:pt x="14111" y="1482"/>
                  </a:lnTo>
                  <a:lnTo>
                    <a:pt x="14056" y="1389"/>
                  </a:lnTo>
                  <a:lnTo>
                    <a:pt x="13982" y="1352"/>
                  </a:lnTo>
                  <a:lnTo>
                    <a:pt x="13889" y="1334"/>
                  </a:lnTo>
                  <a:lnTo>
                    <a:pt x="13778" y="1371"/>
                  </a:lnTo>
                  <a:lnTo>
                    <a:pt x="13667" y="1426"/>
                  </a:lnTo>
                  <a:lnTo>
                    <a:pt x="13537" y="1519"/>
                  </a:lnTo>
                  <a:lnTo>
                    <a:pt x="13408" y="1630"/>
                  </a:lnTo>
                  <a:lnTo>
                    <a:pt x="13259" y="1778"/>
                  </a:lnTo>
                  <a:lnTo>
                    <a:pt x="12945" y="2130"/>
                  </a:lnTo>
                  <a:lnTo>
                    <a:pt x="12611" y="2556"/>
                  </a:lnTo>
                  <a:lnTo>
                    <a:pt x="12260" y="3037"/>
                  </a:lnTo>
                  <a:lnTo>
                    <a:pt x="11908" y="3556"/>
                  </a:lnTo>
                  <a:lnTo>
                    <a:pt x="11556" y="4111"/>
                  </a:lnTo>
                  <a:lnTo>
                    <a:pt x="10908" y="5204"/>
                  </a:lnTo>
                  <a:lnTo>
                    <a:pt x="10352" y="6148"/>
                  </a:lnTo>
                  <a:lnTo>
                    <a:pt x="9834" y="7093"/>
                  </a:lnTo>
                  <a:lnTo>
                    <a:pt x="10186" y="6204"/>
                  </a:lnTo>
                  <a:lnTo>
                    <a:pt x="10537" y="5259"/>
                  </a:lnTo>
                  <a:lnTo>
                    <a:pt x="10908" y="4130"/>
                  </a:lnTo>
                  <a:lnTo>
                    <a:pt x="11093" y="3537"/>
                  </a:lnTo>
                  <a:lnTo>
                    <a:pt x="11241" y="2945"/>
                  </a:lnTo>
                  <a:lnTo>
                    <a:pt x="11389" y="2371"/>
                  </a:lnTo>
                  <a:lnTo>
                    <a:pt x="11500" y="1815"/>
                  </a:lnTo>
                  <a:lnTo>
                    <a:pt x="11556" y="1297"/>
                  </a:lnTo>
                  <a:lnTo>
                    <a:pt x="11574" y="1056"/>
                  </a:lnTo>
                  <a:lnTo>
                    <a:pt x="11593" y="834"/>
                  </a:lnTo>
                  <a:lnTo>
                    <a:pt x="11574" y="648"/>
                  </a:lnTo>
                  <a:lnTo>
                    <a:pt x="11556" y="463"/>
                  </a:lnTo>
                  <a:lnTo>
                    <a:pt x="11519" y="297"/>
                  </a:lnTo>
                  <a:lnTo>
                    <a:pt x="11445" y="148"/>
                  </a:lnTo>
                  <a:lnTo>
                    <a:pt x="11426" y="93"/>
                  </a:lnTo>
                  <a:lnTo>
                    <a:pt x="11371" y="56"/>
                  </a:lnTo>
                  <a:lnTo>
                    <a:pt x="11334" y="19"/>
                  </a:lnTo>
                  <a:lnTo>
                    <a:pt x="1129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64"/>
            <p:cNvSpPr/>
            <p:nvPr/>
          </p:nvSpPr>
          <p:spPr>
            <a:xfrm flipH="1">
              <a:off x="6063688" y="1375506"/>
              <a:ext cx="708980" cy="983437"/>
            </a:xfrm>
            <a:custGeom>
              <a:avLst/>
              <a:gdLst/>
              <a:ahLst/>
              <a:cxnLst/>
              <a:rect l="l" t="t" r="r" b="b"/>
              <a:pathLst>
                <a:path w="32241" h="44722" extrusionOk="0">
                  <a:moveTo>
                    <a:pt x="20130" y="1"/>
                  </a:moveTo>
                  <a:lnTo>
                    <a:pt x="12130" y="12204"/>
                  </a:lnTo>
                  <a:lnTo>
                    <a:pt x="11963" y="12463"/>
                  </a:lnTo>
                  <a:lnTo>
                    <a:pt x="11500" y="13148"/>
                  </a:lnTo>
                  <a:lnTo>
                    <a:pt x="10815" y="14259"/>
                  </a:lnTo>
                  <a:lnTo>
                    <a:pt x="9963" y="15722"/>
                  </a:lnTo>
                  <a:lnTo>
                    <a:pt x="7667" y="13556"/>
                  </a:lnTo>
                  <a:lnTo>
                    <a:pt x="5945" y="11945"/>
                  </a:lnTo>
                  <a:lnTo>
                    <a:pt x="4112" y="10259"/>
                  </a:lnTo>
                  <a:lnTo>
                    <a:pt x="2408" y="8723"/>
                  </a:lnTo>
                  <a:lnTo>
                    <a:pt x="1649" y="8074"/>
                  </a:lnTo>
                  <a:lnTo>
                    <a:pt x="1019" y="7537"/>
                  </a:lnTo>
                  <a:lnTo>
                    <a:pt x="501" y="7130"/>
                  </a:lnTo>
                  <a:lnTo>
                    <a:pt x="315" y="7000"/>
                  </a:lnTo>
                  <a:lnTo>
                    <a:pt x="167" y="6908"/>
                  </a:lnTo>
                  <a:lnTo>
                    <a:pt x="56" y="6852"/>
                  </a:lnTo>
                  <a:lnTo>
                    <a:pt x="1" y="6852"/>
                  </a:lnTo>
                  <a:lnTo>
                    <a:pt x="1" y="6889"/>
                  </a:lnTo>
                  <a:lnTo>
                    <a:pt x="1" y="6926"/>
                  </a:lnTo>
                  <a:lnTo>
                    <a:pt x="56" y="7037"/>
                  </a:lnTo>
                  <a:lnTo>
                    <a:pt x="56" y="44722"/>
                  </a:lnTo>
                  <a:lnTo>
                    <a:pt x="11352" y="44573"/>
                  </a:lnTo>
                  <a:lnTo>
                    <a:pt x="11760" y="44647"/>
                  </a:lnTo>
                  <a:lnTo>
                    <a:pt x="12167" y="44703"/>
                  </a:lnTo>
                  <a:lnTo>
                    <a:pt x="12574" y="44722"/>
                  </a:lnTo>
                  <a:lnTo>
                    <a:pt x="12963" y="44722"/>
                  </a:lnTo>
                  <a:lnTo>
                    <a:pt x="13371" y="44685"/>
                  </a:lnTo>
                  <a:lnTo>
                    <a:pt x="13778" y="44629"/>
                  </a:lnTo>
                  <a:lnTo>
                    <a:pt x="14185" y="44555"/>
                  </a:lnTo>
                  <a:lnTo>
                    <a:pt x="14574" y="44462"/>
                  </a:lnTo>
                  <a:lnTo>
                    <a:pt x="14982" y="44333"/>
                  </a:lnTo>
                  <a:lnTo>
                    <a:pt x="15371" y="44203"/>
                  </a:lnTo>
                  <a:lnTo>
                    <a:pt x="15759" y="44036"/>
                  </a:lnTo>
                  <a:lnTo>
                    <a:pt x="16148" y="43870"/>
                  </a:lnTo>
                  <a:lnTo>
                    <a:pt x="16537" y="43685"/>
                  </a:lnTo>
                  <a:lnTo>
                    <a:pt x="16908" y="43499"/>
                  </a:lnTo>
                  <a:lnTo>
                    <a:pt x="17278" y="43296"/>
                  </a:lnTo>
                  <a:lnTo>
                    <a:pt x="17630" y="43073"/>
                  </a:lnTo>
                  <a:lnTo>
                    <a:pt x="18315" y="42629"/>
                  </a:lnTo>
                  <a:lnTo>
                    <a:pt x="18963" y="42166"/>
                  </a:lnTo>
                  <a:lnTo>
                    <a:pt x="19556" y="41685"/>
                  </a:lnTo>
                  <a:lnTo>
                    <a:pt x="20093" y="41222"/>
                  </a:lnTo>
                  <a:lnTo>
                    <a:pt x="20574" y="40777"/>
                  </a:lnTo>
                  <a:lnTo>
                    <a:pt x="20982" y="40370"/>
                  </a:lnTo>
                  <a:lnTo>
                    <a:pt x="21333" y="39999"/>
                  </a:lnTo>
                  <a:lnTo>
                    <a:pt x="21593" y="39666"/>
                  </a:lnTo>
                  <a:lnTo>
                    <a:pt x="21982" y="39148"/>
                  </a:lnTo>
                  <a:lnTo>
                    <a:pt x="22370" y="38592"/>
                  </a:lnTo>
                  <a:lnTo>
                    <a:pt x="22741" y="38037"/>
                  </a:lnTo>
                  <a:lnTo>
                    <a:pt x="23111" y="37444"/>
                  </a:lnTo>
                  <a:lnTo>
                    <a:pt x="23481" y="36851"/>
                  </a:lnTo>
                  <a:lnTo>
                    <a:pt x="23833" y="36222"/>
                  </a:lnTo>
                  <a:lnTo>
                    <a:pt x="24167" y="35592"/>
                  </a:lnTo>
                  <a:lnTo>
                    <a:pt x="24500" y="34944"/>
                  </a:lnTo>
                  <a:lnTo>
                    <a:pt x="24833" y="34277"/>
                  </a:lnTo>
                  <a:lnTo>
                    <a:pt x="25148" y="33611"/>
                  </a:lnTo>
                  <a:lnTo>
                    <a:pt x="25444" y="32926"/>
                  </a:lnTo>
                  <a:lnTo>
                    <a:pt x="25759" y="32222"/>
                  </a:lnTo>
                  <a:lnTo>
                    <a:pt x="26333" y="30796"/>
                  </a:lnTo>
                  <a:lnTo>
                    <a:pt x="26870" y="29352"/>
                  </a:lnTo>
                  <a:lnTo>
                    <a:pt x="27370" y="27870"/>
                  </a:lnTo>
                  <a:lnTo>
                    <a:pt x="27852" y="26370"/>
                  </a:lnTo>
                  <a:lnTo>
                    <a:pt x="28296" y="24870"/>
                  </a:lnTo>
                  <a:lnTo>
                    <a:pt x="28722" y="23352"/>
                  </a:lnTo>
                  <a:lnTo>
                    <a:pt x="29111" y="21852"/>
                  </a:lnTo>
                  <a:lnTo>
                    <a:pt x="29481" y="20352"/>
                  </a:lnTo>
                  <a:lnTo>
                    <a:pt x="29815" y="18870"/>
                  </a:lnTo>
                  <a:lnTo>
                    <a:pt x="30129" y="17426"/>
                  </a:lnTo>
                  <a:lnTo>
                    <a:pt x="30407" y="16000"/>
                  </a:lnTo>
                  <a:lnTo>
                    <a:pt x="30666" y="14630"/>
                  </a:lnTo>
                  <a:lnTo>
                    <a:pt x="30907" y="13296"/>
                  </a:lnTo>
                  <a:lnTo>
                    <a:pt x="31129" y="12019"/>
                  </a:lnTo>
                  <a:lnTo>
                    <a:pt x="31500" y="9648"/>
                  </a:lnTo>
                  <a:lnTo>
                    <a:pt x="31778" y="7574"/>
                  </a:lnTo>
                  <a:lnTo>
                    <a:pt x="31981" y="5871"/>
                  </a:lnTo>
                  <a:lnTo>
                    <a:pt x="32129" y="4574"/>
                  </a:lnTo>
                  <a:lnTo>
                    <a:pt x="32240" y="3482"/>
                  </a:lnTo>
                  <a:lnTo>
                    <a:pt x="201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64"/>
            <p:cNvSpPr/>
            <p:nvPr/>
          </p:nvSpPr>
          <p:spPr>
            <a:xfrm flipH="1">
              <a:off x="6174026" y="1074569"/>
              <a:ext cx="22" cy="700030"/>
            </a:xfrm>
            <a:custGeom>
              <a:avLst/>
              <a:gdLst/>
              <a:ahLst/>
              <a:cxnLst/>
              <a:rect l="l" t="t" r="r" b="b"/>
              <a:pathLst>
                <a:path w="1" h="31834" fill="none" extrusionOk="0">
                  <a:moveTo>
                    <a:pt x="0" y="1"/>
                  </a:moveTo>
                  <a:lnTo>
                    <a:pt x="0" y="31833"/>
                  </a:lnTo>
                </a:path>
              </a:pathLst>
            </a:custGeom>
            <a:noFill/>
            <a:ln w="833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64"/>
            <p:cNvSpPr/>
            <p:nvPr/>
          </p:nvSpPr>
          <p:spPr>
            <a:xfrm flipH="1">
              <a:off x="5987531" y="539501"/>
              <a:ext cx="383616" cy="535083"/>
            </a:xfrm>
            <a:custGeom>
              <a:avLst/>
              <a:gdLst/>
              <a:ahLst/>
              <a:cxnLst/>
              <a:rect l="l" t="t" r="r" b="b"/>
              <a:pathLst>
                <a:path w="17445" h="24333" extrusionOk="0">
                  <a:moveTo>
                    <a:pt x="6056" y="10148"/>
                  </a:moveTo>
                  <a:lnTo>
                    <a:pt x="6148" y="10166"/>
                  </a:lnTo>
                  <a:lnTo>
                    <a:pt x="6241" y="10203"/>
                  </a:lnTo>
                  <a:lnTo>
                    <a:pt x="6315" y="10259"/>
                  </a:lnTo>
                  <a:lnTo>
                    <a:pt x="6408" y="10333"/>
                  </a:lnTo>
                  <a:lnTo>
                    <a:pt x="6482" y="10407"/>
                  </a:lnTo>
                  <a:lnTo>
                    <a:pt x="6537" y="10500"/>
                  </a:lnTo>
                  <a:lnTo>
                    <a:pt x="6611" y="10611"/>
                  </a:lnTo>
                  <a:lnTo>
                    <a:pt x="6722" y="10852"/>
                  </a:lnTo>
                  <a:lnTo>
                    <a:pt x="6796" y="11148"/>
                  </a:lnTo>
                  <a:lnTo>
                    <a:pt x="6852" y="11463"/>
                  </a:lnTo>
                  <a:lnTo>
                    <a:pt x="6871" y="11796"/>
                  </a:lnTo>
                  <a:lnTo>
                    <a:pt x="6852" y="12148"/>
                  </a:lnTo>
                  <a:lnTo>
                    <a:pt x="6796" y="12463"/>
                  </a:lnTo>
                  <a:lnTo>
                    <a:pt x="6722" y="12740"/>
                  </a:lnTo>
                  <a:lnTo>
                    <a:pt x="6611" y="12981"/>
                  </a:lnTo>
                  <a:lnTo>
                    <a:pt x="6537" y="13092"/>
                  </a:lnTo>
                  <a:lnTo>
                    <a:pt x="6482" y="13185"/>
                  </a:lnTo>
                  <a:lnTo>
                    <a:pt x="6408" y="13259"/>
                  </a:lnTo>
                  <a:lnTo>
                    <a:pt x="6315" y="13333"/>
                  </a:lnTo>
                  <a:lnTo>
                    <a:pt x="6241" y="13389"/>
                  </a:lnTo>
                  <a:lnTo>
                    <a:pt x="6148" y="13426"/>
                  </a:lnTo>
                  <a:lnTo>
                    <a:pt x="6056" y="13444"/>
                  </a:lnTo>
                  <a:lnTo>
                    <a:pt x="5945" y="13463"/>
                  </a:lnTo>
                  <a:lnTo>
                    <a:pt x="5852" y="13444"/>
                  </a:lnTo>
                  <a:lnTo>
                    <a:pt x="5759" y="13426"/>
                  </a:lnTo>
                  <a:lnTo>
                    <a:pt x="5667" y="13389"/>
                  </a:lnTo>
                  <a:lnTo>
                    <a:pt x="5593" y="13333"/>
                  </a:lnTo>
                  <a:lnTo>
                    <a:pt x="5500" y="13259"/>
                  </a:lnTo>
                  <a:lnTo>
                    <a:pt x="5426" y="13185"/>
                  </a:lnTo>
                  <a:lnTo>
                    <a:pt x="5352" y="13092"/>
                  </a:lnTo>
                  <a:lnTo>
                    <a:pt x="5297" y="12981"/>
                  </a:lnTo>
                  <a:lnTo>
                    <a:pt x="5185" y="12740"/>
                  </a:lnTo>
                  <a:lnTo>
                    <a:pt x="5093" y="12463"/>
                  </a:lnTo>
                  <a:lnTo>
                    <a:pt x="5056" y="12148"/>
                  </a:lnTo>
                  <a:lnTo>
                    <a:pt x="5037" y="11796"/>
                  </a:lnTo>
                  <a:lnTo>
                    <a:pt x="5056" y="11463"/>
                  </a:lnTo>
                  <a:lnTo>
                    <a:pt x="5093" y="11148"/>
                  </a:lnTo>
                  <a:lnTo>
                    <a:pt x="5185" y="10852"/>
                  </a:lnTo>
                  <a:lnTo>
                    <a:pt x="5297" y="10611"/>
                  </a:lnTo>
                  <a:lnTo>
                    <a:pt x="5352" y="10500"/>
                  </a:lnTo>
                  <a:lnTo>
                    <a:pt x="5426" y="10407"/>
                  </a:lnTo>
                  <a:lnTo>
                    <a:pt x="5500" y="10333"/>
                  </a:lnTo>
                  <a:lnTo>
                    <a:pt x="5593" y="10259"/>
                  </a:lnTo>
                  <a:lnTo>
                    <a:pt x="5667" y="10203"/>
                  </a:lnTo>
                  <a:lnTo>
                    <a:pt x="5759" y="10166"/>
                  </a:lnTo>
                  <a:lnTo>
                    <a:pt x="5852" y="10148"/>
                  </a:lnTo>
                  <a:close/>
                  <a:moveTo>
                    <a:pt x="12333" y="10148"/>
                  </a:moveTo>
                  <a:lnTo>
                    <a:pt x="12426" y="10166"/>
                  </a:lnTo>
                  <a:lnTo>
                    <a:pt x="12519" y="10203"/>
                  </a:lnTo>
                  <a:lnTo>
                    <a:pt x="12593" y="10259"/>
                  </a:lnTo>
                  <a:lnTo>
                    <a:pt x="12685" y="10333"/>
                  </a:lnTo>
                  <a:lnTo>
                    <a:pt x="12759" y="10407"/>
                  </a:lnTo>
                  <a:lnTo>
                    <a:pt x="12833" y="10500"/>
                  </a:lnTo>
                  <a:lnTo>
                    <a:pt x="12889" y="10611"/>
                  </a:lnTo>
                  <a:lnTo>
                    <a:pt x="13000" y="10852"/>
                  </a:lnTo>
                  <a:lnTo>
                    <a:pt x="13074" y="11148"/>
                  </a:lnTo>
                  <a:lnTo>
                    <a:pt x="13130" y="11463"/>
                  </a:lnTo>
                  <a:lnTo>
                    <a:pt x="13148" y="11796"/>
                  </a:lnTo>
                  <a:lnTo>
                    <a:pt x="13130" y="12148"/>
                  </a:lnTo>
                  <a:lnTo>
                    <a:pt x="13074" y="12463"/>
                  </a:lnTo>
                  <a:lnTo>
                    <a:pt x="13000" y="12740"/>
                  </a:lnTo>
                  <a:lnTo>
                    <a:pt x="12889" y="12981"/>
                  </a:lnTo>
                  <a:lnTo>
                    <a:pt x="12833" y="13092"/>
                  </a:lnTo>
                  <a:lnTo>
                    <a:pt x="12759" y="13185"/>
                  </a:lnTo>
                  <a:lnTo>
                    <a:pt x="12685" y="13259"/>
                  </a:lnTo>
                  <a:lnTo>
                    <a:pt x="12593" y="13333"/>
                  </a:lnTo>
                  <a:lnTo>
                    <a:pt x="12519" y="13389"/>
                  </a:lnTo>
                  <a:lnTo>
                    <a:pt x="12426" y="13426"/>
                  </a:lnTo>
                  <a:lnTo>
                    <a:pt x="12333" y="13444"/>
                  </a:lnTo>
                  <a:lnTo>
                    <a:pt x="12241" y="13463"/>
                  </a:lnTo>
                  <a:lnTo>
                    <a:pt x="12130" y="13444"/>
                  </a:lnTo>
                  <a:lnTo>
                    <a:pt x="12037" y="13426"/>
                  </a:lnTo>
                  <a:lnTo>
                    <a:pt x="11944" y="13389"/>
                  </a:lnTo>
                  <a:lnTo>
                    <a:pt x="11870" y="13333"/>
                  </a:lnTo>
                  <a:lnTo>
                    <a:pt x="11778" y="13259"/>
                  </a:lnTo>
                  <a:lnTo>
                    <a:pt x="11704" y="13185"/>
                  </a:lnTo>
                  <a:lnTo>
                    <a:pt x="11648" y="13092"/>
                  </a:lnTo>
                  <a:lnTo>
                    <a:pt x="11574" y="12981"/>
                  </a:lnTo>
                  <a:lnTo>
                    <a:pt x="11463" y="12740"/>
                  </a:lnTo>
                  <a:lnTo>
                    <a:pt x="11389" y="12463"/>
                  </a:lnTo>
                  <a:lnTo>
                    <a:pt x="11333" y="12148"/>
                  </a:lnTo>
                  <a:lnTo>
                    <a:pt x="11315" y="11796"/>
                  </a:lnTo>
                  <a:lnTo>
                    <a:pt x="11333" y="11463"/>
                  </a:lnTo>
                  <a:lnTo>
                    <a:pt x="11389" y="11148"/>
                  </a:lnTo>
                  <a:lnTo>
                    <a:pt x="11463" y="10852"/>
                  </a:lnTo>
                  <a:lnTo>
                    <a:pt x="11574" y="10611"/>
                  </a:lnTo>
                  <a:lnTo>
                    <a:pt x="11648" y="10500"/>
                  </a:lnTo>
                  <a:lnTo>
                    <a:pt x="11704" y="10407"/>
                  </a:lnTo>
                  <a:lnTo>
                    <a:pt x="11778" y="10333"/>
                  </a:lnTo>
                  <a:lnTo>
                    <a:pt x="11870" y="10259"/>
                  </a:lnTo>
                  <a:lnTo>
                    <a:pt x="11944" y="10203"/>
                  </a:lnTo>
                  <a:lnTo>
                    <a:pt x="12037" y="10166"/>
                  </a:lnTo>
                  <a:lnTo>
                    <a:pt x="12130" y="10148"/>
                  </a:lnTo>
                  <a:close/>
                  <a:moveTo>
                    <a:pt x="9259" y="16259"/>
                  </a:moveTo>
                  <a:lnTo>
                    <a:pt x="9667" y="16277"/>
                  </a:lnTo>
                  <a:lnTo>
                    <a:pt x="10037" y="16296"/>
                  </a:lnTo>
                  <a:lnTo>
                    <a:pt x="10408" y="16351"/>
                  </a:lnTo>
                  <a:lnTo>
                    <a:pt x="10741" y="16407"/>
                  </a:lnTo>
                  <a:lnTo>
                    <a:pt x="11056" y="16481"/>
                  </a:lnTo>
                  <a:lnTo>
                    <a:pt x="11352" y="16574"/>
                  </a:lnTo>
                  <a:lnTo>
                    <a:pt x="11648" y="16666"/>
                  </a:lnTo>
                  <a:lnTo>
                    <a:pt x="11907" y="16777"/>
                  </a:lnTo>
                  <a:lnTo>
                    <a:pt x="12148" y="16907"/>
                  </a:lnTo>
                  <a:lnTo>
                    <a:pt x="12389" y="17037"/>
                  </a:lnTo>
                  <a:lnTo>
                    <a:pt x="12593" y="17166"/>
                  </a:lnTo>
                  <a:lnTo>
                    <a:pt x="12796" y="17314"/>
                  </a:lnTo>
                  <a:lnTo>
                    <a:pt x="12982" y="17444"/>
                  </a:lnTo>
                  <a:lnTo>
                    <a:pt x="13148" y="17611"/>
                  </a:lnTo>
                  <a:lnTo>
                    <a:pt x="13444" y="17907"/>
                  </a:lnTo>
                  <a:lnTo>
                    <a:pt x="13685" y="18222"/>
                  </a:lnTo>
                  <a:lnTo>
                    <a:pt x="13889" y="18518"/>
                  </a:lnTo>
                  <a:lnTo>
                    <a:pt x="14037" y="18796"/>
                  </a:lnTo>
                  <a:lnTo>
                    <a:pt x="14167" y="19055"/>
                  </a:lnTo>
                  <a:lnTo>
                    <a:pt x="14241" y="19259"/>
                  </a:lnTo>
                  <a:lnTo>
                    <a:pt x="14296" y="19425"/>
                  </a:lnTo>
                  <a:lnTo>
                    <a:pt x="14333" y="19574"/>
                  </a:lnTo>
                  <a:lnTo>
                    <a:pt x="13241" y="19796"/>
                  </a:lnTo>
                  <a:lnTo>
                    <a:pt x="13204" y="19666"/>
                  </a:lnTo>
                  <a:lnTo>
                    <a:pt x="13167" y="19537"/>
                  </a:lnTo>
                  <a:lnTo>
                    <a:pt x="13093" y="19370"/>
                  </a:lnTo>
                  <a:lnTo>
                    <a:pt x="13000" y="19185"/>
                  </a:lnTo>
                  <a:lnTo>
                    <a:pt x="12889" y="18981"/>
                  </a:lnTo>
                  <a:lnTo>
                    <a:pt x="12722" y="18777"/>
                  </a:lnTo>
                  <a:lnTo>
                    <a:pt x="12537" y="18555"/>
                  </a:lnTo>
                  <a:lnTo>
                    <a:pt x="12296" y="18333"/>
                  </a:lnTo>
                  <a:lnTo>
                    <a:pt x="12037" y="18111"/>
                  </a:lnTo>
                  <a:lnTo>
                    <a:pt x="11704" y="17925"/>
                  </a:lnTo>
                  <a:lnTo>
                    <a:pt x="11537" y="17833"/>
                  </a:lnTo>
                  <a:lnTo>
                    <a:pt x="11333" y="17740"/>
                  </a:lnTo>
                  <a:lnTo>
                    <a:pt x="11130" y="17666"/>
                  </a:lnTo>
                  <a:lnTo>
                    <a:pt x="10907" y="17592"/>
                  </a:lnTo>
                  <a:lnTo>
                    <a:pt x="10667" y="17537"/>
                  </a:lnTo>
                  <a:lnTo>
                    <a:pt x="10426" y="17481"/>
                  </a:lnTo>
                  <a:lnTo>
                    <a:pt x="10167" y="17425"/>
                  </a:lnTo>
                  <a:lnTo>
                    <a:pt x="9870" y="17407"/>
                  </a:lnTo>
                  <a:lnTo>
                    <a:pt x="9574" y="17388"/>
                  </a:lnTo>
                  <a:lnTo>
                    <a:pt x="9259" y="17370"/>
                  </a:lnTo>
                  <a:lnTo>
                    <a:pt x="8945" y="17388"/>
                  </a:lnTo>
                  <a:lnTo>
                    <a:pt x="8648" y="17407"/>
                  </a:lnTo>
                  <a:lnTo>
                    <a:pt x="8352" y="17444"/>
                  </a:lnTo>
                  <a:lnTo>
                    <a:pt x="8093" y="17481"/>
                  </a:lnTo>
                  <a:lnTo>
                    <a:pt x="7834" y="17537"/>
                  </a:lnTo>
                  <a:lnTo>
                    <a:pt x="7593" y="17611"/>
                  </a:lnTo>
                  <a:lnTo>
                    <a:pt x="7352" y="17685"/>
                  </a:lnTo>
                  <a:lnTo>
                    <a:pt x="7130" y="17777"/>
                  </a:lnTo>
                  <a:lnTo>
                    <a:pt x="6926" y="17870"/>
                  </a:lnTo>
                  <a:lnTo>
                    <a:pt x="6741" y="17962"/>
                  </a:lnTo>
                  <a:lnTo>
                    <a:pt x="6408" y="18185"/>
                  </a:lnTo>
                  <a:lnTo>
                    <a:pt x="6093" y="18425"/>
                  </a:lnTo>
                  <a:lnTo>
                    <a:pt x="5834" y="18666"/>
                  </a:lnTo>
                  <a:lnTo>
                    <a:pt x="5630" y="18907"/>
                  </a:lnTo>
                  <a:lnTo>
                    <a:pt x="5445" y="19129"/>
                  </a:lnTo>
                  <a:lnTo>
                    <a:pt x="5297" y="19351"/>
                  </a:lnTo>
                  <a:lnTo>
                    <a:pt x="5185" y="19555"/>
                  </a:lnTo>
                  <a:lnTo>
                    <a:pt x="5056" y="19870"/>
                  </a:lnTo>
                  <a:lnTo>
                    <a:pt x="5000" y="20018"/>
                  </a:lnTo>
                  <a:lnTo>
                    <a:pt x="3926" y="19722"/>
                  </a:lnTo>
                  <a:lnTo>
                    <a:pt x="3982" y="19574"/>
                  </a:lnTo>
                  <a:lnTo>
                    <a:pt x="4056" y="19388"/>
                  </a:lnTo>
                  <a:lnTo>
                    <a:pt x="4148" y="19166"/>
                  </a:lnTo>
                  <a:lnTo>
                    <a:pt x="4297" y="18907"/>
                  </a:lnTo>
                  <a:lnTo>
                    <a:pt x="4482" y="18611"/>
                  </a:lnTo>
                  <a:lnTo>
                    <a:pt x="4704" y="18296"/>
                  </a:lnTo>
                  <a:lnTo>
                    <a:pt x="4963" y="17981"/>
                  </a:lnTo>
                  <a:lnTo>
                    <a:pt x="5297" y="17666"/>
                  </a:lnTo>
                  <a:lnTo>
                    <a:pt x="5482" y="17500"/>
                  </a:lnTo>
                  <a:lnTo>
                    <a:pt x="5667" y="17351"/>
                  </a:lnTo>
                  <a:lnTo>
                    <a:pt x="5889" y="17203"/>
                  </a:lnTo>
                  <a:lnTo>
                    <a:pt x="6111" y="17055"/>
                  </a:lnTo>
                  <a:lnTo>
                    <a:pt x="6352" y="16925"/>
                  </a:lnTo>
                  <a:lnTo>
                    <a:pt x="6593" y="16796"/>
                  </a:lnTo>
                  <a:lnTo>
                    <a:pt x="6871" y="16685"/>
                  </a:lnTo>
                  <a:lnTo>
                    <a:pt x="7167" y="16574"/>
                  </a:lnTo>
                  <a:lnTo>
                    <a:pt x="7463" y="16500"/>
                  </a:lnTo>
                  <a:lnTo>
                    <a:pt x="7796" y="16407"/>
                  </a:lnTo>
                  <a:lnTo>
                    <a:pt x="8130" y="16351"/>
                  </a:lnTo>
                  <a:lnTo>
                    <a:pt x="8500" y="16296"/>
                  </a:lnTo>
                  <a:lnTo>
                    <a:pt x="8871" y="16277"/>
                  </a:lnTo>
                  <a:lnTo>
                    <a:pt x="9259" y="16259"/>
                  </a:lnTo>
                  <a:close/>
                  <a:moveTo>
                    <a:pt x="0" y="0"/>
                  </a:moveTo>
                  <a:lnTo>
                    <a:pt x="0" y="15611"/>
                  </a:lnTo>
                  <a:lnTo>
                    <a:pt x="19" y="16055"/>
                  </a:lnTo>
                  <a:lnTo>
                    <a:pt x="37" y="16500"/>
                  </a:lnTo>
                  <a:lnTo>
                    <a:pt x="93" y="16944"/>
                  </a:lnTo>
                  <a:lnTo>
                    <a:pt x="186" y="17370"/>
                  </a:lnTo>
                  <a:lnTo>
                    <a:pt x="278" y="17796"/>
                  </a:lnTo>
                  <a:lnTo>
                    <a:pt x="389" y="18203"/>
                  </a:lnTo>
                  <a:lnTo>
                    <a:pt x="537" y="18611"/>
                  </a:lnTo>
                  <a:lnTo>
                    <a:pt x="686" y="18999"/>
                  </a:lnTo>
                  <a:lnTo>
                    <a:pt x="852" y="19388"/>
                  </a:lnTo>
                  <a:lnTo>
                    <a:pt x="1056" y="19759"/>
                  </a:lnTo>
                  <a:lnTo>
                    <a:pt x="1260" y="20129"/>
                  </a:lnTo>
                  <a:lnTo>
                    <a:pt x="1482" y="20481"/>
                  </a:lnTo>
                  <a:lnTo>
                    <a:pt x="1741" y="20833"/>
                  </a:lnTo>
                  <a:lnTo>
                    <a:pt x="2000" y="21166"/>
                  </a:lnTo>
                  <a:lnTo>
                    <a:pt x="2260" y="21481"/>
                  </a:lnTo>
                  <a:lnTo>
                    <a:pt x="2556" y="21777"/>
                  </a:lnTo>
                  <a:lnTo>
                    <a:pt x="2852" y="22073"/>
                  </a:lnTo>
                  <a:lnTo>
                    <a:pt x="3167" y="22333"/>
                  </a:lnTo>
                  <a:lnTo>
                    <a:pt x="3500" y="22592"/>
                  </a:lnTo>
                  <a:lnTo>
                    <a:pt x="3852" y="22851"/>
                  </a:lnTo>
                  <a:lnTo>
                    <a:pt x="4204" y="23073"/>
                  </a:lnTo>
                  <a:lnTo>
                    <a:pt x="4574" y="23277"/>
                  </a:lnTo>
                  <a:lnTo>
                    <a:pt x="4945" y="23481"/>
                  </a:lnTo>
                  <a:lnTo>
                    <a:pt x="5334" y="23648"/>
                  </a:lnTo>
                  <a:lnTo>
                    <a:pt x="5722" y="23796"/>
                  </a:lnTo>
                  <a:lnTo>
                    <a:pt x="6130" y="23944"/>
                  </a:lnTo>
                  <a:lnTo>
                    <a:pt x="6537" y="24055"/>
                  </a:lnTo>
                  <a:lnTo>
                    <a:pt x="6963" y="24148"/>
                  </a:lnTo>
                  <a:lnTo>
                    <a:pt x="7389" y="24240"/>
                  </a:lnTo>
                  <a:lnTo>
                    <a:pt x="7834" y="24296"/>
                  </a:lnTo>
                  <a:lnTo>
                    <a:pt x="8278" y="24314"/>
                  </a:lnTo>
                  <a:lnTo>
                    <a:pt x="8722" y="24333"/>
                  </a:lnTo>
                  <a:lnTo>
                    <a:pt x="9167" y="24314"/>
                  </a:lnTo>
                  <a:lnTo>
                    <a:pt x="9611" y="24296"/>
                  </a:lnTo>
                  <a:lnTo>
                    <a:pt x="10056" y="24240"/>
                  </a:lnTo>
                  <a:lnTo>
                    <a:pt x="10482" y="24148"/>
                  </a:lnTo>
                  <a:lnTo>
                    <a:pt x="10907" y="24055"/>
                  </a:lnTo>
                  <a:lnTo>
                    <a:pt x="11315" y="23944"/>
                  </a:lnTo>
                  <a:lnTo>
                    <a:pt x="11722" y="23796"/>
                  </a:lnTo>
                  <a:lnTo>
                    <a:pt x="12111" y="23648"/>
                  </a:lnTo>
                  <a:lnTo>
                    <a:pt x="12500" y="23481"/>
                  </a:lnTo>
                  <a:lnTo>
                    <a:pt x="12889" y="23277"/>
                  </a:lnTo>
                  <a:lnTo>
                    <a:pt x="13241" y="23073"/>
                  </a:lnTo>
                  <a:lnTo>
                    <a:pt x="13593" y="22851"/>
                  </a:lnTo>
                  <a:lnTo>
                    <a:pt x="13944" y="22592"/>
                  </a:lnTo>
                  <a:lnTo>
                    <a:pt x="14278" y="22333"/>
                  </a:lnTo>
                  <a:lnTo>
                    <a:pt x="14593" y="22073"/>
                  </a:lnTo>
                  <a:lnTo>
                    <a:pt x="14889" y="21777"/>
                  </a:lnTo>
                  <a:lnTo>
                    <a:pt x="15185" y="21481"/>
                  </a:lnTo>
                  <a:lnTo>
                    <a:pt x="15444" y="21166"/>
                  </a:lnTo>
                  <a:lnTo>
                    <a:pt x="15704" y="20833"/>
                  </a:lnTo>
                  <a:lnTo>
                    <a:pt x="15963" y="20481"/>
                  </a:lnTo>
                  <a:lnTo>
                    <a:pt x="16185" y="20129"/>
                  </a:lnTo>
                  <a:lnTo>
                    <a:pt x="16389" y="19759"/>
                  </a:lnTo>
                  <a:lnTo>
                    <a:pt x="16593" y="19388"/>
                  </a:lnTo>
                  <a:lnTo>
                    <a:pt x="16759" y="18999"/>
                  </a:lnTo>
                  <a:lnTo>
                    <a:pt x="16907" y="18611"/>
                  </a:lnTo>
                  <a:lnTo>
                    <a:pt x="17055" y="18203"/>
                  </a:lnTo>
                  <a:lnTo>
                    <a:pt x="17167" y="17796"/>
                  </a:lnTo>
                  <a:lnTo>
                    <a:pt x="17259" y="17370"/>
                  </a:lnTo>
                  <a:lnTo>
                    <a:pt x="17352" y="16944"/>
                  </a:lnTo>
                  <a:lnTo>
                    <a:pt x="17407" y="16500"/>
                  </a:lnTo>
                  <a:lnTo>
                    <a:pt x="17426" y="16055"/>
                  </a:lnTo>
                  <a:lnTo>
                    <a:pt x="17444" y="15611"/>
                  </a:lnTo>
                  <a:lnTo>
                    <a:pt x="174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64"/>
            <p:cNvSpPr/>
            <p:nvPr/>
          </p:nvSpPr>
          <p:spPr>
            <a:xfrm flipH="1">
              <a:off x="6511206" y="4907304"/>
              <a:ext cx="224804" cy="189378"/>
            </a:xfrm>
            <a:custGeom>
              <a:avLst/>
              <a:gdLst/>
              <a:ahLst/>
              <a:cxnLst/>
              <a:rect l="l" t="t" r="r" b="b"/>
              <a:pathLst>
                <a:path w="10223" h="8612" extrusionOk="0">
                  <a:moveTo>
                    <a:pt x="7944" y="0"/>
                  </a:moveTo>
                  <a:lnTo>
                    <a:pt x="185" y="260"/>
                  </a:lnTo>
                  <a:lnTo>
                    <a:pt x="0" y="2482"/>
                  </a:lnTo>
                  <a:lnTo>
                    <a:pt x="3648" y="8611"/>
                  </a:lnTo>
                  <a:lnTo>
                    <a:pt x="10222" y="3704"/>
                  </a:lnTo>
                  <a:lnTo>
                    <a:pt x="9241" y="2482"/>
                  </a:lnTo>
                  <a:lnTo>
                    <a:pt x="7944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64"/>
            <p:cNvSpPr/>
            <p:nvPr/>
          </p:nvSpPr>
          <p:spPr>
            <a:xfrm flipH="1">
              <a:off x="7339075" y="4907304"/>
              <a:ext cx="224804" cy="189378"/>
            </a:xfrm>
            <a:custGeom>
              <a:avLst/>
              <a:gdLst/>
              <a:ahLst/>
              <a:cxnLst/>
              <a:rect l="l" t="t" r="r" b="b"/>
              <a:pathLst>
                <a:path w="10223" h="8612" extrusionOk="0">
                  <a:moveTo>
                    <a:pt x="7944" y="0"/>
                  </a:moveTo>
                  <a:lnTo>
                    <a:pt x="2074" y="260"/>
                  </a:lnTo>
                  <a:lnTo>
                    <a:pt x="0" y="2482"/>
                  </a:lnTo>
                  <a:lnTo>
                    <a:pt x="3648" y="8611"/>
                  </a:lnTo>
                  <a:lnTo>
                    <a:pt x="10222" y="3704"/>
                  </a:lnTo>
                  <a:lnTo>
                    <a:pt x="9241" y="2482"/>
                  </a:lnTo>
                  <a:lnTo>
                    <a:pt x="7944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64"/>
            <p:cNvSpPr/>
            <p:nvPr/>
          </p:nvSpPr>
          <p:spPr>
            <a:xfrm flipH="1">
              <a:off x="6492082" y="2811364"/>
              <a:ext cx="763955" cy="2108137"/>
            </a:xfrm>
            <a:custGeom>
              <a:avLst/>
              <a:gdLst/>
              <a:ahLst/>
              <a:cxnLst/>
              <a:rect l="l" t="t" r="r" b="b"/>
              <a:pathLst>
                <a:path w="34741" h="95868" extrusionOk="0">
                  <a:moveTo>
                    <a:pt x="29333" y="0"/>
                  </a:moveTo>
                  <a:lnTo>
                    <a:pt x="1" y="1963"/>
                  </a:lnTo>
                  <a:lnTo>
                    <a:pt x="556" y="3056"/>
                  </a:lnTo>
                  <a:lnTo>
                    <a:pt x="1130" y="4241"/>
                  </a:lnTo>
                  <a:lnTo>
                    <a:pt x="1686" y="5481"/>
                  </a:lnTo>
                  <a:lnTo>
                    <a:pt x="2241" y="6778"/>
                  </a:lnTo>
                  <a:lnTo>
                    <a:pt x="2797" y="8148"/>
                  </a:lnTo>
                  <a:lnTo>
                    <a:pt x="3334" y="9574"/>
                  </a:lnTo>
                  <a:lnTo>
                    <a:pt x="3890" y="11037"/>
                  </a:lnTo>
                  <a:lnTo>
                    <a:pt x="4427" y="12574"/>
                  </a:lnTo>
                  <a:lnTo>
                    <a:pt x="4982" y="14148"/>
                  </a:lnTo>
                  <a:lnTo>
                    <a:pt x="5501" y="15759"/>
                  </a:lnTo>
                  <a:lnTo>
                    <a:pt x="6038" y="17426"/>
                  </a:lnTo>
                  <a:lnTo>
                    <a:pt x="6575" y="19129"/>
                  </a:lnTo>
                  <a:lnTo>
                    <a:pt x="7093" y="20870"/>
                  </a:lnTo>
                  <a:lnTo>
                    <a:pt x="7612" y="22648"/>
                  </a:lnTo>
                  <a:lnTo>
                    <a:pt x="8130" y="24462"/>
                  </a:lnTo>
                  <a:lnTo>
                    <a:pt x="8649" y="26296"/>
                  </a:lnTo>
                  <a:lnTo>
                    <a:pt x="9149" y="28166"/>
                  </a:lnTo>
                  <a:lnTo>
                    <a:pt x="9649" y="30055"/>
                  </a:lnTo>
                  <a:lnTo>
                    <a:pt x="10630" y="33888"/>
                  </a:lnTo>
                  <a:lnTo>
                    <a:pt x="11575" y="37795"/>
                  </a:lnTo>
                  <a:lnTo>
                    <a:pt x="12519" y="41740"/>
                  </a:lnTo>
                  <a:lnTo>
                    <a:pt x="13408" y="45703"/>
                  </a:lnTo>
                  <a:lnTo>
                    <a:pt x="14278" y="49665"/>
                  </a:lnTo>
                  <a:lnTo>
                    <a:pt x="15130" y="53610"/>
                  </a:lnTo>
                  <a:lnTo>
                    <a:pt x="15926" y="57499"/>
                  </a:lnTo>
                  <a:lnTo>
                    <a:pt x="16704" y="61332"/>
                  </a:lnTo>
                  <a:lnTo>
                    <a:pt x="17445" y="65072"/>
                  </a:lnTo>
                  <a:lnTo>
                    <a:pt x="18130" y="68702"/>
                  </a:lnTo>
                  <a:lnTo>
                    <a:pt x="18797" y="72202"/>
                  </a:lnTo>
                  <a:lnTo>
                    <a:pt x="19408" y="75535"/>
                  </a:lnTo>
                  <a:lnTo>
                    <a:pt x="19982" y="78702"/>
                  </a:lnTo>
                  <a:lnTo>
                    <a:pt x="20982" y="84424"/>
                  </a:lnTo>
                  <a:lnTo>
                    <a:pt x="21778" y="89164"/>
                  </a:lnTo>
                  <a:lnTo>
                    <a:pt x="22371" y="92775"/>
                  </a:lnTo>
                  <a:lnTo>
                    <a:pt x="22852" y="95868"/>
                  </a:lnTo>
                  <a:lnTo>
                    <a:pt x="33018" y="95664"/>
                  </a:lnTo>
                  <a:lnTo>
                    <a:pt x="33315" y="88905"/>
                  </a:lnTo>
                  <a:lnTo>
                    <a:pt x="33629" y="81776"/>
                  </a:lnTo>
                  <a:lnTo>
                    <a:pt x="33963" y="73313"/>
                  </a:lnTo>
                  <a:lnTo>
                    <a:pt x="34296" y="64406"/>
                  </a:lnTo>
                  <a:lnTo>
                    <a:pt x="34444" y="60073"/>
                  </a:lnTo>
                  <a:lnTo>
                    <a:pt x="34555" y="55943"/>
                  </a:lnTo>
                  <a:lnTo>
                    <a:pt x="34648" y="52147"/>
                  </a:lnTo>
                  <a:lnTo>
                    <a:pt x="34722" y="48795"/>
                  </a:lnTo>
                  <a:lnTo>
                    <a:pt x="34741" y="45980"/>
                  </a:lnTo>
                  <a:lnTo>
                    <a:pt x="34722" y="44814"/>
                  </a:lnTo>
                  <a:lnTo>
                    <a:pt x="34704" y="43832"/>
                  </a:lnTo>
                  <a:lnTo>
                    <a:pt x="34666" y="42869"/>
                  </a:lnTo>
                  <a:lnTo>
                    <a:pt x="34592" y="41777"/>
                  </a:lnTo>
                  <a:lnTo>
                    <a:pt x="34500" y="40555"/>
                  </a:lnTo>
                  <a:lnTo>
                    <a:pt x="34389" y="39221"/>
                  </a:lnTo>
                  <a:lnTo>
                    <a:pt x="34111" y="36258"/>
                  </a:lnTo>
                  <a:lnTo>
                    <a:pt x="33741" y="32981"/>
                  </a:lnTo>
                  <a:lnTo>
                    <a:pt x="33333" y="29462"/>
                  </a:lnTo>
                  <a:lnTo>
                    <a:pt x="32889" y="25796"/>
                  </a:lnTo>
                  <a:lnTo>
                    <a:pt x="32407" y="22055"/>
                  </a:lnTo>
                  <a:lnTo>
                    <a:pt x="31907" y="18351"/>
                  </a:lnTo>
                  <a:lnTo>
                    <a:pt x="30963" y="11370"/>
                  </a:lnTo>
                  <a:lnTo>
                    <a:pt x="30130" y="5518"/>
                  </a:lnTo>
                  <a:lnTo>
                    <a:pt x="293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64"/>
            <p:cNvSpPr/>
            <p:nvPr/>
          </p:nvSpPr>
          <p:spPr>
            <a:xfrm flipH="1">
              <a:off x="6610987" y="2773892"/>
              <a:ext cx="961051" cy="2162321"/>
            </a:xfrm>
            <a:custGeom>
              <a:avLst/>
              <a:gdLst/>
              <a:ahLst/>
              <a:cxnLst/>
              <a:rect l="l" t="t" r="r" b="b"/>
              <a:pathLst>
                <a:path w="43704" h="98332" extrusionOk="0">
                  <a:moveTo>
                    <a:pt x="10482" y="0"/>
                  </a:moveTo>
                  <a:lnTo>
                    <a:pt x="10667" y="2408"/>
                  </a:lnTo>
                  <a:lnTo>
                    <a:pt x="10871" y="5019"/>
                  </a:lnTo>
                  <a:lnTo>
                    <a:pt x="11352" y="10667"/>
                  </a:lnTo>
                  <a:lnTo>
                    <a:pt x="11889" y="16704"/>
                  </a:lnTo>
                  <a:lnTo>
                    <a:pt x="12167" y="19778"/>
                  </a:lnTo>
                  <a:lnTo>
                    <a:pt x="12408" y="22852"/>
                  </a:lnTo>
                  <a:lnTo>
                    <a:pt x="12649" y="25907"/>
                  </a:lnTo>
                  <a:lnTo>
                    <a:pt x="12871" y="28889"/>
                  </a:lnTo>
                  <a:lnTo>
                    <a:pt x="13056" y="31759"/>
                  </a:lnTo>
                  <a:lnTo>
                    <a:pt x="13204" y="34518"/>
                  </a:lnTo>
                  <a:lnTo>
                    <a:pt x="13297" y="37111"/>
                  </a:lnTo>
                  <a:lnTo>
                    <a:pt x="13334" y="38333"/>
                  </a:lnTo>
                  <a:lnTo>
                    <a:pt x="13334" y="39518"/>
                  </a:lnTo>
                  <a:lnTo>
                    <a:pt x="13352" y="40629"/>
                  </a:lnTo>
                  <a:lnTo>
                    <a:pt x="13334" y="41685"/>
                  </a:lnTo>
                  <a:lnTo>
                    <a:pt x="13297" y="42684"/>
                  </a:lnTo>
                  <a:lnTo>
                    <a:pt x="13241" y="43610"/>
                  </a:lnTo>
                  <a:lnTo>
                    <a:pt x="13167" y="44555"/>
                  </a:lnTo>
                  <a:lnTo>
                    <a:pt x="13075" y="45499"/>
                  </a:lnTo>
                  <a:lnTo>
                    <a:pt x="12963" y="46444"/>
                  </a:lnTo>
                  <a:lnTo>
                    <a:pt x="12815" y="47370"/>
                  </a:lnTo>
                  <a:lnTo>
                    <a:pt x="12667" y="48314"/>
                  </a:lnTo>
                  <a:lnTo>
                    <a:pt x="12482" y="49240"/>
                  </a:lnTo>
                  <a:lnTo>
                    <a:pt x="12260" y="50166"/>
                  </a:lnTo>
                  <a:lnTo>
                    <a:pt x="12038" y="51073"/>
                  </a:lnTo>
                  <a:lnTo>
                    <a:pt x="1" y="97998"/>
                  </a:lnTo>
                  <a:lnTo>
                    <a:pt x="12056" y="98331"/>
                  </a:lnTo>
                  <a:lnTo>
                    <a:pt x="12500" y="97016"/>
                  </a:lnTo>
                  <a:lnTo>
                    <a:pt x="13723" y="93424"/>
                  </a:lnTo>
                  <a:lnTo>
                    <a:pt x="14593" y="90942"/>
                  </a:lnTo>
                  <a:lnTo>
                    <a:pt x="15593" y="88091"/>
                  </a:lnTo>
                  <a:lnTo>
                    <a:pt x="16723" y="84924"/>
                  </a:lnTo>
                  <a:lnTo>
                    <a:pt x="17945" y="81517"/>
                  </a:lnTo>
                  <a:lnTo>
                    <a:pt x="19260" y="77943"/>
                  </a:lnTo>
                  <a:lnTo>
                    <a:pt x="20630" y="74276"/>
                  </a:lnTo>
                  <a:lnTo>
                    <a:pt x="22056" y="70554"/>
                  </a:lnTo>
                  <a:lnTo>
                    <a:pt x="23500" y="66851"/>
                  </a:lnTo>
                  <a:lnTo>
                    <a:pt x="24222" y="65036"/>
                  </a:lnTo>
                  <a:lnTo>
                    <a:pt x="24945" y="63258"/>
                  </a:lnTo>
                  <a:lnTo>
                    <a:pt x="25685" y="61499"/>
                  </a:lnTo>
                  <a:lnTo>
                    <a:pt x="26389" y="59795"/>
                  </a:lnTo>
                  <a:lnTo>
                    <a:pt x="27111" y="58166"/>
                  </a:lnTo>
                  <a:lnTo>
                    <a:pt x="27815" y="56592"/>
                  </a:lnTo>
                  <a:lnTo>
                    <a:pt x="28500" y="55073"/>
                  </a:lnTo>
                  <a:lnTo>
                    <a:pt x="29167" y="53647"/>
                  </a:lnTo>
                  <a:lnTo>
                    <a:pt x="30037" y="51814"/>
                  </a:lnTo>
                  <a:lnTo>
                    <a:pt x="30852" y="49962"/>
                  </a:lnTo>
                  <a:lnTo>
                    <a:pt x="31648" y="48073"/>
                  </a:lnTo>
                  <a:lnTo>
                    <a:pt x="32407" y="46166"/>
                  </a:lnTo>
                  <a:lnTo>
                    <a:pt x="33148" y="44240"/>
                  </a:lnTo>
                  <a:lnTo>
                    <a:pt x="33852" y="42314"/>
                  </a:lnTo>
                  <a:lnTo>
                    <a:pt x="34518" y="40370"/>
                  </a:lnTo>
                  <a:lnTo>
                    <a:pt x="35167" y="38425"/>
                  </a:lnTo>
                  <a:lnTo>
                    <a:pt x="35778" y="36481"/>
                  </a:lnTo>
                  <a:lnTo>
                    <a:pt x="36370" y="34537"/>
                  </a:lnTo>
                  <a:lnTo>
                    <a:pt x="36926" y="32611"/>
                  </a:lnTo>
                  <a:lnTo>
                    <a:pt x="37463" y="30685"/>
                  </a:lnTo>
                  <a:lnTo>
                    <a:pt x="37963" y="28796"/>
                  </a:lnTo>
                  <a:lnTo>
                    <a:pt x="38444" y="26926"/>
                  </a:lnTo>
                  <a:lnTo>
                    <a:pt x="38907" y="25092"/>
                  </a:lnTo>
                  <a:lnTo>
                    <a:pt x="39333" y="23296"/>
                  </a:lnTo>
                  <a:lnTo>
                    <a:pt x="39740" y="21518"/>
                  </a:lnTo>
                  <a:lnTo>
                    <a:pt x="40129" y="19796"/>
                  </a:lnTo>
                  <a:lnTo>
                    <a:pt x="40833" y="16500"/>
                  </a:lnTo>
                  <a:lnTo>
                    <a:pt x="41463" y="13426"/>
                  </a:lnTo>
                  <a:lnTo>
                    <a:pt x="42000" y="10611"/>
                  </a:lnTo>
                  <a:lnTo>
                    <a:pt x="42481" y="8111"/>
                  </a:lnTo>
                  <a:lnTo>
                    <a:pt x="42870" y="5945"/>
                  </a:lnTo>
                  <a:lnTo>
                    <a:pt x="43203" y="4148"/>
                  </a:lnTo>
                  <a:lnTo>
                    <a:pt x="43481" y="2778"/>
                  </a:lnTo>
                  <a:lnTo>
                    <a:pt x="43703" y="1704"/>
                  </a:lnTo>
                  <a:lnTo>
                    <a:pt x="104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64"/>
            <p:cNvSpPr/>
            <p:nvPr/>
          </p:nvSpPr>
          <p:spPr>
            <a:xfrm flipH="1">
              <a:off x="6599595" y="1359211"/>
              <a:ext cx="948825" cy="1483907"/>
            </a:xfrm>
            <a:custGeom>
              <a:avLst/>
              <a:gdLst/>
              <a:ahLst/>
              <a:cxnLst/>
              <a:rect l="l" t="t" r="r" b="b"/>
              <a:pathLst>
                <a:path w="43148" h="67481" extrusionOk="0">
                  <a:moveTo>
                    <a:pt x="19241" y="1"/>
                  </a:moveTo>
                  <a:lnTo>
                    <a:pt x="14723" y="2204"/>
                  </a:lnTo>
                  <a:lnTo>
                    <a:pt x="14593" y="2260"/>
                  </a:lnTo>
                  <a:lnTo>
                    <a:pt x="14167" y="2408"/>
                  </a:lnTo>
                  <a:lnTo>
                    <a:pt x="13538" y="2667"/>
                  </a:lnTo>
                  <a:lnTo>
                    <a:pt x="12686" y="3038"/>
                  </a:lnTo>
                  <a:lnTo>
                    <a:pt x="12204" y="3278"/>
                  </a:lnTo>
                  <a:lnTo>
                    <a:pt x="11686" y="3538"/>
                  </a:lnTo>
                  <a:lnTo>
                    <a:pt x="11149" y="3834"/>
                  </a:lnTo>
                  <a:lnTo>
                    <a:pt x="10575" y="4167"/>
                  </a:lnTo>
                  <a:lnTo>
                    <a:pt x="9964" y="4538"/>
                  </a:lnTo>
                  <a:lnTo>
                    <a:pt x="9352" y="4927"/>
                  </a:lnTo>
                  <a:lnTo>
                    <a:pt x="8723" y="5371"/>
                  </a:lnTo>
                  <a:lnTo>
                    <a:pt x="8093" y="5834"/>
                  </a:lnTo>
                  <a:lnTo>
                    <a:pt x="7445" y="6352"/>
                  </a:lnTo>
                  <a:lnTo>
                    <a:pt x="6797" y="6889"/>
                  </a:lnTo>
                  <a:lnTo>
                    <a:pt x="6167" y="7482"/>
                  </a:lnTo>
                  <a:lnTo>
                    <a:pt x="5519" y="8093"/>
                  </a:lnTo>
                  <a:lnTo>
                    <a:pt x="4908" y="8760"/>
                  </a:lnTo>
                  <a:lnTo>
                    <a:pt x="4316" y="9464"/>
                  </a:lnTo>
                  <a:lnTo>
                    <a:pt x="4019" y="9834"/>
                  </a:lnTo>
                  <a:lnTo>
                    <a:pt x="3723" y="10204"/>
                  </a:lnTo>
                  <a:lnTo>
                    <a:pt x="3445" y="10593"/>
                  </a:lnTo>
                  <a:lnTo>
                    <a:pt x="3167" y="11000"/>
                  </a:lnTo>
                  <a:lnTo>
                    <a:pt x="2908" y="11408"/>
                  </a:lnTo>
                  <a:lnTo>
                    <a:pt x="2649" y="11834"/>
                  </a:lnTo>
                  <a:lnTo>
                    <a:pt x="2408" y="12260"/>
                  </a:lnTo>
                  <a:lnTo>
                    <a:pt x="2167" y="12704"/>
                  </a:lnTo>
                  <a:lnTo>
                    <a:pt x="1945" y="13167"/>
                  </a:lnTo>
                  <a:lnTo>
                    <a:pt x="1723" y="13630"/>
                  </a:lnTo>
                  <a:lnTo>
                    <a:pt x="1519" y="14112"/>
                  </a:lnTo>
                  <a:lnTo>
                    <a:pt x="1316" y="14593"/>
                  </a:lnTo>
                  <a:lnTo>
                    <a:pt x="1130" y="15093"/>
                  </a:lnTo>
                  <a:lnTo>
                    <a:pt x="964" y="15611"/>
                  </a:lnTo>
                  <a:lnTo>
                    <a:pt x="797" y="16130"/>
                  </a:lnTo>
                  <a:lnTo>
                    <a:pt x="649" y="16667"/>
                  </a:lnTo>
                  <a:lnTo>
                    <a:pt x="519" y="17223"/>
                  </a:lnTo>
                  <a:lnTo>
                    <a:pt x="408" y="17778"/>
                  </a:lnTo>
                  <a:lnTo>
                    <a:pt x="316" y="18352"/>
                  </a:lnTo>
                  <a:lnTo>
                    <a:pt x="223" y="18945"/>
                  </a:lnTo>
                  <a:lnTo>
                    <a:pt x="149" y="19556"/>
                  </a:lnTo>
                  <a:lnTo>
                    <a:pt x="93" y="20185"/>
                  </a:lnTo>
                  <a:lnTo>
                    <a:pt x="56" y="20852"/>
                  </a:lnTo>
                  <a:lnTo>
                    <a:pt x="19" y="21537"/>
                  </a:lnTo>
                  <a:lnTo>
                    <a:pt x="1" y="22241"/>
                  </a:lnTo>
                  <a:lnTo>
                    <a:pt x="1" y="22982"/>
                  </a:lnTo>
                  <a:lnTo>
                    <a:pt x="1" y="24500"/>
                  </a:lnTo>
                  <a:lnTo>
                    <a:pt x="56" y="26111"/>
                  </a:lnTo>
                  <a:lnTo>
                    <a:pt x="149" y="27796"/>
                  </a:lnTo>
                  <a:lnTo>
                    <a:pt x="279" y="29519"/>
                  </a:lnTo>
                  <a:lnTo>
                    <a:pt x="445" y="31315"/>
                  </a:lnTo>
                  <a:lnTo>
                    <a:pt x="630" y="33130"/>
                  </a:lnTo>
                  <a:lnTo>
                    <a:pt x="853" y="34981"/>
                  </a:lnTo>
                  <a:lnTo>
                    <a:pt x="1075" y="36852"/>
                  </a:lnTo>
                  <a:lnTo>
                    <a:pt x="1334" y="38741"/>
                  </a:lnTo>
                  <a:lnTo>
                    <a:pt x="1612" y="40629"/>
                  </a:lnTo>
                  <a:lnTo>
                    <a:pt x="1908" y="42500"/>
                  </a:lnTo>
                  <a:lnTo>
                    <a:pt x="2205" y="44370"/>
                  </a:lnTo>
                  <a:lnTo>
                    <a:pt x="2501" y="46203"/>
                  </a:lnTo>
                  <a:lnTo>
                    <a:pt x="3130" y="49740"/>
                  </a:lnTo>
                  <a:lnTo>
                    <a:pt x="3742" y="53055"/>
                  </a:lnTo>
                  <a:lnTo>
                    <a:pt x="4334" y="56073"/>
                  </a:lnTo>
                  <a:lnTo>
                    <a:pt x="4871" y="58721"/>
                  </a:lnTo>
                  <a:lnTo>
                    <a:pt x="5334" y="60907"/>
                  </a:lnTo>
                  <a:lnTo>
                    <a:pt x="5686" y="62555"/>
                  </a:lnTo>
                  <a:lnTo>
                    <a:pt x="6001" y="63981"/>
                  </a:lnTo>
                  <a:lnTo>
                    <a:pt x="28389" y="66999"/>
                  </a:lnTo>
                  <a:lnTo>
                    <a:pt x="43148" y="67480"/>
                  </a:lnTo>
                  <a:lnTo>
                    <a:pt x="38092" y="15223"/>
                  </a:lnTo>
                  <a:lnTo>
                    <a:pt x="37963" y="14593"/>
                  </a:lnTo>
                  <a:lnTo>
                    <a:pt x="37833" y="13945"/>
                  </a:lnTo>
                  <a:lnTo>
                    <a:pt x="37555" y="12593"/>
                  </a:lnTo>
                  <a:lnTo>
                    <a:pt x="37407" y="11908"/>
                  </a:lnTo>
                  <a:lnTo>
                    <a:pt x="37259" y="11223"/>
                  </a:lnTo>
                  <a:lnTo>
                    <a:pt x="37074" y="10519"/>
                  </a:lnTo>
                  <a:lnTo>
                    <a:pt x="36870" y="9852"/>
                  </a:lnTo>
                  <a:lnTo>
                    <a:pt x="36648" y="9186"/>
                  </a:lnTo>
                  <a:lnTo>
                    <a:pt x="36407" y="8538"/>
                  </a:lnTo>
                  <a:lnTo>
                    <a:pt x="36259" y="8241"/>
                  </a:lnTo>
                  <a:lnTo>
                    <a:pt x="36111" y="7927"/>
                  </a:lnTo>
                  <a:lnTo>
                    <a:pt x="35963" y="7630"/>
                  </a:lnTo>
                  <a:lnTo>
                    <a:pt x="35778" y="7352"/>
                  </a:lnTo>
                  <a:lnTo>
                    <a:pt x="35611" y="7075"/>
                  </a:lnTo>
                  <a:lnTo>
                    <a:pt x="35426" y="6815"/>
                  </a:lnTo>
                  <a:lnTo>
                    <a:pt x="35222" y="6556"/>
                  </a:lnTo>
                  <a:lnTo>
                    <a:pt x="35000" y="6334"/>
                  </a:lnTo>
                  <a:lnTo>
                    <a:pt x="34778" y="6093"/>
                  </a:lnTo>
                  <a:lnTo>
                    <a:pt x="34537" y="5890"/>
                  </a:lnTo>
                  <a:lnTo>
                    <a:pt x="34278" y="5686"/>
                  </a:lnTo>
                  <a:lnTo>
                    <a:pt x="34018" y="5519"/>
                  </a:lnTo>
                  <a:lnTo>
                    <a:pt x="29056" y="2519"/>
                  </a:lnTo>
                  <a:lnTo>
                    <a:pt x="192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64"/>
            <p:cNvSpPr/>
            <p:nvPr/>
          </p:nvSpPr>
          <p:spPr>
            <a:xfrm flipH="1">
              <a:off x="6599595" y="1359211"/>
              <a:ext cx="948825" cy="1483907"/>
            </a:xfrm>
            <a:custGeom>
              <a:avLst/>
              <a:gdLst/>
              <a:ahLst/>
              <a:cxnLst/>
              <a:rect l="l" t="t" r="r" b="b"/>
              <a:pathLst>
                <a:path w="43148" h="67481" fill="none" extrusionOk="0">
                  <a:moveTo>
                    <a:pt x="28389" y="66999"/>
                  </a:moveTo>
                  <a:lnTo>
                    <a:pt x="43148" y="67480"/>
                  </a:lnTo>
                  <a:lnTo>
                    <a:pt x="38092" y="15223"/>
                  </a:lnTo>
                  <a:lnTo>
                    <a:pt x="38092" y="15223"/>
                  </a:lnTo>
                  <a:lnTo>
                    <a:pt x="37963" y="14593"/>
                  </a:lnTo>
                  <a:lnTo>
                    <a:pt x="37833" y="13945"/>
                  </a:lnTo>
                  <a:lnTo>
                    <a:pt x="37555" y="12593"/>
                  </a:lnTo>
                  <a:lnTo>
                    <a:pt x="37407" y="11908"/>
                  </a:lnTo>
                  <a:lnTo>
                    <a:pt x="37259" y="11223"/>
                  </a:lnTo>
                  <a:lnTo>
                    <a:pt x="37074" y="10519"/>
                  </a:lnTo>
                  <a:lnTo>
                    <a:pt x="36870" y="9852"/>
                  </a:lnTo>
                  <a:lnTo>
                    <a:pt x="36648" y="9186"/>
                  </a:lnTo>
                  <a:lnTo>
                    <a:pt x="36407" y="8538"/>
                  </a:lnTo>
                  <a:lnTo>
                    <a:pt x="36259" y="8241"/>
                  </a:lnTo>
                  <a:lnTo>
                    <a:pt x="36111" y="7927"/>
                  </a:lnTo>
                  <a:lnTo>
                    <a:pt x="35963" y="7630"/>
                  </a:lnTo>
                  <a:lnTo>
                    <a:pt x="35778" y="7352"/>
                  </a:lnTo>
                  <a:lnTo>
                    <a:pt x="35611" y="7075"/>
                  </a:lnTo>
                  <a:lnTo>
                    <a:pt x="35426" y="6815"/>
                  </a:lnTo>
                  <a:lnTo>
                    <a:pt x="35222" y="6556"/>
                  </a:lnTo>
                  <a:lnTo>
                    <a:pt x="35000" y="6334"/>
                  </a:lnTo>
                  <a:lnTo>
                    <a:pt x="34778" y="6093"/>
                  </a:lnTo>
                  <a:lnTo>
                    <a:pt x="34537" y="5890"/>
                  </a:lnTo>
                  <a:lnTo>
                    <a:pt x="34278" y="5686"/>
                  </a:lnTo>
                  <a:lnTo>
                    <a:pt x="34018" y="5519"/>
                  </a:lnTo>
                  <a:lnTo>
                    <a:pt x="29056" y="2519"/>
                  </a:lnTo>
                  <a:lnTo>
                    <a:pt x="19241" y="1"/>
                  </a:lnTo>
                  <a:lnTo>
                    <a:pt x="14723" y="2204"/>
                  </a:lnTo>
                  <a:lnTo>
                    <a:pt x="14723" y="2204"/>
                  </a:lnTo>
                  <a:lnTo>
                    <a:pt x="14593" y="2260"/>
                  </a:lnTo>
                  <a:lnTo>
                    <a:pt x="14167" y="2408"/>
                  </a:lnTo>
                  <a:lnTo>
                    <a:pt x="13538" y="2667"/>
                  </a:lnTo>
                  <a:lnTo>
                    <a:pt x="12686" y="3038"/>
                  </a:lnTo>
                  <a:lnTo>
                    <a:pt x="12204" y="3278"/>
                  </a:lnTo>
                  <a:lnTo>
                    <a:pt x="11686" y="3538"/>
                  </a:lnTo>
                  <a:lnTo>
                    <a:pt x="11149" y="3834"/>
                  </a:lnTo>
                  <a:lnTo>
                    <a:pt x="10575" y="4167"/>
                  </a:lnTo>
                  <a:lnTo>
                    <a:pt x="9964" y="4538"/>
                  </a:lnTo>
                  <a:lnTo>
                    <a:pt x="9352" y="4927"/>
                  </a:lnTo>
                  <a:lnTo>
                    <a:pt x="8723" y="5371"/>
                  </a:lnTo>
                  <a:lnTo>
                    <a:pt x="8093" y="5834"/>
                  </a:lnTo>
                  <a:lnTo>
                    <a:pt x="7445" y="6352"/>
                  </a:lnTo>
                  <a:lnTo>
                    <a:pt x="6797" y="6889"/>
                  </a:lnTo>
                  <a:lnTo>
                    <a:pt x="6167" y="7482"/>
                  </a:lnTo>
                  <a:lnTo>
                    <a:pt x="5519" y="8093"/>
                  </a:lnTo>
                  <a:lnTo>
                    <a:pt x="4908" y="8760"/>
                  </a:lnTo>
                  <a:lnTo>
                    <a:pt x="4316" y="9464"/>
                  </a:lnTo>
                  <a:lnTo>
                    <a:pt x="4019" y="9834"/>
                  </a:lnTo>
                  <a:lnTo>
                    <a:pt x="3723" y="10204"/>
                  </a:lnTo>
                  <a:lnTo>
                    <a:pt x="3445" y="10593"/>
                  </a:lnTo>
                  <a:lnTo>
                    <a:pt x="3167" y="11000"/>
                  </a:lnTo>
                  <a:lnTo>
                    <a:pt x="2908" y="11408"/>
                  </a:lnTo>
                  <a:lnTo>
                    <a:pt x="2649" y="11834"/>
                  </a:lnTo>
                  <a:lnTo>
                    <a:pt x="2408" y="12260"/>
                  </a:lnTo>
                  <a:lnTo>
                    <a:pt x="2167" y="12704"/>
                  </a:lnTo>
                  <a:lnTo>
                    <a:pt x="1945" y="13167"/>
                  </a:lnTo>
                  <a:lnTo>
                    <a:pt x="1723" y="13630"/>
                  </a:lnTo>
                  <a:lnTo>
                    <a:pt x="1519" y="14112"/>
                  </a:lnTo>
                  <a:lnTo>
                    <a:pt x="1316" y="14593"/>
                  </a:lnTo>
                  <a:lnTo>
                    <a:pt x="1130" y="15093"/>
                  </a:lnTo>
                  <a:lnTo>
                    <a:pt x="964" y="15611"/>
                  </a:lnTo>
                  <a:lnTo>
                    <a:pt x="797" y="16130"/>
                  </a:lnTo>
                  <a:lnTo>
                    <a:pt x="649" y="16667"/>
                  </a:lnTo>
                  <a:lnTo>
                    <a:pt x="519" y="17223"/>
                  </a:lnTo>
                  <a:lnTo>
                    <a:pt x="408" y="17778"/>
                  </a:lnTo>
                  <a:lnTo>
                    <a:pt x="316" y="18352"/>
                  </a:lnTo>
                  <a:lnTo>
                    <a:pt x="223" y="18945"/>
                  </a:lnTo>
                  <a:lnTo>
                    <a:pt x="223" y="18945"/>
                  </a:lnTo>
                  <a:lnTo>
                    <a:pt x="149" y="19556"/>
                  </a:lnTo>
                  <a:lnTo>
                    <a:pt x="93" y="20185"/>
                  </a:lnTo>
                  <a:lnTo>
                    <a:pt x="56" y="20852"/>
                  </a:lnTo>
                  <a:lnTo>
                    <a:pt x="19" y="21537"/>
                  </a:lnTo>
                  <a:lnTo>
                    <a:pt x="1" y="22241"/>
                  </a:lnTo>
                  <a:lnTo>
                    <a:pt x="1" y="22982"/>
                  </a:lnTo>
                  <a:lnTo>
                    <a:pt x="1" y="24500"/>
                  </a:lnTo>
                  <a:lnTo>
                    <a:pt x="56" y="26111"/>
                  </a:lnTo>
                  <a:lnTo>
                    <a:pt x="149" y="27796"/>
                  </a:lnTo>
                  <a:lnTo>
                    <a:pt x="279" y="29519"/>
                  </a:lnTo>
                  <a:lnTo>
                    <a:pt x="445" y="31315"/>
                  </a:lnTo>
                  <a:lnTo>
                    <a:pt x="630" y="33130"/>
                  </a:lnTo>
                  <a:lnTo>
                    <a:pt x="853" y="34981"/>
                  </a:lnTo>
                  <a:lnTo>
                    <a:pt x="1075" y="36852"/>
                  </a:lnTo>
                  <a:lnTo>
                    <a:pt x="1334" y="38741"/>
                  </a:lnTo>
                  <a:lnTo>
                    <a:pt x="1612" y="40629"/>
                  </a:lnTo>
                  <a:lnTo>
                    <a:pt x="1908" y="42500"/>
                  </a:lnTo>
                  <a:lnTo>
                    <a:pt x="2205" y="44370"/>
                  </a:lnTo>
                  <a:lnTo>
                    <a:pt x="2501" y="46203"/>
                  </a:lnTo>
                  <a:lnTo>
                    <a:pt x="3130" y="49740"/>
                  </a:lnTo>
                  <a:lnTo>
                    <a:pt x="3742" y="53055"/>
                  </a:lnTo>
                  <a:lnTo>
                    <a:pt x="4334" y="56073"/>
                  </a:lnTo>
                  <a:lnTo>
                    <a:pt x="4871" y="58721"/>
                  </a:lnTo>
                  <a:lnTo>
                    <a:pt x="5334" y="60907"/>
                  </a:lnTo>
                  <a:lnTo>
                    <a:pt x="5686" y="62555"/>
                  </a:lnTo>
                  <a:lnTo>
                    <a:pt x="6001" y="639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4"/>
            <p:cNvSpPr/>
            <p:nvPr/>
          </p:nvSpPr>
          <p:spPr>
            <a:xfrm flipH="1">
              <a:off x="6982764" y="1465908"/>
              <a:ext cx="35052" cy="55811"/>
            </a:xfrm>
            <a:custGeom>
              <a:avLst/>
              <a:gdLst/>
              <a:ahLst/>
              <a:cxnLst/>
              <a:rect l="l" t="t" r="r" b="b"/>
              <a:pathLst>
                <a:path w="1594" h="2538" extrusionOk="0">
                  <a:moveTo>
                    <a:pt x="1242" y="1"/>
                  </a:moveTo>
                  <a:lnTo>
                    <a:pt x="1186" y="19"/>
                  </a:lnTo>
                  <a:lnTo>
                    <a:pt x="1130" y="38"/>
                  </a:lnTo>
                  <a:lnTo>
                    <a:pt x="1093" y="75"/>
                  </a:lnTo>
                  <a:lnTo>
                    <a:pt x="1056" y="130"/>
                  </a:lnTo>
                  <a:lnTo>
                    <a:pt x="19" y="2112"/>
                  </a:lnTo>
                  <a:lnTo>
                    <a:pt x="1" y="2223"/>
                  </a:lnTo>
                  <a:lnTo>
                    <a:pt x="1" y="2334"/>
                  </a:lnTo>
                  <a:lnTo>
                    <a:pt x="19" y="2389"/>
                  </a:lnTo>
                  <a:lnTo>
                    <a:pt x="38" y="2426"/>
                  </a:lnTo>
                  <a:lnTo>
                    <a:pt x="75" y="2482"/>
                  </a:lnTo>
                  <a:lnTo>
                    <a:pt x="130" y="2500"/>
                  </a:lnTo>
                  <a:lnTo>
                    <a:pt x="242" y="2537"/>
                  </a:lnTo>
                  <a:lnTo>
                    <a:pt x="353" y="2537"/>
                  </a:lnTo>
                  <a:lnTo>
                    <a:pt x="408" y="2519"/>
                  </a:lnTo>
                  <a:lnTo>
                    <a:pt x="445" y="2482"/>
                  </a:lnTo>
                  <a:lnTo>
                    <a:pt x="501" y="2445"/>
                  </a:lnTo>
                  <a:lnTo>
                    <a:pt x="519" y="2408"/>
                  </a:lnTo>
                  <a:lnTo>
                    <a:pt x="1556" y="426"/>
                  </a:lnTo>
                  <a:lnTo>
                    <a:pt x="1593" y="315"/>
                  </a:lnTo>
                  <a:lnTo>
                    <a:pt x="1575" y="204"/>
                  </a:lnTo>
                  <a:lnTo>
                    <a:pt x="1575" y="149"/>
                  </a:lnTo>
                  <a:lnTo>
                    <a:pt x="1538" y="93"/>
                  </a:lnTo>
                  <a:lnTo>
                    <a:pt x="1501" y="56"/>
                  </a:lnTo>
                  <a:lnTo>
                    <a:pt x="1445" y="19"/>
                  </a:lnTo>
                  <a:lnTo>
                    <a:pt x="1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4"/>
            <p:cNvSpPr/>
            <p:nvPr/>
          </p:nvSpPr>
          <p:spPr>
            <a:xfrm flipH="1">
              <a:off x="7011263" y="1448800"/>
              <a:ext cx="37911" cy="54601"/>
            </a:xfrm>
            <a:custGeom>
              <a:avLst/>
              <a:gdLst/>
              <a:ahLst/>
              <a:cxnLst/>
              <a:rect l="l" t="t" r="r" b="b"/>
              <a:pathLst>
                <a:path w="1724" h="2483" extrusionOk="0">
                  <a:moveTo>
                    <a:pt x="1371" y="1"/>
                  </a:moveTo>
                  <a:lnTo>
                    <a:pt x="1316" y="19"/>
                  </a:lnTo>
                  <a:lnTo>
                    <a:pt x="1260" y="56"/>
                  </a:lnTo>
                  <a:lnTo>
                    <a:pt x="1223" y="93"/>
                  </a:lnTo>
                  <a:lnTo>
                    <a:pt x="1186" y="130"/>
                  </a:lnTo>
                  <a:lnTo>
                    <a:pt x="945" y="630"/>
                  </a:lnTo>
                  <a:lnTo>
                    <a:pt x="668" y="1130"/>
                  </a:lnTo>
                  <a:lnTo>
                    <a:pt x="371" y="1593"/>
                  </a:lnTo>
                  <a:lnTo>
                    <a:pt x="56" y="2056"/>
                  </a:lnTo>
                  <a:lnTo>
                    <a:pt x="19" y="2112"/>
                  </a:lnTo>
                  <a:lnTo>
                    <a:pt x="1" y="2167"/>
                  </a:lnTo>
                  <a:lnTo>
                    <a:pt x="1" y="2223"/>
                  </a:lnTo>
                  <a:lnTo>
                    <a:pt x="19" y="2278"/>
                  </a:lnTo>
                  <a:lnTo>
                    <a:pt x="75" y="2390"/>
                  </a:lnTo>
                  <a:lnTo>
                    <a:pt x="112" y="2427"/>
                  </a:lnTo>
                  <a:lnTo>
                    <a:pt x="149" y="2464"/>
                  </a:lnTo>
                  <a:lnTo>
                    <a:pt x="205" y="2482"/>
                  </a:lnTo>
                  <a:lnTo>
                    <a:pt x="371" y="2482"/>
                  </a:lnTo>
                  <a:lnTo>
                    <a:pt x="464" y="2427"/>
                  </a:lnTo>
                  <a:lnTo>
                    <a:pt x="538" y="2353"/>
                  </a:lnTo>
                  <a:lnTo>
                    <a:pt x="871" y="1890"/>
                  </a:lnTo>
                  <a:lnTo>
                    <a:pt x="1168" y="1408"/>
                  </a:lnTo>
                  <a:lnTo>
                    <a:pt x="1445" y="927"/>
                  </a:lnTo>
                  <a:lnTo>
                    <a:pt x="1686" y="427"/>
                  </a:lnTo>
                  <a:lnTo>
                    <a:pt x="1723" y="316"/>
                  </a:lnTo>
                  <a:lnTo>
                    <a:pt x="1723" y="204"/>
                  </a:lnTo>
                  <a:lnTo>
                    <a:pt x="1705" y="149"/>
                  </a:lnTo>
                  <a:lnTo>
                    <a:pt x="1668" y="112"/>
                  </a:lnTo>
                  <a:lnTo>
                    <a:pt x="1631" y="56"/>
                  </a:lnTo>
                  <a:lnTo>
                    <a:pt x="1593" y="3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4"/>
            <p:cNvSpPr/>
            <p:nvPr/>
          </p:nvSpPr>
          <p:spPr>
            <a:xfrm flipH="1">
              <a:off x="7046294" y="1429251"/>
              <a:ext cx="34634" cy="47674"/>
            </a:xfrm>
            <a:custGeom>
              <a:avLst/>
              <a:gdLst/>
              <a:ahLst/>
              <a:cxnLst/>
              <a:rect l="l" t="t" r="r" b="b"/>
              <a:pathLst>
                <a:path w="1575" h="2168" extrusionOk="0">
                  <a:moveTo>
                    <a:pt x="1223" y="1"/>
                  </a:moveTo>
                  <a:lnTo>
                    <a:pt x="1130" y="38"/>
                  </a:lnTo>
                  <a:lnTo>
                    <a:pt x="1038" y="131"/>
                  </a:lnTo>
                  <a:lnTo>
                    <a:pt x="38" y="1742"/>
                  </a:lnTo>
                  <a:lnTo>
                    <a:pt x="1" y="1797"/>
                  </a:lnTo>
                  <a:lnTo>
                    <a:pt x="1" y="1853"/>
                  </a:lnTo>
                  <a:lnTo>
                    <a:pt x="1" y="1964"/>
                  </a:lnTo>
                  <a:lnTo>
                    <a:pt x="56" y="2056"/>
                  </a:lnTo>
                  <a:lnTo>
                    <a:pt x="93" y="2093"/>
                  </a:lnTo>
                  <a:lnTo>
                    <a:pt x="130" y="2130"/>
                  </a:lnTo>
                  <a:lnTo>
                    <a:pt x="241" y="2168"/>
                  </a:lnTo>
                  <a:lnTo>
                    <a:pt x="352" y="2168"/>
                  </a:lnTo>
                  <a:lnTo>
                    <a:pt x="445" y="2112"/>
                  </a:lnTo>
                  <a:lnTo>
                    <a:pt x="519" y="2038"/>
                  </a:lnTo>
                  <a:lnTo>
                    <a:pt x="1538" y="427"/>
                  </a:lnTo>
                  <a:lnTo>
                    <a:pt x="1575" y="371"/>
                  </a:lnTo>
                  <a:lnTo>
                    <a:pt x="1575" y="316"/>
                  </a:lnTo>
                  <a:lnTo>
                    <a:pt x="1575" y="205"/>
                  </a:lnTo>
                  <a:lnTo>
                    <a:pt x="1519" y="93"/>
                  </a:lnTo>
                  <a:lnTo>
                    <a:pt x="1482" y="56"/>
                  </a:lnTo>
                  <a:lnTo>
                    <a:pt x="1445" y="19"/>
                  </a:lnTo>
                  <a:lnTo>
                    <a:pt x="13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4"/>
            <p:cNvSpPr/>
            <p:nvPr/>
          </p:nvSpPr>
          <p:spPr>
            <a:xfrm flipH="1">
              <a:off x="7080093" y="1410537"/>
              <a:ext cx="32193" cy="42353"/>
            </a:xfrm>
            <a:custGeom>
              <a:avLst/>
              <a:gdLst/>
              <a:ahLst/>
              <a:cxnLst/>
              <a:rect l="l" t="t" r="r" b="b"/>
              <a:pathLst>
                <a:path w="1464" h="1926" extrusionOk="0">
                  <a:moveTo>
                    <a:pt x="1204" y="0"/>
                  </a:moveTo>
                  <a:lnTo>
                    <a:pt x="1093" y="19"/>
                  </a:lnTo>
                  <a:lnTo>
                    <a:pt x="1001" y="56"/>
                  </a:lnTo>
                  <a:lnTo>
                    <a:pt x="927" y="148"/>
                  </a:lnTo>
                  <a:lnTo>
                    <a:pt x="38" y="1500"/>
                  </a:lnTo>
                  <a:lnTo>
                    <a:pt x="19" y="1556"/>
                  </a:lnTo>
                  <a:lnTo>
                    <a:pt x="1" y="1611"/>
                  </a:lnTo>
                  <a:lnTo>
                    <a:pt x="19" y="1722"/>
                  </a:lnTo>
                  <a:lnTo>
                    <a:pt x="56" y="1815"/>
                  </a:lnTo>
                  <a:lnTo>
                    <a:pt x="93" y="1870"/>
                  </a:lnTo>
                  <a:lnTo>
                    <a:pt x="149" y="1889"/>
                  </a:lnTo>
                  <a:lnTo>
                    <a:pt x="260" y="1926"/>
                  </a:lnTo>
                  <a:lnTo>
                    <a:pt x="371" y="1926"/>
                  </a:lnTo>
                  <a:lnTo>
                    <a:pt x="464" y="1870"/>
                  </a:lnTo>
                  <a:lnTo>
                    <a:pt x="538" y="1796"/>
                  </a:lnTo>
                  <a:lnTo>
                    <a:pt x="1427" y="426"/>
                  </a:lnTo>
                  <a:lnTo>
                    <a:pt x="1445" y="389"/>
                  </a:lnTo>
                  <a:lnTo>
                    <a:pt x="1464" y="333"/>
                  </a:lnTo>
                  <a:lnTo>
                    <a:pt x="1445" y="222"/>
                  </a:lnTo>
                  <a:lnTo>
                    <a:pt x="1390" y="111"/>
                  </a:lnTo>
                  <a:lnTo>
                    <a:pt x="1352" y="74"/>
                  </a:lnTo>
                  <a:lnTo>
                    <a:pt x="1315" y="3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4"/>
            <p:cNvSpPr/>
            <p:nvPr/>
          </p:nvSpPr>
          <p:spPr>
            <a:xfrm flipH="1">
              <a:off x="7108196" y="1386501"/>
              <a:ext cx="34216" cy="43584"/>
            </a:xfrm>
            <a:custGeom>
              <a:avLst/>
              <a:gdLst/>
              <a:ahLst/>
              <a:cxnLst/>
              <a:rect l="l" t="t" r="r" b="b"/>
              <a:pathLst>
                <a:path w="1556" h="1982" extrusionOk="0">
                  <a:moveTo>
                    <a:pt x="1297" y="0"/>
                  </a:moveTo>
                  <a:lnTo>
                    <a:pt x="1185" y="19"/>
                  </a:lnTo>
                  <a:lnTo>
                    <a:pt x="1093" y="56"/>
                  </a:lnTo>
                  <a:lnTo>
                    <a:pt x="1019" y="149"/>
                  </a:lnTo>
                  <a:lnTo>
                    <a:pt x="37" y="1556"/>
                  </a:lnTo>
                  <a:lnTo>
                    <a:pt x="19" y="1593"/>
                  </a:lnTo>
                  <a:lnTo>
                    <a:pt x="0" y="1649"/>
                  </a:lnTo>
                  <a:lnTo>
                    <a:pt x="0" y="1723"/>
                  </a:lnTo>
                  <a:lnTo>
                    <a:pt x="19" y="1778"/>
                  </a:lnTo>
                  <a:lnTo>
                    <a:pt x="74" y="1871"/>
                  </a:lnTo>
                  <a:lnTo>
                    <a:pt x="111" y="1908"/>
                  </a:lnTo>
                  <a:lnTo>
                    <a:pt x="148" y="1945"/>
                  </a:lnTo>
                  <a:lnTo>
                    <a:pt x="260" y="1982"/>
                  </a:lnTo>
                  <a:lnTo>
                    <a:pt x="371" y="1982"/>
                  </a:lnTo>
                  <a:lnTo>
                    <a:pt x="463" y="1926"/>
                  </a:lnTo>
                  <a:lnTo>
                    <a:pt x="537" y="1852"/>
                  </a:lnTo>
                  <a:lnTo>
                    <a:pt x="1519" y="445"/>
                  </a:lnTo>
                  <a:lnTo>
                    <a:pt x="1537" y="389"/>
                  </a:lnTo>
                  <a:lnTo>
                    <a:pt x="1556" y="334"/>
                  </a:lnTo>
                  <a:lnTo>
                    <a:pt x="1556" y="278"/>
                  </a:lnTo>
                  <a:lnTo>
                    <a:pt x="1537" y="223"/>
                  </a:lnTo>
                  <a:lnTo>
                    <a:pt x="1500" y="112"/>
                  </a:lnTo>
                  <a:lnTo>
                    <a:pt x="1445" y="75"/>
                  </a:lnTo>
                  <a:lnTo>
                    <a:pt x="1408" y="38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64"/>
            <p:cNvSpPr/>
            <p:nvPr/>
          </p:nvSpPr>
          <p:spPr>
            <a:xfrm flipH="1">
              <a:off x="6841872" y="1418255"/>
              <a:ext cx="45211" cy="35866"/>
            </a:xfrm>
            <a:custGeom>
              <a:avLst/>
              <a:gdLst/>
              <a:ahLst/>
              <a:cxnLst/>
              <a:rect l="l" t="t" r="r" b="b"/>
              <a:pathLst>
                <a:path w="2056" h="1631" extrusionOk="0">
                  <a:moveTo>
                    <a:pt x="241" y="1"/>
                  </a:moveTo>
                  <a:lnTo>
                    <a:pt x="130" y="38"/>
                  </a:lnTo>
                  <a:lnTo>
                    <a:pt x="93" y="75"/>
                  </a:lnTo>
                  <a:lnTo>
                    <a:pt x="56" y="112"/>
                  </a:lnTo>
                  <a:lnTo>
                    <a:pt x="19" y="149"/>
                  </a:lnTo>
                  <a:lnTo>
                    <a:pt x="0" y="205"/>
                  </a:lnTo>
                  <a:lnTo>
                    <a:pt x="0" y="316"/>
                  </a:lnTo>
                  <a:lnTo>
                    <a:pt x="37" y="427"/>
                  </a:lnTo>
                  <a:lnTo>
                    <a:pt x="93" y="519"/>
                  </a:lnTo>
                  <a:lnTo>
                    <a:pt x="148" y="538"/>
                  </a:lnTo>
                  <a:lnTo>
                    <a:pt x="204" y="556"/>
                  </a:lnTo>
                  <a:lnTo>
                    <a:pt x="407" y="631"/>
                  </a:lnTo>
                  <a:lnTo>
                    <a:pt x="519" y="668"/>
                  </a:lnTo>
                  <a:lnTo>
                    <a:pt x="537" y="668"/>
                  </a:lnTo>
                  <a:lnTo>
                    <a:pt x="574" y="686"/>
                  </a:lnTo>
                  <a:lnTo>
                    <a:pt x="778" y="797"/>
                  </a:lnTo>
                  <a:lnTo>
                    <a:pt x="963" y="927"/>
                  </a:lnTo>
                  <a:lnTo>
                    <a:pt x="1056" y="982"/>
                  </a:lnTo>
                  <a:lnTo>
                    <a:pt x="1111" y="1019"/>
                  </a:lnTo>
                  <a:lnTo>
                    <a:pt x="1259" y="1168"/>
                  </a:lnTo>
                  <a:lnTo>
                    <a:pt x="1407" y="1334"/>
                  </a:lnTo>
                  <a:lnTo>
                    <a:pt x="1445" y="1390"/>
                  </a:lnTo>
                  <a:lnTo>
                    <a:pt x="1463" y="1390"/>
                  </a:lnTo>
                  <a:lnTo>
                    <a:pt x="1519" y="1482"/>
                  </a:lnTo>
                  <a:lnTo>
                    <a:pt x="1611" y="1575"/>
                  </a:lnTo>
                  <a:lnTo>
                    <a:pt x="1704" y="1612"/>
                  </a:lnTo>
                  <a:lnTo>
                    <a:pt x="1759" y="1630"/>
                  </a:lnTo>
                  <a:lnTo>
                    <a:pt x="1815" y="1630"/>
                  </a:lnTo>
                  <a:lnTo>
                    <a:pt x="1870" y="1612"/>
                  </a:lnTo>
                  <a:lnTo>
                    <a:pt x="1926" y="1593"/>
                  </a:lnTo>
                  <a:lnTo>
                    <a:pt x="2000" y="1519"/>
                  </a:lnTo>
                  <a:lnTo>
                    <a:pt x="2056" y="1408"/>
                  </a:lnTo>
                  <a:lnTo>
                    <a:pt x="2056" y="1353"/>
                  </a:lnTo>
                  <a:lnTo>
                    <a:pt x="2056" y="1297"/>
                  </a:lnTo>
                  <a:lnTo>
                    <a:pt x="2056" y="1242"/>
                  </a:lnTo>
                  <a:lnTo>
                    <a:pt x="2019" y="1205"/>
                  </a:lnTo>
                  <a:lnTo>
                    <a:pt x="1870" y="982"/>
                  </a:lnTo>
                  <a:lnTo>
                    <a:pt x="1685" y="797"/>
                  </a:lnTo>
                  <a:lnTo>
                    <a:pt x="1500" y="612"/>
                  </a:lnTo>
                  <a:lnTo>
                    <a:pt x="1296" y="445"/>
                  </a:lnTo>
                  <a:lnTo>
                    <a:pt x="1074" y="316"/>
                  </a:lnTo>
                  <a:lnTo>
                    <a:pt x="852" y="186"/>
                  </a:lnTo>
                  <a:lnTo>
                    <a:pt x="611" y="93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64"/>
            <p:cNvSpPr/>
            <p:nvPr/>
          </p:nvSpPr>
          <p:spPr>
            <a:xfrm flipH="1">
              <a:off x="6847567" y="1455727"/>
              <a:ext cx="39516" cy="39516"/>
            </a:xfrm>
            <a:custGeom>
              <a:avLst/>
              <a:gdLst/>
              <a:ahLst/>
              <a:cxnLst/>
              <a:rect l="l" t="t" r="r" b="b"/>
              <a:pathLst>
                <a:path w="1797" h="1797" extrusionOk="0">
                  <a:moveTo>
                    <a:pt x="296" y="1"/>
                  </a:moveTo>
                  <a:lnTo>
                    <a:pt x="185" y="19"/>
                  </a:lnTo>
                  <a:lnTo>
                    <a:pt x="130" y="38"/>
                  </a:lnTo>
                  <a:lnTo>
                    <a:pt x="93" y="75"/>
                  </a:lnTo>
                  <a:lnTo>
                    <a:pt x="19" y="167"/>
                  </a:lnTo>
                  <a:lnTo>
                    <a:pt x="0" y="278"/>
                  </a:lnTo>
                  <a:lnTo>
                    <a:pt x="0" y="334"/>
                  </a:lnTo>
                  <a:lnTo>
                    <a:pt x="19" y="389"/>
                  </a:lnTo>
                  <a:lnTo>
                    <a:pt x="37" y="445"/>
                  </a:lnTo>
                  <a:lnTo>
                    <a:pt x="93" y="482"/>
                  </a:lnTo>
                  <a:lnTo>
                    <a:pt x="407" y="760"/>
                  </a:lnTo>
                  <a:lnTo>
                    <a:pt x="722" y="1056"/>
                  </a:lnTo>
                  <a:lnTo>
                    <a:pt x="1019" y="1371"/>
                  </a:lnTo>
                  <a:lnTo>
                    <a:pt x="1296" y="1704"/>
                  </a:lnTo>
                  <a:lnTo>
                    <a:pt x="1333" y="1741"/>
                  </a:lnTo>
                  <a:lnTo>
                    <a:pt x="1389" y="1778"/>
                  </a:lnTo>
                  <a:lnTo>
                    <a:pt x="1500" y="1797"/>
                  </a:lnTo>
                  <a:lnTo>
                    <a:pt x="1611" y="1778"/>
                  </a:lnTo>
                  <a:lnTo>
                    <a:pt x="1667" y="1741"/>
                  </a:lnTo>
                  <a:lnTo>
                    <a:pt x="1704" y="1704"/>
                  </a:lnTo>
                  <a:lnTo>
                    <a:pt x="1778" y="1612"/>
                  </a:lnTo>
                  <a:lnTo>
                    <a:pt x="1778" y="1556"/>
                  </a:lnTo>
                  <a:lnTo>
                    <a:pt x="1796" y="1501"/>
                  </a:lnTo>
                  <a:lnTo>
                    <a:pt x="1759" y="1389"/>
                  </a:lnTo>
                  <a:lnTo>
                    <a:pt x="1704" y="1297"/>
                  </a:lnTo>
                  <a:lnTo>
                    <a:pt x="1426" y="964"/>
                  </a:lnTo>
                  <a:lnTo>
                    <a:pt x="1130" y="649"/>
                  </a:lnTo>
                  <a:lnTo>
                    <a:pt x="815" y="352"/>
                  </a:lnTo>
                  <a:lnTo>
                    <a:pt x="500" y="75"/>
                  </a:lnTo>
                  <a:lnTo>
                    <a:pt x="407" y="19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4"/>
            <p:cNvSpPr/>
            <p:nvPr/>
          </p:nvSpPr>
          <p:spPr>
            <a:xfrm flipH="1">
              <a:off x="6850426" y="1489526"/>
              <a:ext cx="44816" cy="40747"/>
            </a:xfrm>
            <a:custGeom>
              <a:avLst/>
              <a:gdLst/>
              <a:ahLst/>
              <a:cxnLst/>
              <a:rect l="l" t="t" r="r" b="b"/>
              <a:pathLst>
                <a:path w="2038" h="1853" extrusionOk="0">
                  <a:moveTo>
                    <a:pt x="204" y="1"/>
                  </a:moveTo>
                  <a:lnTo>
                    <a:pt x="149" y="19"/>
                  </a:lnTo>
                  <a:lnTo>
                    <a:pt x="112" y="38"/>
                  </a:lnTo>
                  <a:lnTo>
                    <a:pt x="56" y="75"/>
                  </a:lnTo>
                  <a:lnTo>
                    <a:pt x="38" y="130"/>
                  </a:lnTo>
                  <a:lnTo>
                    <a:pt x="1" y="241"/>
                  </a:lnTo>
                  <a:lnTo>
                    <a:pt x="1" y="352"/>
                  </a:lnTo>
                  <a:lnTo>
                    <a:pt x="19" y="408"/>
                  </a:lnTo>
                  <a:lnTo>
                    <a:pt x="38" y="464"/>
                  </a:lnTo>
                  <a:lnTo>
                    <a:pt x="75" y="501"/>
                  </a:lnTo>
                  <a:lnTo>
                    <a:pt x="130" y="519"/>
                  </a:lnTo>
                  <a:lnTo>
                    <a:pt x="353" y="649"/>
                  </a:lnTo>
                  <a:lnTo>
                    <a:pt x="556" y="760"/>
                  </a:lnTo>
                  <a:lnTo>
                    <a:pt x="741" y="908"/>
                  </a:lnTo>
                  <a:lnTo>
                    <a:pt x="797" y="945"/>
                  </a:lnTo>
                  <a:lnTo>
                    <a:pt x="890" y="1038"/>
                  </a:lnTo>
                  <a:lnTo>
                    <a:pt x="1056" y="1186"/>
                  </a:lnTo>
                  <a:lnTo>
                    <a:pt x="1223" y="1371"/>
                  </a:lnTo>
                  <a:lnTo>
                    <a:pt x="1297" y="1445"/>
                  </a:lnTo>
                  <a:lnTo>
                    <a:pt x="1353" y="1501"/>
                  </a:lnTo>
                  <a:lnTo>
                    <a:pt x="1353" y="1519"/>
                  </a:lnTo>
                  <a:lnTo>
                    <a:pt x="1501" y="1723"/>
                  </a:lnTo>
                  <a:lnTo>
                    <a:pt x="1575" y="1797"/>
                  </a:lnTo>
                  <a:lnTo>
                    <a:pt x="1667" y="1852"/>
                  </a:lnTo>
                  <a:lnTo>
                    <a:pt x="1834" y="1852"/>
                  </a:lnTo>
                  <a:lnTo>
                    <a:pt x="1890" y="1815"/>
                  </a:lnTo>
                  <a:lnTo>
                    <a:pt x="1964" y="1741"/>
                  </a:lnTo>
                  <a:lnTo>
                    <a:pt x="2019" y="1649"/>
                  </a:lnTo>
                  <a:lnTo>
                    <a:pt x="2038" y="1593"/>
                  </a:lnTo>
                  <a:lnTo>
                    <a:pt x="2038" y="1538"/>
                  </a:lnTo>
                  <a:lnTo>
                    <a:pt x="2019" y="1482"/>
                  </a:lnTo>
                  <a:lnTo>
                    <a:pt x="1982" y="1426"/>
                  </a:lnTo>
                  <a:lnTo>
                    <a:pt x="1834" y="1204"/>
                  </a:lnTo>
                  <a:lnTo>
                    <a:pt x="1667" y="1001"/>
                  </a:lnTo>
                  <a:lnTo>
                    <a:pt x="1501" y="797"/>
                  </a:lnTo>
                  <a:lnTo>
                    <a:pt x="1297" y="630"/>
                  </a:lnTo>
                  <a:lnTo>
                    <a:pt x="1093" y="445"/>
                  </a:lnTo>
                  <a:lnTo>
                    <a:pt x="890" y="297"/>
                  </a:lnTo>
                  <a:lnTo>
                    <a:pt x="667" y="149"/>
                  </a:lnTo>
                  <a:lnTo>
                    <a:pt x="427" y="38"/>
                  </a:lnTo>
                  <a:lnTo>
                    <a:pt x="3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4"/>
            <p:cNvSpPr/>
            <p:nvPr/>
          </p:nvSpPr>
          <p:spPr>
            <a:xfrm flipH="1">
              <a:off x="6887480" y="1498080"/>
              <a:ext cx="23639" cy="63133"/>
            </a:xfrm>
            <a:custGeom>
              <a:avLst/>
              <a:gdLst/>
              <a:ahLst/>
              <a:cxnLst/>
              <a:rect l="l" t="t" r="r" b="b"/>
              <a:pathLst>
                <a:path w="1075" h="2871" extrusionOk="0">
                  <a:moveTo>
                    <a:pt x="223" y="0"/>
                  </a:moveTo>
                  <a:lnTo>
                    <a:pt x="112" y="56"/>
                  </a:lnTo>
                  <a:lnTo>
                    <a:pt x="38" y="149"/>
                  </a:lnTo>
                  <a:lnTo>
                    <a:pt x="1" y="241"/>
                  </a:lnTo>
                  <a:lnTo>
                    <a:pt x="1" y="297"/>
                  </a:lnTo>
                  <a:lnTo>
                    <a:pt x="19" y="352"/>
                  </a:lnTo>
                  <a:lnTo>
                    <a:pt x="167" y="926"/>
                  </a:lnTo>
                  <a:lnTo>
                    <a:pt x="297" y="1500"/>
                  </a:lnTo>
                  <a:lnTo>
                    <a:pt x="408" y="2093"/>
                  </a:lnTo>
                  <a:lnTo>
                    <a:pt x="519" y="2667"/>
                  </a:lnTo>
                  <a:lnTo>
                    <a:pt x="538" y="2723"/>
                  </a:lnTo>
                  <a:lnTo>
                    <a:pt x="575" y="2760"/>
                  </a:lnTo>
                  <a:lnTo>
                    <a:pt x="612" y="2815"/>
                  </a:lnTo>
                  <a:lnTo>
                    <a:pt x="649" y="2834"/>
                  </a:lnTo>
                  <a:lnTo>
                    <a:pt x="760" y="2871"/>
                  </a:lnTo>
                  <a:lnTo>
                    <a:pt x="871" y="2871"/>
                  </a:lnTo>
                  <a:lnTo>
                    <a:pt x="926" y="2852"/>
                  </a:lnTo>
                  <a:lnTo>
                    <a:pt x="982" y="2815"/>
                  </a:lnTo>
                  <a:lnTo>
                    <a:pt x="1056" y="2723"/>
                  </a:lnTo>
                  <a:lnTo>
                    <a:pt x="1075" y="2630"/>
                  </a:lnTo>
                  <a:lnTo>
                    <a:pt x="1075" y="2519"/>
                  </a:lnTo>
                  <a:lnTo>
                    <a:pt x="963" y="1926"/>
                  </a:lnTo>
                  <a:lnTo>
                    <a:pt x="852" y="1352"/>
                  </a:lnTo>
                  <a:lnTo>
                    <a:pt x="723" y="778"/>
                  </a:lnTo>
                  <a:lnTo>
                    <a:pt x="575" y="204"/>
                  </a:lnTo>
                  <a:lnTo>
                    <a:pt x="556" y="149"/>
                  </a:lnTo>
                  <a:lnTo>
                    <a:pt x="519" y="112"/>
                  </a:lnTo>
                  <a:lnTo>
                    <a:pt x="426" y="37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64"/>
            <p:cNvSpPr/>
            <p:nvPr/>
          </p:nvSpPr>
          <p:spPr>
            <a:xfrm flipH="1">
              <a:off x="6920861" y="1496453"/>
              <a:ext cx="22826" cy="60692"/>
            </a:xfrm>
            <a:custGeom>
              <a:avLst/>
              <a:gdLst/>
              <a:ahLst/>
              <a:cxnLst/>
              <a:rect l="l" t="t" r="r" b="b"/>
              <a:pathLst>
                <a:path w="1038" h="2760" extrusionOk="0">
                  <a:moveTo>
                    <a:pt x="741" y="0"/>
                  </a:moveTo>
                  <a:lnTo>
                    <a:pt x="630" y="37"/>
                  </a:lnTo>
                  <a:lnTo>
                    <a:pt x="556" y="93"/>
                  </a:lnTo>
                  <a:lnTo>
                    <a:pt x="482" y="186"/>
                  </a:lnTo>
                  <a:lnTo>
                    <a:pt x="463" y="297"/>
                  </a:lnTo>
                  <a:lnTo>
                    <a:pt x="389" y="815"/>
                  </a:lnTo>
                  <a:lnTo>
                    <a:pt x="296" y="1352"/>
                  </a:lnTo>
                  <a:lnTo>
                    <a:pt x="167" y="1871"/>
                  </a:lnTo>
                  <a:lnTo>
                    <a:pt x="19" y="2389"/>
                  </a:lnTo>
                  <a:lnTo>
                    <a:pt x="0" y="2445"/>
                  </a:lnTo>
                  <a:lnTo>
                    <a:pt x="19" y="2500"/>
                  </a:lnTo>
                  <a:lnTo>
                    <a:pt x="56" y="2611"/>
                  </a:lnTo>
                  <a:lnTo>
                    <a:pt x="130" y="2704"/>
                  </a:lnTo>
                  <a:lnTo>
                    <a:pt x="167" y="2723"/>
                  </a:lnTo>
                  <a:lnTo>
                    <a:pt x="222" y="2741"/>
                  </a:lnTo>
                  <a:lnTo>
                    <a:pt x="333" y="2760"/>
                  </a:lnTo>
                  <a:lnTo>
                    <a:pt x="445" y="2723"/>
                  </a:lnTo>
                  <a:lnTo>
                    <a:pt x="519" y="2648"/>
                  </a:lnTo>
                  <a:lnTo>
                    <a:pt x="574" y="2537"/>
                  </a:lnTo>
                  <a:lnTo>
                    <a:pt x="741" y="2000"/>
                  </a:lnTo>
                  <a:lnTo>
                    <a:pt x="870" y="1426"/>
                  </a:lnTo>
                  <a:lnTo>
                    <a:pt x="963" y="871"/>
                  </a:lnTo>
                  <a:lnTo>
                    <a:pt x="1037" y="297"/>
                  </a:lnTo>
                  <a:lnTo>
                    <a:pt x="1037" y="241"/>
                  </a:lnTo>
                  <a:lnTo>
                    <a:pt x="1019" y="186"/>
                  </a:lnTo>
                  <a:lnTo>
                    <a:pt x="1000" y="130"/>
                  </a:lnTo>
                  <a:lnTo>
                    <a:pt x="963" y="93"/>
                  </a:lnTo>
                  <a:lnTo>
                    <a:pt x="852" y="19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64"/>
            <p:cNvSpPr/>
            <p:nvPr/>
          </p:nvSpPr>
          <p:spPr>
            <a:xfrm flipH="1">
              <a:off x="6950592" y="1485458"/>
              <a:ext cx="29335" cy="57438"/>
            </a:xfrm>
            <a:custGeom>
              <a:avLst/>
              <a:gdLst/>
              <a:ahLst/>
              <a:cxnLst/>
              <a:rect l="l" t="t" r="r" b="b"/>
              <a:pathLst>
                <a:path w="1334" h="2612" extrusionOk="0">
                  <a:moveTo>
                    <a:pt x="981" y="0"/>
                  </a:moveTo>
                  <a:lnTo>
                    <a:pt x="870" y="56"/>
                  </a:lnTo>
                  <a:lnTo>
                    <a:pt x="833" y="93"/>
                  </a:lnTo>
                  <a:lnTo>
                    <a:pt x="796" y="130"/>
                  </a:lnTo>
                  <a:lnTo>
                    <a:pt x="648" y="371"/>
                  </a:lnTo>
                  <a:lnTo>
                    <a:pt x="537" y="630"/>
                  </a:lnTo>
                  <a:lnTo>
                    <a:pt x="407" y="889"/>
                  </a:lnTo>
                  <a:lnTo>
                    <a:pt x="296" y="1148"/>
                  </a:lnTo>
                  <a:lnTo>
                    <a:pt x="204" y="1426"/>
                  </a:lnTo>
                  <a:lnTo>
                    <a:pt x="130" y="1704"/>
                  </a:lnTo>
                  <a:lnTo>
                    <a:pt x="56" y="1982"/>
                  </a:lnTo>
                  <a:lnTo>
                    <a:pt x="0" y="2260"/>
                  </a:lnTo>
                  <a:lnTo>
                    <a:pt x="0" y="2371"/>
                  </a:lnTo>
                  <a:lnTo>
                    <a:pt x="37" y="2482"/>
                  </a:lnTo>
                  <a:lnTo>
                    <a:pt x="74" y="2519"/>
                  </a:lnTo>
                  <a:lnTo>
                    <a:pt x="111" y="2556"/>
                  </a:lnTo>
                  <a:lnTo>
                    <a:pt x="148" y="2593"/>
                  </a:lnTo>
                  <a:lnTo>
                    <a:pt x="204" y="2611"/>
                  </a:lnTo>
                  <a:lnTo>
                    <a:pt x="315" y="2611"/>
                  </a:lnTo>
                  <a:lnTo>
                    <a:pt x="426" y="2574"/>
                  </a:lnTo>
                  <a:lnTo>
                    <a:pt x="481" y="2556"/>
                  </a:lnTo>
                  <a:lnTo>
                    <a:pt x="519" y="2519"/>
                  </a:lnTo>
                  <a:lnTo>
                    <a:pt x="556" y="2463"/>
                  </a:lnTo>
                  <a:lnTo>
                    <a:pt x="574" y="2408"/>
                  </a:lnTo>
                  <a:lnTo>
                    <a:pt x="611" y="2148"/>
                  </a:lnTo>
                  <a:lnTo>
                    <a:pt x="685" y="1889"/>
                  </a:lnTo>
                  <a:lnTo>
                    <a:pt x="759" y="1630"/>
                  </a:lnTo>
                  <a:lnTo>
                    <a:pt x="833" y="1371"/>
                  </a:lnTo>
                  <a:lnTo>
                    <a:pt x="944" y="1130"/>
                  </a:lnTo>
                  <a:lnTo>
                    <a:pt x="1037" y="889"/>
                  </a:lnTo>
                  <a:lnTo>
                    <a:pt x="1167" y="649"/>
                  </a:lnTo>
                  <a:lnTo>
                    <a:pt x="1296" y="426"/>
                  </a:lnTo>
                  <a:lnTo>
                    <a:pt x="1315" y="371"/>
                  </a:lnTo>
                  <a:lnTo>
                    <a:pt x="1333" y="315"/>
                  </a:lnTo>
                  <a:lnTo>
                    <a:pt x="1333" y="204"/>
                  </a:lnTo>
                  <a:lnTo>
                    <a:pt x="1278" y="93"/>
                  </a:lnTo>
                  <a:lnTo>
                    <a:pt x="1241" y="56"/>
                  </a:lnTo>
                  <a:lnTo>
                    <a:pt x="1185" y="19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64"/>
            <p:cNvSpPr/>
            <p:nvPr/>
          </p:nvSpPr>
          <p:spPr>
            <a:xfrm flipH="1">
              <a:off x="6883811" y="1132799"/>
              <a:ext cx="279383" cy="372225"/>
            </a:xfrm>
            <a:custGeom>
              <a:avLst/>
              <a:gdLst/>
              <a:ahLst/>
              <a:cxnLst/>
              <a:rect l="l" t="t" r="r" b="b"/>
              <a:pathLst>
                <a:path w="12705" h="16927" extrusionOk="0">
                  <a:moveTo>
                    <a:pt x="4186" y="1"/>
                  </a:moveTo>
                  <a:lnTo>
                    <a:pt x="4001" y="130"/>
                  </a:lnTo>
                  <a:lnTo>
                    <a:pt x="3575" y="445"/>
                  </a:lnTo>
                  <a:lnTo>
                    <a:pt x="3334" y="630"/>
                  </a:lnTo>
                  <a:lnTo>
                    <a:pt x="3112" y="816"/>
                  </a:lnTo>
                  <a:lnTo>
                    <a:pt x="2945" y="1001"/>
                  </a:lnTo>
                  <a:lnTo>
                    <a:pt x="2871" y="1056"/>
                  </a:lnTo>
                  <a:lnTo>
                    <a:pt x="2834" y="1130"/>
                  </a:lnTo>
                  <a:lnTo>
                    <a:pt x="2797" y="1167"/>
                  </a:lnTo>
                  <a:lnTo>
                    <a:pt x="2760" y="1204"/>
                  </a:lnTo>
                  <a:lnTo>
                    <a:pt x="2705" y="1223"/>
                  </a:lnTo>
                  <a:lnTo>
                    <a:pt x="2649" y="1223"/>
                  </a:lnTo>
                  <a:lnTo>
                    <a:pt x="2519" y="1204"/>
                  </a:lnTo>
                  <a:lnTo>
                    <a:pt x="2390" y="1167"/>
                  </a:lnTo>
                  <a:lnTo>
                    <a:pt x="2260" y="1093"/>
                  </a:lnTo>
                  <a:lnTo>
                    <a:pt x="2149" y="1038"/>
                  </a:lnTo>
                  <a:lnTo>
                    <a:pt x="2038" y="964"/>
                  </a:lnTo>
                  <a:lnTo>
                    <a:pt x="1" y="11463"/>
                  </a:lnTo>
                  <a:lnTo>
                    <a:pt x="371" y="11741"/>
                  </a:lnTo>
                  <a:lnTo>
                    <a:pt x="1371" y="12463"/>
                  </a:lnTo>
                  <a:lnTo>
                    <a:pt x="2075" y="12926"/>
                  </a:lnTo>
                  <a:lnTo>
                    <a:pt x="2853" y="13445"/>
                  </a:lnTo>
                  <a:lnTo>
                    <a:pt x="3723" y="14000"/>
                  </a:lnTo>
                  <a:lnTo>
                    <a:pt x="4649" y="14556"/>
                  </a:lnTo>
                  <a:lnTo>
                    <a:pt x="5593" y="15093"/>
                  </a:lnTo>
                  <a:lnTo>
                    <a:pt x="6575" y="15593"/>
                  </a:lnTo>
                  <a:lnTo>
                    <a:pt x="7056" y="15834"/>
                  </a:lnTo>
                  <a:lnTo>
                    <a:pt x="7538" y="16056"/>
                  </a:lnTo>
                  <a:lnTo>
                    <a:pt x="8001" y="16260"/>
                  </a:lnTo>
                  <a:lnTo>
                    <a:pt x="8464" y="16445"/>
                  </a:lnTo>
                  <a:lnTo>
                    <a:pt x="8927" y="16593"/>
                  </a:lnTo>
                  <a:lnTo>
                    <a:pt x="9371" y="16723"/>
                  </a:lnTo>
                  <a:lnTo>
                    <a:pt x="9778" y="16834"/>
                  </a:lnTo>
                  <a:lnTo>
                    <a:pt x="10186" y="16889"/>
                  </a:lnTo>
                  <a:lnTo>
                    <a:pt x="10556" y="16926"/>
                  </a:lnTo>
                  <a:lnTo>
                    <a:pt x="10908" y="16926"/>
                  </a:lnTo>
                  <a:lnTo>
                    <a:pt x="11241" y="16889"/>
                  </a:lnTo>
                  <a:lnTo>
                    <a:pt x="11389" y="16852"/>
                  </a:lnTo>
                  <a:lnTo>
                    <a:pt x="11538" y="16815"/>
                  </a:lnTo>
                  <a:lnTo>
                    <a:pt x="11649" y="16741"/>
                  </a:lnTo>
                  <a:lnTo>
                    <a:pt x="11778" y="16630"/>
                  </a:lnTo>
                  <a:lnTo>
                    <a:pt x="11889" y="16482"/>
                  </a:lnTo>
                  <a:lnTo>
                    <a:pt x="12001" y="16315"/>
                  </a:lnTo>
                  <a:lnTo>
                    <a:pt x="12093" y="16130"/>
                  </a:lnTo>
                  <a:lnTo>
                    <a:pt x="12204" y="15908"/>
                  </a:lnTo>
                  <a:lnTo>
                    <a:pt x="12371" y="15463"/>
                  </a:lnTo>
                  <a:lnTo>
                    <a:pt x="12519" y="15019"/>
                  </a:lnTo>
                  <a:lnTo>
                    <a:pt x="12630" y="14649"/>
                  </a:lnTo>
                  <a:lnTo>
                    <a:pt x="12704" y="14297"/>
                  </a:lnTo>
                  <a:lnTo>
                    <a:pt x="11964" y="6815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64"/>
            <p:cNvSpPr/>
            <p:nvPr/>
          </p:nvSpPr>
          <p:spPr>
            <a:xfrm flipH="1">
              <a:off x="6888296" y="1124245"/>
              <a:ext cx="187751" cy="262275"/>
            </a:xfrm>
            <a:custGeom>
              <a:avLst/>
              <a:gdLst/>
              <a:ahLst/>
              <a:cxnLst/>
              <a:rect l="l" t="t" r="r" b="b"/>
              <a:pathLst>
                <a:path w="8538" h="11927" extrusionOk="0">
                  <a:moveTo>
                    <a:pt x="1" y="1"/>
                  </a:moveTo>
                  <a:lnTo>
                    <a:pt x="3112" y="5797"/>
                  </a:lnTo>
                  <a:lnTo>
                    <a:pt x="3130" y="6519"/>
                  </a:lnTo>
                  <a:lnTo>
                    <a:pt x="3167" y="7186"/>
                  </a:lnTo>
                  <a:lnTo>
                    <a:pt x="3241" y="7797"/>
                  </a:lnTo>
                  <a:lnTo>
                    <a:pt x="3334" y="8353"/>
                  </a:lnTo>
                  <a:lnTo>
                    <a:pt x="3464" y="8853"/>
                  </a:lnTo>
                  <a:lnTo>
                    <a:pt x="3612" y="9315"/>
                  </a:lnTo>
                  <a:lnTo>
                    <a:pt x="3778" y="9723"/>
                  </a:lnTo>
                  <a:lnTo>
                    <a:pt x="3945" y="10093"/>
                  </a:lnTo>
                  <a:lnTo>
                    <a:pt x="4149" y="10408"/>
                  </a:lnTo>
                  <a:lnTo>
                    <a:pt x="4371" y="10704"/>
                  </a:lnTo>
                  <a:lnTo>
                    <a:pt x="4593" y="10945"/>
                  </a:lnTo>
                  <a:lnTo>
                    <a:pt x="4815" y="11167"/>
                  </a:lnTo>
                  <a:lnTo>
                    <a:pt x="5056" y="11352"/>
                  </a:lnTo>
                  <a:lnTo>
                    <a:pt x="5315" y="11501"/>
                  </a:lnTo>
                  <a:lnTo>
                    <a:pt x="5556" y="11630"/>
                  </a:lnTo>
                  <a:lnTo>
                    <a:pt x="5815" y="11741"/>
                  </a:lnTo>
                  <a:lnTo>
                    <a:pt x="6075" y="11815"/>
                  </a:lnTo>
                  <a:lnTo>
                    <a:pt x="6315" y="11871"/>
                  </a:lnTo>
                  <a:lnTo>
                    <a:pt x="6575" y="11908"/>
                  </a:lnTo>
                  <a:lnTo>
                    <a:pt x="6815" y="11926"/>
                  </a:lnTo>
                  <a:lnTo>
                    <a:pt x="7278" y="11926"/>
                  </a:lnTo>
                  <a:lnTo>
                    <a:pt x="7686" y="11871"/>
                  </a:lnTo>
                  <a:lnTo>
                    <a:pt x="8038" y="11815"/>
                  </a:lnTo>
                  <a:lnTo>
                    <a:pt x="8297" y="11741"/>
                  </a:lnTo>
                  <a:lnTo>
                    <a:pt x="8538" y="11667"/>
                  </a:lnTo>
                  <a:lnTo>
                    <a:pt x="8426" y="73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64"/>
            <p:cNvSpPr/>
            <p:nvPr/>
          </p:nvSpPr>
          <p:spPr>
            <a:xfrm flipH="1">
              <a:off x="6888296" y="1124245"/>
              <a:ext cx="187751" cy="262275"/>
            </a:xfrm>
            <a:custGeom>
              <a:avLst/>
              <a:gdLst/>
              <a:ahLst/>
              <a:cxnLst/>
              <a:rect l="l" t="t" r="r" b="b"/>
              <a:pathLst>
                <a:path w="8538" h="11927" fill="none" extrusionOk="0">
                  <a:moveTo>
                    <a:pt x="1" y="1"/>
                  </a:moveTo>
                  <a:lnTo>
                    <a:pt x="8426" y="7334"/>
                  </a:lnTo>
                  <a:lnTo>
                    <a:pt x="8538" y="11667"/>
                  </a:lnTo>
                  <a:lnTo>
                    <a:pt x="8538" y="11667"/>
                  </a:lnTo>
                  <a:lnTo>
                    <a:pt x="8297" y="11741"/>
                  </a:lnTo>
                  <a:lnTo>
                    <a:pt x="8038" y="11815"/>
                  </a:lnTo>
                  <a:lnTo>
                    <a:pt x="7686" y="11871"/>
                  </a:lnTo>
                  <a:lnTo>
                    <a:pt x="7278" y="11926"/>
                  </a:lnTo>
                  <a:lnTo>
                    <a:pt x="7038" y="11926"/>
                  </a:lnTo>
                  <a:lnTo>
                    <a:pt x="6815" y="11926"/>
                  </a:lnTo>
                  <a:lnTo>
                    <a:pt x="6575" y="11908"/>
                  </a:lnTo>
                  <a:lnTo>
                    <a:pt x="6315" y="11871"/>
                  </a:lnTo>
                  <a:lnTo>
                    <a:pt x="6075" y="11815"/>
                  </a:lnTo>
                  <a:lnTo>
                    <a:pt x="5815" y="11741"/>
                  </a:lnTo>
                  <a:lnTo>
                    <a:pt x="5556" y="11630"/>
                  </a:lnTo>
                  <a:lnTo>
                    <a:pt x="5315" y="11501"/>
                  </a:lnTo>
                  <a:lnTo>
                    <a:pt x="5056" y="11352"/>
                  </a:lnTo>
                  <a:lnTo>
                    <a:pt x="4815" y="11167"/>
                  </a:lnTo>
                  <a:lnTo>
                    <a:pt x="4593" y="10945"/>
                  </a:lnTo>
                  <a:lnTo>
                    <a:pt x="4371" y="10704"/>
                  </a:lnTo>
                  <a:lnTo>
                    <a:pt x="4149" y="10408"/>
                  </a:lnTo>
                  <a:lnTo>
                    <a:pt x="3945" y="10093"/>
                  </a:lnTo>
                  <a:lnTo>
                    <a:pt x="3778" y="9723"/>
                  </a:lnTo>
                  <a:lnTo>
                    <a:pt x="3612" y="9315"/>
                  </a:lnTo>
                  <a:lnTo>
                    <a:pt x="3464" y="8853"/>
                  </a:lnTo>
                  <a:lnTo>
                    <a:pt x="3334" y="8353"/>
                  </a:lnTo>
                  <a:lnTo>
                    <a:pt x="3241" y="7797"/>
                  </a:lnTo>
                  <a:lnTo>
                    <a:pt x="3167" y="7186"/>
                  </a:lnTo>
                  <a:lnTo>
                    <a:pt x="3130" y="6519"/>
                  </a:lnTo>
                  <a:lnTo>
                    <a:pt x="3112" y="57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64"/>
            <p:cNvSpPr/>
            <p:nvPr/>
          </p:nvSpPr>
          <p:spPr>
            <a:xfrm flipH="1">
              <a:off x="6794224" y="679161"/>
              <a:ext cx="380779" cy="421087"/>
            </a:xfrm>
            <a:custGeom>
              <a:avLst/>
              <a:gdLst/>
              <a:ahLst/>
              <a:cxnLst/>
              <a:rect l="l" t="t" r="r" b="b"/>
              <a:pathLst>
                <a:path w="17316" h="19149" extrusionOk="0">
                  <a:moveTo>
                    <a:pt x="16723" y="1"/>
                  </a:moveTo>
                  <a:lnTo>
                    <a:pt x="16315" y="56"/>
                  </a:lnTo>
                  <a:lnTo>
                    <a:pt x="15704" y="149"/>
                  </a:lnTo>
                  <a:lnTo>
                    <a:pt x="14926" y="297"/>
                  </a:lnTo>
                  <a:lnTo>
                    <a:pt x="14000" y="464"/>
                  </a:lnTo>
                  <a:lnTo>
                    <a:pt x="12963" y="667"/>
                  </a:lnTo>
                  <a:lnTo>
                    <a:pt x="11852" y="908"/>
                  </a:lnTo>
                  <a:lnTo>
                    <a:pt x="10686" y="1186"/>
                  </a:lnTo>
                  <a:lnTo>
                    <a:pt x="9501" y="1464"/>
                  </a:lnTo>
                  <a:lnTo>
                    <a:pt x="8334" y="1778"/>
                  </a:lnTo>
                  <a:lnTo>
                    <a:pt x="7186" y="2093"/>
                  </a:lnTo>
                  <a:lnTo>
                    <a:pt x="6093" y="2427"/>
                  </a:lnTo>
                  <a:lnTo>
                    <a:pt x="5112" y="2778"/>
                  </a:lnTo>
                  <a:lnTo>
                    <a:pt x="4667" y="2964"/>
                  </a:lnTo>
                  <a:lnTo>
                    <a:pt x="4260" y="3130"/>
                  </a:lnTo>
                  <a:lnTo>
                    <a:pt x="3871" y="3315"/>
                  </a:lnTo>
                  <a:lnTo>
                    <a:pt x="3538" y="3482"/>
                  </a:lnTo>
                  <a:lnTo>
                    <a:pt x="3242" y="3667"/>
                  </a:lnTo>
                  <a:lnTo>
                    <a:pt x="3001" y="3834"/>
                  </a:lnTo>
                  <a:lnTo>
                    <a:pt x="2742" y="4001"/>
                  </a:lnTo>
                  <a:lnTo>
                    <a:pt x="2482" y="4167"/>
                  </a:lnTo>
                  <a:lnTo>
                    <a:pt x="2242" y="4352"/>
                  </a:lnTo>
                  <a:lnTo>
                    <a:pt x="2001" y="4538"/>
                  </a:lnTo>
                  <a:lnTo>
                    <a:pt x="1779" y="4741"/>
                  </a:lnTo>
                  <a:lnTo>
                    <a:pt x="1556" y="4964"/>
                  </a:lnTo>
                  <a:lnTo>
                    <a:pt x="1353" y="5204"/>
                  </a:lnTo>
                  <a:lnTo>
                    <a:pt x="1168" y="5464"/>
                  </a:lnTo>
                  <a:lnTo>
                    <a:pt x="982" y="5741"/>
                  </a:lnTo>
                  <a:lnTo>
                    <a:pt x="816" y="6019"/>
                  </a:lnTo>
                  <a:lnTo>
                    <a:pt x="668" y="6334"/>
                  </a:lnTo>
                  <a:lnTo>
                    <a:pt x="519" y="6649"/>
                  </a:lnTo>
                  <a:lnTo>
                    <a:pt x="408" y="7000"/>
                  </a:lnTo>
                  <a:lnTo>
                    <a:pt x="297" y="7371"/>
                  </a:lnTo>
                  <a:lnTo>
                    <a:pt x="205" y="7760"/>
                  </a:lnTo>
                  <a:lnTo>
                    <a:pt x="131" y="8167"/>
                  </a:lnTo>
                  <a:lnTo>
                    <a:pt x="75" y="8593"/>
                  </a:lnTo>
                  <a:lnTo>
                    <a:pt x="19" y="9056"/>
                  </a:lnTo>
                  <a:lnTo>
                    <a:pt x="1" y="9537"/>
                  </a:lnTo>
                  <a:lnTo>
                    <a:pt x="1" y="10037"/>
                  </a:lnTo>
                  <a:lnTo>
                    <a:pt x="19" y="10556"/>
                  </a:lnTo>
                  <a:lnTo>
                    <a:pt x="56" y="11112"/>
                  </a:lnTo>
                  <a:lnTo>
                    <a:pt x="112" y="11704"/>
                  </a:lnTo>
                  <a:lnTo>
                    <a:pt x="186" y="12315"/>
                  </a:lnTo>
                  <a:lnTo>
                    <a:pt x="279" y="12945"/>
                  </a:lnTo>
                  <a:lnTo>
                    <a:pt x="390" y="13611"/>
                  </a:lnTo>
                  <a:lnTo>
                    <a:pt x="538" y="14315"/>
                  </a:lnTo>
                  <a:lnTo>
                    <a:pt x="705" y="15037"/>
                  </a:lnTo>
                  <a:lnTo>
                    <a:pt x="890" y="15778"/>
                  </a:lnTo>
                  <a:lnTo>
                    <a:pt x="1093" y="16574"/>
                  </a:lnTo>
                  <a:lnTo>
                    <a:pt x="1334" y="17389"/>
                  </a:lnTo>
                  <a:lnTo>
                    <a:pt x="1593" y="18241"/>
                  </a:lnTo>
                  <a:lnTo>
                    <a:pt x="1871" y="17871"/>
                  </a:lnTo>
                  <a:lnTo>
                    <a:pt x="2093" y="17889"/>
                  </a:lnTo>
                  <a:lnTo>
                    <a:pt x="2334" y="17963"/>
                  </a:lnTo>
                  <a:lnTo>
                    <a:pt x="2630" y="18056"/>
                  </a:lnTo>
                  <a:lnTo>
                    <a:pt x="2779" y="18130"/>
                  </a:lnTo>
                  <a:lnTo>
                    <a:pt x="2964" y="18222"/>
                  </a:lnTo>
                  <a:lnTo>
                    <a:pt x="3149" y="18334"/>
                  </a:lnTo>
                  <a:lnTo>
                    <a:pt x="3316" y="18445"/>
                  </a:lnTo>
                  <a:lnTo>
                    <a:pt x="3501" y="18593"/>
                  </a:lnTo>
                  <a:lnTo>
                    <a:pt x="3686" y="18759"/>
                  </a:lnTo>
                  <a:lnTo>
                    <a:pt x="3871" y="18945"/>
                  </a:lnTo>
                  <a:lnTo>
                    <a:pt x="4038" y="19148"/>
                  </a:lnTo>
                  <a:lnTo>
                    <a:pt x="8890" y="10556"/>
                  </a:lnTo>
                  <a:lnTo>
                    <a:pt x="8945" y="10463"/>
                  </a:lnTo>
                  <a:lnTo>
                    <a:pt x="9056" y="10186"/>
                  </a:lnTo>
                  <a:lnTo>
                    <a:pt x="9260" y="9815"/>
                  </a:lnTo>
                  <a:lnTo>
                    <a:pt x="9390" y="9612"/>
                  </a:lnTo>
                  <a:lnTo>
                    <a:pt x="9538" y="9426"/>
                  </a:lnTo>
                  <a:lnTo>
                    <a:pt x="9704" y="9241"/>
                  </a:lnTo>
                  <a:lnTo>
                    <a:pt x="9889" y="9075"/>
                  </a:lnTo>
                  <a:lnTo>
                    <a:pt x="10093" y="8945"/>
                  </a:lnTo>
                  <a:lnTo>
                    <a:pt x="10186" y="8908"/>
                  </a:lnTo>
                  <a:lnTo>
                    <a:pt x="10297" y="8871"/>
                  </a:lnTo>
                  <a:lnTo>
                    <a:pt x="10408" y="8834"/>
                  </a:lnTo>
                  <a:lnTo>
                    <a:pt x="10649" y="8834"/>
                  </a:lnTo>
                  <a:lnTo>
                    <a:pt x="10778" y="8852"/>
                  </a:lnTo>
                  <a:lnTo>
                    <a:pt x="10908" y="8889"/>
                  </a:lnTo>
                  <a:lnTo>
                    <a:pt x="11038" y="8945"/>
                  </a:lnTo>
                  <a:lnTo>
                    <a:pt x="11167" y="9019"/>
                  </a:lnTo>
                  <a:lnTo>
                    <a:pt x="11297" y="9112"/>
                  </a:lnTo>
                  <a:lnTo>
                    <a:pt x="11852" y="9519"/>
                  </a:lnTo>
                  <a:lnTo>
                    <a:pt x="12389" y="9871"/>
                  </a:lnTo>
                  <a:lnTo>
                    <a:pt x="12889" y="10149"/>
                  </a:lnTo>
                  <a:lnTo>
                    <a:pt x="13130" y="10278"/>
                  </a:lnTo>
                  <a:lnTo>
                    <a:pt x="13371" y="10389"/>
                  </a:lnTo>
                  <a:lnTo>
                    <a:pt x="13612" y="10482"/>
                  </a:lnTo>
                  <a:lnTo>
                    <a:pt x="13834" y="10556"/>
                  </a:lnTo>
                  <a:lnTo>
                    <a:pt x="14056" y="10612"/>
                  </a:lnTo>
                  <a:lnTo>
                    <a:pt x="14260" y="10630"/>
                  </a:lnTo>
                  <a:lnTo>
                    <a:pt x="14463" y="10649"/>
                  </a:lnTo>
                  <a:lnTo>
                    <a:pt x="14667" y="10630"/>
                  </a:lnTo>
                  <a:lnTo>
                    <a:pt x="14871" y="10593"/>
                  </a:lnTo>
                  <a:lnTo>
                    <a:pt x="15056" y="10537"/>
                  </a:lnTo>
                  <a:lnTo>
                    <a:pt x="15186" y="10482"/>
                  </a:lnTo>
                  <a:lnTo>
                    <a:pt x="15315" y="10408"/>
                  </a:lnTo>
                  <a:lnTo>
                    <a:pt x="15556" y="10241"/>
                  </a:lnTo>
                  <a:lnTo>
                    <a:pt x="15797" y="10037"/>
                  </a:lnTo>
                  <a:lnTo>
                    <a:pt x="16000" y="9797"/>
                  </a:lnTo>
                  <a:lnTo>
                    <a:pt x="16204" y="9556"/>
                  </a:lnTo>
                  <a:lnTo>
                    <a:pt x="16389" y="9334"/>
                  </a:lnTo>
                  <a:lnTo>
                    <a:pt x="16649" y="8908"/>
                  </a:lnTo>
                  <a:lnTo>
                    <a:pt x="16815" y="8945"/>
                  </a:lnTo>
                  <a:lnTo>
                    <a:pt x="16963" y="7575"/>
                  </a:lnTo>
                  <a:lnTo>
                    <a:pt x="17093" y="6186"/>
                  </a:lnTo>
                  <a:lnTo>
                    <a:pt x="17223" y="4556"/>
                  </a:lnTo>
                  <a:lnTo>
                    <a:pt x="17278" y="3741"/>
                  </a:lnTo>
                  <a:lnTo>
                    <a:pt x="17297" y="2945"/>
                  </a:lnTo>
                  <a:lnTo>
                    <a:pt x="17315" y="2186"/>
                  </a:lnTo>
                  <a:lnTo>
                    <a:pt x="17297" y="1501"/>
                  </a:lnTo>
                  <a:lnTo>
                    <a:pt x="17260" y="927"/>
                  </a:lnTo>
                  <a:lnTo>
                    <a:pt x="17223" y="667"/>
                  </a:lnTo>
                  <a:lnTo>
                    <a:pt x="17186" y="464"/>
                  </a:lnTo>
                  <a:lnTo>
                    <a:pt x="17130" y="278"/>
                  </a:lnTo>
                  <a:lnTo>
                    <a:pt x="17074" y="149"/>
                  </a:lnTo>
                  <a:lnTo>
                    <a:pt x="17000" y="38"/>
                  </a:lnTo>
                  <a:lnTo>
                    <a:pt x="16963" y="19"/>
                  </a:lnTo>
                  <a:lnTo>
                    <a:pt x="16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64"/>
            <p:cNvSpPr/>
            <p:nvPr/>
          </p:nvSpPr>
          <p:spPr>
            <a:xfrm flipH="1">
              <a:off x="6784856" y="856711"/>
              <a:ext cx="368970" cy="441449"/>
            </a:xfrm>
            <a:custGeom>
              <a:avLst/>
              <a:gdLst/>
              <a:ahLst/>
              <a:cxnLst/>
              <a:rect l="l" t="t" r="r" b="b"/>
              <a:pathLst>
                <a:path w="16779" h="20075" extrusionOk="0">
                  <a:moveTo>
                    <a:pt x="16037" y="1"/>
                  </a:moveTo>
                  <a:lnTo>
                    <a:pt x="15908" y="241"/>
                  </a:lnTo>
                  <a:lnTo>
                    <a:pt x="15741" y="501"/>
                  </a:lnTo>
                  <a:lnTo>
                    <a:pt x="15519" y="815"/>
                  </a:lnTo>
                  <a:lnTo>
                    <a:pt x="15223" y="1149"/>
                  </a:lnTo>
                  <a:lnTo>
                    <a:pt x="15074" y="1315"/>
                  </a:lnTo>
                  <a:lnTo>
                    <a:pt x="14889" y="1463"/>
                  </a:lnTo>
                  <a:lnTo>
                    <a:pt x="14704" y="1612"/>
                  </a:lnTo>
                  <a:lnTo>
                    <a:pt x="14519" y="1741"/>
                  </a:lnTo>
                  <a:lnTo>
                    <a:pt x="14297" y="1852"/>
                  </a:lnTo>
                  <a:lnTo>
                    <a:pt x="14093" y="1945"/>
                  </a:lnTo>
                  <a:lnTo>
                    <a:pt x="13963" y="1963"/>
                  </a:lnTo>
                  <a:lnTo>
                    <a:pt x="13852" y="2000"/>
                  </a:lnTo>
                  <a:lnTo>
                    <a:pt x="13612" y="2000"/>
                  </a:lnTo>
                  <a:lnTo>
                    <a:pt x="13352" y="1982"/>
                  </a:lnTo>
                  <a:lnTo>
                    <a:pt x="13075" y="1908"/>
                  </a:lnTo>
                  <a:lnTo>
                    <a:pt x="12797" y="1834"/>
                  </a:lnTo>
                  <a:lnTo>
                    <a:pt x="12519" y="1723"/>
                  </a:lnTo>
                  <a:lnTo>
                    <a:pt x="12223" y="1593"/>
                  </a:lnTo>
                  <a:lnTo>
                    <a:pt x="11926" y="1445"/>
                  </a:lnTo>
                  <a:lnTo>
                    <a:pt x="10741" y="834"/>
                  </a:lnTo>
                  <a:lnTo>
                    <a:pt x="10445" y="686"/>
                  </a:lnTo>
                  <a:lnTo>
                    <a:pt x="10167" y="575"/>
                  </a:lnTo>
                  <a:lnTo>
                    <a:pt x="9889" y="463"/>
                  </a:lnTo>
                  <a:lnTo>
                    <a:pt x="9630" y="371"/>
                  </a:lnTo>
                  <a:lnTo>
                    <a:pt x="9519" y="371"/>
                  </a:lnTo>
                  <a:lnTo>
                    <a:pt x="9389" y="426"/>
                  </a:lnTo>
                  <a:lnTo>
                    <a:pt x="9241" y="519"/>
                  </a:lnTo>
                  <a:lnTo>
                    <a:pt x="9075" y="667"/>
                  </a:lnTo>
                  <a:lnTo>
                    <a:pt x="8908" y="852"/>
                  </a:lnTo>
                  <a:lnTo>
                    <a:pt x="8704" y="1075"/>
                  </a:lnTo>
                  <a:lnTo>
                    <a:pt x="8501" y="1334"/>
                  </a:lnTo>
                  <a:lnTo>
                    <a:pt x="8297" y="1612"/>
                  </a:lnTo>
                  <a:lnTo>
                    <a:pt x="7834" y="2278"/>
                  </a:lnTo>
                  <a:lnTo>
                    <a:pt x="7371" y="3038"/>
                  </a:lnTo>
                  <a:lnTo>
                    <a:pt x="6871" y="3871"/>
                  </a:lnTo>
                  <a:lnTo>
                    <a:pt x="6371" y="4741"/>
                  </a:lnTo>
                  <a:lnTo>
                    <a:pt x="5871" y="5630"/>
                  </a:lnTo>
                  <a:lnTo>
                    <a:pt x="5408" y="6500"/>
                  </a:lnTo>
                  <a:lnTo>
                    <a:pt x="4556" y="8167"/>
                  </a:lnTo>
                  <a:lnTo>
                    <a:pt x="3890" y="9519"/>
                  </a:lnTo>
                  <a:lnTo>
                    <a:pt x="3667" y="10019"/>
                  </a:lnTo>
                  <a:lnTo>
                    <a:pt x="3519" y="10371"/>
                  </a:lnTo>
                  <a:lnTo>
                    <a:pt x="3501" y="10389"/>
                  </a:lnTo>
                  <a:lnTo>
                    <a:pt x="3464" y="10389"/>
                  </a:lnTo>
                  <a:lnTo>
                    <a:pt x="3353" y="10371"/>
                  </a:lnTo>
                  <a:lnTo>
                    <a:pt x="3001" y="10260"/>
                  </a:lnTo>
                  <a:lnTo>
                    <a:pt x="2501" y="10093"/>
                  </a:lnTo>
                  <a:lnTo>
                    <a:pt x="2223" y="10000"/>
                  </a:lnTo>
                  <a:lnTo>
                    <a:pt x="1927" y="9945"/>
                  </a:lnTo>
                  <a:lnTo>
                    <a:pt x="1630" y="9908"/>
                  </a:lnTo>
                  <a:lnTo>
                    <a:pt x="1334" y="9908"/>
                  </a:lnTo>
                  <a:lnTo>
                    <a:pt x="1186" y="9926"/>
                  </a:lnTo>
                  <a:lnTo>
                    <a:pt x="1056" y="9945"/>
                  </a:lnTo>
                  <a:lnTo>
                    <a:pt x="908" y="9982"/>
                  </a:lnTo>
                  <a:lnTo>
                    <a:pt x="797" y="10037"/>
                  </a:lnTo>
                  <a:lnTo>
                    <a:pt x="667" y="10111"/>
                  </a:lnTo>
                  <a:lnTo>
                    <a:pt x="556" y="10204"/>
                  </a:lnTo>
                  <a:lnTo>
                    <a:pt x="445" y="10297"/>
                  </a:lnTo>
                  <a:lnTo>
                    <a:pt x="353" y="10426"/>
                  </a:lnTo>
                  <a:lnTo>
                    <a:pt x="260" y="10574"/>
                  </a:lnTo>
                  <a:lnTo>
                    <a:pt x="186" y="10741"/>
                  </a:lnTo>
                  <a:lnTo>
                    <a:pt x="130" y="10926"/>
                  </a:lnTo>
                  <a:lnTo>
                    <a:pt x="75" y="11130"/>
                  </a:lnTo>
                  <a:lnTo>
                    <a:pt x="19" y="11426"/>
                  </a:lnTo>
                  <a:lnTo>
                    <a:pt x="1" y="11704"/>
                  </a:lnTo>
                  <a:lnTo>
                    <a:pt x="1" y="11963"/>
                  </a:lnTo>
                  <a:lnTo>
                    <a:pt x="19" y="12185"/>
                  </a:lnTo>
                  <a:lnTo>
                    <a:pt x="75" y="12408"/>
                  </a:lnTo>
                  <a:lnTo>
                    <a:pt x="130" y="12611"/>
                  </a:lnTo>
                  <a:lnTo>
                    <a:pt x="205" y="12797"/>
                  </a:lnTo>
                  <a:lnTo>
                    <a:pt x="297" y="12963"/>
                  </a:lnTo>
                  <a:lnTo>
                    <a:pt x="390" y="13111"/>
                  </a:lnTo>
                  <a:lnTo>
                    <a:pt x="519" y="13241"/>
                  </a:lnTo>
                  <a:lnTo>
                    <a:pt x="649" y="13371"/>
                  </a:lnTo>
                  <a:lnTo>
                    <a:pt x="779" y="13482"/>
                  </a:lnTo>
                  <a:lnTo>
                    <a:pt x="927" y="13593"/>
                  </a:lnTo>
                  <a:lnTo>
                    <a:pt x="1075" y="13667"/>
                  </a:lnTo>
                  <a:lnTo>
                    <a:pt x="1408" y="13834"/>
                  </a:lnTo>
                  <a:lnTo>
                    <a:pt x="1742" y="13945"/>
                  </a:lnTo>
                  <a:lnTo>
                    <a:pt x="2056" y="14037"/>
                  </a:lnTo>
                  <a:lnTo>
                    <a:pt x="2686" y="14167"/>
                  </a:lnTo>
                  <a:lnTo>
                    <a:pt x="2945" y="14222"/>
                  </a:lnTo>
                  <a:lnTo>
                    <a:pt x="3149" y="14278"/>
                  </a:lnTo>
                  <a:lnTo>
                    <a:pt x="3316" y="14333"/>
                  </a:lnTo>
                  <a:lnTo>
                    <a:pt x="3371" y="14371"/>
                  </a:lnTo>
                  <a:lnTo>
                    <a:pt x="3408" y="14408"/>
                  </a:lnTo>
                  <a:lnTo>
                    <a:pt x="3667" y="14815"/>
                  </a:lnTo>
                  <a:lnTo>
                    <a:pt x="4001" y="15371"/>
                  </a:lnTo>
                  <a:lnTo>
                    <a:pt x="4445" y="16037"/>
                  </a:lnTo>
                  <a:lnTo>
                    <a:pt x="4704" y="16389"/>
                  </a:lnTo>
                  <a:lnTo>
                    <a:pt x="5001" y="16741"/>
                  </a:lnTo>
                  <a:lnTo>
                    <a:pt x="5297" y="17111"/>
                  </a:lnTo>
                  <a:lnTo>
                    <a:pt x="5630" y="17463"/>
                  </a:lnTo>
                  <a:lnTo>
                    <a:pt x="6001" y="17815"/>
                  </a:lnTo>
                  <a:lnTo>
                    <a:pt x="6371" y="18167"/>
                  </a:lnTo>
                  <a:lnTo>
                    <a:pt x="6797" y="18482"/>
                  </a:lnTo>
                  <a:lnTo>
                    <a:pt x="7223" y="18778"/>
                  </a:lnTo>
                  <a:lnTo>
                    <a:pt x="7704" y="19056"/>
                  </a:lnTo>
                  <a:lnTo>
                    <a:pt x="7945" y="19167"/>
                  </a:lnTo>
                  <a:lnTo>
                    <a:pt x="8186" y="19296"/>
                  </a:lnTo>
                  <a:lnTo>
                    <a:pt x="8519" y="19426"/>
                  </a:lnTo>
                  <a:lnTo>
                    <a:pt x="8908" y="19556"/>
                  </a:lnTo>
                  <a:lnTo>
                    <a:pt x="9334" y="19667"/>
                  </a:lnTo>
                  <a:lnTo>
                    <a:pt x="9797" y="19778"/>
                  </a:lnTo>
                  <a:lnTo>
                    <a:pt x="10278" y="19889"/>
                  </a:lnTo>
                  <a:lnTo>
                    <a:pt x="10778" y="19963"/>
                  </a:lnTo>
                  <a:lnTo>
                    <a:pt x="11315" y="20037"/>
                  </a:lnTo>
                  <a:lnTo>
                    <a:pt x="11834" y="20074"/>
                  </a:lnTo>
                  <a:lnTo>
                    <a:pt x="12371" y="20074"/>
                  </a:lnTo>
                  <a:lnTo>
                    <a:pt x="12908" y="20056"/>
                  </a:lnTo>
                  <a:lnTo>
                    <a:pt x="13426" y="20000"/>
                  </a:lnTo>
                  <a:lnTo>
                    <a:pt x="13667" y="19944"/>
                  </a:lnTo>
                  <a:lnTo>
                    <a:pt x="13926" y="19907"/>
                  </a:lnTo>
                  <a:lnTo>
                    <a:pt x="14167" y="19833"/>
                  </a:lnTo>
                  <a:lnTo>
                    <a:pt x="14389" y="19759"/>
                  </a:lnTo>
                  <a:lnTo>
                    <a:pt x="14612" y="19667"/>
                  </a:lnTo>
                  <a:lnTo>
                    <a:pt x="14834" y="19574"/>
                  </a:lnTo>
                  <a:lnTo>
                    <a:pt x="15037" y="19463"/>
                  </a:lnTo>
                  <a:lnTo>
                    <a:pt x="15241" y="19352"/>
                  </a:lnTo>
                  <a:lnTo>
                    <a:pt x="15426" y="19204"/>
                  </a:lnTo>
                  <a:lnTo>
                    <a:pt x="15611" y="19056"/>
                  </a:lnTo>
                  <a:lnTo>
                    <a:pt x="15908" y="18759"/>
                  </a:lnTo>
                  <a:lnTo>
                    <a:pt x="16167" y="18500"/>
                  </a:lnTo>
                  <a:lnTo>
                    <a:pt x="16278" y="18352"/>
                  </a:lnTo>
                  <a:lnTo>
                    <a:pt x="16389" y="18204"/>
                  </a:lnTo>
                  <a:lnTo>
                    <a:pt x="16463" y="18056"/>
                  </a:lnTo>
                  <a:lnTo>
                    <a:pt x="16537" y="17889"/>
                  </a:lnTo>
                  <a:lnTo>
                    <a:pt x="16611" y="17704"/>
                  </a:lnTo>
                  <a:lnTo>
                    <a:pt x="16667" y="17500"/>
                  </a:lnTo>
                  <a:lnTo>
                    <a:pt x="16704" y="17278"/>
                  </a:lnTo>
                  <a:lnTo>
                    <a:pt x="16741" y="17019"/>
                  </a:lnTo>
                  <a:lnTo>
                    <a:pt x="16760" y="16722"/>
                  </a:lnTo>
                  <a:lnTo>
                    <a:pt x="16778" y="16389"/>
                  </a:lnTo>
                  <a:lnTo>
                    <a:pt x="16778" y="15611"/>
                  </a:lnTo>
                  <a:lnTo>
                    <a:pt x="16760" y="14648"/>
                  </a:lnTo>
                  <a:lnTo>
                    <a:pt x="16723" y="13445"/>
                  </a:lnTo>
                  <a:lnTo>
                    <a:pt x="16556" y="10297"/>
                  </a:lnTo>
                  <a:lnTo>
                    <a:pt x="16315" y="5889"/>
                  </a:lnTo>
                  <a:lnTo>
                    <a:pt x="16186" y="3130"/>
                  </a:lnTo>
                  <a:lnTo>
                    <a:pt x="1603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64"/>
            <p:cNvSpPr/>
            <p:nvPr/>
          </p:nvSpPr>
          <p:spPr>
            <a:xfrm flipH="1">
              <a:off x="6841454" y="1031402"/>
              <a:ext cx="14293" cy="27729"/>
            </a:xfrm>
            <a:custGeom>
              <a:avLst/>
              <a:gdLst/>
              <a:ahLst/>
              <a:cxnLst/>
              <a:rect l="l" t="t" r="r" b="b"/>
              <a:pathLst>
                <a:path w="650" h="1261" extrusionOk="0">
                  <a:moveTo>
                    <a:pt x="260" y="1"/>
                  </a:moveTo>
                  <a:lnTo>
                    <a:pt x="186" y="38"/>
                  </a:lnTo>
                  <a:lnTo>
                    <a:pt x="131" y="112"/>
                  </a:lnTo>
                  <a:lnTo>
                    <a:pt x="94" y="186"/>
                  </a:lnTo>
                  <a:lnTo>
                    <a:pt x="57" y="279"/>
                  </a:lnTo>
                  <a:lnTo>
                    <a:pt x="20" y="390"/>
                  </a:lnTo>
                  <a:lnTo>
                    <a:pt x="1" y="501"/>
                  </a:lnTo>
                  <a:lnTo>
                    <a:pt x="1" y="630"/>
                  </a:lnTo>
                  <a:lnTo>
                    <a:pt x="1" y="760"/>
                  </a:lnTo>
                  <a:lnTo>
                    <a:pt x="20" y="871"/>
                  </a:lnTo>
                  <a:lnTo>
                    <a:pt x="57" y="982"/>
                  </a:lnTo>
                  <a:lnTo>
                    <a:pt x="94" y="1075"/>
                  </a:lnTo>
                  <a:lnTo>
                    <a:pt x="131" y="1149"/>
                  </a:lnTo>
                  <a:lnTo>
                    <a:pt x="186" y="1204"/>
                  </a:lnTo>
                  <a:lnTo>
                    <a:pt x="260" y="1241"/>
                  </a:lnTo>
                  <a:lnTo>
                    <a:pt x="316" y="1260"/>
                  </a:lnTo>
                  <a:lnTo>
                    <a:pt x="390" y="1241"/>
                  </a:lnTo>
                  <a:lnTo>
                    <a:pt x="445" y="1204"/>
                  </a:lnTo>
                  <a:lnTo>
                    <a:pt x="501" y="1149"/>
                  </a:lnTo>
                  <a:lnTo>
                    <a:pt x="557" y="1075"/>
                  </a:lnTo>
                  <a:lnTo>
                    <a:pt x="594" y="982"/>
                  </a:lnTo>
                  <a:lnTo>
                    <a:pt x="631" y="871"/>
                  </a:lnTo>
                  <a:lnTo>
                    <a:pt x="649" y="760"/>
                  </a:lnTo>
                  <a:lnTo>
                    <a:pt x="649" y="630"/>
                  </a:lnTo>
                  <a:lnTo>
                    <a:pt x="649" y="501"/>
                  </a:lnTo>
                  <a:lnTo>
                    <a:pt x="631" y="390"/>
                  </a:lnTo>
                  <a:lnTo>
                    <a:pt x="594" y="279"/>
                  </a:lnTo>
                  <a:lnTo>
                    <a:pt x="557" y="186"/>
                  </a:lnTo>
                  <a:lnTo>
                    <a:pt x="501" y="112"/>
                  </a:lnTo>
                  <a:lnTo>
                    <a:pt x="445" y="38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64"/>
            <p:cNvSpPr/>
            <p:nvPr/>
          </p:nvSpPr>
          <p:spPr>
            <a:xfrm flipH="1">
              <a:off x="6800332" y="1026938"/>
              <a:ext cx="8576" cy="26080"/>
            </a:xfrm>
            <a:custGeom>
              <a:avLst/>
              <a:gdLst/>
              <a:ahLst/>
              <a:cxnLst/>
              <a:rect l="l" t="t" r="r" b="b"/>
              <a:pathLst>
                <a:path w="390" h="1186" extrusionOk="0">
                  <a:moveTo>
                    <a:pt x="149" y="0"/>
                  </a:moveTo>
                  <a:lnTo>
                    <a:pt x="112" y="37"/>
                  </a:lnTo>
                  <a:lnTo>
                    <a:pt x="93" y="74"/>
                  </a:lnTo>
                  <a:lnTo>
                    <a:pt x="56" y="148"/>
                  </a:lnTo>
                  <a:lnTo>
                    <a:pt x="1" y="315"/>
                  </a:lnTo>
                  <a:lnTo>
                    <a:pt x="1" y="556"/>
                  </a:lnTo>
                  <a:lnTo>
                    <a:pt x="1" y="796"/>
                  </a:lnTo>
                  <a:lnTo>
                    <a:pt x="56" y="1000"/>
                  </a:lnTo>
                  <a:lnTo>
                    <a:pt x="75" y="1074"/>
                  </a:lnTo>
                  <a:lnTo>
                    <a:pt x="112" y="1148"/>
                  </a:lnTo>
                  <a:lnTo>
                    <a:pt x="149" y="1185"/>
                  </a:lnTo>
                  <a:lnTo>
                    <a:pt x="223" y="1185"/>
                  </a:lnTo>
                  <a:lnTo>
                    <a:pt x="260" y="1148"/>
                  </a:lnTo>
                  <a:lnTo>
                    <a:pt x="297" y="1074"/>
                  </a:lnTo>
                  <a:lnTo>
                    <a:pt x="334" y="1000"/>
                  </a:lnTo>
                  <a:lnTo>
                    <a:pt x="371" y="796"/>
                  </a:lnTo>
                  <a:lnTo>
                    <a:pt x="389" y="556"/>
                  </a:lnTo>
                  <a:lnTo>
                    <a:pt x="371" y="315"/>
                  </a:lnTo>
                  <a:lnTo>
                    <a:pt x="334" y="148"/>
                  </a:lnTo>
                  <a:lnTo>
                    <a:pt x="315" y="74"/>
                  </a:lnTo>
                  <a:lnTo>
                    <a:pt x="278" y="37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64"/>
            <p:cNvSpPr/>
            <p:nvPr/>
          </p:nvSpPr>
          <p:spPr>
            <a:xfrm flipH="1">
              <a:off x="7098015" y="1095746"/>
              <a:ext cx="42771" cy="21198"/>
            </a:xfrm>
            <a:custGeom>
              <a:avLst/>
              <a:gdLst/>
              <a:ahLst/>
              <a:cxnLst/>
              <a:rect l="l" t="t" r="r" b="b"/>
              <a:pathLst>
                <a:path w="1945" h="964" extrusionOk="0">
                  <a:moveTo>
                    <a:pt x="889" y="1"/>
                  </a:moveTo>
                  <a:lnTo>
                    <a:pt x="741" y="19"/>
                  </a:lnTo>
                  <a:lnTo>
                    <a:pt x="593" y="38"/>
                  </a:lnTo>
                  <a:lnTo>
                    <a:pt x="445" y="93"/>
                  </a:lnTo>
                  <a:lnTo>
                    <a:pt x="204" y="186"/>
                  </a:lnTo>
                  <a:lnTo>
                    <a:pt x="56" y="297"/>
                  </a:lnTo>
                  <a:lnTo>
                    <a:pt x="0" y="334"/>
                  </a:lnTo>
                  <a:lnTo>
                    <a:pt x="1945" y="964"/>
                  </a:lnTo>
                  <a:lnTo>
                    <a:pt x="1815" y="667"/>
                  </a:lnTo>
                  <a:lnTo>
                    <a:pt x="1686" y="445"/>
                  </a:lnTo>
                  <a:lnTo>
                    <a:pt x="1537" y="278"/>
                  </a:lnTo>
                  <a:lnTo>
                    <a:pt x="1389" y="149"/>
                  </a:lnTo>
                  <a:lnTo>
                    <a:pt x="1223" y="56"/>
                  </a:lnTo>
                  <a:lnTo>
                    <a:pt x="1056" y="19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64"/>
            <p:cNvSpPr/>
            <p:nvPr/>
          </p:nvSpPr>
          <p:spPr>
            <a:xfrm flipH="1">
              <a:off x="7098015" y="1095746"/>
              <a:ext cx="42771" cy="21198"/>
            </a:xfrm>
            <a:custGeom>
              <a:avLst/>
              <a:gdLst/>
              <a:ahLst/>
              <a:cxnLst/>
              <a:rect l="l" t="t" r="r" b="b"/>
              <a:pathLst>
                <a:path w="1945" h="964" fill="none" extrusionOk="0">
                  <a:moveTo>
                    <a:pt x="0" y="334"/>
                  </a:moveTo>
                  <a:lnTo>
                    <a:pt x="0" y="334"/>
                  </a:lnTo>
                  <a:lnTo>
                    <a:pt x="56" y="297"/>
                  </a:lnTo>
                  <a:lnTo>
                    <a:pt x="204" y="186"/>
                  </a:lnTo>
                  <a:lnTo>
                    <a:pt x="445" y="93"/>
                  </a:lnTo>
                  <a:lnTo>
                    <a:pt x="593" y="38"/>
                  </a:lnTo>
                  <a:lnTo>
                    <a:pt x="741" y="19"/>
                  </a:lnTo>
                  <a:lnTo>
                    <a:pt x="889" y="1"/>
                  </a:lnTo>
                  <a:lnTo>
                    <a:pt x="1056" y="19"/>
                  </a:lnTo>
                  <a:lnTo>
                    <a:pt x="1223" y="56"/>
                  </a:lnTo>
                  <a:lnTo>
                    <a:pt x="1389" y="149"/>
                  </a:lnTo>
                  <a:lnTo>
                    <a:pt x="1537" y="278"/>
                  </a:lnTo>
                  <a:lnTo>
                    <a:pt x="1686" y="445"/>
                  </a:lnTo>
                  <a:lnTo>
                    <a:pt x="1815" y="667"/>
                  </a:lnTo>
                  <a:lnTo>
                    <a:pt x="1945" y="96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64"/>
            <p:cNvSpPr/>
            <p:nvPr/>
          </p:nvSpPr>
          <p:spPr>
            <a:xfrm flipH="1">
              <a:off x="6789337" y="1042001"/>
              <a:ext cx="35448" cy="76569"/>
            </a:xfrm>
            <a:custGeom>
              <a:avLst/>
              <a:gdLst/>
              <a:ahLst/>
              <a:cxnLst/>
              <a:rect l="l" t="t" r="r" b="b"/>
              <a:pathLst>
                <a:path w="1612" h="3482" extrusionOk="0">
                  <a:moveTo>
                    <a:pt x="0" y="0"/>
                  </a:moveTo>
                  <a:lnTo>
                    <a:pt x="0" y="3482"/>
                  </a:lnTo>
                  <a:lnTo>
                    <a:pt x="1445" y="3315"/>
                  </a:lnTo>
                  <a:lnTo>
                    <a:pt x="1500" y="3296"/>
                  </a:lnTo>
                  <a:lnTo>
                    <a:pt x="1537" y="3278"/>
                  </a:lnTo>
                  <a:lnTo>
                    <a:pt x="1593" y="3204"/>
                  </a:lnTo>
                  <a:lnTo>
                    <a:pt x="1611" y="3130"/>
                  </a:lnTo>
                  <a:lnTo>
                    <a:pt x="1611" y="3074"/>
                  </a:lnTo>
                  <a:lnTo>
                    <a:pt x="1593" y="3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6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64"/>
            <p:cNvSpPr/>
            <p:nvPr/>
          </p:nvSpPr>
          <p:spPr>
            <a:xfrm flipH="1">
              <a:off x="6844731" y="987421"/>
              <a:ext cx="50511" cy="27312"/>
            </a:xfrm>
            <a:custGeom>
              <a:avLst/>
              <a:gdLst/>
              <a:ahLst/>
              <a:cxnLst/>
              <a:rect l="l" t="t" r="r" b="b"/>
              <a:pathLst>
                <a:path w="2297" h="1242" extrusionOk="0">
                  <a:moveTo>
                    <a:pt x="1019" y="1"/>
                  </a:moveTo>
                  <a:lnTo>
                    <a:pt x="890" y="19"/>
                  </a:lnTo>
                  <a:lnTo>
                    <a:pt x="778" y="38"/>
                  </a:lnTo>
                  <a:lnTo>
                    <a:pt x="649" y="56"/>
                  </a:lnTo>
                  <a:lnTo>
                    <a:pt x="538" y="112"/>
                  </a:lnTo>
                  <a:lnTo>
                    <a:pt x="408" y="167"/>
                  </a:lnTo>
                  <a:lnTo>
                    <a:pt x="316" y="242"/>
                  </a:lnTo>
                  <a:lnTo>
                    <a:pt x="204" y="334"/>
                  </a:lnTo>
                  <a:lnTo>
                    <a:pt x="112" y="482"/>
                  </a:lnTo>
                  <a:lnTo>
                    <a:pt x="38" y="667"/>
                  </a:lnTo>
                  <a:lnTo>
                    <a:pt x="1" y="779"/>
                  </a:lnTo>
                  <a:lnTo>
                    <a:pt x="1" y="853"/>
                  </a:lnTo>
                  <a:lnTo>
                    <a:pt x="19" y="890"/>
                  </a:lnTo>
                  <a:lnTo>
                    <a:pt x="38" y="908"/>
                  </a:lnTo>
                  <a:lnTo>
                    <a:pt x="75" y="908"/>
                  </a:lnTo>
                  <a:lnTo>
                    <a:pt x="112" y="927"/>
                  </a:lnTo>
                  <a:lnTo>
                    <a:pt x="334" y="890"/>
                  </a:lnTo>
                  <a:lnTo>
                    <a:pt x="556" y="871"/>
                  </a:lnTo>
                  <a:lnTo>
                    <a:pt x="778" y="871"/>
                  </a:lnTo>
                  <a:lnTo>
                    <a:pt x="982" y="890"/>
                  </a:lnTo>
                  <a:lnTo>
                    <a:pt x="1353" y="927"/>
                  </a:lnTo>
                  <a:lnTo>
                    <a:pt x="1667" y="1001"/>
                  </a:lnTo>
                  <a:lnTo>
                    <a:pt x="1927" y="1093"/>
                  </a:lnTo>
                  <a:lnTo>
                    <a:pt x="2130" y="1167"/>
                  </a:lnTo>
                  <a:lnTo>
                    <a:pt x="2297" y="1242"/>
                  </a:lnTo>
                  <a:lnTo>
                    <a:pt x="2297" y="1130"/>
                  </a:lnTo>
                  <a:lnTo>
                    <a:pt x="2297" y="1019"/>
                  </a:lnTo>
                  <a:lnTo>
                    <a:pt x="2278" y="908"/>
                  </a:lnTo>
                  <a:lnTo>
                    <a:pt x="2241" y="797"/>
                  </a:lnTo>
                  <a:lnTo>
                    <a:pt x="2186" y="686"/>
                  </a:lnTo>
                  <a:lnTo>
                    <a:pt x="2130" y="593"/>
                  </a:lnTo>
                  <a:lnTo>
                    <a:pt x="2075" y="501"/>
                  </a:lnTo>
                  <a:lnTo>
                    <a:pt x="2001" y="408"/>
                  </a:lnTo>
                  <a:lnTo>
                    <a:pt x="1816" y="260"/>
                  </a:lnTo>
                  <a:lnTo>
                    <a:pt x="1612" y="149"/>
                  </a:lnTo>
                  <a:lnTo>
                    <a:pt x="1501" y="93"/>
                  </a:lnTo>
                  <a:lnTo>
                    <a:pt x="1371" y="56"/>
                  </a:lnTo>
                  <a:lnTo>
                    <a:pt x="1241" y="19"/>
                  </a:lnTo>
                  <a:lnTo>
                    <a:pt x="1112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64"/>
            <p:cNvSpPr/>
            <p:nvPr/>
          </p:nvSpPr>
          <p:spPr>
            <a:xfrm flipH="1">
              <a:off x="6765720" y="973172"/>
              <a:ext cx="50115" cy="31380"/>
            </a:xfrm>
            <a:custGeom>
              <a:avLst/>
              <a:gdLst/>
              <a:ahLst/>
              <a:cxnLst/>
              <a:rect l="l" t="t" r="r" b="b"/>
              <a:pathLst>
                <a:path w="2279" h="1427" extrusionOk="0">
                  <a:moveTo>
                    <a:pt x="1149" y="1"/>
                  </a:moveTo>
                  <a:lnTo>
                    <a:pt x="1019" y="19"/>
                  </a:lnTo>
                  <a:lnTo>
                    <a:pt x="890" y="38"/>
                  </a:lnTo>
                  <a:lnTo>
                    <a:pt x="779" y="75"/>
                  </a:lnTo>
                  <a:lnTo>
                    <a:pt x="649" y="130"/>
                  </a:lnTo>
                  <a:lnTo>
                    <a:pt x="556" y="167"/>
                  </a:lnTo>
                  <a:lnTo>
                    <a:pt x="464" y="223"/>
                  </a:lnTo>
                  <a:lnTo>
                    <a:pt x="353" y="297"/>
                  </a:lnTo>
                  <a:lnTo>
                    <a:pt x="279" y="390"/>
                  </a:lnTo>
                  <a:lnTo>
                    <a:pt x="186" y="482"/>
                  </a:lnTo>
                  <a:lnTo>
                    <a:pt x="112" y="593"/>
                  </a:lnTo>
                  <a:lnTo>
                    <a:pt x="56" y="723"/>
                  </a:lnTo>
                  <a:lnTo>
                    <a:pt x="1" y="834"/>
                  </a:lnTo>
                  <a:lnTo>
                    <a:pt x="1" y="1001"/>
                  </a:lnTo>
                  <a:lnTo>
                    <a:pt x="19" y="1223"/>
                  </a:lnTo>
                  <a:lnTo>
                    <a:pt x="38" y="1315"/>
                  </a:lnTo>
                  <a:lnTo>
                    <a:pt x="75" y="1390"/>
                  </a:lnTo>
                  <a:lnTo>
                    <a:pt x="93" y="1408"/>
                  </a:lnTo>
                  <a:lnTo>
                    <a:pt x="130" y="1427"/>
                  </a:lnTo>
                  <a:lnTo>
                    <a:pt x="167" y="1427"/>
                  </a:lnTo>
                  <a:lnTo>
                    <a:pt x="204" y="1408"/>
                  </a:lnTo>
                  <a:lnTo>
                    <a:pt x="390" y="1260"/>
                  </a:lnTo>
                  <a:lnTo>
                    <a:pt x="575" y="1149"/>
                  </a:lnTo>
                  <a:lnTo>
                    <a:pt x="760" y="1056"/>
                  </a:lnTo>
                  <a:lnTo>
                    <a:pt x="945" y="964"/>
                  </a:lnTo>
                  <a:lnTo>
                    <a:pt x="1297" y="815"/>
                  </a:lnTo>
                  <a:lnTo>
                    <a:pt x="1612" y="723"/>
                  </a:lnTo>
                  <a:lnTo>
                    <a:pt x="1890" y="667"/>
                  </a:lnTo>
                  <a:lnTo>
                    <a:pt x="2093" y="649"/>
                  </a:lnTo>
                  <a:lnTo>
                    <a:pt x="2278" y="630"/>
                  </a:lnTo>
                  <a:lnTo>
                    <a:pt x="2223" y="538"/>
                  </a:lnTo>
                  <a:lnTo>
                    <a:pt x="2167" y="445"/>
                  </a:lnTo>
                  <a:lnTo>
                    <a:pt x="2093" y="353"/>
                  </a:lnTo>
                  <a:lnTo>
                    <a:pt x="2001" y="278"/>
                  </a:lnTo>
                  <a:lnTo>
                    <a:pt x="1927" y="204"/>
                  </a:lnTo>
                  <a:lnTo>
                    <a:pt x="1816" y="149"/>
                  </a:lnTo>
                  <a:lnTo>
                    <a:pt x="1723" y="93"/>
                  </a:lnTo>
                  <a:lnTo>
                    <a:pt x="1612" y="56"/>
                  </a:lnTo>
                  <a:lnTo>
                    <a:pt x="1390" y="19"/>
                  </a:lnTo>
                  <a:lnTo>
                    <a:pt x="1149" y="1"/>
                  </a:lnTo>
                  <a:close/>
                </a:path>
              </a:pathLst>
            </a:custGeom>
            <a:solidFill>
              <a:srgbClr val="020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64"/>
            <p:cNvSpPr/>
            <p:nvPr/>
          </p:nvSpPr>
          <p:spPr>
            <a:xfrm flipH="1">
              <a:off x="7087429" y="1407678"/>
              <a:ext cx="978951" cy="776577"/>
            </a:xfrm>
            <a:custGeom>
              <a:avLst/>
              <a:gdLst/>
              <a:ahLst/>
              <a:cxnLst/>
              <a:rect l="l" t="t" r="r" b="b"/>
              <a:pathLst>
                <a:path w="44518" h="35315" extrusionOk="0">
                  <a:moveTo>
                    <a:pt x="38277" y="0"/>
                  </a:moveTo>
                  <a:lnTo>
                    <a:pt x="13463" y="11241"/>
                  </a:lnTo>
                  <a:lnTo>
                    <a:pt x="12500" y="11574"/>
                  </a:lnTo>
                  <a:lnTo>
                    <a:pt x="11518" y="11926"/>
                  </a:lnTo>
                  <a:lnTo>
                    <a:pt x="10574" y="12296"/>
                  </a:lnTo>
                  <a:lnTo>
                    <a:pt x="9611" y="12722"/>
                  </a:lnTo>
                  <a:lnTo>
                    <a:pt x="8666" y="13148"/>
                  </a:lnTo>
                  <a:lnTo>
                    <a:pt x="7741" y="13630"/>
                  </a:lnTo>
                  <a:lnTo>
                    <a:pt x="6815" y="14130"/>
                  </a:lnTo>
                  <a:lnTo>
                    <a:pt x="5907" y="14685"/>
                  </a:lnTo>
                  <a:lnTo>
                    <a:pt x="5370" y="15019"/>
                  </a:lnTo>
                  <a:lnTo>
                    <a:pt x="4852" y="15389"/>
                  </a:lnTo>
                  <a:lnTo>
                    <a:pt x="4370" y="15741"/>
                  </a:lnTo>
                  <a:lnTo>
                    <a:pt x="3907" y="16111"/>
                  </a:lnTo>
                  <a:lnTo>
                    <a:pt x="3481" y="16500"/>
                  </a:lnTo>
                  <a:lnTo>
                    <a:pt x="3093" y="16889"/>
                  </a:lnTo>
                  <a:lnTo>
                    <a:pt x="2722" y="17278"/>
                  </a:lnTo>
                  <a:lnTo>
                    <a:pt x="2370" y="17667"/>
                  </a:lnTo>
                  <a:lnTo>
                    <a:pt x="2056" y="18056"/>
                  </a:lnTo>
                  <a:lnTo>
                    <a:pt x="1759" y="18463"/>
                  </a:lnTo>
                  <a:lnTo>
                    <a:pt x="1481" y="18870"/>
                  </a:lnTo>
                  <a:lnTo>
                    <a:pt x="1241" y="19278"/>
                  </a:lnTo>
                  <a:lnTo>
                    <a:pt x="1018" y="19704"/>
                  </a:lnTo>
                  <a:lnTo>
                    <a:pt x="833" y="20111"/>
                  </a:lnTo>
                  <a:lnTo>
                    <a:pt x="648" y="20537"/>
                  </a:lnTo>
                  <a:lnTo>
                    <a:pt x="500" y="20963"/>
                  </a:lnTo>
                  <a:lnTo>
                    <a:pt x="370" y="21389"/>
                  </a:lnTo>
                  <a:lnTo>
                    <a:pt x="259" y="21815"/>
                  </a:lnTo>
                  <a:lnTo>
                    <a:pt x="167" y="22241"/>
                  </a:lnTo>
                  <a:lnTo>
                    <a:pt x="93" y="22648"/>
                  </a:lnTo>
                  <a:lnTo>
                    <a:pt x="56" y="23074"/>
                  </a:lnTo>
                  <a:lnTo>
                    <a:pt x="19" y="23500"/>
                  </a:lnTo>
                  <a:lnTo>
                    <a:pt x="0" y="23926"/>
                  </a:lnTo>
                  <a:lnTo>
                    <a:pt x="0" y="24352"/>
                  </a:lnTo>
                  <a:lnTo>
                    <a:pt x="37" y="24778"/>
                  </a:lnTo>
                  <a:lnTo>
                    <a:pt x="74" y="25185"/>
                  </a:lnTo>
                  <a:lnTo>
                    <a:pt x="111" y="25611"/>
                  </a:lnTo>
                  <a:lnTo>
                    <a:pt x="185" y="26018"/>
                  </a:lnTo>
                  <a:lnTo>
                    <a:pt x="278" y="26426"/>
                  </a:lnTo>
                  <a:lnTo>
                    <a:pt x="370" y="26833"/>
                  </a:lnTo>
                  <a:lnTo>
                    <a:pt x="481" y="27222"/>
                  </a:lnTo>
                  <a:lnTo>
                    <a:pt x="611" y="27629"/>
                  </a:lnTo>
                  <a:lnTo>
                    <a:pt x="741" y="28018"/>
                  </a:lnTo>
                  <a:lnTo>
                    <a:pt x="889" y="28389"/>
                  </a:lnTo>
                  <a:lnTo>
                    <a:pt x="1056" y="28777"/>
                  </a:lnTo>
                  <a:lnTo>
                    <a:pt x="1222" y="29148"/>
                  </a:lnTo>
                  <a:lnTo>
                    <a:pt x="1407" y="29518"/>
                  </a:lnTo>
                  <a:lnTo>
                    <a:pt x="1611" y="29870"/>
                  </a:lnTo>
                  <a:lnTo>
                    <a:pt x="1815" y="30222"/>
                  </a:lnTo>
                  <a:lnTo>
                    <a:pt x="2018" y="30555"/>
                  </a:lnTo>
                  <a:lnTo>
                    <a:pt x="2241" y="30889"/>
                  </a:lnTo>
                  <a:lnTo>
                    <a:pt x="2463" y="31222"/>
                  </a:lnTo>
                  <a:lnTo>
                    <a:pt x="2685" y="31537"/>
                  </a:lnTo>
                  <a:lnTo>
                    <a:pt x="2926" y="31833"/>
                  </a:lnTo>
                  <a:lnTo>
                    <a:pt x="3426" y="32407"/>
                  </a:lnTo>
                  <a:lnTo>
                    <a:pt x="3944" y="32944"/>
                  </a:lnTo>
                  <a:lnTo>
                    <a:pt x="4204" y="33203"/>
                  </a:lnTo>
                  <a:lnTo>
                    <a:pt x="4481" y="33444"/>
                  </a:lnTo>
                  <a:lnTo>
                    <a:pt x="4741" y="33666"/>
                  </a:lnTo>
                  <a:lnTo>
                    <a:pt x="5018" y="33870"/>
                  </a:lnTo>
                  <a:lnTo>
                    <a:pt x="5296" y="34074"/>
                  </a:lnTo>
                  <a:lnTo>
                    <a:pt x="5555" y="34259"/>
                  </a:lnTo>
                  <a:lnTo>
                    <a:pt x="5833" y="34425"/>
                  </a:lnTo>
                  <a:lnTo>
                    <a:pt x="6111" y="34574"/>
                  </a:lnTo>
                  <a:lnTo>
                    <a:pt x="6389" y="34722"/>
                  </a:lnTo>
                  <a:lnTo>
                    <a:pt x="6648" y="34851"/>
                  </a:lnTo>
                  <a:lnTo>
                    <a:pt x="6926" y="34944"/>
                  </a:lnTo>
                  <a:lnTo>
                    <a:pt x="7185" y="35037"/>
                  </a:lnTo>
                  <a:lnTo>
                    <a:pt x="7444" y="35111"/>
                  </a:lnTo>
                  <a:lnTo>
                    <a:pt x="7703" y="35166"/>
                  </a:lnTo>
                  <a:lnTo>
                    <a:pt x="7963" y="35203"/>
                  </a:lnTo>
                  <a:lnTo>
                    <a:pt x="8222" y="35240"/>
                  </a:lnTo>
                  <a:lnTo>
                    <a:pt x="9259" y="35277"/>
                  </a:lnTo>
                  <a:lnTo>
                    <a:pt x="10296" y="35296"/>
                  </a:lnTo>
                  <a:lnTo>
                    <a:pt x="11314" y="35314"/>
                  </a:lnTo>
                  <a:lnTo>
                    <a:pt x="12296" y="35314"/>
                  </a:lnTo>
                  <a:lnTo>
                    <a:pt x="13259" y="35296"/>
                  </a:lnTo>
                  <a:lnTo>
                    <a:pt x="14222" y="35277"/>
                  </a:lnTo>
                  <a:lnTo>
                    <a:pt x="15148" y="35222"/>
                  </a:lnTo>
                  <a:lnTo>
                    <a:pt x="16074" y="35185"/>
                  </a:lnTo>
                  <a:lnTo>
                    <a:pt x="16962" y="35111"/>
                  </a:lnTo>
                  <a:lnTo>
                    <a:pt x="17833" y="35037"/>
                  </a:lnTo>
                  <a:lnTo>
                    <a:pt x="18703" y="34944"/>
                  </a:lnTo>
                  <a:lnTo>
                    <a:pt x="19536" y="34851"/>
                  </a:lnTo>
                  <a:lnTo>
                    <a:pt x="20351" y="34740"/>
                  </a:lnTo>
                  <a:lnTo>
                    <a:pt x="21166" y="34629"/>
                  </a:lnTo>
                  <a:lnTo>
                    <a:pt x="21944" y="34500"/>
                  </a:lnTo>
                  <a:lnTo>
                    <a:pt x="22703" y="34351"/>
                  </a:lnTo>
                  <a:lnTo>
                    <a:pt x="23462" y="34222"/>
                  </a:lnTo>
                  <a:lnTo>
                    <a:pt x="24184" y="34055"/>
                  </a:lnTo>
                  <a:lnTo>
                    <a:pt x="25592" y="33740"/>
                  </a:lnTo>
                  <a:lnTo>
                    <a:pt x="26925" y="33388"/>
                  </a:lnTo>
                  <a:lnTo>
                    <a:pt x="28203" y="33018"/>
                  </a:lnTo>
                  <a:lnTo>
                    <a:pt x="29388" y="32629"/>
                  </a:lnTo>
                  <a:lnTo>
                    <a:pt x="30518" y="32222"/>
                  </a:lnTo>
                  <a:lnTo>
                    <a:pt x="31592" y="31814"/>
                  </a:lnTo>
                  <a:lnTo>
                    <a:pt x="32573" y="31388"/>
                  </a:lnTo>
                  <a:lnTo>
                    <a:pt x="33499" y="30963"/>
                  </a:lnTo>
                  <a:lnTo>
                    <a:pt x="34369" y="30555"/>
                  </a:lnTo>
                  <a:lnTo>
                    <a:pt x="35166" y="30129"/>
                  </a:lnTo>
                  <a:lnTo>
                    <a:pt x="35906" y="29722"/>
                  </a:lnTo>
                  <a:lnTo>
                    <a:pt x="36573" y="29314"/>
                  </a:lnTo>
                  <a:lnTo>
                    <a:pt x="37184" y="28944"/>
                  </a:lnTo>
                  <a:lnTo>
                    <a:pt x="37721" y="28574"/>
                  </a:lnTo>
                  <a:lnTo>
                    <a:pt x="38221" y="28222"/>
                  </a:lnTo>
                  <a:lnTo>
                    <a:pt x="38647" y="27907"/>
                  </a:lnTo>
                  <a:lnTo>
                    <a:pt x="39017" y="27629"/>
                  </a:lnTo>
                  <a:lnTo>
                    <a:pt x="39573" y="27166"/>
                  </a:lnTo>
                  <a:lnTo>
                    <a:pt x="39906" y="26870"/>
                  </a:lnTo>
                  <a:lnTo>
                    <a:pt x="40017" y="26759"/>
                  </a:lnTo>
                  <a:lnTo>
                    <a:pt x="40999" y="26018"/>
                  </a:lnTo>
                  <a:lnTo>
                    <a:pt x="41888" y="25352"/>
                  </a:lnTo>
                  <a:lnTo>
                    <a:pt x="43295" y="24241"/>
                  </a:lnTo>
                  <a:lnTo>
                    <a:pt x="44202" y="23518"/>
                  </a:lnTo>
                  <a:lnTo>
                    <a:pt x="44517" y="23278"/>
                  </a:lnTo>
                  <a:lnTo>
                    <a:pt x="42758" y="10796"/>
                  </a:lnTo>
                  <a:lnTo>
                    <a:pt x="42499" y="10722"/>
                  </a:lnTo>
                  <a:lnTo>
                    <a:pt x="41758" y="10556"/>
                  </a:lnTo>
                  <a:lnTo>
                    <a:pt x="40573" y="10315"/>
                  </a:lnTo>
                  <a:lnTo>
                    <a:pt x="39832" y="10185"/>
                  </a:lnTo>
                  <a:lnTo>
                    <a:pt x="38999" y="10037"/>
                  </a:lnTo>
                  <a:lnTo>
                    <a:pt x="38073" y="9889"/>
                  </a:lnTo>
                  <a:lnTo>
                    <a:pt x="37073" y="9759"/>
                  </a:lnTo>
                  <a:lnTo>
                    <a:pt x="35980" y="9611"/>
                  </a:lnTo>
                  <a:lnTo>
                    <a:pt x="34832" y="9500"/>
                  </a:lnTo>
                  <a:lnTo>
                    <a:pt x="33610" y="9371"/>
                  </a:lnTo>
                  <a:lnTo>
                    <a:pt x="32332" y="9278"/>
                  </a:lnTo>
                  <a:lnTo>
                    <a:pt x="30981" y="9222"/>
                  </a:lnTo>
                  <a:lnTo>
                    <a:pt x="29592" y="9167"/>
                  </a:lnTo>
                  <a:lnTo>
                    <a:pt x="382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64"/>
            <p:cNvSpPr/>
            <p:nvPr/>
          </p:nvSpPr>
          <p:spPr>
            <a:xfrm flipH="1">
              <a:off x="6854890" y="1323389"/>
              <a:ext cx="22" cy="699612"/>
            </a:xfrm>
            <a:custGeom>
              <a:avLst/>
              <a:gdLst/>
              <a:ahLst/>
              <a:cxnLst/>
              <a:rect l="l" t="t" r="r" b="b"/>
              <a:pathLst>
                <a:path w="1" h="31815" fill="none" extrusionOk="0">
                  <a:moveTo>
                    <a:pt x="0" y="0"/>
                  </a:moveTo>
                  <a:lnTo>
                    <a:pt x="0" y="31814"/>
                  </a:lnTo>
                </a:path>
              </a:pathLst>
            </a:custGeom>
            <a:noFill/>
            <a:ln w="833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64"/>
            <p:cNvSpPr/>
            <p:nvPr/>
          </p:nvSpPr>
          <p:spPr>
            <a:xfrm flipH="1">
              <a:off x="6668813" y="788299"/>
              <a:ext cx="383616" cy="535105"/>
            </a:xfrm>
            <a:custGeom>
              <a:avLst/>
              <a:gdLst/>
              <a:ahLst/>
              <a:cxnLst/>
              <a:rect l="l" t="t" r="r" b="b"/>
              <a:pathLst>
                <a:path w="17445" h="24334" extrusionOk="0">
                  <a:moveTo>
                    <a:pt x="5964" y="10130"/>
                  </a:moveTo>
                  <a:lnTo>
                    <a:pt x="6056" y="10148"/>
                  </a:lnTo>
                  <a:lnTo>
                    <a:pt x="6149" y="10167"/>
                  </a:lnTo>
                  <a:lnTo>
                    <a:pt x="6241" y="10204"/>
                  </a:lnTo>
                  <a:lnTo>
                    <a:pt x="6315" y="10260"/>
                  </a:lnTo>
                  <a:lnTo>
                    <a:pt x="6408" y="10334"/>
                  </a:lnTo>
                  <a:lnTo>
                    <a:pt x="6482" y="10408"/>
                  </a:lnTo>
                  <a:lnTo>
                    <a:pt x="6556" y="10500"/>
                  </a:lnTo>
                  <a:lnTo>
                    <a:pt x="6612" y="10611"/>
                  </a:lnTo>
                  <a:lnTo>
                    <a:pt x="6723" y="10852"/>
                  </a:lnTo>
                  <a:lnTo>
                    <a:pt x="6815" y="11130"/>
                  </a:lnTo>
                  <a:lnTo>
                    <a:pt x="6852" y="11445"/>
                  </a:lnTo>
                  <a:lnTo>
                    <a:pt x="6871" y="11796"/>
                  </a:lnTo>
                  <a:lnTo>
                    <a:pt x="6852" y="12130"/>
                  </a:lnTo>
                  <a:lnTo>
                    <a:pt x="6815" y="12445"/>
                  </a:lnTo>
                  <a:lnTo>
                    <a:pt x="6723" y="12741"/>
                  </a:lnTo>
                  <a:lnTo>
                    <a:pt x="6612" y="12982"/>
                  </a:lnTo>
                  <a:lnTo>
                    <a:pt x="6556" y="13074"/>
                  </a:lnTo>
                  <a:lnTo>
                    <a:pt x="6482" y="13167"/>
                  </a:lnTo>
                  <a:lnTo>
                    <a:pt x="6408" y="13259"/>
                  </a:lnTo>
                  <a:lnTo>
                    <a:pt x="6315" y="13333"/>
                  </a:lnTo>
                  <a:lnTo>
                    <a:pt x="6241" y="13371"/>
                  </a:lnTo>
                  <a:lnTo>
                    <a:pt x="6149" y="13426"/>
                  </a:lnTo>
                  <a:lnTo>
                    <a:pt x="6056" y="13445"/>
                  </a:lnTo>
                  <a:lnTo>
                    <a:pt x="5852" y="13445"/>
                  </a:lnTo>
                  <a:lnTo>
                    <a:pt x="5760" y="13426"/>
                  </a:lnTo>
                  <a:lnTo>
                    <a:pt x="5686" y="13371"/>
                  </a:lnTo>
                  <a:lnTo>
                    <a:pt x="5593" y="13333"/>
                  </a:lnTo>
                  <a:lnTo>
                    <a:pt x="5519" y="13259"/>
                  </a:lnTo>
                  <a:lnTo>
                    <a:pt x="5445" y="13167"/>
                  </a:lnTo>
                  <a:lnTo>
                    <a:pt x="5371" y="13074"/>
                  </a:lnTo>
                  <a:lnTo>
                    <a:pt x="5297" y="12982"/>
                  </a:lnTo>
                  <a:lnTo>
                    <a:pt x="5186" y="12741"/>
                  </a:lnTo>
                  <a:lnTo>
                    <a:pt x="5112" y="12445"/>
                  </a:lnTo>
                  <a:lnTo>
                    <a:pt x="5056" y="12130"/>
                  </a:lnTo>
                  <a:lnTo>
                    <a:pt x="5038" y="11796"/>
                  </a:lnTo>
                  <a:lnTo>
                    <a:pt x="5056" y="11445"/>
                  </a:lnTo>
                  <a:lnTo>
                    <a:pt x="5112" y="11130"/>
                  </a:lnTo>
                  <a:lnTo>
                    <a:pt x="5186" y="10852"/>
                  </a:lnTo>
                  <a:lnTo>
                    <a:pt x="5297" y="10611"/>
                  </a:lnTo>
                  <a:lnTo>
                    <a:pt x="5371" y="10500"/>
                  </a:lnTo>
                  <a:lnTo>
                    <a:pt x="5445" y="10408"/>
                  </a:lnTo>
                  <a:lnTo>
                    <a:pt x="5519" y="10334"/>
                  </a:lnTo>
                  <a:lnTo>
                    <a:pt x="5593" y="10260"/>
                  </a:lnTo>
                  <a:lnTo>
                    <a:pt x="5686" y="10204"/>
                  </a:lnTo>
                  <a:lnTo>
                    <a:pt x="5760" y="10167"/>
                  </a:lnTo>
                  <a:lnTo>
                    <a:pt x="5852" y="10148"/>
                  </a:lnTo>
                  <a:lnTo>
                    <a:pt x="5964" y="10130"/>
                  </a:lnTo>
                  <a:close/>
                  <a:moveTo>
                    <a:pt x="12241" y="10130"/>
                  </a:moveTo>
                  <a:lnTo>
                    <a:pt x="12334" y="10148"/>
                  </a:lnTo>
                  <a:lnTo>
                    <a:pt x="12426" y="10167"/>
                  </a:lnTo>
                  <a:lnTo>
                    <a:pt x="12519" y="10204"/>
                  </a:lnTo>
                  <a:lnTo>
                    <a:pt x="12612" y="10260"/>
                  </a:lnTo>
                  <a:lnTo>
                    <a:pt x="12686" y="10334"/>
                  </a:lnTo>
                  <a:lnTo>
                    <a:pt x="12760" y="10408"/>
                  </a:lnTo>
                  <a:lnTo>
                    <a:pt x="12834" y="10500"/>
                  </a:lnTo>
                  <a:lnTo>
                    <a:pt x="12889" y="10611"/>
                  </a:lnTo>
                  <a:lnTo>
                    <a:pt x="13000" y="10852"/>
                  </a:lnTo>
                  <a:lnTo>
                    <a:pt x="13093" y="11130"/>
                  </a:lnTo>
                  <a:lnTo>
                    <a:pt x="13149" y="11445"/>
                  </a:lnTo>
                  <a:lnTo>
                    <a:pt x="13167" y="11796"/>
                  </a:lnTo>
                  <a:lnTo>
                    <a:pt x="13149" y="12130"/>
                  </a:lnTo>
                  <a:lnTo>
                    <a:pt x="13093" y="12445"/>
                  </a:lnTo>
                  <a:lnTo>
                    <a:pt x="13000" y="12741"/>
                  </a:lnTo>
                  <a:lnTo>
                    <a:pt x="12889" y="12982"/>
                  </a:lnTo>
                  <a:lnTo>
                    <a:pt x="12834" y="13074"/>
                  </a:lnTo>
                  <a:lnTo>
                    <a:pt x="12760" y="13167"/>
                  </a:lnTo>
                  <a:lnTo>
                    <a:pt x="12686" y="13259"/>
                  </a:lnTo>
                  <a:lnTo>
                    <a:pt x="12612" y="13333"/>
                  </a:lnTo>
                  <a:lnTo>
                    <a:pt x="12519" y="13371"/>
                  </a:lnTo>
                  <a:lnTo>
                    <a:pt x="12426" y="13426"/>
                  </a:lnTo>
                  <a:lnTo>
                    <a:pt x="12334" y="13445"/>
                  </a:lnTo>
                  <a:lnTo>
                    <a:pt x="12149" y="13445"/>
                  </a:lnTo>
                  <a:lnTo>
                    <a:pt x="12056" y="13426"/>
                  </a:lnTo>
                  <a:lnTo>
                    <a:pt x="11963" y="13371"/>
                  </a:lnTo>
                  <a:lnTo>
                    <a:pt x="11871" y="13333"/>
                  </a:lnTo>
                  <a:lnTo>
                    <a:pt x="11797" y="13259"/>
                  </a:lnTo>
                  <a:lnTo>
                    <a:pt x="11723" y="13167"/>
                  </a:lnTo>
                  <a:lnTo>
                    <a:pt x="11649" y="13074"/>
                  </a:lnTo>
                  <a:lnTo>
                    <a:pt x="11575" y="12982"/>
                  </a:lnTo>
                  <a:lnTo>
                    <a:pt x="11463" y="12741"/>
                  </a:lnTo>
                  <a:lnTo>
                    <a:pt x="11389" y="12445"/>
                  </a:lnTo>
                  <a:lnTo>
                    <a:pt x="11334" y="12130"/>
                  </a:lnTo>
                  <a:lnTo>
                    <a:pt x="11315" y="11796"/>
                  </a:lnTo>
                  <a:lnTo>
                    <a:pt x="11334" y="11445"/>
                  </a:lnTo>
                  <a:lnTo>
                    <a:pt x="11389" y="11130"/>
                  </a:lnTo>
                  <a:lnTo>
                    <a:pt x="11463" y="10852"/>
                  </a:lnTo>
                  <a:lnTo>
                    <a:pt x="11575" y="10611"/>
                  </a:lnTo>
                  <a:lnTo>
                    <a:pt x="11649" y="10500"/>
                  </a:lnTo>
                  <a:lnTo>
                    <a:pt x="11723" y="10408"/>
                  </a:lnTo>
                  <a:lnTo>
                    <a:pt x="11797" y="10334"/>
                  </a:lnTo>
                  <a:lnTo>
                    <a:pt x="11871" y="10260"/>
                  </a:lnTo>
                  <a:lnTo>
                    <a:pt x="11963" y="10204"/>
                  </a:lnTo>
                  <a:lnTo>
                    <a:pt x="12056" y="10167"/>
                  </a:lnTo>
                  <a:lnTo>
                    <a:pt x="12149" y="10148"/>
                  </a:lnTo>
                  <a:lnTo>
                    <a:pt x="12241" y="10130"/>
                  </a:lnTo>
                  <a:close/>
                  <a:moveTo>
                    <a:pt x="13278" y="16259"/>
                  </a:moveTo>
                  <a:lnTo>
                    <a:pt x="14352" y="16556"/>
                  </a:lnTo>
                  <a:lnTo>
                    <a:pt x="14297" y="16722"/>
                  </a:lnTo>
                  <a:lnTo>
                    <a:pt x="14223" y="16889"/>
                  </a:lnTo>
                  <a:lnTo>
                    <a:pt x="14112" y="17111"/>
                  </a:lnTo>
                  <a:lnTo>
                    <a:pt x="13982" y="17370"/>
                  </a:lnTo>
                  <a:lnTo>
                    <a:pt x="13797" y="17667"/>
                  </a:lnTo>
                  <a:lnTo>
                    <a:pt x="13574" y="17982"/>
                  </a:lnTo>
                  <a:lnTo>
                    <a:pt x="13297" y="18296"/>
                  </a:lnTo>
                  <a:lnTo>
                    <a:pt x="12982" y="18611"/>
                  </a:lnTo>
                  <a:lnTo>
                    <a:pt x="12797" y="18778"/>
                  </a:lnTo>
                  <a:lnTo>
                    <a:pt x="12593" y="18926"/>
                  </a:lnTo>
                  <a:lnTo>
                    <a:pt x="12389" y="19074"/>
                  </a:lnTo>
                  <a:lnTo>
                    <a:pt x="12167" y="19222"/>
                  </a:lnTo>
                  <a:lnTo>
                    <a:pt x="11926" y="19352"/>
                  </a:lnTo>
                  <a:lnTo>
                    <a:pt x="11667" y="19481"/>
                  </a:lnTo>
                  <a:lnTo>
                    <a:pt x="11408" y="19593"/>
                  </a:lnTo>
                  <a:lnTo>
                    <a:pt x="11112" y="19704"/>
                  </a:lnTo>
                  <a:lnTo>
                    <a:pt x="10797" y="19778"/>
                  </a:lnTo>
                  <a:lnTo>
                    <a:pt x="10482" y="19870"/>
                  </a:lnTo>
                  <a:lnTo>
                    <a:pt x="10149" y="19926"/>
                  </a:lnTo>
                  <a:lnTo>
                    <a:pt x="9778" y="19981"/>
                  </a:lnTo>
                  <a:lnTo>
                    <a:pt x="9408" y="20000"/>
                  </a:lnTo>
                  <a:lnTo>
                    <a:pt x="9001" y="20019"/>
                  </a:lnTo>
                  <a:lnTo>
                    <a:pt x="8612" y="20000"/>
                  </a:lnTo>
                  <a:lnTo>
                    <a:pt x="8223" y="19981"/>
                  </a:lnTo>
                  <a:lnTo>
                    <a:pt x="7871" y="19926"/>
                  </a:lnTo>
                  <a:lnTo>
                    <a:pt x="7538" y="19870"/>
                  </a:lnTo>
                  <a:lnTo>
                    <a:pt x="7204" y="19796"/>
                  </a:lnTo>
                  <a:lnTo>
                    <a:pt x="6908" y="19704"/>
                  </a:lnTo>
                  <a:lnTo>
                    <a:pt x="6630" y="19611"/>
                  </a:lnTo>
                  <a:lnTo>
                    <a:pt x="6371" y="19500"/>
                  </a:lnTo>
                  <a:lnTo>
                    <a:pt x="6112" y="19370"/>
                  </a:lnTo>
                  <a:lnTo>
                    <a:pt x="5890" y="19241"/>
                  </a:lnTo>
                  <a:lnTo>
                    <a:pt x="5686" y="19111"/>
                  </a:lnTo>
                  <a:lnTo>
                    <a:pt x="5482" y="18981"/>
                  </a:lnTo>
                  <a:lnTo>
                    <a:pt x="5297" y="18833"/>
                  </a:lnTo>
                  <a:lnTo>
                    <a:pt x="5130" y="18667"/>
                  </a:lnTo>
                  <a:lnTo>
                    <a:pt x="4834" y="18370"/>
                  </a:lnTo>
                  <a:lnTo>
                    <a:pt x="4593" y="18056"/>
                  </a:lnTo>
                  <a:lnTo>
                    <a:pt x="4390" y="17759"/>
                  </a:lnTo>
                  <a:lnTo>
                    <a:pt x="4241" y="17482"/>
                  </a:lnTo>
                  <a:lnTo>
                    <a:pt x="4112" y="17222"/>
                  </a:lnTo>
                  <a:lnTo>
                    <a:pt x="4038" y="17019"/>
                  </a:lnTo>
                  <a:lnTo>
                    <a:pt x="3982" y="16852"/>
                  </a:lnTo>
                  <a:lnTo>
                    <a:pt x="3927" y="16704"/>
                  </a:lnTo>
                  <a:lnTo>
                    <a:pt x="5019" y="16482"/>
                  </a:lnTo>
                  <a:lnTo>
                    <a:pt x="5056" y="16611"/>
                  </a:lnTo>
                  <a:lnTo>
                    <a:pt x="5112" y="16741"/>
                  </a:lnTo>
                  <a:lnTo>
                    <a:pt x="5167" y="16907"/>
                  </a:lnTo>
                  <a:lnTo>
                    <a:pt x="5260" y="17093"/>
                  </a:lnTo>
                  <a:lnTo>
                    <a:pt x="5390" y="17296"/>
                  </a:lnTo>
                  <a:lnTo>
                    <a:pt x="5538" y="17500"/>
                  </a:lnTo>
                  <a:lnTo>
                    <a:pt x="5741" y="17722"/>
                  </a:lnTo>
                  <a:lnTo>
                    <a:pt x="5964" y="17944"/>
                  </a:lnTo>
                  <a:lnTo>
                    <a:pt x="6241" y="18167"/>
                  </a:lnTo>
                  <a:lnTo>
                    <a:pt x="6556" y="18352"/>
                  </a:lnTo>
                  <a:lnTo>
                    <a:pt x="6741" y="18444"/>
                  </a:lnTo>
                  <a:lnTo>
                    <a:pt x="6945" y="18537"/>
                  </a:lnTo>
                  <a:lnTo>
                    <a:pt x="7149" y="18611"/>
                  </a:lnTo>
                  <a:lnTo>
                    <a:pt x="7371" y="18685"/>
                  </a:lnTo>
                  <a:lnTo>
                    <a:pt x="7593" y="18741"/>
                  </a:lnTo>
                  <a:lnTo>
                    <a:pt x="7852" y="18796"/>
                  </a:lnTo>
                  <a:lnTo>
                    <a:pt x="8112" y="18852"/>
                  </a:lnTo>
                  <a:lnTo>
                    <a:pt x="8389" y="18870"/>
                  </a:lnTo>
                  <a:lnTo>
                    <a:pt x="8686" y="18889"/>
                  </a:lnTo>
                  <a:lnTo>
                    <a:pt x="9001" y="18907"/>
                  </a:lnTo>
                  <a:lnTo>
                    <a:pt x="9315" y="18889"/>
                  </a:lnTo>
                  <a:lnTo>
                    <a:pt x="9630" y="18870"/>
                  </a:lnTo>
                  <a:lnTo>
                    <a:pt x="9908" y="18833"/>
                  </a:lnTo>
                  <a:lnTo>
                    <a:pt x="10186" y="18796"/>
                  </a:lnTo>
                  <a:lnTo>
                    <a:pt x="10445" y="18741"/>
                  </a:lnTo>
                  <a:lnTo>
                    <a:pt x="10686" y="18667"/>
                  </a:lnTo>
                  <a:lnTo>
                    <a:pt x="10908" y="18593"/>
                  </a:lnTo>
                  <a:lnTo>
                    <a:pt x="11130" y="18500"/>
                  </a:lnTo>
                  <a:lnTo>
                    <a:pt x="11334" y="18407"/>
                  </a:lnTo>
                  <a:lnTo>
                    <a:pt x="11519" y="18315"/>
                  </a:lnTo>
                  <a:lnTo>
                    <a:pt x="11871" y="18093"/>
                  </a:lnTo>
                  <a:lnTo>
                    <a:pt x="12167" y="17870"/>
                  </a:lnTo>
                  <a:lnTo>
                    <a:pt x="12426" y="17630"/>
                  </a:lnTo>
                  <a:lnTo>
                    <a:pt x="12649" y="17370"/>
                  </a:lnTo>
                  <a:lnTo>
                    <a:pt x="12834" y="17148"/>
                  </a:lnTo>
                  <a:lnTo>
                    <a:pt x="12963" y="16926"/>
                  </a:lnTo>
                  <a:lnTo>
                    <a:pt x="13074" y="16722"/>
                  </a:lnTo>
                  <a:lnTo>
                    <a:pt x="13223" y="16407"/>
                  </a:lnTo>
                  <a:lnTo>
                    <a:pt x="13278" y="16259"/>
                  </a:lnTo>
                  <a:close/>
                  <a:moveTo>
                    <a:pt x="1" y="1"/>
                  </a:moveTo>
                  <a:lnTo>
                    <a:pt x="1" y="15611"/>
                  </a:lnTo>
                  <a:lnTo>
                    <a:pt x="19" y="16056"/>
                  </a:lnTo>
                  <a:lnTo>
                    <a:pt x="56" y="16500"/>
                  </a:lnTo>
                  <a:lnTo>
                    <a:pt x="112" y="16926"/>
                  </a:lnTo>
                  <a:lnTo>
                    <a:pt x="186" y="17370"/>
                  </a:lnTo>
                  <a:lnTo>
                    <a:pt x="279" y="17778"/>
                  </a:lnTo>
                  <a:lnTo>
                    <a:pt x="408" y="18204"/>
                  </a:lnTo>
                  <a:lnTo>
                    <a:pt x="538" y="18611"/>
                  </a:lnTo>
                  <a:lnTo>
                    <a:pt x="686" y="19000"/>
                  </a:lnTo>
                  <a:lnTo>
                    <a:pt x="871" y="19389"/>
                  </a:lnTo>
                  <a:lnTo>
                    <a:pt x="1056" y="19759"/>
                  </a:lnTo>
                  <a:lnTo>
                    <a:pt x="1279" y="20130"/>
                  </a:lnTo>
                  <a:lnTo>
                    <a:pt x="1501" y="20481"/>
                  </a:lnTo>
                  <a:lnTo>
                    <a:pt x="1741" y="20815"/>
                  </a:lnTo>
                  <a:lnTo>
                    <a:pt x="2001" y="21148"/>
                  </a:lnTo>
                  <a:lnTo>
                    <a:pt x="2279" y="21463"/>
                  </a:lnTo>
                  <a:lnTo>
                    <a:pt x="2556" y="21778"/>
                  </a:lnTo>
                  <a:lnTo>
                    <a:pt x="2871" y="22055"/>
                  </a:lnTo>
                  <a:lnTo>
                    <a:pt x="3186" y="22333"/>
                  </a:lnTo>
                  <a:lnTo>
                    <a:pt x="3519" y="22593"/>
                  </a:lnTo>
                  <a:lnTo>
                    <a:pt x="3853" y="22833"/>
                  </a:lnTo>
                  <a:lnTo>
                    <a:pt x="4204" y="23055"/>
                  </a:lnTo>
                  <a:lnTo>
                    <a:pt x="4575" y="23278"/>
                  </a:lnTo>
                  <a:lnTo>
                    <a:pt x="4945" y="23463"/>
                  </a:lnTo>
                  <a:lnTo>
                    <a:pt x="5334" y="23648"/>
                  </a:lnTo>
                  <a:lnTo>
                    <a:pt x="5723" y="23796"/>
                  </a:lnTo>
                  <a:lnTo>
                    <a:pt x="6130" y="23926"/>
                  </a:lnTo>
                  <a:lnTo>
                    <a:pt x="6556" y="24055"/>
                  </a:lnTo>
                  <a:lnTo>
                    <a:pt x="6964" y="24148"/>
                  </a:lnTo>
                  <a:lnTo>
                    <a:pt x="7408" y="24222"/>
                  </a:lnTo>
                  <a:lnTo>
                    <a:pt x="7834" y="24278"/>
                  </a:lnTo>
                  <a:lnTo>
                    <a:pt x="8278" y="24315"/>
                  </a:lnTo>
                  <a:lnTo>
                    <a:pt x="8723" y="24333"/>
                  </a:lnTo>
                  <a:lnTo>
                    <a:pt x="9186" y="24315"/>
                  </a:lnTo>
                  <a:lnTo>
                    <a:pt x="9612" y="24278"/>
                  </a:lnTo>
                  <a:lnTo>
                    <a:pt x="10056" y="24222"/>
                  </a:lnTo>
                  <a:lnTo>
                    <a:pt x="10482" y="24148"/>
                  </a:lnTo>
                  <a:lnTo>
                    <a:pt x="10908" y="24055"/>
                  </a:lnTo>
                  <a:lnTo>
                    <a:pt x="11315" y="23926"/>
                  </a:lnTo>
                  <a:lnTo>
                    <a:pt x="11723" y="23796"/>
                  </a:lnTo>
                  <a:lnTo>
                    <a:pt x="12130" y="23648"/>
                  </a:lnTo>
                  <a:lnTo>
                    <a:pt x="12519" y="23463"/>
                  </a:lnTo>
                  <a:lnTo>
                    <a:pt x="12889" y="23278"/>
                  </a:lnTo>
                  <a:lnTo>
                    <a:pt x="13260" y="23055"/>
                  </a:lnTo>
                  <a:lnTo>
                    <a:pt x="13612" y="22833"/>
                  </a:lnTo>
                  <a:lnTo>
                    <a:pt x="13945" y="22593"/>
                  </a:lnTo>
                  <a:lnTo>
                    <a:pt x="14278" y="22333"/>
                  </a:lnTo>
                  <a:lnTo>
                    <a:pt x="14593" y="22055"/>
                  </a:lnTo>
                  <a:lnTo>
                    <a:pt x="14889" y="21778"/>
                  </a:lnTo>
                  <a:lnTo>
                    <a:pt x="15186" y="21463"/>
                  </a:lnTo>
                  <a:lnTo>
                    <a:pt x="15463" y="21148"/>
                  </a:lnTo>
                  <a:lnTo>
                    <a:pt x="15723" y="20815"/>
                  </a:lnTo>
                  <a:lnTo>
                    <a:pt x="15963" y="20481"/>
                  </a:lnTo>
                  <a:lnTo>
                    <a:pt x="16186" y="20130"/>
                  </a:lnTo>
                  <a:lnTo>
                    <a:pt x="16389" y="19759"/>
                  </a:lnTo>
                  <a:lnTo>
                    <a:pt x="16593" y="19389"/>
                  </a:lnTo>
                  <a:lnTo>
                    <a:pt x="16760" y="19000"/>
                  </a:lnTo>
                  <a:lnTo>
                    <a:pt x="16926" y="18611"/>
                  </a:lnTo>
                  <a:lnTo>
                    <a:pt x="17056" y="18204"/>
                  </a:lnTo>
                  <a:lnTo>
                    <a:pt x="17167" y="17778"/>
                  </a:lnTo>
                  <a:lnTo>
                    <a:pt x="17278" y="17370"/>
                  </a:lnTo>
                  <a:lnTo>
                    <a:pt x="17352" y="16926"/>
                  </a:lnTo>
                  <a:lnTo>
                    <a:pt x="17408" y="16500"/>
                  </a:lnTo>
                  <a:lnTo>
                    <a:pt x="17445" y="16056"/>
                  </a:lnTo>
                  <a:lnTo>
                    <a:pt x="17445" y="15611"/>
                  </a:lnTo>
                  <a:lnTo>
                    <a:pt x="174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64"/>
            <p:cNvSpPr/>
            <p:nvPr/>
          </p:nvSpPr>
          <p:spPr>
            <a:xfrm flipH="1">
              <a:off x="6693245" y="1551429"/>
              <a:ext cx="433687" cy="339218"/>
            </a:xfrm>
            <a:custGeom>
              <a:avLst/>
              <a:gdLst/>
              <a:ahLst/>
              <a:cxnLst/>
              <a:rect l="l" t="t" r="r" b="b"/>
              <a:pathLst>
                <a:path w="19722" h="15426" extrusionOk="0">
                  <a:moveTo>
                    <a:pt x="10037" y="0"/>
                  </a:moveTo>
                  <a:lnTo>
                    <a:pt x="9870" y="19"/>
                  </a:lnTo>
                  <a:lnTo>
                    <a:pt x="9685" y="56"/>
                  </a:lnTo>
                  <a:lnTo>
                    <a:pt x="9481" y="111"/>
                  </a:lnTo>
                  <a:lnTo>
                    <a:pt x="9278" y="204"/>
                  </a:lnTo>
                  <a:lnTo>
                    <a:pt x="8852" y="389"/>
                  </a:lnTo>
                  <a:lnTo>
                    <a:pt x="8389" y="648"/>
                  </a:lnTo>
                  <a:lnTo>
                    <a:pt x="7926" y="945"/>
                  </a:lnTo>
                  <a:lnTo>
                    <a:pt x="7463" y="1260"/>
                  </a:lnTo>
                  <a:lnTo>
                    <a:pt x="7018" y="1574"/>
                  </a:lnTo>
                  <a:lnTo>
                    <a:pt x="6574" y="1908"/>
                  </a:lnTo>
                  <a:lnTo>
                    <a:pt x="5833" y="2519"/>
                  </a:lnTo>
                  <a:lnTo>
                    <a:pt x="5315" y="2945"/>
                  </a:lnTo>
                  <a:lnTo>
                    <a:pt x="5129" y="3111"/>
                  </a:lnTo>
                  <a:lnTo>
                    <a:pt x="0" y="5815"/>
                  </a:lnTo>
                  <a:lnTo>
                    <a:pt x="1685" y="15426"/>
                  </a:lnTo>
                  <a:lnTo>
                    <a:pt x="4278" y="15000"/>
                  </a:lnTo>
                  <a:lnTo>
                    <a:pt x="6963" y="14537"/>
                  </a:lnTo>
                  <a:lnTo>
                    <a:pt x="10018" y="13963"/>
                  </a:lnTo>
                  <a:lnTo>
                    <a:pt x="11592" y="13667"/>
                  </a:lnTo>
                  <a:lnTo>
                    <a:pt x="13092" y="13370"/>
                  </a:lnTo>
                  <a:lnTo>
                    <a:pt x="14518" y="13074"/>
                  </a:lnTo>
                  <a:lnTo>
                    <a:pt x="15796" y="12778"/>
                  </a:lnTo>
                  <a:lnTo>
                    <a:pt x="16888" y="12518"/>
                  </a:lnTo>
                  <a:lnTo>
                    <a:pt x="17351" y="12389"/>
                  </a:lnTo>
                  <a:lnTo>
                    <a:pt x="17740" y="12278"/>
                  </a:lnTo>
                  <a:lnTo>
                    <a:pt x="18055" y="12148"/>
                  </a:lnTo>
                  <a:lnTo>
                    <a:pt x="18296" y="12056"/>
                  </a:lnTo>
                  <a:lnTo>
                    <a:pt x="18462" y="11963"/>
                  </a:lnTo>
                  <a:lnTo>
                    <a:pt x="18499" y="11907"/>
                  </a:lnTo>
                  <a:lnTo>
                    <a:pt x="18518" y="11870"/>
                  </a:lnTo>
                  <a:lnTo>
                    <a:pt x="18537" y="11796"/>
                  </a:lnTo>
                  <a:lnTo>
                    <a:pt x="18499" y="11722"/>
                  </a:lnTo>
                  <a:lnTo>
                    <a:pt x="18444" y="11667"/>
                  </a:lnTo>
                  <a:lnTo>
                    <a:pt x="18351" y="11593"/>
                  </a:lnTo>
                  <a:lnTo>
                    <a:pt x="18259" y="11556"/>
                  </a:lnTo>
                  <a:lnTo>
                    <a:pt x="18111" y="11500"/>
                  </a:lnTo>
                  <a:lnTo>
                    <a:pt x="17796" y="11407"/>
                  </a:lnTo>
                  <a:lnTo>
                    <a:pt x="17407" y="11352"/>
                  </a:lnTo>
                  <a:lnTo>
                    <a:pt x="16962" y="11296"/>
                  </a:lnTo>
                  <a:lnTo>
                    <a:pt x="16481" y="11259"/>
                  </a:lnTo>
                  <a:lnTo>
                    <a:pt x="15981" y="11241"/>
                  </a:lnTo>
                  <a:lnTo>
                    <a:pt x="14981" y="11222"/>
                  </a:lnTo>
                  <a:lnTo>
                    <a:pt x="14129" y="11222"/>
                  </a:lnTo>
                  <a:lnTo>
                    <a:pt x="13277" y="11259"/>
                  </a:lnTo>
                  <a:lnTo>
                    <a:pt x="14314" y="10963"/>
                  </a:lnTo>
                  <a:lnTo>
                    <a:pt x="15388" y="10667"/>
                  </a:lnTo>
                  <a:lnTo>
                    <a:pt x="16611" y="10278"/>
                  </a:lnTo>
                  <a:lnTo>
                    <a:pt x="17222" y="10074"/>
                  </a:lnTo>
                  <a:lnTo>
                    <a:pt x="17814" y="9852"/>
                  </a:lnTo>
                  <a:lnTo>
                    <a:pt x="18351" y="9630"/>
                  </a:lnTo>
                  <a:lnTo>
                    <a:pt x="18833" y="9407"/>
                  </a:lnTo>
                  <a:lnTo>
                    <a:pt x="19240" y="9204"/>
                  </a:lnTo>
                  <a:lnTo>
                    <a:pt x="19388" y="9093"/>
                  </a:lnTo>
                  <a:lnTo>
                    <a:pt x="19518" y="9000"/>
                  </a:lnTo>
                  <a:lnTo>
                    <a:pt x="19629" y="8889"/>
                  </a:lnTo>
                  <a:lnTo>
                    <a:pt x="19685" y="8796"/>
                  </a:lnTo>
                  <a:lnTo>
                    <a:pt x="19722" y="8704"/>
                  </a:lnTo>
                  <a:lnTo>
                    <a:pt x="19703" y="8611"/>
                  </a:lnTo>
                  <a:lnTo>
                    <a:pt x="19666" y="8537"/>
                  </a:lnTo>
                  <a:lnTo>
                    <a:pt x="19574" y="8463"/>
                  </a:lnTo>
                  <a:lnTo>
                    <a:pt x="19462" y="8407"/>
                  </a:lnTo>
                  <a:lnTo>
                    <a:pt x="19314" y="8352"/>
                  </a:lnTo>
                  <a:lnTo>
                    <a:pt x="19129" y="8315"/>
                  </a:lnTo>
                  <a:lnTo>
                    <a:pt x="18925" y="8296"/>
                  </a:lnTo>
                  <a:lnTo>
                    <a:pt x="18462" y="8259"/>
                  </a:lnTo>
                  <a:lnTo>
                    <a:pt x="17907" y="8241"/>
                  </a:lnTo>
                  <a:lnTo>
                    <a:pt x="17296" y="8259"/>
                  </a:lnTo>
                  <a:lnTo>
                    <a:pt x="16666" y="8315"/>
                  </a:lnTo>
                  <a:lnTo>
                    <a:pt x="16000" y="8352"/>
                  </a:lnTo>
                  <a:lnTo>
                    <a:pt x="14722" y="8500"/>
                  </a:lnTo>
                  <a:lnTo>
                    <a:pt x="13611" y="8630"/>
                  </a:lnTo>
                  <a:lnTo>
                    <a:pt x="12537" y="8796"/>
                  </a:lnTo>
                  <a:lnTo>
                    <a:pt x="12537" y="8796"/>
                  </a:lnTo>
                  <a:lnTo>
                    <a:pt x="13481" y="8537"/>
                  </a:lnTo>
                  <a:lnTo>
                    <a:pt x="14444" y="8222"/>
                  </a:lnTo>
                  <a:lnTo>
                    <a:pt x="15574" y="7852"/>
                  </a:lnTo>
                  <a:lnTo>
                    <a:pt x="16166" y="7630"/>
                  </a:lnTo>
                  <a:lnTo>
                    <a:pt x="16740" y="7389"/>
                  </a:lnTo>
                  <a:lnTo>
                    <a:pt x="17296" y="7148"/>
                  </a:lnTo>
                  <a:lnTo>
                    <a:pt x="17814" y="6889"/>
                  </a:lnTo>
                  <a:lnTo>
                    <a:pt x="18277" y="6630"/>
                  </a:lnTo>
                  <a:lnTo>
                    <a:pt x="18481" y="6500"/>
                  </a:lnTo>
                  <a:lnTo>
                    <a:pt x="18648" y="6371"/>
                  </a:lnTo>
                  <a:lnTo>
                    <a:pt x="18814" y="6241"/>
                  </a:lnTo>
                  <a:lnTo>
                    <a:pt x="18944" y="6111"/>
                  </a:lnTo>
                  <a:lnTo>
                    <a:pt x="19055" y="5982"/>
                  </a:lnTo>
                  <a:lnTo>
                    <a:pt x="19129" y="5852"/>
                  </a:lnTo>
                  <a:lnTo>
                    <a:pt x="19148" y="5778"/>
                  </a:lnTo>
                  <a:lnTo>
                    <a:pt x="19166" y="5722"/>
                  </a:lnTo>
                  <a:lnTo>
                    <a:pt x="19166" y="5667"/>
                  </a:lnTo>
                  <a:lnTo>
                    <a:pt x="19148" y="5630"/>
                  </a:lnTo>
                  <a:lnTo>
                    <a:pt x="19129" y="5574"/>
                  </a:lnTo>
                  <a:lnTo>
                    <a:pt x="19092" y="5537"/>
                  </a:lnTo>
                  <a:lnTo>
                    <a:pt x="18981" y="5463"/>
                  </a:lnTo>
                  <a:lnTo>
                    <a:pt x="18833" y="5408"/>
                  </a:lnTo>
                  <a:lnTo>
                    <a:pt x="18629" y="5371"/>
                  </a:lnTo>
                  <a:lnTo>
                    <a:pt x="18407" y="5352"/>
                  </a:lnTo>
                  <a:lnTo>
                    <a:pt x="18148" y="5333"/>
                  </a:lnTo>
                  <a:lnTo>
                    <a:pt x="17555" y="5352"/>
                  </a:lnTo>
                  <a:lnTo>
                    <a:pt x="16870" y="5389"/>
                  </a:lnTo>
                  <a:lnTo>
                    <a:pt x="16111" y="5463"/>
                  </a:lnTo>
                  <a:lnTo>
                    <a:pt x="15333" y="5574"/>
                  </a:lnTo>
                  <a:lnTo>
                    <a:pt x="14555" y="5685"/>
                  </a:lnTo>
                  <a:lnTo>
                    <a:pt x="13777" y="5815"/>
                  </a:lnTo>
                  <a:lnTo>
                    <a:pt x="12407" y="6074"/>
                  </a:lnTo>
                  <a:lnTo>
                    <a:pt x="11407" y="6278"/>
                  </a:lnTo>
                  <a:lnTo>
                    <a:pt x="11037" y="6352"/>
                  </a:lnTo>
                  <a:lnTo>
                    <a:pt x="11296" y="6241"/>
                  </a:lnTo>
                  <a:lnTo>
                    <a:pt x="11963" y="5945"/>
                  </a:lnTo>
                  <a:lnTo>
                    <a:pt x="12907" y="5500"/>
                  </a:lnTo>
                  <a:lnTo>
                    <a:pt x="13444" y="5241"/>
                  </a:lnTo>
                  <a:lnTo>
                    <a:pt x="13981" y="4963"/>
                  </a:lnTo>
                  <a:lnTo>
                    <a:pt x="14518" y="4667"/>
                  </a:lnTo>
                  <a:lnTo>
                    <a:pt x="15037" y="4371"/>
                  </a:lnTo>
                  <a:lnTo>
                    <a:pt x="15500" y="4074"/>
                  </a:lnTo>
                  <a:lnTo>
                    <a:pt x="15907" y="3778"/>
                  </a:lnTo>
                  <a:lnTo>
                    <a:pt x="16092" y="3630"/>
                  </a:lnTo>
                  <a:lnTo>
                    <a:pt x="16259" y="3482"/>
                  </a:lnTo>
                  <a:lnTo>
                    <a:pt x="16388" y="3352"/>
                  </a:lnTo>
                  <a:lnTo>
                    <a:pt x="16500" y="3204"/>
                  </a:lnTo>
                  <a:lnTo>
                    <a:pt x="16574" y="3074"/>
                  </a:lnTo>
                  <a:lnTo>
                    <a:pt x="16629" y="2945"/>
                  </a:lnTo>
                  <a:lnTo>
                    <a:pt x="16629" y="2834"/>
                  </a:lnTo>
                  <a:lnTo>
                    <a:pt x="16611" y="2722"/>
                  </a:lnTo>
                  <a:lnTo>
                    <a:pt x="16592" y="2667"/>
                  </a:lnTo>
                  <a:lnTo>
                    <a:pt x="16555" y="2630"/>
                  </a:lnTo>
                  <a:lnTo>
                    <a:pt x="16462" y="2537"/>
                  </a:lnTo>
                  <a:lnTo>
                    <a:pt x="16314" y="2482"/>
                  </a:lnTo>
                  <a:lnTo>
                    <a:pt x="16148" y="2445"/>
                  </a:lnTo>
                  <a:lnTo>
                    <a:pt x="15944" y="2408"/>
                  </a:lnTo>
                  <a:lnTo>
                    <a:pt x="15444" y="2408"/>
                  </a:lnTo>
                  <a:lnTo>
                    <a:pt x="15166" y="2426"/>
                  </a:lnTo>
                  <a:lnTo>
                    <a:pt x="14537" y="2482"/>
                  </a:lnTo>
                  <a:lnTo>
                    <a:pt x="13833" y="2593"/>
                  </a:lnTo>
                  <a:lnTo>
                    <a:pt x="13092" y="2722"/>
                  </a:lnTo>
                  <a:lnTo>
                    <a:pt x="12352" y="2889"/>
                  </a:lnTo>
                  <a:lnTo>
                    <a:pt x="11592" y="3056"/>
                  </a:lnTo>
                  <a:lnTo>
                    <a:pt x="10889" y="3241"/>
                  </a:lnTo>
                  <a:lnTo>
                    <a:pt x="9611" y="3574"/>
                  </a:lnTo>
                  <a:lnTo>
                    <a:pt x="8722" y="3815"/>
                  </a:lnTo>
                  <a:lnTo>
                    <a:pt x="8389" y="3926"/>
                  </a:lnTo>
                  <a:lnTo>
                    <a:pt x="8518" y="3796"/>
                  </a:lnTo>
                  <a:lnTo>
                    <a:pt x="8870" y="3482"/>
                  </a:lnTo>
                  <a:lnTo>
                    <a:pt x="9333" y="3019"/>
                  </a:lnTo>
                  <a:lnTo>
                    <a:pt x="9592" y="2741"/>
                  </a:lnTo>
                  <a:lnTo>
                    <a:pt x="9852" y="2445"/>
                  </a:lnTo>
                  <a:lnTo>
                    <a:pt x="10092" y="2148"/>
                  </a:lnTo>
                  <a:lnTo>
                    <a:pt x="10315" y="1834"/>
                  </a:lnTo>
                  <a:lnTo>
                    <a:pt x="10518" y="1519"/>
                  </a:lnTo>
                  <a:lnTo>
                    <a:pt x="10648" y="1222"/>
                  </a:lnTo>
                  <a:lnTo>
                    <a:pt x="10703" y="1074"/>
                  </a:lnTo>
                  <a:lnTo>
                    <a:pt x="10740" y="926"/>
                  </a:lnTo>
                  <a:lnTo>
                    <a:pt x="10759" y="778"/>
                  </a:lnTo>
                  <a:lnTo>
                    <a:pt x="10759" y="648"/>
                  </a:lnTo>
                  <a:lnTo>
                    <a:pt x="10740" y="519"/>
                  </a:lnTo>
                  <a:lnTo>
                    <a:pt x="10703" y="408"/>
                  </a:lnTo>
                  <a:lnTo>
                    <a:pt x="10648" y="297"/>
                  </a:lnTo>
                  <a:lnTo>
                    <a:pt x="10555" y="185"/>
                  </a:lnTo>
                  <a:lnTo>
                    <a:pt x="10463" y="93"/>
                  </a:lnTo>
                  <a:lnTo>
                    <a:pt x="10333" y="37"/>
                  </a:lnTo>
                  <a:lnTo>
                    <a:pt x="10203" y="19"/>
                  </a:lnTo>
                  <a:lnTo>
                    <a:pt x="10037" y="0"/>
                  </a:lnTo>
                  <a:close/>
                </a:path>
              </a:pathLst>
            </a:custGeom>
            <a:solidFill>
              <a:srgbClr val="FF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64"/>
          <p:cNvSpPr txBox="1">
            <a:spLocks noGrp="1"/>
          </p:cNvSpPr>
          <p:nvPr>
            <p:ph type="subTitle" idx="1"/>
          </p:nvPr>
        </p:nvSpPr>
        <p:spPr>
          <a:xfrm>
            <a:off x="1237550" y="1125115"/>
            <a:ext cx="6322824" cy="28345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		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Inovasi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"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Penutup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Keran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Otomatis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"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membantu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mengatasi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krisis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dan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pemborosan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yang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berlebihan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Alat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ini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menggunakan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sebagai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batas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menghentikan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aliran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saat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mencapai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level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penuh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Keunggulannya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termasuk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penghematan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 dan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listrik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serta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memberikan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ketenangan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hati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kepada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pengguna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Meskipun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terdapat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ketidakpastian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dalam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pengukuran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putaran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turbin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ini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tetap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berfungsi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maksimal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.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Penting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untuk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menjaga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keamanan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agar </a:t>
            </a:r>
            <a:r>
              <a:rPr lang="en-ID" sz="16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tahan</a:t>
            </a:r>
            <a:r>
              <a:rPr lang="en-ID" sz="16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lama.</a:t>
            </a:r>
            <a:endParaRPr lang="en-ID" sz="1200" b="0" i="0" dirty="0">
              <a:solidFill>
                <a:schemeClr val="accent6"/>
              </a:solidFill>
              <a:effectLst/>
              <a:latin typeface="Fredoka One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6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Saran</a:t>
            </a:r>
            <a:endParaRPr dirty="0"/>
          </a:p>
        </p:txBody>
      </p:sp>
      <p:sp>
        <p:nvSpPr>
          <p:cNvPr id="1578" name="Google Shape;1578;p64"/>
          <p:cNvSpPr/>
          <p:nvPr/>
        </p:nvSpPr>
        <p:spPr>
          <a:xfrm>
            <a:off x="7330086" y="1808621"/>
            <a:ext cx="3627828" cy="2986620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64"/>
          <p:cNvSpPr txBox="1">
            <a:spLocks noGrp="1"/>
          </p:cNvSpPr>
          <p:nvPr>
            <p:ph type="subTitle" idx="1"/>
          </p:nvPr>
        </p:nvSpPr>
        <p:spPr>
          <a:xfrm>
            <a:off x="1237550" y="1125115"/>
            <a:ext cx="6322824" cy="28345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>
                <a:solidFill>
                  <a:schemeClr val="accent6"/>
                </a:solidFill>
                <a:latin typeface="Fredoka One" panose="02000000000000000000" pitchFamily="2" charset="0"/>
              </a:rPr>
              <a:t>S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aran yang dapat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diberikan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yaitu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pembuatan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dapat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lebih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baik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lagi dengan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membuat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menjadi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lebih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ringkas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, dan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memiliki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wadah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yang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tahan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terhadap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air, sehingga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alat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elektronik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seperti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arduino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dan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baterai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tidak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terkena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percikan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atau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</a:t>
            </a:r>
            <a:r>
              <a:rPr lang="en-US" sz="1800" b="0" i="0" dirty="0" err="1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rendaman</a:t>
            </a:r>
            <a:r>
              <a:rPr lang="en-US" sz="1800" b="0" i="0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 air.</a:t>
            </a:r>
            <a:r>
              <a:rPr lang="en-US" sz="1800" b="0" i="1" dirty="0">
                <a:solidFill>
                  <a:schemeClr val="accent6"/>
                </a:solidFill>
                <a:effectLst/>
                <a:latin typeface="Fredoka One" panose="02000000000000000000" pitchFamily="2" charset="0"/>
              </a:rPr>
              <a:t> </a:t>
            </a:r>
            <a:endParaRPr lang="en-ID" sz="1200" b="0" i="0" dirty="0">
              <a:solidFill>
                <a:schemeClr val="accent6"/>
              </a:solidFill>
              <a:effectLst/>
              <a:latin typeface="Fredoka One" panose="02000000000000000000" pitchFamily="2" charset="0"/>
            </a:endParaRPr>
          </a:p>
        </p:txBody>
      </p:sp>
      <p:grpSp>
        <p:nvGrpSpPr>
          <p:cNvPr id="2" name="Google Shape;1028;p47">
            <a:extLst>
              <a:ext uri="{FF2B5EF4-FFF2-40B4-BE49-F238E27FC236}">
                <a16:creationId xmlns:a16="http://schemas.microsoft.com/office/drawing/2014/main" id="{30ED9AE0-4A95-1149-54D1-95C8A8E88F6B}"/>
              </a:ext>
            </a:extLst>
          </p:cNvPr>
          <p:cNvGrpSpPr/>
          <p:nvPr/>
        </p:nvGrpSpPr>
        <p:grpSpPr>
          <a:xfrm>
            <a:off x="-1284967" y="2542366"/>
            <a:ext cx="4405458" cy="4045170"/>
            <a:chOff x="-900250" y="629388"/>
            <a:chExt cx="4405458" cy="4045170"/>
          </a:xfrm>
        </p:grpSpPr>
        <p:sp>
          <p:nvSpPr>
            <p:cNvPr id="3" name="Google Shape;1029;p47">
              <a:extLst>
                <a:ext uri="{FF2B5EF4-FFF2-40B4-BE49-F238E27FC236}">
                  <a16:creationId xmlns:a16="http://schemas.microsoft.com/office/drawing/2014/main" id="{8AC4F943-6CDF-9091-05A4-F5F4B4601DE9}"/>
                </a:ext>
              </a:extLst>
            </p:cNvPr>
            <p:cNvSpPr/>
            <p:nvPr/>
          </p:nvSpPr>
          <p:spPr>
            <a:xfrm>
              <a:off x="2726408" y="4185198"/>
              <a:ext cx="236886" cy="76978"/>
            </a:xfrm>
            <a:custGeom>
              <a:avLst/>
              <a:gdLst/>
              <a:ahLst/>
              <a:cxnLst/>
              <a:rect l="l" t="t" r="r" b="b"/>
              <a:pathLst>
                <a:path w="7564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64" y="2458"/>
                  </a:lnTo>
                  <a:lnTo>
                    <a:pt x="7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30;p47">
              <a:extLst>
                <a:ext uri="{FF2B5EF4-FFF2-40B4-BE49-F238E27FC236}">
                  <a16:creationId xmlns:a16="http://schemas.microsoft.com/office/drawing/2014/main" id="{2DEA40CD-AE02-D1E1-CF78-723E93DC208D}"/>
                </a:ext>
              </a:extLst>
            </p:cNvPr>
            <p:cNvSpPr/>
            <p:nvPr/>
          </p:nvSpPr>
          <p:spPr>
            <a:xfrm>
              <a:off x="-900250" y="838565"/>
              <a:ext cx="4405458" cy="3626806"/>
            </a:xfrm>
            <a:custGeom>
              <a:avLst/>
              <a:gdLst/>
              <a:ahLst/>
              <a:cxnLst/>
              <a:rect l="l" t="t" r="r" b="b"/>
              <a:pathLst>
                <a:path w="191064" h="157294" extrusionOk="0">
                  <a:moveTo>
                    <a:pt x="113237" y="0"/>
                  </a:moveTo>
                  <a:cubicBezTo>
                    <a:pt x="104842" y="0"/>
                    <a:pt x="96326" y="4897"/>
                    <a:pt x="89808" y="10733"/>
                  </a:cubicBezTo>
                  <a:cubicBezTo>
                    <a:pt x="81189" y="18547"/>
                    <a:pt x="73752" y="28339"/>
                    <a:pt x="63049" y="32727"/>
                  </a:cubicBezTo>
                  <a:cubicBezTo>
                    <a:pt x="53201" y="36794"/>
                    <a:pt x="42014" y="35617"/>
                    <a:pt x="31366" y="36422"/>
                  </a:cubicBezTo>
                  <a:cubicBezTo>
                    <a:pt x="20714" y="37171"/>
                    <a:pt x="8996" y="40917"/>
                    <a:pt x="4338" y="50709"/>
                  </a:cubicBezTo>
                  <a:cubicBezTo>
                    <a:pt x="1" y="59914"/>
                    <a:pt x="3537" y="71637"/>
                    <a:pt x="10225" y="79609"/>
                  </a:cubicBezTo>
                  <a:cubicBezTo>
                    <a:pt x="19430" y="90582"/>
                    <a:pt x="24409" y="104548"/>
                    <a:pt x="20770" y="119160"/>
                  </a:cubicBezTo>
                  <a:cubicBezTo>
                    <a:pt x="19323" y="124992"/>
                    <a:pt x="16595" y="130720"/>
                    <a:pt x="17345" y="136659"/>
                  </a:cubicBezTo>
                  <a:cubicBezTo>
                    <a:pt x="18252" y="143457"/>
                    <a:pt x="23767" y="148968"/>
                    <a:pt x="30189" y="151271"/>
                  </a:cubicBezTo>
                  <a:cubicBezTo>
                    <a:pt x="33271" y="152374"/>
                    <a:pt x="36512" y="152838"/>
                    <a:pt x="39779" y="152838"/>
                  </a:cubicBezTo>
                  <a:cubicBezTo>
                    <a:pt x="43318" y="152838"/>
                    <a:pt x="46887" y="152294"/>
                    <a:pt x="50312" y="151430"/>
                  </a:cubicBezTo>
                  <a:cubicBezTo>
                    <a:pt x="57259" y="149716"/>
                    <a:pt x="64784" y="147567"/>
                    <a:pt x="72116" y="147567"/>
                  </a:cubicBezTo>
                  <a:cubicBezTo>
                    <a:pt x="73708" y="147567"/>
                    <a:pt x="75291" y="147668"/>
                    <a:pt x="76856" y="147897"/>
                  </a:cubicBezTo>
                  <a:cubicBezTo>
                    <a:pt x="84777" y="149075"/>
                    <a:pt x="91036" y="155231"/>
                    <a:pt x="99334" y="156623"/>
                  </a:cubicBezTo>
                  <a:cubicBezTo>
                    <a:pt x="101955" y="157053"/>
                    <a:pt x="104623" y="157293"/>
                    <a:pt x="107281" y="157293"/>
                  </a:cubicBezTo>
                  <a:cubicBezTo>
                    <a:pt x="112219" y="157293"/>
                    <a:pt x="117126" y="156464"/>
                    <a:pt x="121648" y="154482"/>
                  </a:cubicBezTo>
                  <a:cubicBezTo>
                    <a:pt x="127270" y="151965"/>
                    <a:pt x="133101" y="147790"/>
                    <a:pt x="139365" y="145971"/>
                  </a:cubicBezTo>
                  <a:cubicBezTo>
                    <a:pt x="142212" y="145190"/>
                    <a:pt x="144975" y="144895"/>
                    <a:pt x="147715" y="144895"/>
                  </a:cubicBezTo>
                  <a:cubicBezTo>
                    <a:pt x="148733" y="144895"/>
                    <a:pt x="149747" y="144935"/>
                    <a:pt x="150762" y="145007"/>
                  </a:cubicBezTo>
                  <a:cubicBezTo>
                    <a:pt x="154829" y="145328"/>
                    <a:pt x="158952" y="146133"/>
                    <a:pt x="163127" y="146776"/>
                  </a:cubicBezTo>
                  <a:cubicBezTo>
                    <a:pt x="165495" y="147147"/>
                    <a:pt x="168164" y="147443"/>
                    <a:pt x="170829" y="147443"/>
                  </a:cubicBezTo>
                  <a:cubicBezTo>
                    <a:pt x="177374" y="147443"/>
                    <a:pt x="183892" y="145661"/>
                    <a:pt x="185870" y="138855"/>
                  </a:cubicBezTo>
                  <a:cubicBezTo>
                    <a:pt x="188815" y="128794"/>
                    <a:pt x="184371" y="118570"/>
                    <a:pt x="179876" y="109848"/>
                  </a:cubicBezTo>
                  <a:cubicBezTo>
                    <a:pt x="176934" y="104175"/>
                    <a:pt x="173561" y="97270"/>
                    <a:pt x="174687" y="90689"/>
                  </a:cubicBezTo>
                  <a:cubicBezTo>
                    <a:pt x="175864" y="83783"/>
                    <a:pt x="181430" y="77309"/>
                    <a:pt x="184585" y="71208"/>
                  </a:cubicBezTo>
                  <a:cubicBezTo>
                    <a:pt x="188225" y="64195"/>
                    <a:pt x="191063" y="55740"/>
                    <a:pt x="187903" y="48461"/>
                  </a:cubicBezTo>
                  <a:cubicBezTo>
                    <a:pt x="184585" y="40810"/>
                    <a:pt x="174738" y="35510"/>
                    <a:pt x="167301" y="32834"/>
                  </a:cubicBezTo>
                  <a:cubicBezTo>
                    <a:pt x="158738" y="29730"/>
                    <a:pt x="149585" y="27482"/>
                    <a:pt x="142469" y="21595"/>
                  </a:cubicBezTo>
                  <a:cubicBezTo>
                    <a:pt x="134977" y="15443"/>
                    <a:pt x="130160" y="5703"/>
                    <a:pt x="121434" y="1742"/>
                  </a:cubicBezTo>
                  <a:cubicBezTo>
                    <a:pt x="118766" y="533"/>
                    <a:pt x="116008" y="0"/>
                    <a:pt x="113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31;p47">
              <a:extLst>
                <a:ext uri="{FF2B5EF4-FFF2-40B4-BE49-F238E27FC236}">
                  <a16:creationId xmlns:a16="http://schemas.microsoft.com/office/drawing/2014/main" id="{F4FAC0CD-2C5C-E2E3-31E4-BE42A9B1CF15}"/>
                </a:ext>
              </a:extLst>
            </p:cNvPr>
            <p:cNvSpPr/>
            <p:nvPr/>
          </p:nvSpPr>
          <p:spPr>
            <a:xfrm>
              <a:off x="2065932" y="1593964"/>
              <a:ext cx="897372" cy="2591304"/>
            </a:xfrm>
            <a:custGeom>
              <a:avLst/>
              <a:gdLst/>
              <a:ahLst/>
              <a:cxnLst/>
              <a:rect l="l" t="t" r="r" b="b"/>
              <a:pathLst>
                <a:path w="28654" h="82743" extrusionOk="0">
                  <a:moveTo>
                    <a:pt x="0" y="1"/>
                  </a:moveTo>
                  <a:lnTo>
                    <a:pt x="0" y="82742"/>
                  </a:lnTo>
                  <a:lnTo>
                    <a:pt x="28654" y="82742"/>
                  </a:lnTo>
                  <a:lnTo>
                    <a:pt x="28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32;p47">
              <a:extLst>
                <a:ext uri="{FF2B5EF4-FFF2-40B4-BE49-F238E27FC236}">
                  <a16:creationId xmlns:a16="http://schemas.microsoft.com/office/drawing/2014/main" id="{0E6DCC56-DEBA-B1EF-BEC0-8DFEB2803E71}"/>
                </a:ext>
              </a:extLst>
            </p:cNvPr>
            <p:cNvSpPr/>
            <p:nvPr/>
          </p:nvSpPr>
          <p:spPr>
            <a:xfrm>
              <a:off x="2134547" y="1664960"/>
              <a:ext cx="760170" cy="760170"/>
            </a:xfrm>
            <a:custGeom>
              <a:avLst/>
              <a:gdLst/>
              <a:ahLst/>
              <a:cxnLst/>
              <a:rect l="l" t="t" r="r" b="b"/>
              <a:pathLst>
                <a:path w="24273" h="24273" extrusionOk="0">
                  <a:moveTo>
                    <a:pt x="0" y="1"/>
                  </a:moveTo>
                  <a:lnTo>
                    <a:pt x="0" y="24273"/>
                  </a:lnTo>
                  <a:lnTo>
                    <a:pt x="24272" y="24273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33;p47">
              <a:extLst>
                <a:ext uri="{FF2B5EF4-FFF2-40B4-BE49-F238E27FC236}">
                  <a16:creationId xmlns:a16="http://schemas.microsoft.com/office/drawing/2014/main" id="{3A46A6E6-E57D-A2ED-2E0E-A5CD8E16B302}"/>
                </a:ext>
              </a:extLst>
            </p:cNvPr>
            <p:cNvSpPr/>
            <p:nvPr/>
          </p:nvSpPr>
          <p:spPr>
            <a:xfrm>
              <a:off x="2134547" y="2515186"/>
              <a:ext cx="760170" cy="760765"/>
            </a:xfrm>
            <a:custGeom>
              <a:avLst/>
              <a:gdLst/>
              <a:ahLst/>
              <a:cxnLst/>
              <a:rect l="l" t="t" r="r" b="b"/>
              <a:pathLst>
                <a:path w="24273" h="24292" extrusionOk="0">
                  <a:moveTo>
                    <a:pt x="0" y="1"/>
                  </a:moveTo>
                  <a:lnTo>
                    <a:pt x="0" y="24291"/>
                  </a:lnTo>
                  <a:lnTo>
                    <a:pt x="24272" y="24291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34;p47">
              <a:extLst>
                <a:ext uri="{FF2B5EF4-FFF2-40B4-BE49-F238E27FC236}">
                  <a16:creationId xmlns:a16="http://schemas.microsoft.com/office/drawing/2014/main" id="{249FE99A-291D-DF03-5E1F-76079EB46E38}"/>
                </a:ext>
              </a:extLst>
            </p:cNvPr>
            <p:cNvSpPr/>
            <p:nvPr/>
          </p:nvSpPr>
          <p:spPr>
            <a:xfrm>
              <a:off x="2134547" y="3396416"/>
              <a:ext cx="760170" cy="327612"/>
            </a:xfrm>
            <a:custGeom>
              <a:avLst/>
              <a:gdLst/>
              <a:ahLst/>
              <a:cxnLst/>
              <a:rect l="l" t="t" r="r" b="b"/>
              <a:pathLst>
                <a:path w="24273" h="10461" extrusionOk="0">
                  <a:moveTo>
                    <a:pt x="0" y="1"/>
                  </a:moveTo>
                  <a:lnTo>
                    <a:pt x="0" y="10460"/>
                  </a:lnTo>
                  <a:lnTo>
                    <a:pt x="24272" y="10460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35;p47">
              <a:extLst>
                <a:ext uri="{FF2B5EF4-FFF2-40B4-BE49-F238E27FC236}">
                  <a16:creationId xmlns:a16="http://schemas.microsoft.com/office/drawing/2014/main" id="{EFF09973-04E3-EAE6-223D-69C4548FE4A3}"/>
                </a:ext>
              </a:extLst>
            </p:cNvPr>
            <p:cNvSpPr/>
            <p:nvPr/>
          </p:nvSpPr>
          <p:spPr>
            <a:xfrm>
              <a:off x="2365448" y="3535432"/>
              <a:ext cx="298362" cy="49576"/>
            </a:xfrm>
            <a:custGeom>
              <a:avLst/>
              <a:gdLst/>
              <a:ahLst/>
              <a:cxnLst/>
              <a:rect l="l" t="t" r="r" b="b"/>
              <a:pathLst>
                <a:path w="9527" h="1583" extrusionOk="0">
                  <a:moveTo>
                    <a:pt x="0" y="1"/>
                  </a:moveTo>
                  <a:lnTo>
                    <a:pt x="0" y="1582"/>
                  </a:lnTo>
                  <a:lnTo>
                    <a:pt x="9526" y="1582"/>
                  </a:lnTo>
                  <a:lnTo>
                    <a:pt x="9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36;p47">
              <a:extLst>
                <a:ext uri="{FF2B5EF4-FFF2-40B4-BE49-F238E27FC236}">
                  <a16:creationId xmlns:a16="http://schemas.microsoft.com/office/drawing/2014/main" id="{25B02A4A-4A5B-A403-0E60-B32B8685BBD2}"/>
                </a:ext>
              </a:extLst>
            </p:cNvPr>
            <p:cNvSpPr/>
            <p:nvPr/>
          </p:nvSpPr>
          <p:spPr>
            <a:xfrm>
              <a:off x="2134547" y="3757408"/>
              <a:ext cx="760170" cy="326986"/>
            </a:xfrm>
            <a:custGeom>
              <a:avLst/>
              <a:gdLst/>
              <a:ahLst/>
              <a:cxnLst/>
              <a:rect l="l" t="t" r="r" b="b"/>
              <a:pathLst>
                <a:path w="24273" h="10441" extrusionOk="0">
                  <a:moveTo>
                    <a:pt x="0" y="0"/>
                  </a:moveTo>
                  <a:lnTo>
                    <a:pt x="0" y="10441"/>
                  </a:lnTo>
                  <a:lnTo>
                    <a:pt x="24272" y="10441"/>
                  </a:lnTo>
                  <a:lnTo>
                    <a:pt x="24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37;p47">
              <a:extLst>
                <a:ext uri="{FF2B5EF4-FFF2-40B4-BE49-F238E27FC236}">
                  <a16:creationId xmlns:a16="http://schemas.microsoft.com/office/drawing/2014/main" id="{6548BE6C-8DEA-3B88-026B-973416395CF4}"/>
                </a:ext>
              </a:extLst>
            </p:cNvPr>
            <p:cNvSpPr/>
            <p:nvPr/>
          </p:nvSpPr>
          <p:spPr>
            <a:xfrm>
              <a:off x="2365448" y="3895829"/>
              <a:ext cx="298362" cy="50139"/>
            </a:xfrm>
            <a:custGeom>
              <a:avLst/>
              <a:gdLst/>
              <a:ahLst/>
              <a:cxnLst/>
              <a:rect l="l" t="t" r="r" b="b"/>
              <a:pathLst>
                <a:path w="9527" h="1601" extrusionOk="0">
                  <a:moveTo>
                    <a:pt x="0" y="0"/>
                  </a:moveTo>
                  <a:lnTo>
                    <a:pt x="0" y="1601"/>
                  </a:lnTo>
                  <a:lnTo>
                    <a:pt x="9526" y="1601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38;p47">
              <a:extLst>
                <a:ext uri="{FF2B5EF4-FFF2-40B4-BE49-F238E27FC236}">
                  <a16:creationId xmlns:a16="http://schemas.microsoft.com/office/drawing/2014/main" id="{B1315F35-81F1-AC5F-DEEC-BBBE2F8D3900}"/>
                </a:ext>
              </a:extLst>
            </p:cNvPr>
            <p:cNvSpPr/>
            <p:nvPr/>
          </p:nvSpPr>
          <p:spPr>
            <a:xfrm>
              <a:off x="2065932" y="4185198"/>
              <a:ext cx="237481" cy="76978"/>
            </a:xfrm>
            <a:custGeom>
              <a:avLst/>
              <a:gdLst/>
              <a:ahLst/>
              <a:cxnLst/>
              <a:rect l="l" t="t" r="r" b="b"/>
              <a:pathLst>
                <a:path w="7583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83" y="2458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39;p47">
              <a:extLst>
                <a:ext uri="{FF2B5EF4-FFF2-40B4-BE49-F238E27FC236}">
                  <a16:creationId xmlns:a16="http://schemas.microsoft.com/office/drawing/2014/main" id="{0705A96B-5B0D-837D-9129-4EC6280DE452}"/>
                </a:ext>
              </a:extLst>
            </p:cNvPr>
            <p:cNvSpPr/>
            <p:nvPr/>
          </p:nvSpPr>
          <p:spPr>
            <a:xfrm>
              <a:off x="2174508" y="2804555"/>
              <a:ext cx="125333" cy="471391"/>
            </a:xfrm>
            <a:custGeom>
              <a:avLst/>
              <a:gdLst/>
              <a:ahLst/>
              <a:cxnLst/>
              <a:rect l="l" t="t" r="r" b="b"/>
              <a:pathLst>
                <a:path w="4002" h="15052" extrusionOk="0">
                  <a:moveTo>
                    <a:pt x="1" y="1"/>
                  </a:moveTo>
                  <a:lnTo>
                    <a:pt x="1" y="15051"/>
                  </a:lnTo>
                  <a:lnTo>
                    <a:pt x="4001" y="15051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40;p47">
              <a:extLst>
                <a:ext uri="{FF2B5EF4-FFF2-40B4-BE49-F238E27FC236}">
                  <a16:creationId xmlns:a16="http://schemas.microsoft.com/office/drawing/2014/main" id="{D2E54959-40D9-D750-642C-B088CCF60714}"/>
                </a:ext>
              </a:extLst>
            </p:cNvPr>
            <p:cNvSpPr/>
            <p:nvPr/>
          </p:nvSpPr>
          <p:spPr>
            <a:xfrm>
              <a:off x="2174508" y="2858264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4001" y="1124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41;p47">
              <a:extLst>
                <a:ext uri="{FF2B5EF4-FFF2-40B4-BE49-F238E27FC236}">
                  <a16:creationId xmlns:a16="http://schemas.microsoft.com/office/drawing/2014/main" id="{1292135C-2969-20C4-1061-D12FFE5B4316}"/>
                </a:ext>
              </a:extLst>
            </p:cNvPr>
            <p:cNvSpPr/>
            <p:nvPr/>
          </p:nvSpPr>
          <p:spPr>
            <a:xfrm>
              <a:off x="2174508" y="2927475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0"/>
                  </a:moveTo>
                  <a:lnTo>
                    <a:pt x="1" y="1143"/>
                  </a:lnTo>
                  <a:lnTo>
                    <a:pt x="4001" y="114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42;p47">
              <a:extLst>
                <a:ext uri="{FF2B5EF4-FFF2-40B4-BE49-F238E27FC236}">
                  <a16:creationId xmlns:a16="http://schemas.microsoft.com/office/drawing/2014/main" id="{A3EF79EA-1C76-42B0-DEB7-111A96F2296C}"/>
                </a:ext>
              </a:extLst>
            </p:cNvPr>
            <p:cNvSpPr/>
            <p:nvPr/>
          </p:nvSpPr>
          <p:spPr>
            <a:xfrm>
              <a:off x="2174508" y="3117193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1"/>
                  </a:moveTo>
                  <a:lnTo>
                    <a:pt x="1" y="1144"/>
                  </a:lnTo>
                  <a:lnTo>
                    <a:pt x="4001" y="1144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43;p47">
              <a:extLst>
                <a:ext uri="{FF2B5EF4-FFF2-40B4-BE49-F238E27FC236}">
                  <a16:creationId xmlns:a16="http://schemas.microsoft.com/office/drawing/2014/main" id="{C4BC6062-797A-CBE8-10E2-0BA5C668CD7D}"/>
                </a:ext>
              </a:extLst>
            </p:cNvPr>
            <p:cNvSpPr/>
            <p:nvPr/>
          </p:nvSpPr>
          <p:spPr>
            <a:xfrm>
              <a:off x="2174508" y="3186999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1"/>
                  </a:moveTo>
                  <a:lnTo>
                    <a:pt x="1" y="1125"/>
                  </a:lnTo>
                  <a:lnTo>
                    <a:pt x="4001" y="1125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44;p47">
              <a:extLst>
                <a:ext uri="{FF2B5EF4-FFF2-40B4-BE49-F238E27FC236}">
                  <a16:creationId xmlns:a16="http://schemas.microsoft.com/office/drawing/2014/main" id="{90751DAA-E054-50FD-AA46-70D05ED1435C}"/>
                </a:ext>
              </a:extLst>
            </p:cNvPr>
            <p:cNvSpPr/>
            <p:nvPr/>
          </p:nvSpPr>
          <p:spPr>
            <a:xfrm>
              <a:off x="2299807" y="2721628"/>
              <a:ext cx="86530" cy="554320"/>
            </a:xfrm>
            <a:custGeom>
              <a:avLst/>
              <a:gdLst/>
              <a:ahLst/>
              <a:cxnLst/>
              <a:rect l="l" t="t" r="r" b="b"/>
              <a:pathLst>
                <a:path w="2763" h="17700" extrusionOk="0">
                  <a:moveTo>
                    <a:pt x="0" y="0"/>
                  </a:moveTo>
                  <a:lnTo>
                    <a:pt x="0" y="17699"/>
                  </a:lnTo>
                  <a:lnTo>
                    <a:pt x="2763" y="17699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45;p47">
              <a:extLst>
                <a:ext uri="{FF2B5EF4-FFF2-40B4-BE49-F238E27FC236}">
                  <a16:creationId xmlns:a16="http://schemas.microsoft.com/office/drawing/2014/main" id="{B904C3E5-365D-AB95-161D-2DFA78AED904}"/>
                </a:ext>
              </a:extLst>
            </p:cNvPr>
            <p:cNvSpPr/>
            <p:nvPr/>
          </p:nvSpPr>
          <p:spPr>
            <a:xfrm>
              <a:off x="2322481" y="2768165"/>
              <a:ext cx="41183" cy="49544"/>
            </a:xfrm>
            <a:custGeom>
              <a:avLst/>
              <a:gdLst/>
              <a:ahLst/>
              <a:cxnLst/>
              <a:rect l="l" t="t" r="r" b="b"/>
              <a:pathLst>
                <a:path w="1315" h="1582" extrusionOk="0">
                  <a:moveTo>
                    <a:pt x="0" y="0"/>
                  </a:moveTo>
                  <a:lnTo>
                    <a:pt x="0" y="1582"/>
                  </a:lnTo>
                  <a:lnTo>
                    <a:pt x="1315" y="1582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46;p47">
              <a:extLst>
                <a:ext uri="{FF2B5EF4-FFF2-40B4-BE49-F238E27FC236}">
                  <a16:creationId xmlns:a16="http://schemas.microsoft.com/office/drawing/2014/main" id="{7CE6F49C-F202-19A7-9231-AE3BAC2B360F}"/>
                </a:ext>
              </a:extLst>
            </p:cNvPr>
            <p:cNvSpPr/>
            <p:nvPr/>
          </p:nvSpPr>
          <p:spPr>
            <a:xfrm>
              <a:off x="2386305" y="2858264"/>
              <a:ext cx="89537" cy="417681"/>
            </a:xfrm>
            <a:custGeom>
              <a:avLst/>
              <a:gdLst/>
              <a:ahLst/>
              <a:cxnLst/>
              <a:rect l="l" t="t" r="r" b="b"/>
              <a:pathLst>
                <a:path w="2859" h="13337" extrusionOk="0">
                  <a:moveTo>
                    <a:pt x="1" y="0"/>
                  </a:moveTo>
                  <a:lnTo>
                    <a:pt x="1" y="13336"/>
                  </a:lnTo>
                  <a:lnTo>
                    <a:pt x="2859" y="13336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47;p47">
              <a:extLst>
                <a:ext uri="{FF2B5EF4-FFF2-40B4-BE49-F238E27FC236}">
                  <a16:creationId xmlns:a16="http://schemas.microsoft.com/office/drawing/2014/main" id="{B2CEDD4B-1949-8D8E-0ACE-206B17414AA6}"/>
                </a:ext>
              </a:extLst>
            </p:cNvPr>
            <p:cNvSpPr/>
            <p:nvPr/>
          </p:nvSpPr>
          <p:spPr>
            <a:xfrm>
              <a:off x="2475809" y="2735345"/>
              <a:ext cx="125333" cy="540603"/>
            </a:xfrm>
            <a:custGeom>
              <a:avLst/>
              <a:gdLst/>
              <a:ahLst/>
              <a:cxnLst/>
              <a:rect l="l" t="t" r="r" b="b"/>
              <a:pathLst>
                <a:path w="4002" h="17262" extrusionOk="0">
                  <a:moveTo>
                    <a:pt x="1" y="1"/>
                  </a:moveTo>
                  <a:lnTo>
                    <a:pt x="1" y="17261"/>
                  </a:lnTo>
                  <a:lnTo>
                    <a:pt x="4002" y="17261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48;p47">
              <a:extLst>
                <a:ext uri="{FF2B5EF4-FFF2-40B4-BE49-F238E27FC236}">
                  <a16:creationId xmlns:a16="http://schemas.microsoft.com/office/drawing/2014/main" id="{365AC90D-940D-A63D-328C-89CC324727E8}"/>
                </a:ext>
              </a:extLst>
            </p:cNvPr>
            <p:cNvSpPr/>
            <p:nvPr/>
          </p:nvSpPr>
          <p:spPr>
            <a:xfrm>
              <a:off x="2475809" y="2796789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6"/>
                  </a:lnTo>
                  <a:lnTo>
                    <a:pt x="4002" y="131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9;p47">
              <a:extLst>
                <a:ext uri="{FF2B5EF4-FFF2-40B4-BE49-F238E27FC236}">
                  <a16:creationId xmlns:a16="http://schemas.microsoft.com/office/drawing/2014/main" id="{54051E00-4A14-2B57-EC55-C5AA9F5E53C9}"/>
                </a:ext>
              </a:extLst>
            </p:cNvPr>
            <p:cNvSpPr/>
            <p:nvPr/>
          </p:nvSpPr>
          <p:spPr>
            <a:xfrm>
              <a:off x="2475809" y="2876741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50;p47">
              <a:extLst>
                <a:ext uri="{FF2B5EF4-FFF2-40B4-BE49-F238E27FC236}">
                  <a16:creationId xmlns:a16="http://schemas.microsoft.com/office/drawing/2014/main" id="{CA12F785-5075-6C56-010C-161C892129A0}"/>
                </a:ext>
              </a:extLst>
            </p:cNvPr>
            <p:cNvSpPr/>
            <p:nvPr/>
          </p:nvSpPr>
          <p:spPr>
            <a:xfrm>
              <a:off x="2475809" y="3093925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5"/>
                  </a:lnTo>
                  <a:lnTo>
                    <a:pt x="4002" y="1315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51;p47">
              <a:extLst>
                <a:ext uri="{FF2B5EF4-FFF2-40B4-BE49-F238E27FC236}">
                  <a16:creationId xmlns:a16="http://schemas.microsoft.com/office/drawing/2014/main" id="{E15BE2E2-C703-46CD-8EBD-ED20DD529EAD}"/>
                </a:ext>
              </a:extLst>
            </p:cNvPr>
            <p:cNvSpPr/>
            <p:nvPr/>
          </p:nvSpPr>
          <p:spPr>
            <a:xfrm>
              <a:off x="2475809" y="3173877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52;p47">
              <a:extLst>
                <a:ext uri="{FF2B5EF4-FFF2-40B4-BE49-F238E27FC236}">
                  <a16:creationId xmlns:a16="http://schemas.microsoft.com/office/drawing/2014/main" id="{18F77AEC-9290-96CB-9645-412ABD9AEEEA}"/>
                </a:ext>
              </a:extLst>
            </p:cNvPr>
            <p:cNvSpPr/>
            <p:nvPr/>
          </p:nvSpPr>
          <p:spPr>
            <a:xfrm>
              <a:off x="2601108" y="2641081"/>
              <a:ext cx="86562" cy="634868"/>
            </a:xfrm>
            <a:custGeom>
              <a:avLst/>
              <a:gdLst/>
              <a:ahLst/>
              <a:cxnLst/>
              <a:rect l="l" t="t" r="r" b="b"/>
              <a:pathLst>
                <a:path w="2764" h="20272" extrusionOk="0">
                  <a:moveTo>
                    <a:pt x="1" y="0"/>
                  </a:moveTo>
                  <a:lnTo>
                    <a:pt x="1" y="20271"/>
                  </a:lnTo>
                  <a:lnTo>
                    <a:pt x="2763" y="20271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53;p47">
              <a:extLst>
                <a:ext uri="{FF2B5EF4-FFF2-40B4-BE49-F238E27FC236}">
                  <a16:creationId xmlns:a16="http://schemas.microsoft.com/office/drawing/2014/main" id="{856E2C17-9C1A-4E8A-59CE-4E97D8B07CEB}"/>
                </a:ext>
              </a:extLst>
            </p:cNvPr>
            <p:cNvSpPr/>
            <p:nvPr/>
          </p:nvSpPr>
          <p:spPr>
            <a:xfrm>
              <a:off x="2623782" y="2693599"/>
              <a:ext cx="41214" cy="57280"/>
            </a:xfrm>
            <a:custGeom>
              <a:avLst/>
              <a:gdLst/>
              <a:ahLst/>
              <a:cxnLst/>
              <a:rect l="l" t="t" r="r" b="b"/>
              <a:pathLst>
                <a:path w="1316" h="1829" extrusionOk="0">
                  <a:moveTo>
                    <a:pt x="1" y="0"/>
                  </a:moveTo>
                  <a:lnTo>
                    <a:pt x="1" y="1829"/>
                  </a:lnTo>
                  <a:lnTo>
                    <a:pt x="1315" y="1829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54;p47">
              <a:extLst>
                <a:ext uri="{FF2B5EF4-FFF2-40B4-BE49-F238E27FC236}">
                  <a16:creationId xmlns:a16="http://schemas.microsoft.com/office/drawing/2014/main" id="{107755C1-C567-5BD2-7E63-1A4D092AC36B}"/>
                </a:ext>
              </a:extLst>
            </p:cNvPr>
            <p:cNvSpPr/>
            <p:nvPr/>
          </p:nvSpPr>
          <p:spPr>
            <a:xfrm>
              <a:off x="2300997" y="1863040"/>
              <a:ext cx="427233" cy="562086"/>
            </a:xfrm>
            <a:custGeom>
              <a:avLst/>
              <a:gdLst/>
              <a:ahLst/>
              <a:cxnLst/>
              <a:rect l="l" t="t" r="r" b="b"/>
              <a:pathLst>
                <a:path w="13642" h="17948" extrusionOk="0">
                  <a:moveTo>
                    <a:pt x="1" y="1"/>
                  </a:moveTo>
                  <a:lnTo>
                    <a:pt x="1" y="17948"/>
                  </a:lnTo>
                  <a:lnTo>
                    <a:pt x="13642" y="17948"/>
                  </a:lnTo>
                  <a:lnTo>
                    <a:pt x="136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55;p47">
              <a:extLst>
                <a:ext uri="{FF2B5EF4-FFF2-40B4-BE49-F238E27FC236}">
                  <a16:creationId xmlns:a16="http://schemas.microsoft.com/office/drawing/2014/main" id="{D0BB9F0A-C155-CAAB-FD88-6ECDA64E6471}"/>
                </a:ext>
              </a:extLst>
            </p:cNvPr>
            <p:cNvSpPr/>
            <p:nvPr/>
          </p:nvSpPr>
          <p:spPr>
            <a:xfrm>
              <a:off x="2343369" y="1899462"/>
              <a:ext cx="343083" cy="489868"/>
            </a:xfrm>
            <a:custGeom>
              <a:avLst/>
              <a:gdLst/>
              <a:ahLst/>
              <a:cxnLst/>
              <a:rect l="l" t="t" r="r" b="b"/>
              <a:pathLst>
                <a:path w="10955" h="15642" extrusionOk="0">
                  <a:moveTo>
                    <a:pt x="0" y="0"/>
                  </a:moveTo>
                  <a:lnTo>
                    <a:pt x="0" y="15642"/>
                  </a:lnTo>
                  <a:lnTo>
                    <a:pt x="10955" y="15642"/>
                  </a:lnTo>
                  <a:lnTo>
                    <a:pt x="109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56;p47">
              <a:extLst>
                <a:ext uri="{FF2B5EF4-FFF2-40B4-BE49-F238E27FC236}">
                  <a16:creationId xmlns:a16="http://schemas.microsoft.com/office/drawing/2014/main" id="{CEAE79ED-F96A-027D-DB7A-771FE343A383}"/>
                </a:ext>
              </a:extLst>
            </p:cNvPr>
            <p:cNvSpPr/>
            <p:nvPr/>
          </p:nvSpPr>
          <p:spPr>
            <a:xfrm>
              <a:off x="2401243" y="1982389"/>
              <a:ext cx="226739" cy="323416"/>
            </a:xfrm>
            <a:custGeom>
              <a:avLst/>
              <a:gdLst/>
              <a:ahLst/>
              <a:cxnLst/>
              <a:rect l="l" t="t" r="r" b="b"/>
              <a:pathLst>
                <a:path w="7240" h="10327" extrusionOk="0">
                  <a:moveTo>
                    <a:pt x="0" y="0"/>
                  </a:moveTo>
                  <a:lnTo>
                    <a:pt x="0" y="10326"/>
                  </a:lnTo>
                  <a:lnTo>
                    <a:pt x="7240" y="10326"/>
                  </a:lnTo>
                  <a:lnTo>
                    <a:pt x="724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57;p47">
              <a:extLst>
                <a:ext uri="{FF2B5EF4-FFF2-40B4-BE49-F238E27FC236}">
                  <a16:creationId xmlns:a16="http://schemas.microsoft.com/office/drawing/2014/main" id="{D47A8CDC-639A-4979-DCD7-BA1FD701A832}"/>
                </a:ext>
              </a:extLst>
            </p:cNvPr>
            <p:cNvSpPr/>
            <p:nvPr/>
          </p:nvSpPr>
          <p:spPr>
            <a:xfrm>
              <a:off x="2547400" y="2047403"/>
              <a:ext cx="287025" cy="377720"/>
            </a:xfrm>
            <a:custGeom>
              <a:avLst/>
              <a:gdLst/>
              <a:ahLst/>
              <a:cxnLst/>
              <a:rect l="l" t="t" r="r" b="b"/>
              <a:pathLst>
                <a:path w="9165" h="12061" extrusionOk="0">
                  <a:moveTo>
                    <a:pt x="1" y="1"/>
                  </a:moveTo>
                  <a:lnTo>
                    <a:pt x="1" y="12061"/>
                  </a:lnTo>
                  <a:lnTo>
                    <a:pt x="9165" y="12061"/>
                  </a:lnTo>
                  <a:lnTo>
                    <a:pt x="9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58;p47">
              <a:extLst>
                <a:ext uri="{FF2B5EF4-FFF2-40B4-BE49-F238E27FC236}">
                  <a16:creationId xmlns:a16="http://schemas.microsoft.com/office/drawing/2014/main" id="{9CFB01F5-5E63-B60D-1DB4-892E1314E453}"/>
                </a:ext>
              </a:extLst>
            </p:cNvPr>
            <p:cNvSpPr/>
            <p:nvPr/>
          </p:nvSpPr>
          <p:spPr>
            <a:xfrm>
              <a:off x="2576055" y="2071893"/>
              <a:ext cx="230340" cy="329366"/>
            </a:xfrm>
            <a:custGeom>
              <a:avLst/>
              <a:gdLst/>
              <a:ahLst/>
              <a:cxnLst/>
              <a:rect l="l" t="t" r="r" b="b"/>
              <a:pathLst>
                <a:path w="7355" h="10517" extrusionOk="0">
                  <a:moveTo>
                    <a:pt x="0" y="0"/>
                  </a:moveTo>
                  <a:lnTo>
                    <a:pt x="0" y="10517"/>
                  </a:lnTo>
                  <a:lnTo>
                    <a:pt x="7354" y="10517"/>
                  </a:lnTo>
                  <a:lnTo>
                    <a:pt x="7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59;p47">
              <a:extLst>
                <a:ext uri="{FF2B5EF4-FFF2-40B4-BE49-F238E27FC236}">
                  <a16:creationId xmlns:a16="http://schemas.microsoft.com/office/drawing/2014/main" id="{B3D2C2FB-8279-7FED-E6D5-B11E6DA9D6FE}"/>
                </a:ext>
              </a:extLst>
            </p:cNvPr>
            <p:cNvSpPr/>
            <p:nvPr/>
          </p:nvSpPr>
          <p:spPr>
            <a:xfrm>
              <a:off x="2614825" y="2127951"/>
              <a:ext cx="152172" cy="217218"/>
            </a:xfrm>
            <a:custGeom>
              <a:avLst/>
              <a:gdLst/>
              <a:ahLst/>
              <a:cxnLst/>
              <a:rect l="l" t="t" r="r" b="b"/>
              <a:pathLst>
                <a:path w="4859" h="6936" extrusionOk="0">
                  <a:moveTo>
                    <a:pt x="1" y="1"/>
                  </a:moveTo>
                  <a:lnTo>
                    <a:pt x="1" y="6936"/>
                  </a:lnTo>
                  <a:lnTo>
                    <a:pt x="4859" y="6936"/>
                  </a:lnTo>
                  <a:lnTo>
                    <a:pt x="48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0;p47">
              <a:extLst>
                <a:ext uri="{FF2B5EF4-FFF2-40B4-BE49-F238E27FC236}">
                  <a16:creationId xmlns:a16="http://schemas.microsoft.com/office/drawing/2014/main" id="{01D59401-3DCE-2C3E-F583-BA587C1D8154}"/>
                </a:ext>
              </a:extLst>
            </p:cNvPr>
            <p:cNvSpPr/>
            <p:nvPr/>
          </p:nvSpPr>
          <p:spPr>
            <a:xfrm>
              <a:off x="2230002" y="2198978"/>
              <a:ext cx="171275" cy="226144"/>
            </a:xfrm>
            <a:custGeom>
              <a:avLst/>
              <a:gdLst/>
              <a:ahLst/>
              <a:cxnLst/>
              <a:rect l="l" t="t" r="r" b="b"/>
              <a:pathLst>
                <a:path w="5469" h="7221" extrusionOk="0">
                  <a:moveTo>
                    <a:pt x="0" y="0"/>
                  </a:moveTo>
                  <a:lnTo>
                    <a:pt x="0" y="7221"/>
                  </a:lnTo>
                  <a:lnTo>
                    <a:pt x="5468" y="7221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1;p47">
              <a:extLst>
                <a:ext uri="{FF2B5EF4-FFF2-40B4-BE49-F238E27FC236}">
                  <a16:creationId xmlns:a16="http://schemas.microsoft.com/office/drawing/2014/main" id="{9714D2E5-FB11-A42F-700C-FFBFBD8949CC}"/>
                </a:ext>
              </a:extLst>
            </p:cNvPr>
            <p:cNvSpPr/>
            <p:nvPr/>
          </p:nvSpPr>
          <p:spPr>
            <a:xfrm>
              <a:off x="2246694" y="2213885"/>
              <a:ext cx="137860" cy="196924"/>
            </a:xfrm>
            <a:custGeom>
              <a:avLst/>
              <a:gdLst/>
              <a:ahLst/>
              <a:cxnLst/>
              <a:rect l="l" t="t" r="r" b="b"/>
              <a:pathLst>
                <a:path w="4402" h="6288" extrusionOk="0">
                  <a:moveTo>
                    <a:pt x="1" y="0"/>
                  </a:moveTo>
                  <a:lnTo>
                    <a:pt x="1" y="6287"/>
                  </a:lnTo>
                  <a:lnTo>
                    <a:pt x="4402" y="6287"/>
                  </a:lnTo>
                  <a:lnTo>
                    <a:pt x="4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2;p47">
              <a:extLst>
                <a:ext uri="{FF2B5EF4-FFF2-40B4-BE49-F238E27FC236}">
                  <a16:creationId xmlns:a16="http://schemas.microsoft.com/office/drawing/2014/main" id="{E965A3C3-436E-EC28-B321-5A94FC4E4A13}"/>
                </a:ext>
              </a:extLst>
            </p:cNvPr>
            <p:cNvSpPr/>
            <p:nvPr/>
          </p:nvSpPr>
          <p:spPr>
            <a:xfrm>
              <a:off x="2269962" y="2247300"/>
              <a:ext cx="91322" cy="130093"/>
            </a:xfrm>
            <a:custGeom>
              <a:avLst/>
              <a:gdLst/>
              <a:ahLst/>
              <a:cxnLst/>
              <a:rect l="l" t="t" r="r" b="b"/>
              <a:pathLst>
                <a:path w="2916" h="4154" extrusionOk="0">
                  <a:moveTo>
                    <a:pt x="1" y="0"/>
                  </a:moveTo>
                  <a:lnTo>
                    <a:pt x="1" y="4154"/>
                  </a:lnTo>
                  <a:lnTo>
                    <a:pt x="2916" y="4154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3;p47">
              <a:extLst>
                <a:ext uri="{FF2B5EF4-FFF2-40B4-BE49-F238E27FC236}">
                  <a16:creationId xmlns:a16="http://schemas.microsoft.com/office/drawing/2014/main" id="{861402FE-A3C0-10B0-E165-4615DB836F70}"/>
                </a:ext>
              </a:extLst>
            </p:cNvPr>
            <p:cNvSpPr/>
            <p:nvPr/>
          </p:nvSpPr>
          <p:spPr>
            <a:xfrm flipH="1">
              <a:off x="735827" y="4326835"/>
              <a:ext cx="939748" cy="347722"/>
            </a:xfrm>
            <a:custGeom>
              <a:avLst/>
              <a:gdLst/>
              <a:ahLst/>
              <a:cxnLst/>
              <a:rect l="l" t="t" r="r" b="b"/>
              <a:pathLst>
                <a:path w="48679" h="18012" extrusionOk="0">
                  <a:moveTo>
                    <a:pt x="8362" y="0"/>
                  </a:moveTo>
                  <a:lnTo>
                    <a:pt x="7690" y="19"/>
                  </a:lnTo>
                  <a:lnTo>
                    <a:pt x="7000" y="56"/>
                  </a:lnTo>
                  <a:lnTo>
                    <a:pt x="6328" y="112"/>
                  </a:lnTo>
                  <a:lnTo>
                    <a:pt x="5656" y="187"/>
                  </a:lnTo>
                  <a:lnTo>
                    <a:pt x="4984" y="318"/>
                  </a:lnTo>
                  <a:lnTo>
                    <a:pt x="4349" y="467"/>
                  </a:lnTo>
                  <a:lnTo>
                    <a:pt x="4032" y="542"/>
                  </a:lnTo>
                  <a:lnTo>
                    <a:pt x="3733" y="654"/>
                  </a:lnTo>
                  <a:lnTo>
                    <a:pt x="3435" y="766"/>
                  </a:lnTo>
                  <a:lnTo>
                    <a:pt x="3136" y="878"/>
                  </a:lnTo>
                  <a:lnTo>
                    <a:pt x="2856" y="1008"/>
                  </a:lnTo>
                  <a:lnTo>
                    <a:pt x="2576" y="1158"/>
                  </a:lnTo>
                  <a:lnTo>
                    <a:pt x="2315" y="1307"/>
                  </a:lnTo>
                  <a:lnTo>
                    <a:pt x="2054" y="1475"/>
                  </a:lnTo>
                  <a:lnTo>
                    <a:pt x="1811" y="1662"/>
                  </a:lnTo>
                  <a:lnTo>
                    <a:pt x="1587" y="1848"/>
                  </a:lnTo>
                  <a:lnTo>
                    <a:pt x="1363" y="2072"/>
                  </a:lnTo>
                  <a:lnTo>
                    <a:pt x="1158" y="2296"/>
                  </a:lnTo>
                  <a:lnTo>
                    <a:pt x="971" y="2520"/>
                  </a:lnTo>
                  <a:lnTo>
                    <a:pt x="784" y="2782"/>
                  </a:lnTo>
                  <a:lnTo>
                    <a:pt x="616" y="3043"/>
                  </a:lnTo>
                  <a:lnTo>
                    <a:pt x="467" y="3323"/>
                  </a:lnTo>
                  <a:lnTo>
                    <a:pt x="374" y="3547"/>
                  </a:lnTo>
                  <a:lnTo>
                    <a:pt x="280" y="3789"/>
                  </a:lnTo>
                  <a:lnTo>
                    <a:pt x="206" y="4013"/>
                  </a:lnTo>
                  <a:lnTo>
                    <a:pt x="150" y="4237"/>
                  </a:lnTo>
                  <a:lnTo>
                    <a:pt x="94" y="4480"/>
                  </a:lnTo>
                  <a:lnTo>
                    <a:pt x="56" y="4704"/>
                  </a:lnTo>
                  <a:lnTo>
                    <a:pt x="19" y="4947"/>
                  </a:lnTo>
                  <a:lnTo>
                    <a:pt x="0" y="5189"/>
                  </a:lnTo>
                  <a:lnTo>
                    <a:pt x="0" y="5656"/>
                  </a:lnTo>
                  <a:lnTo>
                    <a:pt x="38" y="6141"/>
                  </a:lnTo>
                  <a:lnTo>
                    <a:pt x="112" y="6626"/>
                  </a:lnTo>
                  <a:lnTo>
                    <a:pt x="224" y="7112"/>
                  </a:lnTo>
                  <a:lnTo>
                    <a:pt x="374" y="7578"/>
                  </a:lnTo>
                  <a:lnTo>
                    <a:pt x="542" y="8045"/>
                  </a:lnTo>
                  <a:lnTo>
                    <a:pt x="747" y="8512"/>
                  </a:lnTo>
                  <a:lnTo>
                    <a:pt x="971" y="8978"/>
                  </a:lnTo>
                  <a:lnTo>
                    <a:pt x="1214" y="9408"/>
                  </a:lnTo>
                  <a:lnTo>
                    <a:pt x="1494" y="9837"/>
                  </a:lnTo>
                  <a:lnTo>
                    <a:pt x="1774" y="10266"/>
                  </a:lnTo>
                  <a:lnTo>
                    <a:pt x="2072" y="10658"/>
                  </a:lnTo>
                  <a:lnTo>
                    <a:pt x="2371" y="11031"/>
                  </a:lnTo>
                  <a:lnTo>
                    <a:pt x="2670" y="11386"/>
                  </a:lnTo>
                  <a:lnTo>
                    <a:pt x="2987" y="11741"/>
                  </a:lnTo>
                  <a:lnTo>
                    <a:pt x="3323" y="12077"/>
                  </a:lnTo>
                  <a:lnTo>
                    <a:pt x="3659" y="12413"/>
                  </a:lnTo>
                  <a:lnTo>
                    <a:pt x="3995" y="12730"/>
                  </a:lnTo>
                  <a:lnTo>
                    <a:pt x="4349" y="13047"/>
                  </a:lnTo>
                  <a:lnTo>
                    <a:pt x="4704" y="13346"/>
                  </a:lnTo>
                  <a:lnTo>
                    <a:pt x="5077" y="13644"/>
                  </a:lnTo>
                  <a:lnTo>
                    <a:pt x="5451" y="13924"/>
                  </a:lnTo>
                  <a:lnTo>
                    <a:pt x="5843" y="14204"/>
                  </a:lnTo>
                  <a:lnTo>
                    <a:pt x="6235" y="14466"/>
                  </a:lnTo>
                  <a:lnTo>
                    <a:pt x="6626" y="14727"/>
                  </a:lnTo>
                  <a:lnTo>
                    <a:pt x="7037" y="14970"/>
                  </a:lnTo>
                  <a:lnTo>
                    <a:pt x="7448" y="15212"/>
                  </a:lnTo>
                  <a:lnTo>
                    <a:pt x="7858" y="15436"/>
                  </a:lnTo>
                  <a:lnTo>
                    <a:pt x="8698" y="15866"/>
                  </a:lnTo>
                  <a:lnTo>
                    <a:pt x="9576" y="16258"/>
                  </a:lnTo>
                  <a:lnTo>
                    <a:pt x="10453" y="16612"/>
                  </a:lnTo>
                  <a:lnTo>
                    <a:pt x="11367" y="16929"/>
                  </a:lnTo>
                  <a:lnTo>
                    <a:pt x="12282" y="17191"/>
                  </a:lnTo>
                  <a:lnTo>
                    <a:pt x="13196" y="17415"/>
                  </a:lnTo>
                  <a:lnTo>
                    <a:pt x="14130" y="17620"/>
                  </a:lnTo>
                  <a:lnTo>
                    <a:pt x="15063" y="17769"/>
                  </a:lnTo>
                  <a:lnTo>
                    <a:pt x="16015" y="17881"/>
                  </a:lnTo>
                  <a:lnTo>
                    <a:pt x="16948" y="17956"/>
                  </a:lnTo>
                  <a:lnTo>
                    <a:pt x="17900" y="17993"/>
                  </a:lnTo>
                  <a:lnTo>
                    <a:pt x="18833" y="18012"/>
                  </a:lnTo>
                  <a:lnTo>
                    <a:pt x="19785" y="17975"/>
                  </a:lnTo>
                  <a:lnTo>
                    <a:pt x="20737" y="17919"/>
                  </a:lnTo>
                  <a:lnTo>
                    <a:pt x="21670" y="17825"/>
                  </a:lnTo>
                  <a:lnTo>
                    <a:pt x="22622" y="17713"/>
                  </a:lnTo>
                  <a:lnTo>
                    <a:pt x="23555" y="17564"/>
                  </a:lnTo>
                  <a:lnTo>
                    <a:pt x="24489" y="17377"/>
                  </a:lnTo>
                  <a:lnTo>
                    <a:pt x="25422" y="17172"/>
                  </a:lnTo>
                  <a:lnTo>
                    <a:pt x="26337" y="16948"/>
                  </a:lnTo>
                  <a:lnTo>
                    <a:pt x="27251" y="16687"/>
                  </a:lnTo>
                  <a:lnTo>
                    <a:pt x="28166" y="16407"/>
                  </a:lnTo>
                  <a:lnTo>
                    <a:pt x="29062" y="16108"/>
                  </a:lnTo>
                  <a:lnTo>
                    <a:pt x="29958" y="15791"/>
                  </a:lnTo>
                  <a:lnTo>
                    <a:pt x="31693" y="15119"/>
                  </a:lnTo>
                  <a:lnTo>
                    <a:pt x="32552" y="14802"/>
                  </a:lnTo>
                  <a:lnTo>
                    <a:pt x="33429" y="14484"/>
                  </a:lnTo>
                  <a:lnTo>
                    <a:pt x="34306" y="14204"/>
                  </a:lnTo>
                  <a:lnTo>
                    <a:pt x="34754" y="14092"/>
                  </a:lnTo>
                  <a:lnTo>
                    <a:pt x="35202" y="13980"/>
                  </a:lnTo>
                  <a:lnTo>
                    <a:pt x="35650" y="13887"/>
                  </a:lnTo>
                  <a:lnTo>
                    <a:pt x="36098" y="13831"/>
                  </a:lnTo>
                  <a:lnTo>
                    <a:pt x="36546" y="13775"/>
                  </a:lnTo>
                  <a:lnTo>
                    <a:pt x="37013" y="13738"/>
                  </a:lnTo>
                  <a:lnTo>
                    <a:pt x="37423" y="13719"/>
                  </a:lnTo>
                  <a:lnTo>
                    <a:pt x="37853" y="13738"/>
                  </a:lnTo>
                  <a:lnTo>
                    <a:pt x="38263" y="13756"/>
                  </a:lnTo>
                  <a:lnTo>
                    <a:pt x="38674" y="13775"/>
                  </a:lnTo>
                  <a:lnTo>
                    <a:pt x="39514" y="13868"/>
                  </a:lnTo>
                  <a:lnTo>
                    <a:pt x="40335" y="13980"/>
                  </a:lnTo>
                  <a:lnTo>
                    <a:pt x="41175" y="14092"/>
                  </a:lnTo>
                  <a:lnTo>
                    <a:pt x="41996" y="14167"/>
                  </a:lnTo>
                  <a:lnTo>
                    <a:pt x="42407" y="14204"/>
                  </a:lnTo>
                  <a:lnTo>
                    <a:pt x="42836" y="14223"/>
                  </a:lnTo>
                  <a:lnTo>
                    <a:pt x="43247" y="14242"/>
                  </a:lnTo>
                  <a:lnTo>
                    <a:pt x="43657" y="14242"/>
                  </a:lnTo>
                  <a:lnTo>
                    <a:pt x="44087" y="14204"/>
                  </a:lnTo>
                  <a:lnTo>
                    <a:pt x="44497" y="14148"/>
                  </a:lnTo>
                  <a:lnTo>
                    <a:pt x="44927" y="14055"/>
                  </a:lnTo>
                  <a:lnTo>
                    <a:pt x="45337" y="13943"/>
                  </a:lnTo>
                  <a:lnTo>
                    <a:pt x="45748" y="13812"/>
                  </a:lnTo>
                  <a:lnTo>
                    <a:pt x="46140" y="13644"/>
                  </a:lnTo>
                  <a:lnTo>
                    <a:pt x="46532" y="13458"/>
                  </a:lnTo>
                  <a:lnTo>
                    <a:pt x="46887" y="13252"/>
                  </a:lnTo>
                  <a:lnTo>
                    <a:pt x="47222" y="13010"/>
                  </a:lnTo>
                  <a:lnTo>
                    <a:pt x="47540" y="12749"/>
                  </a:lnTo>
                  <a:lnTo>
                    <a:pt x="47820" y="12450"/>
                  </a:lnTo>
                  <a:lnTo>
                    <a:pt x="48062" y="12151"/>
                  </a:lnTo>
                  <a:lnTo>
                    <a:pt x="48174" y="11983"/>
                  </a:lnTo>
                  <a:lnTo>
                    <a:pt x="48286" y="11815"/>
                  </a:lnTo>
                  <a:lnTo>
                    <a:pt x="48380" y="11629"/>
                  </a:lnTo>
                  <a:lnTo>
                    <a:pt x="48454" y="11461"/>
                  </a:lnTo>
                  <a:lnTo>
                    <a:pt x="48529" y="11274"/>
                  </a:lnTo>
                  <a:lnTo>
                    <a:pt x="48585" y="11069"/>
                  </a:lnTo>
                  <a:lnTo>
                    <a:pt x="48622" y="10882"/>
                  </a:lnTo>
                  <a:lnTo>
                    <a:pt x="48660" y="10677"/>
                  </a:lnTo>
                  <a:lnTo>
                    <a:pt x="48678" y="10415"/>
                  </a:lnTo>
                  <a:lnTo>
                    <a:pt x="48678" y="10173"/>
                  </a:lnTo>
                  <a:lnTo>
                    <a:pt x="48660" y="9949"/>
                  </a:lnTo>
                  <a:lnTo>
                    <a:pt x="48641" y="9706"/>
                  </a:lnTo>
                  <a:lnTo>
                    <a:pt x="48585" y="9482"/>
                  </a:lnTo>
                  <a:lnTo>
                    <a:pt x="48529" y="9258"/>
                  </a:lnTo>
                  <a:lnTo>
                    <a:pt x="48454" y="9034"/>
                  </a:lnTo>
                  <a:lnTo>
                    <a:pt x="48361" y="8829"/>
                  </a:lnTo>
                  <a:lnTo>
                    <a:pt x="48249" y="8624"/>
                  </a:lnTo>
                  <a:lnTo>
                    <a:pt x="48137" y="8418"/>
                  </a:lnTo>
                  <a:lnTo>
                    <a:pt x="48006" y="8213"/>
                  </a:lnTo>
                  <a:lnTo>
                    <a:pt x="47857" y="8026"/>
                  </a:lnTo>
                  <a:lnTo>
                    <a:pt x="47540" y="7653"/>
                  </a:lnTo>
                  <a:lnTo>
                    <a:pt x="47185" y="7298"/>
                  </a:lnTo>
                  <a:lnTo>
                    <a:pt x="46793" y="6944"/>
                  </a:lnTo>
                  <a:lnTo>
                    <a:pt x="46383" y="6626"/>
                  </a:lnTo>
                  <a:lnTo>
                    <a:pt x="45935" y="6328"/>
                  </a:lnTo>
                  <a:lnTo>
                    <a:pt x="45487" y="6048"/>
                  </a:lnTo>
                  <a:lnTo>
                    <a:pt x="45020" y="5787"/>
                  </a:lnTo>
                  <a:lnTo>
                    <a:pt x="44553" y="5544"/>
                  </a:lnTo>
                  <a:lnTo>
                    <a:pt x="44087" y="5320"/>
                  </a:lnTo>
                  <a:lnTo>
                    <a:pt x="43601" y="5096"/>
                  </a:lnTo>
                  <a:lnTo>
                    <a:pt x="39607" y="3341"/>
                  </a:lnTo>
                  <a:lnTo>
                    <a:pt x="38058" y="2670"/>
                  </a:lnTo>
                  <a:lnTo>
                    <a:pt x="37274" y="2352"/>
                  </a:lnTo>
                  <a:lnTo>
                    <a:pt x="36490" y="2054"/>
                  </a:lnTo>
                  <a:lnTo>
                    <a:pt x="35688" y="1755"/>
                  </a:lnTo>
                  <a:lnTo>
                    <a:pt x="34885" y="1512"/>
                  </a:lnTo>
                  <a:lnTo>
                    <a:pt x="34064" y="1288"/>
                  </a:lnTo>
                  <a:lnTo>
                    <a:pt x="33653" y="1195"/>
                  </a:lnTo>
                  <a:lnTo>
                    <a:pt x="33243" y="1120"/>
                  </a:lnTo>
                  <a:lnTo>
                    <a:pt x="32589" y="1008"/>
                  </a:lnTo>
                  <a:lnTo>
                    <a:pt x="31936" y="934"/>
                  </a:lnTo>
                  <a:lnTo>
                    <a:pt x="31264" y="859"/>
                  </a:lnTo>
                  <a:lnTo>
                    <a:pt x="30611" y="822"/>
                  </a:lnTo>
                  <a:lnTo>
                    <a:pt x="29939" y="803"/>
                  </a:lnTo>
                  <a:lnTo>
                    <a:pt x="29286" y="784"/>
                  </a:lnTo>
                  <a:lnTo>
                    <a:pt x="27960" y="784"/>
                  </a:lnTo>
                  <a:lnTo>
                    <a:pt x="26672" y="766"/>
                  </a:lnTo>
                  <a:lnTo>
                    <a:pt x="25441" y="728"/>
                  </a:lnTo>
                  <a:lnTo>
                    <a:pt x="24265" y="691"/>
                  </a:lnTo>
                  <a:lnTo>
                    <a:pt x="23126" y="635"/>
                  </a:lnTo>
                  <a:lnTo>
                    <a:pt x="20942" y="504"/>
                  </a:lnTo>
                  <a:lnTo>
                    <a:pt x="18815" y="336"/>
                  </a:lnTo>
                  <a:lnTo>
                    <a:pt x="16705" y="187"/>
                  </a:lnTo>
                  <a:lnTo>
                    <a:pt x="15623" y="131"/>
                  </a:lnTo>
                  <a:lnTo>
                    <a:pt x="14522" y="75"/>
                  </a:lnTo>
                  <a:lnTo>
                    <a:pt x="13383" y="38"/>
                  </a:lnTo>
                  <a:lnTo>
                    <a:pt x="12207" y="19"/>
                  </a:lnTo>
                  <a:lnTo>
                    <a:pt x="9688" y="19"/>
                  </a:lnTo>
                  <a:lnTo>
                    <a:pt x="9034" y="0"/>
                  </a:lnTo>
                  <a:close/>
                </a:path>
              </a:pathLst>
            </a:custGeom>
            <a:solidFill>
              <a:srgbClr val="668899">
                <a:alpha val="22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;p47">
              <a:extLst>
                <a:ext uri="{FF2B5EF4-FFF2-40B4-BE49-F238E27FC236}">
                  <a16:creationId xmlns:a16="http://schemas.microsoft.com/office/drawing/2014/main" id="{F11714FB-B2AF-7CE2-5EAA-BCC998866E21}"/>
                </a:ext>
              </a:extLst>
            </p:cNvPr>
            <p:cNvSpPr/>
            <p:nvPr/>
          </p:nvSpPr>
          <p:spPr>
            <a:xfrm flipH="1">
              <a:off x="735827" y="4326835"/>
              <a:ext cx="939748" cy="347722"/>
            </a:xfrm>
            <a:custGeom>
              <a:avLst/>
              <a:gdLst/>
              <a:ahLst/>
              <a:cxnLst/>
              <a:rect l="l" t="t" r="r" b="b"/>
              <a:pathLst>
                <a:path w="48679" h="18012" fill="none" extrusionOk="0">
                  <a:moveTo>
                    <a:pt x="9688" y="19"/>
                  </a:moveTo>
                  <a:lnTo>
                    <a:pt x="9688" y="19"/>
                  </a:lnTo>
                  <a:lnTo>
                    <a:pt x="10975" y="19"/>
                  </a:lnTo>
                  <a:lnTo>
                    <a:pt x="12207" y="19"/>
                  </a:lnTo>
                  <a:lnTo>
                    <a:pt x="13383" y="38"/>
                  </a:lnTo>
                  <a:lnTo>
                    <a:pt x="14522" y="75"/>
                  </a:lnTo>
                  <a:lnTo>
                    <a:pt x="15623" y="131"/>
                  </a:lnTo>
                  <a:lnTo>
                    <a:pt x="16705" y="187"/>
                  </a:lnTo>
                  <a:lnTo>
                    <a:pt x="18815" y="336"/>
                  </a:lnTo>
                  <a:lnTo>
                    <a:pt x="20942" y="504"/>
                  </a:lnTo>
                  <a:lnTo>
                    <a:pt x="23126" y="635"/>
                  </a:lnTo>
                  <a:lnTo>
                    <a:pt x="24265" y="691"/>
                  </a:lnTo>
                  <a:lnTo>
                    <a:pt x="25441" y="728"/>
                  </a:lnTo>
                  <a:lnTo>
                    <a:pt x="26672" y="766"/>
                  </a:lnTo>
                  <a:lnTo>
                    <a:pt x="27960" y="784"/>
                  </a:lnTo>
                  <a:lnTo>
                    <a:pt x="27960" y="784"/>
                  </a:lnTo>
                  <a:lnTo>
                    <a:pt x="29286" y="784"/>
                  </a:lnTo>
                  <a:lnTo>
                    <a:pt x="29939" y="803"/>
                  </a:lnTo>
                  <a:lnTo>
                    <a:pt x="30611" y="822"/>
                  </a:lnTo>
                  <a:lnTo>
                    <a:pt x="31264" y="859"/>
                  </a:lnTo>
                  <a:lnTo>
                    <a:pt x="31936" y="934"/>
                  </a:lnTo>
                  <a:lnTo>
                    <a:pt x="32589" y="1008"/>
                  </a:lnTo>
                  <a:lnTo>
                    <a:pt x="33243" y="1120"/>
                  </a:lnTo>
                  <a:lnTo>
                    <a:pt x="33243" y="1120"/>
                  </a:lnTo>
                  <a:lnTo>
                    <a:pt x="33653" y="1195"/>
                  </a:lnTo>
                  <a:lnTo>
                    <a:pt x="34064" y="1288"/>
                  </a:lnTo>
                  <a:lnTo>
                    <a:pt x="34885" y="1512"/>
                  </a:lnTo>
                  <a:lnTo>
                    <a:pt x="35688" y="1755"/>
                  </a:lnTo>
                  <a:lnTo>
                    <a:pt x="36490" y="2054"/>
                  </a:lnTo>
                  <a:lnTo>
                    <a:pt x="37274" y="2352"/>
                  </a:lnTo>
                  <a:lnTo>
                    <a:pt x="38058" y="2670"/>
                  </a:lnTo>
                  <a:lnTo>
                    <a:pt x="39607" y="3341"/>
                  </a:lnTo>
                  <a:lnTo>
                    <a:pt x="39607" y="3341"/>
                  </a:lnTo>
                  <a:lnTo>
                    <a:pt x="43601" y="5096"/>
                  </a:lnTo>
                  <a:lnTo>
                    <a:pt x="43601" y="5096"/>
                  </a:lnTo>
                  <a:lnTo>
                    <a:pt x="44087" y="5320"/>
                  </a:lnTo>
                  <a:lnTo>
                    <a:pt x="44553" y="5544"/>
                  </a:lnTo>
                  <a:lnTo>
                    <a:pt x="45020" y="5787"/>
                  </a:lnTo>
                  <a:lnTo>
                    <a:pt x="45487" y="6048"/>
                  </a:lnTo>
                  <a:lnTo>
                    <a:pt x="45935" y="6328"/>
                  </a:lnTo>
                  <a:lnTo>
                    <a:pt x="46383" y="6626"/>
                  </a:lnTo>
                  <a:lnTo>
                    <a:pt x="46793" y="6944"/>
                  </a:lnTo>
                  <a:lnTo>
                    <a:pt x="47185" y="7298"/>
                  </a:lnTo>
                  <a:lnTo>
                    <a:pt x="47540" y="7653"/>
                  </a:lnTo>
                  <a:lnTo>
                    <a:pt x="47857" y="8026"/>
                  </a:lnTo>
                  <a:lnTo>
                    <a:pt x="48006" y="8213"/>
                  </a:lnTo>
                  <a:lnTo>
                    <a:pt x="48137" y="8418"/>
                  </a:lnTo>
                  <a:lnTo>
                    <a:pt x="48249" y="8624"/>
                  </a:lnTo>
                  <a:lnTo>
                    <a:pt x="48361" y="8829"/>
                  </a:lnTo>
                  <a:lnTo>
                    <a:pt x="48454" y="9034"/>
                  </a:lnTo>
                  <a:lnTo>
                    <a:pt x="48529" y="9258"/>
                  </a:lnTo>
                  <a:lnTo>
                    <a:pt x="48585" y="9482"/>
                  </a:lnTo>
                  <a:lnTo>
                    <a:pt x="48641" y="9706"/>
                  </a:lnTo>
                  <a:lnTo>
                    <a:pt x="48660" y="9949"/>
                  </a:lnTo>
                  <a:lnTo>
                    <a:pt x="48678" y="10173"/>
                  </a:lnTo>
                  <a:lnTo>
                    <a:pt x="48678" y="10415"/>
                  </a:lnTo>
                  <a:lnTo>
                    <a:pt x="48660" y="10677"/>
                  </a:lnTo>
                  <a:lnTo>
                    <a:pt x="48660" y="10677"/>
                  </a:lnTo>
                  <a:lnTo>
                    <a:pt x="48622" y="10882"/>
                  </a:lnTo>
                  <a:lnTo>
                    <a:pt x="48585" y="11069"/>
                  </a:lnTo>
                  <a:lnTo>
                    <a:pt x="48529" y="11274"/>
                  </a:lnTo>
                  <a:lnTo>
                    <a:pt x="48454" y="11461"/>
                  </a:lnTo>
                  <a:lnTo>
                    <a:pt x="48380" y="11629"/>
                  </a:lnTo>
                  <a:lnTo>
                    <a:pt x="48286" y="11815"/>
                  </a:lnTo>
                  <a:lnTo>
                    <a:pt x="48174" y="11983"/>
                  </a:lnTo>
                  <a:lnTo>
                    <a:pt x="48062" y="12151"/>
                  </a:lnTo>
                  <a:lnTo>
                    <a:pt x="47820" y="12450"/>
                  </a:lnTo>
                  <a:lnTo>
                    <a:pt x="47540" y="12749"/>
                  </a:lnTo>
                  <a:lnTo>
                    <a:pt x="47222" y="13010"/>
                  </a:lnTo>
                  <a:lnTo>
                    <a:pt x="46887" y="13252"/>
                  </a:lnTo>
                  <a:lnTo>
                    <a:pt x="46532" y="13458"/>
                  </a:lnTo>
                  <a:lnTo>
                    <a:pt x="46140" y="13644"/>
                  </a:lnTo>
                  <a:lnTo>
                    <a:pt x="45748" y="13812"/>
                  </a:lnTo>
                  <a:lnTo>
                    <a:pt x="45337" y="13943"/>
                  </a:lnTo>
                  <a:lnTo>
                    <a:pt x="44927" y="14055"/>
                  </a:lnTo>
                  <a:lnTo>
                    <a:pt x="44497" y="14148"/>
                  </a:lnTo>
                  <a:lnTo>
                    <a:pt x="44087" y="14204"/>
                  </a:lnTo>
                  <a:lnTo>
                    <a:pt x="43657" y="14242"/>
                  </a:lnTo>
                  <a:lnTo>
                    <a:pt x="43657" y="14242"/>
                  </a:lnTo>
                  <a:lnTo>
                    <a:pt x="43247" y="14242"/>
                  </a:lnTo>
                  <a:lnTo>
                    <a:pt x="42836" y="14223"/>
                  </a:lnTo>
                  <a:lnTo>
                    <a:pt x="42407" y="14204"/>
                  </a:lnTo>
                  <a:lnTo>
                    <a:pt x="41996" y="14167"/>
                  </a:lnTo>
                  <a:lnTo>
                    <a:pt x="41175" y="14092"/>
                  </a:lnTo>
                  <a:lnTo>
                    <a:pt x="40335" y="13980"/>
                  </a:lnTo>
                  <a:lnTo>
                    <a:pt x="39514" y="13868"/>
                  </a:lnTo>
                  <a:lnTo>
                    <a:pt x="38674" y="13775"/>
                  </a:lnTo>
                  <a:lnTo>
                    <a:pt x="38263" y="13756"/>
                  </a:lnTo>
                  <a:lnTo>
                    <a:pt x="37853" y="13738"/>
                  </a:lnTo>
                  <a:lnTo>
                    <a:pt x="37423" y="13719"/>
                  </a:lnTo>
                  <a:lnTo>
                    <a:pt x="37013" y="13738"/>
                  </a:lnTo>
                  <a:lnTo>
                    <a:pt x="37013" y="13738"/>
                  </a:lnTo>
                  <a:lnTo>
                    <a:pt x="36546" y="13775"/>
                  </a:lnTo>
                  <a:lnTo>
                    <a:pt x="36098" y="13831"/>
                  </a:lnTo>
                  <a:lnTo>
                    <a:pt x="35650" y="13887"/>
                  </a:lnTo>
                  <a:lnTo>
                    <a:pt x="35202" y="13980"/>
                  </a:lnTo>
                  <a:lnTo>
                    <a:pt x="34754" y="14092"/>
                  </a:lnTo>
                  <a:lnTo>
                    <a:pt x="34306" y="14204"/>
                  </a:lnTo>
                  <a:lnTo>
                    <a:pt x="33429" y="14484"/>
                  </a:lnTo>
                  <a:lnTo>
                    <a:pt x="32552" y="14802"/>
                  </a:lnTo>
                  <a:lnTo>
                    <a:pt x="31693" y="15119"/>
                  </a:lnTo>
                  <a:lnTo>
                    <a:pt x="29958" y="15791"/>
                  </a:lnTo>
                  <a:lnTo>
                    <a:pt x="29958" y="15791"/>
                  </a:lnTo>
                  <a:lnTo>
                    <a:pt x="29062" y="16108"/>
                  </a:lnTo>
                  <a:lnTo>
                    <a:pt x="28166" y="16407"/>
                  </a:lnTo>
                  <a:lnTo>
                    <a:pt x="27251" y="16687"/>
                  </a:lnTo>
                  <a:lnTo>
                    <a:pt x="26337" y="16948"/>
                  </a:lnTo>
                  <a:lnTo>
                    <a:pt x="25422" y="17172"/>
                  </a:lnTo>
                  <a:lnTo>
                    <a:pt x="24489" y="17377"/>
                  </a:lnTo>
                  <a:lnTo>
                    <a:pt x="23555" y="17564"/>
                  </a:lnTo>
                  <a:lnTo>
                    <a:pt x="22622" y="17713"/>
                  </a:lnTo>
                  <a:lnTo>
                    <a:pt x="21670" y="17825"/>
                  </a:lnTo>
                  <a:lnTo>
                    <a:pt x="20737" y="17919"/>
                  </a:lnTo>
                  <a:lnTo>
                    <a:pt x="19785" y="17975"/>
                  </a:lnTo>
                  <a:lnTo>
                    <a:pt x="18833" y="18012"/>
                  </a:lnTo>
                  <a:lnTo>
                    <a:pt x="17900" y="17993"/>
                  </a:lnTo>
                  <a:lnTo>
                    <a:pt x="16948" y="17956"/>
                  </a:lnTo>
                  <a:lnTo>
                    <a:pt x="16015" y="17881"/>
                  </a:lnTo>
                  <a:lnTo>
                    <a:pt x="15063" y="17769"/>
                  </a:lnTo>
                  <a:lnTo>
                    <a:pt x="15063" y="17769"/>
                  </a:lnTo>
                  <a:lnTo>
                    <a:pt x="14130" y="17620"/>
                  </a:lnTo>
                  <a:lnTo>
                    <a:pt x="13196" y="17415"/>
                  </a:lnTo>
                  <a:lnTo>
                    <a:pt x="12282" y="17191"/>
                  </a:lnTo>
                  <a:lnTo>
                    <a:pt x="11367" y="16929"/>
                  </a:lnTo>
                  <a:lnTo>
                    <a:pt x="10453" y="16612"/>
                  </a:lnTo>
                  <a:lnTo>
                    <a:pt x="9576" y="16258"/>
                  </a:lnTo>
                  <a:lnTo>
                    <a:pt x="8698" y="15866"/>
                  </a:lnTo>
                  <a:lnTo>
                    <a:pt x="7858" y="15436"/>
                  </a:lnTo>
                  <a:lnTo>
                    <a:pt x="7448" y="15212"/>
                  </a:lnTo>
                  <a:lnTo>
                    <a:pt x="7037" y="14970"/>
                  </a:lnTo>
                  <a:lnTo>
                    <a:pt x="6626" y="14727"/>
                  </a:lnTo>
                  <a:lnTo>
                    <a:pt x="6235" y="14466"/>
                  </a:lnTo>
                  <a:lnTo>
                    <a:pt x="5843" y="14204"/>
                  </a:lnTo>
                  <a:lnTo>
                    <a:pt x="5451" y="13924"/>
                  </a:lnTo>
                  <a:lnTo>
                    <a:pt x="5077" y="13644"/>
                  </a:lnTo>
                  <a:lnTo>
                    <a:pt x="4704" y="13346"/>
                  </a:lnTo>
                  <a:lnTo>
                    <a:pt x="4349" y="13047"/>
                  </a:lnTo>
                  <a:lnTo>
                    <a:pt x="3995" y="12730"/>
                  </a:lnTo>
                  <a:lnTo>
                    <a:pt x="3659" y="12413"/>
                  </a:lnTo>
                  <a:lnTo>
                    <a:pt x="3323" y="12077"/>
                  </a:lnTo>
                  <a:lnTo>
                    <a:pt x="2987" y="11741"/>
                  </a:lnTo>
                  <a:lnTo>
                    <a:pt x="2670" y="11386"/>
                  </a:lnTo>
                  <a:lnTo>
                    <a:pt x="2371" y="11031"/>
                  </a:lnTo>
                  <a:lnTo>
                    <a:pt x="2072" y="10658"/>
                  </a:lnTo>
                  <a:lnTo>
                    <a:pt x="2072" y="10658"/>
                  </a:lnTo>
                  <a:lnTo>
                    <a:pt x="1774" y="10266"/>
                  </a:lnTo>
                  <a:lnTo>
                    <a:pt x="1494" y="9837"/>
                  </a:lnTo>
                  <a:lnTo>
                    <a:pt x="1214" y="9408"/>
                  </a:lnTo>
                  <a:lnTo>
                    <a:pt x="971" y="8978"/>
                  </a:lnTo>
                  <a:lnTo>
                    <a:pt x="747" y="8512"/>
                  </a:lnTo>
                  <a:lnTo>
                    <a:pt x="542" y="8045"/>
                  </a:lnTo>
                  <a:lnTo>
                    <a:pt x="374" y="7578"/>
                  </a:lnTo>
                  <a:lnTo>
                    <a:pt x="224" y="7112"/>
                  </a:lnTo>
                  <a:lnTo>
                    <a:pt x="112" y="6626"/>
                  </a:lnTo>
                  <a:lnTo>
                    <a:pt x="38" y="6141"/>
                  </a:lnTo>
                  <a:lnTo>
                    <a:pt x="0" y="5656"/>
                  </a:lnTo>
                  <a:lnTo>
                    <a:pt x="0" y="5189"/>
                  </a:lnTo>
                  <a:lnTo>
                    <a:pt x="19" y="4947"/>
                  </a:lnTo>
                  <a:lnTo>
                    <a:pt x="56" y="4704"/>
                  </a:lnTo>
                  <a:lnTo>
                    <a:pt x="94" y="4480"/>
                  </a:lnTo>
                  <a:lnTo>
                    <a:pt x="150" y="4237"/>
                  </a:lnTo>
                  <a:lnTo>
                    <a:pt x="206" y="4013"/>
                  </a:lnTo>
                  <a:lnTo>
                    <a:pt x="280" y="3789"/>
                  </a:lnTo>
                  <a:lnTo>
                    <a:pt x="374" y="3547"/>
                  </a:lnTo>
                  <a:lnTo>
                    <a:pt x="467" y="3323"/>
                  </a:lnTo>
                  <a:lnTo>
                    <a:pt x="467" y="3323"/>
                  </a:lnTo>
                  <a:lnTo>
                    <a:pt x="616" y="3043"/>
                  </a:lnTo>
                  <a:lnTo>
                    <a:pt x="784" y="2782"/>
                  </a:lnTo>
                  <a:lnTo>
                    <a:pt x="971" y="2520"/>
                  </a:lnTo>
                  <a:lnTo>
                    <a:pt x="1158" y="2296"/>
                  </a:lnTo>
                  <a:lnTo>
                    <a:pt x="1363" y="2072"/>
                  </a:lnTo>
                  <a:lnTo>
                    <a:pt x="1587" y="1848"/>
                  </a:lnTo>
                  <a:lnTo>
                    <a:pt x="1811" y="1662"/>
                  </a:lnTo>
                  <a:lnTo>
                    <a:pt x="2054" y="1475"/>
                  </a:lnTo>
                  <a:lnTo>
                    <a:pt x="2315" y="1307"/>
                  </a:lnTo>
                  <a:lnTo>
                    <a:pt x="2576" y="1158"/>
                  </a:lnTo>
                  <a:lnTo>
                    <a:pt x="2856" y="1008"/>
                  </a:lnTo>
                  <a:lnTo>
                    <a:pt x="3136" y="878"/>
                  </a:lnTo>
                  <a:lnTo>
                    <a:pt x="3435" y="766"/>
                  </a:lnTo>
                  <a:lnTo>
                    <a:pt x="3733" y="654"/>
                  </a:lnTo>
                  <a:lnTo>
                    <a:pt x="4032" y="542"/>
                  </a:lnTo>
                  <a:lnTo>
                    <a:pt x="4349" y="467"/>
                  </a:lnTo>
                  <a:lnTo>
                    <a:pt x="4984" y="318"/>
                  </a:lnTo>
                  <a:lnTo>
                    <a:pt x="5656" y="187"/>
                  </a:lnTo>
                  <a:lnTo>
                    <a:pt x="6328" y="112"/>
                  </a:lnTo>
                  <a:lnTo>
                    <a:pt x="7000" y="56"/>
                  </a:lnTo>
                  <a:lnTo>
                    <a:pt x="7690" y="19"/>
                  </a:lnTo>
                  <a:lnTo>
                    <a:pt x="8362" y="0"/>
                  </a:lnTo>
                  <a:lnTo>
                    <a:pt x="9034" y="0"/>
                  </a:lnTo>
                  <a:lnTo>
                    <a:pt x="9688" y="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5;p47">
              <a:extLst>
                <a:ext uri="{FF2B5EF4-FFF2-40B4-BE49-F238E27FC236}">
                  <a16:creationId xmlns:a16="http://schemas.microsoft.com/office/drawing/2014/main" id="{FE1DE4D7-EABF-2F22-0334-983D364C210D}"/>
                </a:ext>
              </a:extLst>
            </p:cNvPr>
            <p:cNvSpPr/>
            <p:nvPr/>
          </p:nvSpPr>
          <p:spPr>
            <a:xfrm flipH="1">
              <a:off x="813330" y="4110283"/>
              <a:ext cx="359980" cy="497625"/>
            </a:xfrm>
            <a:custGeom>
              <a:avLst/>
              <a:gdLst/>
              <a:ahLst/>
              <a:cxnLst/>
              <a:rect l="l" t="t" r="r" b="b"/>
              <a:pathLst>
                <a:path w="18647" h="25777" extrusionOk="0">
                  <a:moveTo>
                    <a:pt x="8418" y="1"/>
                  </a:moveTo>
                  <a:lnTo>
                    <a:pt x="8530" y="2521"/>
                  </a:lnTo>
                  <a:lnTo>
                    <a:pt x="8642" y="5022"/>
                  </a:lnTo>
                  <a:lnTo>
                    <a:pt x="8735" y="7429"/>
                  </a:lnTo>
                  <a:lnTo>
                    <a:pt x="8791" y="9632"/>
                  </a:lnTo>
                  <a:lnTo>
                    <a:pt x="8810" y="11573"/>
                  </a:lnTo>
                  <a:lnTo>
                    <a:pt x="8791" y="12413"/>
                  </a:lnTo>
                  <a:lnTo>
                    <a:pt x="8773" y="13160"/>
                  </a:lnTo>
                  <a:lnTo>
                    <a:pt x="8735" y="13794"/>
                  </a:lnTo>
                  <a:lnTo>
                    <a:pt x="8698" y="14317"/>
                  </a:lnTo>
                  <a:lnTo>
                    <a:pt x="8642" y="14709"/>
                  </a:lnTo>
                  <a:lnTo>
                    <a:pt x="8605" y="14858"/>
                  </a:lnTo>
                  <a:lnTo>
                    <a:pt x="8567" y="14970"/>
                  </a:lnTo>
                  <a:lnTo>
                    <a:pt x="8455" y="15138"/>
                  </a:lnTo>
                  <a:lnTo>
                    <a:pt x="8306" y="15343"/>
                  </a:lnTo>
                  <a:lnTo>
                    <a:pt x="8119" y="15567"/>
                  </a:lnTo>
                  <a:lnTo>
                    <a:pt x="7895" y="15810"/>
                  </a:lnTo>
                  <a:lnTo>
                    <a:pt x="7354" y="16351"/>
                  </a:lnTo>
                  <a:lnTo>
                    <a:pt x="6701" y="16930"/>
                  </a:lnTo>
                  <a:lnTo>
                    <a:pt x="5152" y="18255"/>
                  </a:lnTo>
                  <a:lnTo>
                    <a:pt x="4330" y="18983"/>
                  </a:lnTo>
                  <a:lnTo>
                    <a:pt x="3509" y="19711"/>
                  </a:lnTo>
                  <a:lnTo>
                    <a:pt x="2725" y="20439"/>
                  </a:lnTo>
                  <a:lnTo>
                    <a:pt x="2333" y="20812"/>
                  </a:lnTo>
                  <a:lnTo>
                    <a:pt x="1979" y="21185"/>
                  </a:lnTo>
                  <a:lnTo>
                    <a:pt x="1643" y="21559"/>
                  </a:lnTo>
                  <a:lnTo>
                    <a:pt x="1307" y="21913"/>
                  </a:lnTo>
                  <a:lnTo>
                    <a:pt x="1027" y="22287"/>
                  </a:lnTo>
                  <a:lnTo>
                    <a:pt x="765" y="22623"/>
                  </a:lnTo>
                  <a:lnTo>
                    <a:pt x="523" y="22977"/>
                  </a:lnTo>
                  <a:lnTo>
                    <a:pt x="336" y="23313"/>
                  </a:lnTo>
                  <a:lnTo>
                    <a:pt x="187" y="23631"/>
                  </a:lnTo>
                  <a:lnTo>
                    <a:pt x="75" y="23948"/>
                  </a:lnTo>
                  <a:lnTo>
                    <a:pt x="38" y="24097"/>
                  </a:lnTo>
                  <a:lnTo>
                    <a:pt x="19" y="24246"/>
                  </a:lnTo>
                  <a:lnTo>
                    <a:pt x="0" y="24396"/>
                  </a:lnTo>
                  <a:lnTo>
                    <a:pt x="0" y="24545"/>
                  </a:lnTo>
                  <a:lnTo>
                    <a:pt x="19" y="24676"/>
                  </a:lnTo>
                  <a:lnTo>
                    <a:pt x="38" y="24806"/>
                  </a:lnTo>
                  <a:lnTo>
                    <a:pt x="94" y="24937"/>
                  </a:lnTo>
                  <a:lnTo>
                    <a:pt x="150" y="25068"/>
                  </a:lnTo>
                  <a:lnTo>
                    <a:pt x="224" y="25198"/>
                  </a:lnTo>
                  <a:lnTo>
                    <a:pt x="318" y="25292"/>
                  </a:lnTo>
                  <a:lnTo>
                    <a:pt x="430" y="25385"/>
                  </a:lnTo>
                  <a:lnTo>
                    <a:pt x="542" y="25478"/>
                  </a:lnTo>
                  <a:lnTo>
                    <a:pt x="691" y="25553"/>
                  </a:lnTo>
                  <a:lnTo>
                    <a:pt x="859" y="25609"/>
                  </a:lnTo>
                  <a:lnTo>
                    <a:pt x="1027" y="25665"/>
                  </a:lnTo>
                  <a:lnTo>
                    <a:pt x="1213" y="25702"/>
                  </a:lnTo>
                  <a:lnTo>
                    <a:pt x="1419" y="25740"/>
                  </a:lnTo>
                  <a:lnTo>
                    <a:pt x="1643" y="25758"/>
                  </a:lnTo>
                  <a:lnTo>
                    <a:pt x="2128" y="25777"/>
                  </a:lnTo>
                  <a:lnTo>
                    <a:pt x="2651" y="25758"/>
                  </a:lnTo>
                  <a:lnTo>
                    <a:pt x="3211" y="25684"/>
                  </a:lnTo>
                  <a:lnTo>
                    <a:pt x="3827" y="25609"/>
                  </a:lnTo>
                  <a:lnTo>
                    <a:pt x="4480" y="25478"/>
                  </a:lnTo>
                  <a:lnTo>
                    <a:pt x="5152" y="25329"/>
                  </a:lnTo>
                  <a:lnTo>
                    <a:pt x="5842" y="25161"/>
                  </a:lnTo>
                  <a:lnTo>
                    <a:pt x="6570" y="24956"/>
                  </a:lnTo>
                  <a:lnTo>
                    <a:pt x="7298" y="24713"/>
                  </a:lnTo>
                  <a:lnTo>
                    <a:pt x="8045" y="24470"/>
                  </a:lnTo>
                  <a:lnTo>
                    <a:pt x="8791" y="24209"/>
                  </a:lnTo>
                  <a:lnTo>
                    <a:pt x="9557" y="23911"/>
                  </a:lnTo>
                  <a:lnTo>
                    <a:pt x="10303" y="23612"/>
                  </a:lnTo>
                  <a:lnTo>
                    <a:pt x="11050" y="23295"/>
                  </a:lnTo>
                  <a:lnTo>
                    <a:pt x="11778" y="22959"/>
                  </a:lnTo>
                  <a:lnTo>
                    <a:pt x="12487" y="22604"/>
                  </a:lnTo>
                  <a:lnTo>
                    <a:pt x="13178" y="22249"/>
                  </a:lnTo>
                  <a:lnTo>
                    <a:pt x="13850" y="21895"/>
                  </a:lnTo>
                  <a:lnTo>
                    <a:pt x="14484" y="21521"/>
                  </a:lnTo>
                  <a:lnTo>
                    <a:pt x="15081" y="21167"/>
                  </a:lnTo>
                  <a:lnTo>
                    <a:pt x="15660" y="20794"/>
                  </a:lnTo>
                  <a:lnTo>
                    <a:pt x="16164" y="20420"/>
                  </a:lnTo>
                  <a:lnTo>
                    <a:pt x="16631" y="20047"/>
                  </a:lnTo>
                  <a:lnTo>
                    <a:pt x="17041" y="19674"/>
                  </a:lnTo>
                  <a:lnTo>
                    <a:pt x="17396" y="19319"/>
                  </a:lnTo>
                  <a:lnTo>
                    <a:pt x="17564" y="19132"/>
                  </a:lnTo>
                  <a:lnTo>
                    <a:pt x="17694" y="18964"/>
                  </a:lnTo>
                  <a:lnTo>
                    <a:pt x="17825" y="18778"/>
                  </a:lnTo>
                  <a:lnTo>
                    <a:pt x="17918" y="18610"/>
                  </a:lnTo>
                  <a:lnTo>
                    <a:pt x="18030" y="18404"/>
                  </a:lnTo>
                  <a:lnTo>
                    <a:pt x="18124" y="18162"/>
                  </a:lnTo>
                  <a:lnTo>
                    <a:pt x="18198" y="17882"/>
                  </a:lnTo>
                  <a:lnTo>
                    <a:pt x="18273" y="17583"/>
                  </a:lnTo>
                  <a:lnTo>
                    <a:pt x="18348" y="17229"/>
                  </a:lnTo>
                  <a:lnTo>
                    <a:pt x="18404" y="16874"/>
                  </a:lnTo>
                  <a:lnTo>
                    <a:pt x="18497" y="16053"/>
                  </a:lnTo>
                  <a:lnTo>
                    <a:pt x="18572" y="15119"/>
                  </a:lnTo>
                  <a:lnTo>
                    <a:pt x="18609" y="14093"/>
                  </a:lnTo>
                  <a:lnTo>
                    <a:pt x="18646" y="12973"/>
                  </a:lnTo>
                  <a:lnTo>
                    <a:pt x="18628" y="11760"/>
                  </a:lnTo>
                  <a:lnTo>
                    <a:pt x="18609" y="10491"/>
                  </a:lnTo>
                  <a:lnTo>
                    <a:pt x="18572" y="9128"/>
                  </a:lnTo>
                  <a:lnTo>
                    <a:pt x="18516" y="7709"/>
                  </a:lnTo>
                  <a:lnTo>
                    <a:pt x="18460" y="6254"/>
                  </a:lnTo>
                  <a:lnTo>
                    <a:pt x="18292" y="3193"/>
                  </a:lnTo>
                  <a:lnTo>
                    <a:pt x="1808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6;p47">
              <a:extLst>
                <a:ext uri="{FF2B5EF4-FFF2-40B4-BE49-F238E27FC236}">
                  <a16:creationId xmlns:a16="http://schemas.microsoft.com/office/drawing/2014/main" id="{2903E522-A1A5-885E-6190-91704F638B10}"/>
                </a:ext>
              </a:extLst>
            </p:cNvPr>
            <p:cNvSpPr/>
            <p:nvPr/>
          </p:nvSpPr>
          <p:spPr>
            <a:xfrm flipH="1">
              <a:off x="813697" y="4335484"/>
              <a:ext cx="359614" cy="272413"/>
            </a:xfrm>
            <a:custGeom>
              <a:avLst/>
              <a:gdLst/>
              <a:ahLst/>
              <a:cxnLst/>
              <a:rect l="l" t="t" r="r" b="b"/>
              <a:pathLst>
                <a:path w="18628" h="14111" extrusionOk="0">
                  <a:moveTo>
                    <a:pt x="11274" y="0"/>
                  </a:moveTo>
                  <a:lnTo>
                    <a:pt x="10658" y="19"/>
                  </a:lnTo>
                  <a:lnTo>
                    <a:pt x="10042" y="38"/>
                  </a:lnTo>
                  <a:lnTo>
                    <a:pt x="9426" y="94"/>
                  </a:lnTo>
                  <a:lnTo>
                    <a:pt x="8810" y="150"/>
                  </a:lnTo>
                  <a:lnTo>
                    <a:pt x="8791" y="1288"/>
                  </a:lnTo>
                  <a:lnTo>
                    <a:pt x="8735" y="2222"/>
                  </a:lnTo>
                  <a:lnTo>
                    <a:pt x="8698" y="2576"/>
                  </a:lnTo>
                  <a:lnTo>
                    <a:pt x="8661" y="2893"/>
                  </a:lnTo>
                  <a:lnTo>
                    <a:pt x="8623" y="3136"/>
                  </a:lnTo>
                  <a:lnTo>
                    <a:pt x="8567" y="3304"/>
                  </a:lnTo>
                  <a:lnTo>
                    <a:pt x="8455" y="3472"/>
                  </a:lnTo>
                  <a:lnTo>
                    <a:pt x="8306" y="3677"/>
                  </a:lnTo>
                  <a:lnTo>
                    <a:pt x="8119" y="3901"/>
                  </a:lnTo>
                  <a:lnTo>
                    <a:pt x="7895" y="4144"/>
                  </a:lnTo>
                  <a:lnTo>
                    <a:pt x="7354" y="4685"/>
                  </a:lnTo>
                  <a:lnTo>
                    <a:pt x="6701" y="5264"/>
                  </a:lnTo>
                  <a:lnTo>
                    <a:pt x="5152" y="6589"/>
                  </a:lnTo>
                  <a:lnTo>
                    <a:pt x="4330" y="7317"/>
                  </a:lnTo>
                  <a:lnTo>
                    <a:pt x="3509" y="8045"/>
                  </a:lnTo>
                  <a:lnTo>
                    <a:pt x="2725" y="8773"/>
                  </a:lnTo>
                  <a:lnTo>
                    <a:pt x="2333" y="9146"/>
                  </a:lnTo>
                  <a:lnTo>
                    <a:pt x="1979" y="9519"/>
                  </a:lnTo>
                  <a:lnTo>
                    <a:pt x="1643" y="9893"/>
                  </a:lnTo>
                  <a:lnTo>
                    <a:pt x="1307" y="10247"/>
                  </a:lnTo>
                  <a:lnTo>
                    <a:pt x="1027" y="10621"/>
                  </a:lnTo>
                  <a:lnTo>
                    <a:pt x="765" y="10957"/>
                  </a:lnTo>
                  <a:lnTo>
                    <a:pt x="523" y="11311"/>
                  </a:lnTo>
                  <a:lnTo>
                    <a:pt x="336" y="11647"/>
                  </a:lnTo>
                  <a:lnTo>
                    <a:pt x="187" y="11965"/>
                  </a:lnTo>
                  <a:lnTo>
                    <a:pt x="75" y="12282"/>
                  </a:lnTo>
                  <a:lnTo>
                    <a:pt x="38" y="12431"/>
                  </a:lnTo>
                  <a:lnTo>
                    <a:pt x="19" y="12580"/>
                  </a:lnTo>
                  <a:lnTo>
                    <a:pt x="0" y="12730"/>
                  </a:lnTo>
                  <a:lnTo>
                    <a:pt x="0" y="12879"/>
                  </a:lnTo>
                  <a:lnTo>
                    <a:pt x="19" y="13010"/>
                  </a:lnTo>
                  <a:lnTo>
                    <a:pt x="38" y="13140"/>
                  </a:lnTo>
                  <a:lnTo>
                    <a:pt x="94" y="13271"/>
                  </a:lnTo>
                  <a:lnTo>
                    <a:pt x="150" y="13402"/>
                  </a:lnTo>
                  <a:lnTo>
                    <a:pt x="224" y="13532"/>
                  </a:lnTo>
                  <a:lnTo>
                    <a:pt x="318" y="13626"/>
                  </a:lnTo>
                  <a:lnTo>
                    <a:pt x="430" y="13719"/>
                  </a:lnTo>
                  <a:lnTo>
                    <a:pt x="542" y="13812"/>
                  </a:lnTo>
                  <a:lnTo>
                    <a:pt x="691" y="13887"/>
                  </a:lnTo>
                  <a:lnTo>
                    <a:pt x="859" y="13943"/>
                  </a:lnTo>
                  <a:lnTo>
                    <a:pt x="1027" y="13999"/>
                  </a:lnTo>
                  <a:lnTo>
                    <a:pt x="1213" y="14036"/>
                  </a:lnTo>
                  <a:lnTo>
                    <a:pt x="1419" y="14074"/>
                  </a:lnTo>
                  <a:lnTo>
                    <a:pt x="1643" y="14092"/>
                  </a:lnTo>
                  <a:lnTo>
                    <a:pt x="2128" y="14111"/>
                  </a:lnTo>
                  <a:lnTo>
                    <a:pt x="2651" y="14092"/>
                  </a:lnTo>
                  <a:lnTo>
                    <a:pt x="3211" y="14018"/>
                  </a:lnTo>
                  <a:lnTo>
                    <a:pt x="3827" y="13943"/>
                  </a:lnTo>
                  <a:lnTo>
                    <a:pt x="4480" y="13812"/>
                  </a:lnTo>
                  <a:lnTo>
                    <a:pt x="5152" y="13663"/>
                  </a:lnTo>
                  <a:lnTo>
                    <a:pt x="5842" y="13495"/>
                  </a:lnTo>
                  <a:lnTo>
                    <a:pt x="6570" y="13290"/>
                  </a:lnTo>
                  <a:lnTo>
                    <a:pt x="7298" y="13047"/>
                  </a:lnTo>
                  <a:lnTo>
                    <a:pt x="8045" y="12804"/>
                  </a:lnTo>
                  <a:lnTo>
                    <a:pt x="8791" y="12543"/>
                  </a:lnTo>
                  <a:lnTo>
                    <a:pt x="9557" y="12245"/>
                  </a:lnTo>
                  <a:lnTo>
                    <a:pt x="10303" y="11946"/>
                  </a:lnTo>
                  <a:lnTo>
                    <a:pt x="11050" y="11629"/>
                  </a:lnTo>
                  <a:lnTo>
                    <a:pt x="11778" y="11293"/>
                  </a:lnTo>
                  <a:lnTo>
                    <a:pt x="12487" y="10938"/>
                  </a:lnTo>
                  <a:lnTo>
                    <a:pt x="13178" y="10583"/>
                  </a:lnTo>
                  <a:lnTo>
                    <a:pt x="13850" y="10229"/>
                  </a:lnTo>
                  <a:lnTo>
                    <a:pt x="14484" y="9855"/>
                  </a:lnTo>
                  <a:lnTo>
                    <a:pt x="15081" y="9501"/>
                  </a:lnTo>
                  <a:lnTo>
                    <a:pt x="15660" y="9128"/>
                  </a:lnTo>
                  <a:lnTo>
                    <a:pt x="16164" y="8754"/>
                  </a:lnTo>
                  <a:lnTo>
                    <a:pt x="16631" y="8381"/>
                  </a:lnTo>
                  <a:lnTo>
                    <a:pt x="17041" y="8008"/>
                  </a:lnTo>
                  <a:lnTo>
                    <a:pt x="17396" y="7653"/>
                  </a:lnTo>
                  <a:lnTo>
                    <a:pt x="17564" y="7466"/>
                  </a:lnTo>
                  <a:lnTo>
                    <a:pt x="17694" y="7298"/>
                  </a:lnTo>
                  <a:lnTo>
                    <a:pt x="17825" y="7112"/>
                  </a:lnTo>
                  <a:lnTo>
                    <a:pt x="17918" y="6944"/>
                  </a:lnTo>
                  <a:lnTo>
                    <a:pt x="18012" y="6757"/>
                  </a:lnTo>
                  <a:lnTo>
                    <a:pt x="18105" y="6533"/>
                  </a:lnTo>
                  <a:lnTo>
                    <a:pt x="18180" y="6290"/>
                  </a:lnTo>
                  <a:lnTo>
                    <a:pt x="18254" y="6029"/>
                  </a:lnTo>
                  <a:lnTo>
                    <a:pt x="18310" y="5731"/>
                  </a:lnTo>
                  <a:lnTo>
                    <a:pt x="18366" y="5413"/>
                  </a:lnTo>
                  <a:lnTo>
                    <a:pt x="18460" y="4704"/>
                  </a:lnTo>
                  <a:lnTo>
                    <a:pt x="18534" y="3901"/>
                  </a:lnTo>
                  <a:lnTo>
                    <a:pt x="18590" y="3024"/>
                  </a:lnTo>
                  <a:lnTo>
                    <a:pt x="18628" y="2054"/>
                  </a:lnTo>
                  <a:lnTo>
                    <a:pt x="18628" y="1008"/>
                  </a:lnTo>
                  <a:lnTo>
                    <a:pt x="17415" y="747"/>
                  </a:lnTo>
                  <a:lnTo>
                    <a:pt x="16201" y="486"/>
                  </a:lnTo>
                  <a:lnTo>
                    <a:pt x="15585" y="392"/>
                  </a:lnTo>
                  <a:lnTo>
                    <a:pt x="14969" y="299"/>
                  </a:lnTo>
                  <a:lnTo>
                    <a:pt x="14353" y="206"/>
                  </a:lnTo>
                  <a:lnTo>
                    <a:pt x="13738" y="131"/>
                  </a:lnTo>
                  <a:lnTo>
                    <a:pt x="13122" y="75"/>
                  </a:lnTo>
                  <a:lnTo>
                    <a:pt x="12506" y="38"/>
                  </a:lnTo>
                  <a:lnTo>
                    <a:pt x="11890" y="19"/>
                  </a:lnTo>
                  <a:lnTo>
                    <a:pt x="112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7;p47">
              <a:extLst>
                <a:ext uri="{FF2B5EF4-FFF2-40B4-BE49-F238E27FC236}">
                  <a16:creationId xmlns:a16="http://schemas.microsoft.com/office/drawing/2014/main" id="{BC068767-5B61-048A-43EF-89F47A236F13}"/>
                </a:ext>
              </a:extLst>
            </p:cNvPr>
            <p:cNvSpPr/>
            <p:nvPr/>
          </p:nvSpPr>
          <p:spPr>
            <a:xfrm flipH="1">
              <a:off x="815125" y="4393492"/>
              <a:ext cx="358185" cy="214401"/>
            </a:xfrm>
            <a:custGeom>
              <a:avLst/>
              <a:gdLst/>
              <a:ahLst/>
              <a:cxnLst/>
              <a:rect l="l" t="t" r="r" b="b"/>
              <a:pathLst>
                <a:path w="18554" h="11106" extrusionOk="0">
                  <a:moveTo>
                    <a:pt x="8642" y="0"/>
                  </a:moveTo>
                  <a:lnTo>
                    <a:pt x="8605" y="168"/>
                  </a:lnTo>
                  <a:lnTo>
                    <a:pt x="8567" y="299"/>
                  </a:lnTo>
                  <a:lnTo>
                    <a:pt x="8455" y="467"/>
                  </a:lnTo>
                  <a:lnTo>
                    <a:pt x="8306" y="672"/>
                  </a:lnTo>
                  <a:lnTo>
                    <a:pt x="8119" y="896"/>
                  </a:lnTo>
                  <a:lnTo>
                    <a:pt x="7895" y="1139"/>
                  </a:lnTo>
                  <a:lnTo>
                    <a:pt x="7354" y="1680"/>
                  </a:lnTo>
                  <a:lnTo>
                    <a:pt x="6701" y="2259"/>
                  </a:lnTo>
                  <a:lnTo>
                    <a:pt x="5152" y="3584"/>
                  </a:lnTo>
                  <a:lnTo>
                    <a:pt x="4330" y="4312"/>
                  </a:lnTo>
                  <a:lnTo>
                    <a:pt x="3509" y="5040"/>
                  </a:lnTo>
                  <a:lnTo>
                    <a:pt x="2725" y="5768"/>
                  </a:lnTo>
                  <a:lnTo>
                    <a:pt x="2333" y="6141"/>
                  </a:lnTo>
                  <a:lnTo>
                    <a:pt x="1979" y="6514"/>
                  </a:lnTo>
                  <a:lnTo>
                    <a:pt x="1643" y="6888"/>
                  </a:lnTo>
                  <a:lnTo>
                    <a:pt x="1307" y="7242"/>
                  </a:lnTo>
                  <a:lnTo>
                    <a:pt x="1027" y="7616"/>
                  </a:lnTo>
                  <a:lnTo>
                    <a:pt x="765" y="7952"/>
                  </a:lnTo>
                  <a:lnTo>
                    <a:pt x="523" y="8306"/>
                  </a:lnTo>
                  <a:lnTo>
                    <a:pt x="336" y="8642"/>
                  </a:lnTo>
                  <a:lnTo>
                    <a:pt x="187" y="8960"/>
                  </a:lnTo>
                  <a:lnTo>
                    <a:pt x="75" y="9277"/>
                  </a:lnTo>
                  <a:lnTo>
                    <a:pt x="38" y="9426"/>
                  </a:lnTo>
                  <a:lnTo>
                    <a:pt x="19" y="9575"/>
                  </a:lnTo>
                  <a:lnTo>
                    <a:pt x="0" y="9725"/>
                  </a:lnTo>
                  <a:lnTo>
                    <a:pt x="0" y="9874"/>
                  </a:lnTo>
                  <a:lnTo>
                    <a:pt x="19" y="10005"/>
                  </a:lnTo>
                  <a:lnTo>
                    <a:pt x="38" y="10135"/>
                  </a:lnTo>
                  <a:lnTo>
                    <a:pt x="94" y="10266"/>
                  </a:lnTo>
                  <a:lnTo>
                    <a:pt x="150" y="10397"/>
                  </a:lnTo>
                  <a:lnTo>
                    <a:pt x="224" y="10527"/>
                  </a:lnTo>
                  <a:lnTo>
                    <a:pt x="318" y="10621"/>
                  </a:lnTo>
                  <a:lnTo>
                    <a:pt x="430" y="10714"/>
                  </a:lnTo>
                  <a:lnTo>
                    <a:pt x="542" y="10807"/>
                  </a:lnTo>
                  <a:lnTo>
                    <a:pt x="691" y="10882"/>
                  </a:lnTo>
                  <a:lnTo>
                    <a:pt x="859" y="10938"/>
                  </a:lnTo>
                  <a:lnTo>
                    <a:pt x="1027" y="10994"/>
                  </a:lnTo>
                  <a:lnTo>
                    <a:pt x="1213" y="11031"/>
                  </a:lnTo>
                  <a:lnTo>
                    <a:pt x="1419" y="11069"/>
                  </a:lnTo>
                  <a:lnTo>
                    <a:pt x="1643" y="11087"/>
                  </a:lnTo>
                  <a:lnTo>
                    <a:pt x="2128" y="11106"/>
                  </a:lnTo>
                  <a:lnTo>
                    <a:pt x="2651" y="11087"/>
                  </a:lnTo>
                  <a:lnTo>
                    <a:pt x="3211" y="11013"/>
                  </a:lnTo>
                  <a:lnTo>
                    <a:pt x="3827" y="10938"/>
                  </a:lnTo>
                  <a:lnTo>
                    <a:pt x="4480" y="10807"/>
                  </a:lnTo>
                  <a:lnTo>
                    <a:pt x="5152" y="10658"/>
                  </a:lnTo>
                  <a:lnTo>
                    <a:pt x="5842" y="10490"/>
                  </a:lnTo>
                  <a:lnTo>
                    <a:pt x="6570" y="10285"/>
                  </a:lnTo>
                  <a:lnTo>
                    <a:pt x="7298" y="10042"/>
                  </a:lnTo>
                  <a:lnTo>
                    <a:pt x="8045" y="9799"/>
                  </a:lnTo>
                  <a:lnTo>
                    <a:pt x="8791" y="9538"/>
                  </a:lnTo>
                  <a:lnTo>
                    <a:pt x="9557" y="9240"/>
                  </a:lnTo>
                  <a:lnTo>
                    <a:pt x="10303" y="8941"/>
                  </a:lnTo>
                  <a:lnTo>
                    <a:pt x="11050" y="8624"/>
                  </a:lnTo>
                  <a:lnTo>
                    <a:pt x="11778" y="8288"/>
                  </a:lnTo>
                  <a:lnTo>
                    <a:pt x="12487" y="7933"/>
                  </a:lnTo>
                  <a:lnTo>
                    <a:pt x="13178" y="7578"/>
                  </a:lnTo>
                  <a:lnTo>
                    <a:pt x="13850" y="7224"/>
                  </a:lnTo>
                  <a:lnTo>
                    <a:pt x="14484" y="6850"/>
                  </a:lnTo>
                  <a:lnTo>
                    <a:pt x="15081" y="6496"/>
                  </a:lnTo>
                  <a:lnTo>
                    <a:pt x="15660" y="6123"/>
                  </a:lnTo>
                  <a:lnTo>
                    <a:pt x="16164" y="5749"/>
                  </a:lnTo>
                  <a:lnTo>
                    <a:pt x="16631" y="5376"/>
                  </a:lnTo>
                  <a:lnTo>
                    <a:pt x="17041" y="5003"/>
                  </a:lnTo>
                  <a:lnTo>
                    <a:pt x="17396" y="4648"/>
                  </a:lnTo>
                  <a:lnTo>
                    <a:pt x="17564" y="4461"/>
                  </a:lnTo>
                  <a:lnTo>
                    <a:pt x="17694" y="4293"/>
                  </a:lnTo>
                  <a:lnTo>
                    <a:pt x="17825" y="4107"/>
                  </a:lnTo>
                  <a:lnTo>
                    <a:pt x="17918" y="3939"/>
                  </a:lnTo>
                  <a:lnTo>
                    <a:pt x="18030" y="3696"/>
                  </a:lnTo>
                  <a:lnTo>
                    <a:pt x="18142" y="3397"/>
                  </a:lnTo>
                  <a:lnTo>
                    <a:pt x="18236" y="3061"/>
                  </a:lnTo>
                  <a:lnTo>
                    <a:pt x="18329" y="2688"/>
                  </a:lnTo>
                  <a:lnTo>
                    <a:pt x="18385" y="2259"/>
                  </a:lnTo>
                  <a:lnTo>
                    <a:pt x="18460" y="1811"/>
                  </a:lnTo>
                  <a:lnTo>
                    <a:pt x="18516" y="1307"/>
                  </a:lnTo>
                  <a:lnTo>
                    <a:pt x="18553" y="784"/>
                  </a:lnTo>
                  <a:lnTo>
                    <a:pt x="17974" y="1046"/>
                  </a:lnTo>
                  <a:lnTo>
                    <a:pt x="17377" y="1288"/>
                  </a:lnTo>
                  <a:lnTo>
                    <a:pt x="16780" y="1475"/>
                  </a:lnTo>
                  <a:lnTo>
                    <a:pt x="16463" y="1568"/>
                  </a:lnTo>
                  <a:lnTo>
                    <a:pt x="16164" y="1643"/>
                  </a:lnTo>
                  <a:lnTo>
                    <a:pt x="15847" y="1699"/>
                  </a:lnTo>
                  <a:lnTo>
                    <a:pt x="15548" y="1755"/>
                  </a:lnTo>
                  <a:lnTo>
                    <a:pt x="15231" y="1792"/>
                  </a:lnTo>
                  <a:lnTo>
                    <a:pt x="14913" y="1811"/>
                  </a:lnTo>
                  <a:lnTo>
                    <a:pt x="14596" y="1830"/>
                  </a:lnTo>
                  <a:lnTo>
                    <a:pt x="14260" y="1811"/>
                  </a:lnTo>
                  <a:lnTo>
                    <a:pt x="13943" y="1792"/>
                  </a:lnTo>
                  <a:lnTo>
                    <a:pt x="13607" y="1755"/>
                  </a:lnTo>
                  <a:lnTo>
                    <a:pt x="13271" y="1699"/>
                  </a:lnTo>
                  <a:lnTo>
                    <a:pt x="12935" y="1624"/>
                  </a:lnTo>
                  <a:lnTo>
                    <a:pt x="12599" y="1512"/>
                  </a:lnTo>
                  <a:lnTo>
                    <a:pt x="12282" y="1382"/>
                  </a:lnTo>
                  <a:lnTo>
                    <a:pt x="11964" y="1251"/>
                  </a:lnTo>
                  <a:lnTo>
                    <a:pt x="11647" y="1102"/>
                  </a:lnTo>
                  <a:lnTo>
                    <a:pt x="11031" y="803"/>
                  </a:lnTo>
                  <a:lnTo>
                    <a:pt x="10415" y="504"/>
                  </a:lnTo>
                  <a:lnTo>
                    <a:pt x="10117" y="374"/>
                  </a:lnTo>
                  <a:lnTo>
                    <a:pt x="9818" y="262"/>
                  </a:lnTo>
                  <a:lnTo>
                    <a:pt x="9538" y="168"/>
                  </a:lnTo>
                  <a:lnTo>
                    <a:pt x="9239" y="75"/>
                  </a:lnTo>
                  <a:lnTo>
                    <a:pt x="8941" y="19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8;p47">
              <a:extLst>
                <a:ext uri="{FF2B5EF4-FFF2-40B4-BE49-F238E27FC236}">
                  <a16:creationId xmlns:a16="http://schemas.microsoft.com/office/drawing/2014/main" id="{197AB8E8-486A-C802-9096-E0E87B02CC51}"/>
                </a:ext>
              </a:extLst>
            </p:cNvPr>
            <p:cNvSpPr/>
            <p:nvPr/>
          </p:nvSpPr>
          <p:spPr>
            <a:xfrm flipH="1">
              <a:off x="1295422" y="4049032"/>
              <a:ext cx="359980" cy="497625"/>
            </a:xfrm>
            <a:custGeom>
              <a:avLst/>
              <a:gdLst/>
              <a:ahLst/>
              <a:cxnLst/>
              <a:rect l="l" t="t" r="r" b="b"/>
              <a:pathLst>
                <a:path w="18647" h="25777" extrusionOk="0">
                  <a:moveTo>
                    <a:pt x="8419" y="1"/>
                  </a:moveTo>
                  <a:lnTo>
                    <a:pt x="8549" y="2539"/>
                  </a:lnTo>
                  <a:lnTo>
                    <a:pt x="8643" y="5040"/>
                  </a:lnTo>
                  <a:lnTo>
                    <a:pt x="8736" y="7429"/>
                  </a:lnTo>
                  <a:lnTo>
                    <a:pt x="8792" y="9632"/>
                  </a:lnTo>
                  <a:lnTo>
                    <a:pt x="8810" y="11573"/>
                  </a:lnTo>
                  <a:lnTo>
                    <a:pt x="8792" y="12413"/>
                  </a:lnTo>
                  <a:lnTo>
                    <a:pt x="8773" y="13160"/>
                  </a:lnTo>
                  <a:lnTo>
                    <a:pt x="8754" y="13794"/>
                  </a:lnTo>
                  <a:lnTo>
                    <a:pt x="8699" y="14317"/>
                  </a:lnTo>
                  <a:lnTo>
                    <a:pt x="8643" y="14709"/>
                  </a:lnTo>
                  <a:lnTo>
                    <a:pt x="8605" y="14858"/>
                  </a:lnTo>
                  <a:lnTo>
                    <a:pt x="8568" y="14970"/>
                  </a:lnTo>
                  <a:lnTo>
                    <a:pt x="8456" y="15157"/>
                  </a:lnTo>
                  <a:lnTo>
                    <a:pt x="8307" y="15343"/>
                  </a:lnTo>
                  <a:lnTo>
                    <a:pt x="8120" y="15567"/>
                  </a:lnTo>
                  <a:lnTo>
                    <a:pt x="7896" y="15810"/>
                  </a:lnTo>
                  <a:lnTo>
                    <a:pt x="7355" y="16351"/>
                  </a:lnTo>
                  <a:lnTo>
                    <a:pt x="6701" y="16949"/>
                  </a:lnTo>
                  <a:lnTo>
                    <a:pt x="5171" y="18274"/>
                  </a:lnTo>
                  <a:lnTo>
                    <a:pt x="4350" y="18983"/>
                  </a:lnTo>
                  <a:lnTo>
                    <a:pt x="3528" y="19711"/>
                  </a:lnTo>
                  <a:lnTo>
                    <a:pt x="2726" y="20458"/>
                  </a:lnTo>
                  <a:lnTo>
                    <a:pt x="2352" y="20831"/>
                  </a:lnTo>
                  <a:lnTo>
                    <a:pt x="1979" y="21185"/>
                  </a:lnTo>
                  <a:lnTo>
                    <a:pt x="1643" y="21559"/>
                  </a:lnTo>
                  <a:lnTo>
                    <a:pt x="1326" y="21932"/>
                  </a:lnTo>
                  <a:lnTo>
                    <a:pt x="1027" y="22287"/>
                  </a:lnTo>
                  <a:lnTo>
                    <a:pt x="766" y="22641"/>
                  </a:lnTo>
                  <a:lnTo>
                    <a:pt x="542" y="22977"/>
                  </a:lnTo>
                  <a:lnTo>
                    <a:pt x="337" y="23313"/>
                  </a:lnTo>
                  <a:lnTo>
                    <a:pt x="187" y="23649"/>
                  </a:lnTo>
                  <a:lnTo>
                    <a:pt x="75" y="23948"/>
                  </a:lnTo>
                  <a:lnTo>
                    <a:pt x="38" y="24116"/>
                  </a:lnTo>
                  <a:lnTo>
                    <a:pt x="19" y="24265"/>
                  </a:lnTo>
                  <a:lnTo>
                    <a:pt x="1" y="24396"/>
                  </a:lnTo>
                  <a:lnTo>
                    <a:pt x="1" y="24545"/>
                  </a:lnTo>
                  <a:lnTo>
                    <a:pt x="19" y="24676"/>
                  </a:lnTo>
                  <a:lnTo>
                    <a:pt x="57" y="24825"/>
                  </a:lnTo>
                  <a:lnTo>
                    <a:pt x="94" y="24956"/>
                  </a:lnTo>
                  <a:lnTo>
                    <a:pt x="150" y="25068"/>
                  </a:lnTo>
                  <a:lnTo>
                    <a:pt x="225" y="25198"/>
                  </a:lnTo>
                  <a:lnTo>
                    <a:pt x="318" y="25310"/>
                  </a:lnTo>
                  <a:lnTo>
                    <a:pt x="430" y="25404"/>
                  </a:lnTo>
                  <a:lnTo>
                    <a:pt x="561" y="25478"/>
                  </a:lnTo>
                  <a:lnTo>
                    <a:pt x="691" y="25553"/>
                  </a:lnTo>
                  <a:lnTo>
                    <a:pt x="859" y="25609"/>
                  </a:lnTo>
                  <a:lnTo>
                    <a:pt x="1027" y="25665"/>
                  </a:lnTo>
                  <a:lnTo>
                    <a:pt x="1233" y="25702"/>
                  </a:lnTo>
                  <a:lnTo>
                    <a:pt x="1438" y="25740"/>
                  </a:lnTo>
                  <a:lnTo>
                    <a:pt x="1643" y="25758"/>
                  </a:lnTo>
                  <a:lnTo>
                    <a:pt x="2128" y="25777"/>
                  </a:lnTo>
                  <a:lnTo>
                    <a:pt x="2651" y="25758"/>
                  </a:lnTo>
                  <a:lnTo>
                    <a:pt x="3230" y="25702"/>
                  </a:lnTo>
                  <a:lnTo>
                    <a:pt x="3827" y="25609"/>
                  </a:lnTo>
                  <a:lnTo>
                    <a:pt x="4480" y="25478"/>
                  </a:lnTo>
                  <a:lnTo>
                    <a:pt x="5152" y="25329"/>
                  </a:lnTo>
                  <a:lnTo>
                    <a:pt x="5843" y="25161"/>
                  </a:lnTo>
                  <a:lnTo>
                    <a:pt x="6571" y="24956"/>
                  </a:lnTo>
                  <a:lnTo>
                    <a:pt x="7299" y="24732"/>
                  </a:lnTo>
                  <a:lnTo>
                    <a:pt x="8045" y="24470"/>
                  </a:lnTo>
                  <a:lnTo>
                    <a:pt x="8792" y="24209"/>
                  </a:lnTo>
                  <a:lnTo>
                    <a:pt x="9557" y="23911"/>
                  </a:lnTo>
                  <a:lnTo>
                    <a:pt x="10304" y="23612"/>
                  </a:lnTo>
                  <a:lnTo>
                    <a:pt x="11050" y="23295"/>
                  </a:lnTo>
                  <a:lnTo>
                    <a:pt x="11778" y="22959"/>
                  </a:lnTo>
                  <a:lnTo>
                    <a:pt x="12487" y="22623"/>
                  </a:lnTo>
                  <a:lnTo>
                    <a:pt x="13197" y="22268"/>
                  </a:lnTo>
                  <a:lnTo>
                    <a:pt x="13850" y="21895"/>
                  </a:lnTo>
                  <a:lnTo>
                    <a:pt x="14485" y="21540"/>
                  </a:lnTo>
                  <a:lnTo>
                    <a:pt x="15101" y="21167"/>
                  </a:lnTo>
                  <a:lnTo>
                    <a:pt x="15660" y="20793"/>
                  </a:lnTo>
                  <a:lnTo>
                    <a:pt x="16164" y="20420"/>
                  </a:lnTo>
                  <a:lnTo>
                    <a:pt x="16650" y="20047"/>
                  </a:lnTo>
                  <a:lnTo>
                    <a:pt x="17060" y="19674"/>
                  </a:lnTo>
                  <a:lnTo>
                    <a:pt x="17415" y="19319"/>
                  </a:lnTo>
                  <a:lnTo>
                    <a:pt x="17564" y="19132"/>
                  </a:lnTo>
                  <a:lnTo>
                    <a:pt x="17695" y="18964"/>
                  </a:lnTo>
                  <a:lnTo>
                    <a:pt x="17826" y="18778"/>
                  </a:lnTo>
                  <a:lnTo>
                    <a:pt x="17919" y="18610"/>
                  </a:lnTo>
                  <a:lnTo>
                    <a:pt x="18031" y="18404"/>
                  </a:lnTo>
                  <a:lnTo>
                    <a:pt x="18124" y="18162"/>
                  </a:lnTo>
                  <a:lnTo>
                    <a:pt x="18199" y="17882"/>
                  </a:lnTo>
                  <a:lnTo>
                    <a:pt x="18274" y="17583"/>
                  </a:lnTo>
                  <a:lnTo>
                    <a:pt x="18348" y="17247"/>
                  </a:lnTo>
                  <a:lnTo>
                    <a:pt x="18404" y="16874"/>
                  </a:lnTo>
                  <a:lnTo>
                    <a:pt x="18498" y="16053"/>
                  </a:lnTo>
                  <a:lnTo>
                    <a:pt x="18572" y="15119"/>
                  </a:lnTo>
                  <a:lnTo>
                    <a:pt x="18628" y="14093"/>
                  </a:lnTo>
                  <a:lnTo>
                    <a:pt x="18647" y="12973"/>
                  </a:lnTo>
                  <a:lnTo>
                    <a:pt x="18647" y="11760"/>
                  </a:lnTo>
                  <a:lnTo>
                    <a:pt x="18628" y="10491"/>
                  </a:lnTo>
                  <a:lnTo>
                    <a:pt x="18591" y="9128"/>
                  </a:lnTo>
                  <a:lnTo>
                    <a:pt x="18535" y="7728"/>
                  </a:lnTo>
                  <a:lnTo>
                    <a:pt x="18460" y="6254"/>
                  </a:lnTo>
                  <a:lnTo>
                    <a:pt x="18292" y="3193"/>
                  </a:lnTo>
                  <a:lnTo>
                    <a:pt x="1810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9;p47">
              <a:extLst>
                <a:ext uri="{FF2B5EF4-FFF2-40B4-BE49-F238E27FC236}">
                  <a16:creationId xmlns:a16="http://schemas.microsoft.com/office/drawing/2014/main" id="{D2A2A6D7-E6BE-30CC-0048-2D3254ECE95B}"/>
                </a:ext>
              </a:extLst>
            </p:cNvPr>
            <p:cNvSpPr/>
            <p:nvPr/>
          </p:nvSpPr>
          <p:spPr>
            <a:xfrm flipH="1">
              <a:off x="1295422" y="4274232"/>
              <a:ext cx="359980" cy="272413"/>
            </a:xfrm>
            <a:custGeom>
              <a:avLst/>
              <a:gdLst/>
              <a:ahLst/>
              <a:cxnLst/>
              <a:rect l="l" t="t" r="r" b="b"/>
              <a:pathLst>
                <a:path w="18647" h="14111" extrusionOk="0">
                  <a:moveTo>
                    <a:pt x="11274" y="0"/>
                  </a:moveTo>
                  <a:lnTo>
                    <a:pt x="10658" y="19"/>
                  </a:lnTo>
                  <a:lnTo>
                    <a:pt x="10042" y="38"/>
                  </a:lnTo>
                  <a:lnTo>
                    <a:pt x="9426" y="94"/>
                  </a:lnTo>
                  <a:lnTo>
                    <a:pt x="8810" y="150"/>
                  </a:lnTo>
                  <a:lnTo>
                    <a:pt x="8792" y="1288"/>
                  </a:lnTo>
                  <a:lnTo>
                    <a:pt x="8736" y="2222"/>
                  </a:lnTo>
                  <a:lnTo>
                    <a:pt x="8717" y="2595"/>
                  </a:lnTo>
                  <a:lnTo>
                    <a:pt x="8680" y="2893"/>
                  </a:lnTo>
                  <a:lnTo>
                    <a:pt x="8624" y="3136"/>
                  </a:lnTo>
                  <a:lnTo>
                    <a:pt x="8568" y="3304"/>
                  </a:lnTo>
                  <a:lnTo>
                    <a:pt x="8456" y="3491"/>
                  </a:lnTo>
                  <a:lnTo>
                    <a:pt x="8307" y="3677"/>
                  </a:lnTo>
                  <a:lnTo>
                    <a:pt x="8120" y="3901"/>
                  </a:lnTo>
                  <a:lnTo>
                    <a:pt x="7896" y="4144"/>
                  </a:lnTo>
                  <a:lnTo>
                    <a:pt x="7355" y="4685"/>
                  </a:lnTo>
                  <a:lnTo>
                    <a:pt x="6701" y="5283"/>
                  </a:lnTo>
                  <a:lnTo>
                    <a:pt x="5171" y="6608"/>
                  </a:lnTo>
                  <a:lnTo>
                    <a:pt x="4350" y="7317"/>
                  </a:lnTo>
                  <a:lnTo>
                    <a:pt x="3528" y="8045"/>
                  </a:lnTo>
                  <a:lnTo>
                    <a:pt x="2726" y="8792"/>
                  </a:lnTo>
                  <a:lnTo>
                    <a:pt x="2352" y="9165"/>
                  </a:lnTo>
                  <a:lnTo>
                    <a:pt x="1979" y="9519"/>
                  </a:lnTo>
                  <a:lnTo>
                    <a:pt x="1643" y="9893"/>
                  </a:lnTo>
                  <a:lnTo>
                    <a:pt x="1326" y="10266"/>
                  </a:lnTo>
                  <a:lnTo>
                    <a:pt x="1027" y="10621"/>
                  </a:lnTo>
                  <a:lnTo>
                    <a:pt x="766" y="10975"/>
                  </a:lnTo>
                  <a:lnTo>
                    <a:pt x="542" y="11311"/>
                  </a:lnTo>
                  <a:lnTo>
                    <a:pt x="337" y="11647"/>
                  </a:lnTo>
                  <a:lnTo>
                    <a:pt x="187" y="11983"/>
                  </a:lnTo>
                  <a:lnTo>
                    <a:pt x="75" y="12282"/>
                  </a:lnTo>
                  <a:lnTo>
                    <a:pt x="38" y="12450"/>
                  </a:lnTo>
                  <a:lnTo>
                    <a:pt x="19" y="12599"/>
                  </a:lnTo>
                  <a:lnTo>
                    <a:pt x="1" y="12730"/>
                  </a:lnTo>
                  <a:lnTo>
                    <a:pt x="1" y="12879"/>
                  </a:lnTo>
                  <a:lnTo>
                    <a:pt x="19" y="13010"/>
                  </a:lnTo>
                  <a:lnTo>
                    <a:pt x="57" y="13159"/>
                  </a:lnTo>
                  <a:lnTo>
                    <a:pt x="94" y="13290"/>
                  </a:lnTo>
                  <a:lnTo>
                    <a:pt x="150" y="13402"/>
                  </a:lnTo>
                  <a:lnTo>
                    <a:pt x="225" y="13532"/>
                  </a:lnTo>
                  <a:lnTo>
                    <a:pt x="318" y="13644"/>
                  </a:lnTo>
                  <a:lnTo>
                    <a:pt x="430" y="13738"/>
                  </a:lnTo>
                  <a:lnTo>
                    <a:pt x="561" y="13812"/>
                  </a:lnTo>
                  <a:lnTo>
                    <a:pt x="691" y="13887"/>
                  </a:lnTo>
                  <a:lnTo>
                    <a:pt x="859" y="13943"/>
                  </a:lnTo>
                  <a:lnTo>
                    <a:pt x="1027" y="13999"/>
                  </a:lnTo>
                  <a:lnTo>
                    <a:pt x="1233" y="14036"/>
                  </a:lnTo>
                  <a:lnTo>
                    <a:pt x="1438" y="14074"/>
                  </a:lnTo>
                  <a:lnTo>
                    <a:pt x="1643" y="14092"/>
                  </a:lnTo>
                  <a:lnTo>
                    <a:pt x="2128" y="14111"/>
                  </a:lnTo>
                  <a:lnTo>
                    <a:pt x="2651" y="14092"/>
                  </a:lnTo>
                  <a:lnTo>
                    <a:pt x="3230" y="14036"/>
                  </a:lnTo>
                  <a:lnTo>
                    <a:pt x="3827" y="13943"/>
                  </a:lnTo>
                  <a:lnTo>
                    <a:pt x="4480" y="13812"/>
                  </a:lnTo>
                  <a:lnTo>
                    <a:pt x="5152" y="13663"/>
                  </a:lnTo>
                  <a:lnTo>
                    <a:pt x="5843" y="13495"/>
                  </a:lnTo>
                  <a:lnTo>
                    <a:pt x="6571" y="13290"/>
                  </a:lnTo>
                  <a:lnTo>
                    <a:pt x="7299" y="13066"/>
                  </a:lnTo>
                  <a:lnTo>
                    <a:pt x="8045" y="12804"/>
                  </a:lnTo>
                  <a:lnTo>
                    <a:pt x="8792" y="12543"/>
                  </a:lnTo>
                  <a:lnTo>
                    <a:pt x="9557" y="12245"/>
                  </a:lnTo>
                  <a:lnTo>
                    <a:pt x="10304" y="11946"/>
                  </a:lnTo>
                  <a:lnTo>
                    <a:pt x="11050" y="11629"/>
                  </a:lnTo>
                  <a:lnTo>
                    <a:pt x="11778" y="11293"/>
                  </a:lnTo>
                  <a:lnTo>
                    <a:pt x="12487" y="10957"/>
                  </a:lnTo>
                  <a:lnTo>
                    <a:pt x="13197" y="10602"/>
                  </a:lnTo>
                  <a:lnTo>
                    <a:pt x="13850" y="10229"/>
                  </a:lnTo>
                  <a:lnTo>
                    <a:pt x="14485" y="9874"/>
                  </a:lnTo>
                  <a:lnTo>
                    <a:pt x="15101" y="9501"/>
                  </a:lnTo>
                  <a:lnTo>
                    <a:pt x="15660" y="9127"/>
                  </a:lnTo>
                  <a:lnTo>
                    <a:pt x="16164" y="8754"/>
                  </a:lnTo>
                  <a:lnTo>
                    <a:pt x="16650" y="8381"/>
                  </a:lnTo>
                  <a:lnTo>
                    <a:pt x="17060" y="8008"/>
                  </a:lnTo>
                  <a:lnTo>
                    <a:pt x="17415" y="7653"/>
                  </a:lnTo>
                  <a:lnTo>
                    <a:pt x="17564" y="7466"/>
                  </a:lnTo>
                  <a:lnTo>
                    <a:pt x="17695" y="7298"/>
                  </a:lnTo>
                  <a:lnTo>
                    <a:pt x="17826" y="7112"/>
                  </a:lnTo>
                  <a:lnTo>
                    <a:pt x="17919" y="6944"/>
                  </a:lnTo>
                  <a:lnTo>
                    <a:pt x="18012" y="6757"/>
                  </a:lnTo>
                  <a:lnTo>
                    <a:pt x="18106" y="6552"/>
                  </a:lnTo>
                  <a:lnTo>
                    <a:pt x="18180" y="6309"/>
                  </a:lnTo>
                  <a:lnTo>
                    <a:pt x="18255" y="6029"/>
                  </a:lnTo>
                  <a:lnTo>
                    <a:pt x="18311" y="5730"/>
                  </a:lnTo>
                  <a:lnTo>
                    <a:pt x="18367" y="5413"/>
                  </a:lnTo>
                  <a:lnTo>
                    <a:pt x="18479" y="4704"/>
                  </a:lnTo>
                  <a:lnTo>
                    <a:pt x="18554" y="3901"/>
                  </a:lnTo>
                  <a:lnTo>
                    <a:pt x="18591" y="3024"/>
                  </a:lnTo>
                  <a:lnTo>
                    <a:pt x="18628" y="2054"/>
                  </a:lnTo>
                  <a:lnTo>
                    <a:pt x="18647" y="1027"/>
                  </a:lnTo>
                  <a:lnTo>
                    <a:pt x="17415" y="747"/>
                  </a:lnTo>
                  <a:lnTo>
                    <a:pt x="16202" y="504"/>
                  </a:lnTo>
                  <a:lnTo>
                    <a:pt x="15586" y="392"/>
                  </a:lnTo>
                  <a:lnTo>
                    <a:pt x="14970" y="299"/>
                  </a:lnTo>
                  <a:lnTo>
                    <a:pt x="14354" y="206"/>
                  </a:lnTo>
                  <a:lnTo>
                    <a:pt x="13738" y="150"/>
                  </a:lnTo>
                  <a:lnTo>
                    <a:pt x="13122" y="94"/>
                  </a:lnTo>
                  <a:lnTo>
                    <a:pt x="12506" y="38"/>
                  </a:lnTo>
                  <a:lnTo>
                    <a:pt x="11890" y="19"/>
                  </a:lnTo>
                  <a:lnTo>
                    <a:pt x="112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70;p47">
              <a:extLst>
                <a:ext uri="{FF2B5EF4-FFF2-40B4-BE49-F238E27FC236}">
                  <a16:creationId xmlns:a16="http://schemas.microsoft.com/office/drawing/2014/main" id="{4BA6C17C-5FBA-8F0E-C9D1-1ECFF35259BA}"/>
                </a:ext>
              </a:extLst>
            </p:cNvPr>
            <p:cNvSpPr/>
            <p:nvPr/>
          </p:nvSpPr>
          <p:spPr>
            <a:xfrm flipH="1">
              <a:off x="1297217" y="4332241"/>
              <a:ext cx="358185" cy="214401"/>
            </a:xfrm>
            <a:custGeom>
              <a:avLst/>
              <a:gdLst/>
              <a:ahLst/>
              <a:cxnLst/>
              <a:rect l="l" t="t" r="r" b="b"/>
              <a:pathLst>
                <a:path w="18554" h="11106" extrusionOk="0">
                  <a:moveTo>
                    <a:pt x="8643" y="0"/>
                  </a:moveTo>
                  <a:lnTo>
                    <a:pt x="8605" y="168"/>
                  </a:lnTo>
                  <a:lnTo>
                    <a:pt x="8568" y="299"/>
                  </a:lnTo>
                  <a:lnTo>
                    <a:pt x="8456" y="486"/>
                  </a:lnTo>
                  <a:lnTo>
                    <a:pt x="8307" y="672"/>
                  </a:lnTo>
                  <a:lnTo>
                    <a:pt x="8120" y="896"/>
                  </a:lnTo>
                  <a:lnTo>
                    <a:pt x="7896" y="1139"/>
                  </a:lnTo>
                  <a:lnTo>
                    <a:pt x="7355" y="1680"/>
                  </a:lnTo>
                  <a:lnTo>
                    <a:pt x="6701" y="2278"/>
                  </a:lnTo>
                  <a:lnTo>
                    <a:pt x="5171" y="3603"/>
                  </a:lnTo>
                  <a:lnTo>
                    <a:pt x="4350" y="4312"/>
                  </a:lnTo>
                  <a:lnTo>
                    <a:pt x="3528" y="5040"/>
                  </a:lnTo>
                  <a:lnTo>
                    <a:pt x="2726" y="5787"/>
                  </a:lnTo>
                  <a:lnTo>
                    <a:pt x="2352" y="6160"/>
                  </a:lnTo>
                  <a:lnTo>
                    <a:pt x="1979" y="6514"/>
                  </a:lnTo>
                  <a:lnTo>
                    <a:pt x="1643" y="6888"/>
                  </a:lnTo>
                  <a:lnTo>
                    <a:pt x="1326" y="7261"/>
                  </a:lnTo>
                  <a:lnTo>
                    <a:pt x="1027" y="7616"/>
                  </a:lnTo>
                  <a:lnTo>
                    <a:pt x="766" y="7970"/>
                  </a:lnTo>
                  <a:lnTo>
                    <a:pt x="542" y="8306"/>
                  </a:lnTo>
                  <a:lnTo>
                    <a:pt x="337" y="8642"/>
                  </a:lnTo>
                  <a:lnTo>
                    <a:pt x="187" y="8978"/>
                  </a:lnTo>
                  <a:lnTo>
                    <a:pt x="75" y="9277"/>
                  </a:lnTo>
                  <a:lnTo>
                    <a:pt x="38" y="9445"/>
                  </a:lnTo>
                  <a:lnTo>
                    <a:pt x="19" y="9594"/>
                  </a:lnTo>
                  <a:lnTo>
                    <a:pt x="1" y="9725"/>
                  </a:lnTo>
                  <a:lnTo>
                    <a:pt x="1" y="9874"/>
                  </a:lnTo>
                  <a:lnTo>
                    <a:pt x="19" y="10005"/>
                  </a:lnTo>
                  <a:lnTo>
                    <a:pt x="57" y="10154"/>
                  </a:lnTo>
                  <a:lnTo>
                    <a:pt x="94" y="10285"/>
                  </a:lnTo>
                  <a:lnTo>
                    <a:pt x="150" y="10397"/>
                  </a:lnTo>
                  <a:lnTo>
                    <a:pt x="225" y="10527"/>
                  </a:lnTo>
                  <a:lnTo>
                    <a:pt x="318" y="10639"/>
                  </a:lnTo>
                  <a:lnTo>
                    <a:pt x="430" y="10733"/>
                  </a:lnTo>
                  <a:lnTo>
                    <a:pt x="561" y="10807"/>
                  </a:lnTo>
                  <a:lnTo>
                    <a:pt x="691" y="10882"/>
                  </a:lnTo>
                  <a:lnTo>
                    <a:pt x="859" y="10938"/>
                  </a:lnTo>
                  <a:lnTo>
                    <a:pt x="1027" y="10994"/>
                  </a:lnTo>
                  <a:lnTo>
                    <a:pt x="1233" y="11031"/>
                  </a:lnTo>
                  <a:lnTo>
                    <a:pt x="1438" y="11069"/>
                  </a:lnTo>
                  <a:lnTo>
                    <a:pt x="1643" y="11087"/>
                  </a:lnTo>
                  <a:lnTo>
                    <a:pt x="2128" y="11106"/>
                  </a:lnTo>
                  <a:lnTo>
                    <a:pt x="2651" y="11087"/>
                  </a:lnTo>
                  <a:lnTo>
                    <a:pt x="3230" y="11031"/>
                  </a:lnTo>
                  <a:lnTo>
                    <a:pt x="3827" y="10938"/>
                  </a:lnTo>
                  <a:lnTo>
                    <a:pt x="4480" y="10807"/>
                  </a:lnTo>
                  <a:lnTo>
                    <a:pt x="5152" y="10658"/>
                  </a:lnTo>
                  <a:lnTo>
                    <a:pt x="5843" y="10490"/>
                  </a:lnTo>
                  <a:lnTo>
                    <a:pt x="6571" y="10285"/>
                  </a:lnTo>
                  <a:lnTo>
                    <a:pt x="7299" y="10061"/>
                  </a:lnTo>
                  <a:lnTo>
                    <a:pt x="8045" y="9799"/>
                  </a:lnTo>
                  <a:lnTo>
                    <a:pt x="8792" y="9538"/>
                  </a:lnTo>
                  <a:lnTo>
                    <a:pt x="9557" y="9240"/>
                  </a:lnTo>
                  <a:lnTo>
                    <a:pt x="10304" y="8941"/>
                  </a:lnTo>
                  <a:lnTo>
                    <a:pt x="11050" y="8624"/>
                  </a:lnTo>
                  <a:lnTo>
                    <a:pt x="11778" y="8288"/>
                  </a:lnTo>
                  <a:lnTo>
                    <a:pt x="12487" y="7952"/>
                  </a:lnTo>
                  <a:lnTo>
                    <a:pt x="13197" y="7597"/>
                  </a:lnTo>
                  <a:lnTo>
                    <a:pt x="13850" y="7224"/>
                  </a:lnTo>
                  <a:lnTo>
                    <a:pt x="14485" y="6869"/>
                  </a:lnTo>
                  <a:lnTo>
                    <a:pt x="15101" y="6496"/>
                  </a:lnTo>
                  <a:lnTo>
                    <a:pt x="15660" y="6122"/>
                  </a:lnTo>
                  <a:lnTo>
                    <a:pt x="16164" y="5749"/>
                  </a:lnTo>
                  <a:lnTo>
                    <a:pt x="16650" y="5376"/>
                  </a:lnTo>
                  <a:lnTo>
                    <a:pt x="17060" y="5003"/>
                  </a:lnTo>
                  <a:lnTo>
                    <a:pt x="17415" y="4648"/>
                  </a:lnTo>
                  <a:lnTo>
                    <a:pt x="17564" y="4461"/>
                  </a:lnTo>
                  <a:lnTo>
                    <a:pt x="17695" y="4293"/>
                  </a:lnTo>
                  <a:lnTo>
                    <a:pt x="17826" y="4107"/>
                  </a:lnTo>
                  <a:lnTo>
                    <a:pt x="17919" y="3939"/>
                  </a:lnTo>
                  <a:lnTo>
                    <a:pt x="18050" y="3696"/>
                  </a:lnTo>
                  <a:lnTo>
                    <a:pt x="18143" y="3397"/>
                  </a:lnTo>
                  <a:lnTo>
                    <a:pt x="18236" y="3061"/>
                  </a:lnTo>
                  <a:lnTo>
                    <a:pt x="18330" y="2688"/>
                  </a:lnTo>
                  <a:lnTo>
                    <a:pt x="18404" y="2278"/>
                  </a:lnTo>
                  <a:lnTo>
                    <a:pt x="18460" y="1811"/>
                  </a:lnTo>
                  <a:lnTo>
                    <a:pt x="18516" y="1326"/>
                  </a:lnTo>
                  <a:lnTo>
                    <a:pt x="18554" y="784"/>
                  </a:lnTo>
                  <a:lnTo>
                    <a:pt x="17975" y="1046"/>
                  </a:lnTo>
                  <a:lnTo>
                    <a:pt x="17378" y="1288"/>
                  </a:lnTo>
                  <a:lnTo>
                    <a:pt x="16780" y="1494"/>
                  </a:lnTo>
                  <a:lnTo>
                    <a:pt x="16482" y="1568"/>
                  </a:lnTo>
                  <a:lnTo>
                    <a:pt x="16164" y="1643"/>
                  </a:lnTo>
                  <a:lnTo>
                    <a:pt x="15847" y="1699"/>
                  </a:lnTo>
                  <a:lnTo>
                    <a:pt x="15548" y="1755"/>
                  </a:lnTo>
                  <a:lnTo>
                    <a:pt x="15231" y="1792"/>
                  </a:lnTo>
                  <a:lnTo>
                    <a:pt x="14914" y="1811"/>
                  </a:lnTo>
                  <a:lnTo>
                    <a:pt x="14597" y="1830"/>
                  </a:lnTo>
                  <a:lnTo>
                    <a:pt x="14279" y="1830"/>
                  </a:lnTo>
                  <a:lnTo>
                    <a:pt x="13943" y="1792"/>
                  </a:lnTo>
                  <a:lnTo>
                    <a:pt x="13626" y="1774"/>
                  </a:lnTo>
                  <a:lnTo>
                    <a:pt x="13271" y="1699"/>
                  </a:lnTo>
                  <a:lnTo>
                    <a:pt x="12935" y="1624"/>
                  </a:lnTo>
                  <a:lnTo>
                    <a:pt x="12599" y="1512"/>
                  </a:lnTo>
                  <a:lnTo>
                    <a:pt x="12282" y="1400"/>
                  </a:lnTo>
                  <a:lnTo>
                    <a:pt x="11965" y="1251"/>
                  </a:lnTo>
                  <a:lnTo>
                    <a:pt x="11648" y="1120"/>
                  </a:lnTo>
                  <a:lnTo>
                    <a:pt x="11032" y="803"/>
                  </a:lnTo>
                  <a:lnTo>
                    <a:pt x="10434" y="523"/>
                  </a:lnTo>
                  <a:lnTo>
                    <a:pt x="10136" y="392"/>
                  </a:lnTo>
                  <a:lnTo>
                    <a:pt x="9837" y="262"/>
                  </a:lnTo>
                  <a:lnTo>
                    <a:pt x="9538" y="168"/>
                  </a:lnTo>
                  <a:lnTo>
                    <a:pt x="9240" y="94"/>
                  </a:lnTo>
                  <a:lnTo>
                    <a:pt x="8941" y="38"/>
                  </a:lnTo>
                  <a:lnTo>
                    <a:pt x="8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71;p47">
              <a:extLst>
                <a:ext uri="{FF2B5EF4-FFF2-40B4-BE49-F238E27FC236}">
                  <a16:creationId xmlns:a16="http://schemas.microsoft.com/office/drawing/2014/main" id="{ACEEE582-0217-3009-C2EC-06382A8F85B6}"/>
                </a:ext>
              </a:extLst>
            </p:cNvPr>
            <p:cNvSpPr/>
            <p:nvPr/>
          </p:nvSpPr>
          <p:spPr>
            <a:xfrm flipH="1">
              <a:off x="728656" y="1990975"/>
              <a:ext cx="477084" cy="2215654"/>
            </a:xfrm>
            <a:custGeom>
              <a:avLst/>
              <a:gdLst/>
              <a:ahLst/>
              <a:cxnLst/>
              <a:rect l="l" t="t" r="r" b="b"/>
              <a:pathLst>
                <a:path w="24713" h="114771" extrusionOk="0">
                  <a:moveTo>
                    <a:pt x="18348" y="0"/>
                  </a:moveTo>
                  <a:lnTo>
                    <a:pt x="2203" y="7597"/>
                  </a:lnTo>
                  <a:lnTo>
                    <a:pt x="1326" y="18889"/>
                  </a:lnTo>
                  <a:lnTo>
                    <a:pt x="747" y="33261"/>
                  </a:lnTo>
                  <a:lnTo>
                    <a:pt x="299" y="44049"/>
                  </a:lnTo>
                  <a:lnTo>
                    <a:pt x="0" y="50918"/>
                  </a:lnTo>
                  <a:lnTo>
                    <a:pt x="0" y="51403"/>
                  </a:lnTo>
                  <a:lnTo>
                    <a:pt x="56" y="52150"/>
                  </a:lnTo>
                  <a:lnTo>
                    <a:pt x="150" y="53102"/>
                  </a:lnTo>
                  <a:lnTo>
                    <a:pt x="280" y="54278"/>
                  </a:lnTo>
                  <a:lnTo>
                    <a:pt x="635" y="57208"/>
                  </a:lnTo>
                  <a:lnTo>
                    <a:pt x="1120" y="60810"/>
                  </a:lnTo>
                  <a:lnTo>
                    <a:pt x="1699" y="64954"/>
                  </a:lnTo>
                  <a:lnTo>
                    <a:pt x="2371" y="69527"/>
                  </a:lnTo>
                  <a:lnTo>
                    <a:pt x="3117" y="74417"/>
                  </a:lnTo>
                  <a:lnTo>
                    <a:pt x="3883" y="79494"/>
                  </a:lnTo>
                  <a:lnTo>
                    <a:pt x="5488" y="89760"/>
                  </a:lnTo>
                  <a:lnTo>
                    <a:pt x="7000" y="99335"/>
                  </a:lnTo>
                  <a:lnTo>
                    <a:pt x="8269" y="107304"/>
                  </a:lnTo>
                  <a:lnTo>
                    <a:pt x="9146" y="112680"/>
                  </a:lnTo>
                  <a:lnTo>
                    <a:pt x="9183" y="112885"/>
                  </a:lnTo>
                  <a:lnTo>
                    <a:pt x="9239" y="113091"/>
                  </a:lnTo>
                  <a:lnTo>
                    <a:pt x="9314" y="113296"/>
                  </a:lnTo>
                  <a:lnTo>
                    <a:pt x="9407" y="113483"/>
                  </a:lnTo>
                  <a:lnTo>
                    <a:pt x="9519" y="113651"/>
                  </a:lnTo>
                  <a:lnTo>
                    <a:pt x="9631" y="113818"/>
                  </a:lnTo>
                  <a:lnTo>
                    <a:pt x="9781" y="113968"/>
                  </a:lnTo>
                  <a:lnTo>
                    <a:pt x="9911" y="114117"/>
                  </a:lnTo>
                  <a:lnTo>
                    <a:pt x="10079" y="114248"/>
                  </a:lnTo>
                  <a:lnTo>
                    <a:pt x="10247" y="114360"/>
                  </a:lnTo>
                  <a:lnTo>
                    <a:pt x="10415" y="114472"/>
                  </a:lnTo>
                  <a:lnTo>
                    <a:pt x="10602" y="114546"/>
                  </a:lnTo>
                  <a:lnTo>
                    <a:pt x="10807" y="114621"/>
                  </a:lnTo>
                  <a:lnTo>
                    <a:pt x="11013" y="114677"/>
                  </a:lnTo>
                  <a:lnTo>
                    <a:pt x="11218" y="114714"/>
                  </a:lnTo>
                  <a:lnTo>
                    <a:pt x="11423" y="114733"/>
                  </a:lnTo>
                  <a:lnTo>
                    <a:pt x="12487" y="114770"/>
                  </a:lnTo>
                  <a:lnTo>
                    <a:pt x="13495" y="114770"/>
                  </a:lnTo>
                  <a:lnTo>
                    <a:pt x="14428" y="114733"/>
                  </a:lnTo>
                  <a:lnTo>
                    <a:pt x="15324" y="114677"/>
                  </a:lnTo>
                  <a:lnTo>
                    <a:pt x="16164" y="114584"/>
                  </a:lnTo>
                  <a:lnTo>
                    <a:pt x="16948" y="114472"/>
                  </a:lnTo>
                  <a:lnTo>
                    <a:pt x="17713" y="114322"/>
                  </a:lnTo>
                  <a:lnTo>
                    <a:pt x="18423" y="114173"/>
                  </a:lnTo>
                  <a:lnTo>
                    <a:pt x="19095" y="114005"/>
                  </a:lnTo>
                  <a:lnTo>
                    <a:pt x="19748" y="113818"/>
                  </a:lnTo>
                  <a:lnTo>
                    <a:pt x="20382" y="113632"/>
                  </a:lnTo>
                  <a:lnTo>
                    <a:pt x="20980" y="113427"/>
                  </a:lnTo>
                  <a:lnTo>
                    <a:pt x="22137" y="112997"/>
                  </a:lnTo>
                  <a:lnTo>
                    <a:pt x="23257" y="112568"/>
                  </a:lnTo>
                  <a:lnTo>
                    <a:pt x="23425" y="112493"/>
                  </a:lnTo>
                  <a:lnTo>
                    <a:pt x="23593" y="112419"/>
                  </a:lnTo>
                  <a:lnTo>
                    <a:pt x="23742" y="112307"/>
                  </a:lnTo>
                  <a:lnTo>
                    <a:pt x="23891" y="112213"/>
                  </a:lnTo>
                  <a:lnTo>
                    <a:pt x="24022" y="112083"/>
                  </a:lnTo>
                  <a:lnTo>
                    <a:pt x="24153" y="111952"/>
                  </a:lnTo>
                  <a:lnTo>
                    <a:pt x="24265" y="111821"/>
                  </a:lnTo>
                  <a:lnTo>
                    <a:pt x="24377" y="111672"/>
                  </a:lnTo>
                  <a:lnTo>
                    <a:pt x="24451" y="111504"/>
                  </a:lnTo>
                  <a:lnTo>
                    <a:pt x="24526" y="111355"/>
                  </a:lnTo>
                  <a:lnTo>
                    <a:pt x="24601" y="111187"/>
                  </a:lnTo>
                  <a:lnTo>
                    <a:pt x="24657" y="111000"/>
                  </a:lnTo>
                  <a:lnTo>
                    <a:pt x="24694" y="110832"/>
                  </a:lnTo>
                  <a:lnTo>
                    <a:pt x="24713" y="110645"/>
                  </a:lnTo>
                  <a:lnTo>
                    <a:pt x="24713" y="110459"/>
                  </a:lnTo>
                  <a:lnTo>
                    <a:pt x="24713" y="110272"/>
                  </a:lnTo>
                  <a:lnTo>
                    <a:pt x="24601" y="109227"/>
                  </a:lnTo>
                  <a:lnTo>
                    <a:pt x="24470" y="108032"/>
                  </a:lnTo>
                  <a:lnTo>
                    <a:pt x="24283" y="106707"/>
                  </a:lnTo>
                  <a:lnTo>
                    <a:pt x="24078" y="105251"/>
                  </a:lnTo>
                  <a:lnTo>
                    <a:pt x="23593" y="101966"/>
                  </a:lnTo>
                  <a:lnTo>
                    <a:pt x="23033" y="98271"/>
                  </a:lnTo>
                  <a:lnTo>
                    <a:pt x="22398" y="94220"/>
                  </a:lnTo>
                  <a:lnTo>
                    <a:pt x="21726" y="89909"/>
                  </a:lnTo>
                  <a:lnTo>
                    <a:pt x="21036" y="85355"/>
                  </a:lnTo>
                  <a:lnTo>
                    <a:pt x="20364" y="80670"/>
                  </a:lnTo>
                  <a:lnTo>
                    <a:pt x="20046" y="78299"/>
                  </a:lnTo>
                  <a:lnTo>
                    <a:pt x="19729" y="75892"/>
                  </a:lnTo>
                  <a:lnTo>
                    <a:pt x="19430" y="73502"/>
                  </a:lnTo>
                  <a:lnTo>
                    <a:pt x="19151" y="71113"/>
                  </a:lnTo>
                  <a:lnTo>
                    <a:pt x="18889" y="68743"/>
                  </a:lnTo>
                  <a:lnTo>
                    <a:pt x="18665" y="66391"/>
                  </a:lnTo>
                  <a:lnTo>
                    <a:pt x="18460" y="64058"/>
                  </a:lnTo>
                  <a:lnTo>
                    <a:pt x="18292" y="61781"/>
                  </a:lnTo>
                  <a:lnTo>
                    <a:pt x="18143" y="59541"/>
                  </a:lnTo>
                  <a:lnTo>
                    <a:pt x="18049" y="57357"/>
                  </a:lnTo>
                  <a:lnTo>
                    <a:pt x="17975" y="55230"/>
                  </a:lnTo>
                  <a:lnTo>
                    <a:pt x="17956" y="53176"/>
                  </a:lnTo>
                  <a:lnTo>
                    <a:pt x="17956" y="52187"/>
                  </a:lnTo>
                  <a:lnTo>
                    <a:pt x="17975" y="51217"/>
                  </a:lnTo>
                  <a:lnTo>
                    <a:pt x="18012" y="50265"/>
                  </a:lnTo>
                  <a:lnTo>
                    <a:pt x="18049" y="49332"/>
                  </a:lnTo>
                  <a:lnTo>
                    <a:pt x="18105" y="48436"/>
                  </a:lnTo>
                  <a:lnTo>
                    <a:pt x="18180" y="47558"/>
                  </a:lnTo>
                  <a:lnTo>
                    <a:pt x="18255" y="46700"/>
                  </a:lnTo>
                  <a:lnTo>
                    <a:pt x="18348" y="45879"/>
                  </a:lnTo>
                  <a:lnTo>
                    <a:pt x="18572" y="44124"/>
                  </a:lnTo>
                  <a:lnTo>
                    <a:pt x="18740" y="42332"/>
                  </a:lnTo>
                  <a:lnTo>
                    <a:pt x="18908" y="40503"/>
                  </a:lnTo>
                  <a:lnTo>
                    <a:pt x="19039" y="38618"/>
                  </a:lnTo>
                  <a:lnTo>
                    <a:pt x="19151" y="36733"/>
                  </a:lnTo>
                  <a:lnTo>
                    <a:pt x="19244" y="34810"/>
                  </a:lnTo>
                  <a:lnTo>
                    <a:pt x="19300" y="32888"/>
                  </a:lnTo>
                  <a:lnTo>
                    <a:pt x="19356" y="30947"/>
                  </a:lnTo>
                  <a:lnTo>
                    <a:pt x="19393" y="29006"/>
                  </a:lnTo>
                  <a:lnTo>
                    <a:pt x="19412" y="27083"/>
                  </a:lnTo>
                  <a:lnTo>
                    <a:pt x="19412" y="25161"/>
                  </a:lnTo>
                  <a:lnTo>
                    <a:pt x="19393" y="23275"/>
                  </a:lnTo>
                  <a:lnTo>
                    <a:pt x="19374" y="21409"/>
                  </a:lnTo>
                  <a:lnTo>
                    <a:pt x="19337" y="19580"/>
                  </a:lnTo>
                  <a:lnTo>
                    <a:pt x="19244" y="16033"/>
                  </a:lnTo>
                  <a:lnTo>
                    <a:pt x="19132" y="12711"/>
                  </a:lnTo>
                  <a:lnTo>
                    <a:pt x="18983" y="9650"/>
                  </a:lnTo>
                  <a:lnTo>
                    <a:pt x="18833" y="6925"/>
                  </a:lnTo>
                  <a:lnTo>
                    <a:pt x="18684" y="4573"/>
                  </a:lnTo>
                  <a:lnTo>
                    <a:pt x="18553" y="2651"/>
                  </a:lnTo>
                  <a:lnTo>
                    <a:pt x="18460" y="1214"/>
                  </a:lnTo>
                  <a:lnTo>
                    <a:pt x="183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72;p47">
              <a:extLst>
                <a:ext uri="{FF2B5EF4-FFF2-40B4-BE49-F238E27FC236}">
                  <a16:creationId xmlns:a16="http://schemas.microsoft.com/office/drawing/2014/main" id="{5EDC01BC-59BB-AA52-19CB-1080399E68E3}"/>
                </a:ext>
              </a:extLst>
            </p:cNvPr>
            <p:cNvSpPr/>
            <p:nvPr/>
          </p:nvSpPr>
          <p:spPr>
            <a:xfrm flipH="1">
              <a:off x="832422" y="1990975"/>
              <a:ext cx="344498" cy="376911"/>
            </a:xfrm>
            <a:custGeom>
              <a:avLst/>
              <a:gdLst/>
              <a:ahLst/>
              <a:cxnLst/>
              <a:rect l="l" t="t" r="r" b="b"/>
              <a:pathLst>
                <a:path w="17845" h="19524" extrusionOk="0">
                  <a:moveTo>
                    <a:pt x="16855" y="0"/>
                  </a:moveTo>
                  <a:lnTo>
                    <a:pt x="710" y="7597"/>
                  </a:lnTo>
                  <a:lnTo>
                    <a:pt x="1" y="16556"/>
                  </a:lnTo>
                  <a:lnTo>
                    <a:pt x="486" y="16817"/>
                  </a:lnTo>
                  <a:lnTo>
                    <a:pt x="952" y="17079"/>
                  </a:lnTo>
                  <a:lnTo>
                    <a:pt x="1438" y="17303"/>
                  </a:lnTo>
                  <a:lnTo>
                    <a:pt x="1942" y="17527"/>
                  </a:lnTo>
                  <a:lnTo>
                    <a:pt x="2446" y="17751"/>
                  </a:lnTo>
                  <a:lnTo>
                    <a:pt x="2968" y="17937"/>
                  </a:lnTo>
                  <a:lnTo>
                    <a:pt x="3491" y="18124"/>
                  </a:lnTo>
                  <a:lnTo>
                    <a:pt x="4014" y="18311"/>
                  </a:lnTo>
                  <a:lnTo>
                    <a:pt x="4555" y="18460"/>
                  </a:lnTo>
                  <a:lnTo>
                    <a:pt x="5096" y="18609"/>
                  </a:lnTo>
                  <a:lnTo>
                    <a:pt x="5656" y="18740"/>
                  </a:lnTo>
                  <a:lnTo>
                    <a:pt x="6216" y="18871"/>
                  </a:lnTo>
                  <a:lnTo>
                    <a:pt x="6776" y="18983"/>
                  </a:lnTo>
                  <a:lnTo>
                    <a:pt x="7336" y="19076"/>
                  </a:lnTo>
                  <a:lnTo>
                    <a:pt x="7914" y="19169"/>
                  </a:lnTo>
                  <a:lnTo>
                    <a:pt x="8493" y="19262"/>
                  </a:lnTo>
                  <a:lnTo>
                    <a:pt x="9650" y="19374"/>
                  </a:lnTo>
                  <a:lnTo>
                    <a:pt x="10826" y="19468"/>
                  </a:lnTo>
                  <a:lnTo>
                    <a:pt x="12002" y="19505"/>
                  </a:lnTo>
                  <a:lnTo>
                    <a:pt x="13178" y="19524"/>
                  </a:lnTo>
                  <a:lnTo>
                    <a:pt x="14354" y="19486"/>
                  </a:lnTo>
                  <a:lnTo>
                    <a:pt x="15530" y="19430"/>
                  </a:lnTo>
                  <a:lnTo>
                    <a:pt x="16687" y="19337"/>
                  </a:lnTo>
                  <a:lnTo>
                    <a:pt x="17844" y="19206"/>
                  </a:lnTo>
                  <a:lnTo>
                    <a:pt x="17788" y="17228"/>
                  </a:lnTo>
                  <a:lnTo>
                    <a:pt x="17732" y="15306"/>
                  </a:lnTo>
                  <a:lnTo>
                    <a:pt x="17583" y="11685"/>
                  </a:lnTo>
                  <a:lnTo>
                    <a:pt x="17434" y="8418"/>
                  </a:lnTo>
                  <a:lnTo>
                    <a:pt x="17266" y="5581"/>
                  </a:lnTo>
                  <a:lnTo>
                    <a:pt x="17116" y="3248"/>
                  </a:lnTo>
                  <a:lnTo>
                    <a:pt x="16986" y="1494"/>
                  </a:lnTo>
                  <a:lnTo>
                    <a:pt x="16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73;p47">
              <a:extLst>
                <a:ext uri="{FF2B5EF4-FFF2-40B4-BE49-F238E27FC236}">
                  <a16:creationId xmlns:a16="http://schemas.microsoft.com/office/drawing/2014/main" id="{3ADAFA2A-1298-029A-5872-0D91D7DA4167}"/>
                </a:ext>
              </a:extLst>
            </p:cNvPr>
            <p:cNvSpPr/>
            <p:nvPr/>
          </p:nvSpPr>
          <p:spPr>
            <a:xfrm flipH="1">
              <a:off x="1152381" y="2114193"/>
              <a:ext cx="368262" cy="2027932"/>
            </a:xfrm>
            <a:custGeom>
              <a:avLst/>
              <a:gdLst/>
              <a:ahLst/>
              <a:cxnLst/>
              <a:rect l="l" t="t" r="r" b="b"/>
              <a:pathLst>
                <a:path w="19076" h="105047" extrusionOk="0">
                  <a:moveTo>
                    <a:pt x="5394" y="1"/>
                  </a:moveTo>
                  <a:lnTo>
                    <a:pt x="4797" y="5638"/>
                  </a:lnTo>
                  <a:lnTo>
                    <a:pt x="4163" y="11610"/>
                  </a:lnTo>
                  <a:lnTo>
                    <a:pt x="3435" y="18759"/>
                  </a:lnTo>
                  <a:lnTo>
                    <a:pt x="3061" y="22529"/>
                  </a:lnTo>
                  <a:lnTo>
                    <a:pt x="2707" y="26337"/>
                  </a:lnTo>
                  <a:lnTo>
                    <a:pt x="2352" y="30088"/>
                  </a:lnTo>
                  <a:lnTo>
                    <a:pt x="2035" y="33691"/>
                  </a:lnTo>
                  <a:lnTo>
                    <a:pt x="1773" y="37032"/>
                  </a:lnTo>
                  <a:lnTo>
                    <a:pt x="1550" y="40055"/>
                  </a:lnTo>
                  <a:lnTo>
                    <a:pt x="1400" y="42650"/>
                  </a:lnTo>
                  <a:lnTo>
                    <a:pt x="1344" y="43770"/>
                  </a:lnTo>
                  <a:lnTo>
                    <a:pt x="1307" y="44740"/>
                  </a:lnTo>
                  <a:lnTo>
                    <a:pt x="1232" y="49313"/>
                  </a:lnTo>
                  <a:lnTo>
                    <a:pt x="1139" y="55809"/>
                  </a:lnTo>
                  <a:lnTo>
                    <a:pt x="1027" y="63610"/>
                  </a:lnTo>
                  <a:lnTo>
                    <a:pt x="878" y="72084"/>
                  </a:lnTo>
                  <a:lnTo>
                    <a:pt x="710" y="80651"/>
                  </a:lnTo>
                  <a:lnTo>
                    <a:pt x="616" y="84776"/>
                  </a:lnTo>
                  <a:lnTo>
                    <a:pt x="523" y="88677"/>
                  </a:lnTo>
                  <a:lnTo>
                    <a:pt x="411" y="92298"/>
                  </a:lnTo>
                  <a:lnTo>
                    <a:pt x="280" y="95546"/>
                  </a:lnTo>
                  <a:lnTo>
                    <a:pt x="150" y="98364"/>
                  </a:lnTo>
                  <a:lnTo>
                    <a:pt x="75" y="99596"/>
                  </a:lnTo>
                  <a:lnTo>
                    <a:pt x="0" y="100660"/>
                  </a:lnTo>
                  <a:lnTo>
                    <a:pt x="0" y="100865"/>
                  </a:lnTo>
                  <a:lnTo>
                    <a:pt x="0" y="101052"/>
                  </a:lnTo>
                  <a:lnTo>
                    <a:pt x="19" y="101239"/>
                  </a:lnTo>
                  <a:lnTo>
                    <a:pt x="56" y="101425"/>
                  </a:lnTo>
                  <a:lnTo>
                    <a:pt x="112" y="101612"/>
                  </a:lnTo>
                  <a:lnTo>
                    <a:pt x="168" y="101799"/>
                  </a:lnTo>
                  <a:lnTo>
                    <a:pt x="243" y="101967"/>
                  </a:lnTo>
                  <a:lnTo>
                    <a:pt x="336" y="102135"/>
                  </a:lnTo>
                  <a:lnTo>
                    <a:pt x="448" y="102284"/>
                  </a:lnTo>
                  <a:lnTo>
                    <a:pt x="560" y="102433"/>
                  </a:lnTo>
                  <a:lnTo>
                    <a:pt x="691" y="102564"/>
                  </a:lnTo>
                  <a:lnTo>
                    <a:pt x="822" y="102695"/>
                  </a:lnTo>
                  <a:lnTo>
                    <a:pt x="971" y="102825"/>
                  </a:lnTo>
                  <a:lnTo>
                    <a:pt x="1120" y="102937"/>
                  </a:lnTo>
                  <a:lnTo>
                    <a:pt x="1288" y="103031"/>
                  </a:lnTo>
                  <a:lnTo>
                    <a:pt x="1456" y="103124"/>
                  </a:lnTo>
                  <a:lnTo>
                    <a:pt x="1997" y="103348"/>
                  </a:lnTo>
                  <a:lnTo>
                    <a:pt x="2520" y="103516"/>
                  </a:lnTo>
                  <a:lnTo>
                    <a:pt x="3024" y="103665"/>
                  </a:lnTo>
                  <a:lnTo>
                    <a:pt x="3547" y="103777"/>
                  </a:lnTo>
                  <a:lnTo>
                    <a:pt x="4051" y="103871"/>
                  </a:lnTo>
                  <a:lnTo>
                    <a:pt x="4555" y="103945"/>
                  </a:lnTo>
                  <a:lnTo>
                    <a:pt x="5618" y="104057"/>
                  </a:lnTo>
                  <a:lnTo>
                    <a:pt x="6776" y="104169"/>
                  </a:lnTo>
                  <a:lnTo>
                    <a:pt x="7392" y="104244"/>
                  </a:lnTo>
                  <a:lnTo>
                    <a:pt x="8064" y="104337"/>
                  </a:lnTo>
                  <a:lnTo>
                    <a:pt x="8773" y="104449"/>
                  </a:lnTo>
                  <a:lnTo>
                    <a:pt x="9519" y="104580"/>
                  </a:lnTo>
                  <a:lnTo>
                    <a:pt x="10341" y="104748"/>
                  </a:lnTo>
                  <a:lnTo>
                    <a:pt x="11199" y="104972"/>
                  </a:lnTo>
                  <a:lnTo>
                    <a:pt x="11461" y="105028"/>
                  </a:lnTo>
                  <a:lnTo>
                    <a:pt x="11703" y="105046"/>
                  </a:lnTo>
                  <a:lnTo>
                    <a:pt x="11946" y="105028"/>
                  </a:lnTo>
                  <a:lnTo>
                    <a:pt x="12188" y="104990"/>
                  </a:lnTo>
                  <a:lnTo>
                    <a:pt x="12431" y="104934"/>
                  </a:lnTo>
                  <a:lnTo>
                    <a:pt x="12636" y="104860"/>
                  </a:lnTo>
                  <a:lnTo>
                    <a:pt x="12860" y="104748"/>
                  </a:lnTo>
                  <a:lnTo>
                    <a:pt x="13047" y="104617"/>
                  </a:lnTo>
                  <a:lnTo>
                    <a:pt x="13234" y="104468"/>
                  </a:lnTo>
                  <a:lnTo>
                    <a:pt x="13402" y="104300"/>
                  </a:lnTo>
                  <a:lnTo>
                    <a:pt x="13551" y="104113"/>
                  </a:lnTo>
                  <a:lnTo>
                    <a:pt x="13682" y="103908"/>
                  </a:lnTo>
                  <a:lnTo>
                    <a:pt x="13775" y="103703"/>
                  </a:lnTo>
                  <a:lnTo>
                    <a:pt x="13868" y="103460"/>
                  </a:lnTo>
                  <a:lnTo>
                    <a:pt x="13924" y="103217"/>
                  </a:lnTo>
                  <a:lnTo>
                    <a:pt x="13943" y="102956"/>
                  </a:lnTo>
                  <a:lnTo>
                    <a:pt x="14652" y="89779"/>
                  </a:lnTo>
                  <a:lnTo>
                    <a:pt x="15119" y="80745"/>
                  </a:lnTo>
                  <a:lnTo>
                    <a:pt x="15604" y="71188"/>
                  </a:lnTo>
                  <a:lnTo>
                    <a:pt x="16052" y="61968"/>
                  </a:lnTo>
                  <a:lnTo>
                    <a:pt x="16407" y="53886"/>
                  </a:lnTo>
                  <a:lnTo>
                    <a:pt x="16537" y="50545"/>
                  </a:lnTo>
                  <a:lnTo>
                    <a:pt x="16631" y="47801"/>
                  </a:lnTo>
                  <a:lnTo>
                    <a:pt x="16668" y="45748"/>
                  </a:lnTo>
                  <a:lnTo>
                    <a:pt x="16687" y="45039"/>
                  </a:lnTo>
                  <a:lnTo>
                    <a:pt x="16668" y="44535"/>
                  </a:lnTo>
                  <a:lnTo>
                    <a:pt x="16649" y="43975"/>
                  </a:lnTo>
                  <a:lnTo>
                    <a:pt x="16649" y="43247"/>
                  </a:lnTo>
                  <a:lnTo>
                    <a:pt x="16705" y="41287"/>
                  </a:lnTo>
                  <a:lnTo>
                    <a:pt x="16799" y="38749"/>
                  </a:lnTo>
                  <a:lnTo>
                    <a:pt x="16948" y="35725"/>
                  </a:lnTo>
                  <a:lnTo>
                    <a:pt x="17135" y="32347"/>
                  </a:lnTo>
                  <a:lnTo>
                    <a:pt x="17340" y="28707"/>
                  </a:lnTo>
                  <a:lnTo>
                    <a:pt x="17788" y="21073"/>
                  </a:lnTo>
                  <a:lnTo>
                    <a:pt x="18255" y="13645"/>
                  </a:lnTo>
                  <a:lnTo>
                    <a:pt x="18665" y="7317"/>
                  </a:lnTo>
                  <a:lnTo>
                    <a:pt x="19076" y="1214"/>
                  </a:lnTo>
                  <a:lnTo>
                    <a:pt x="53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74;p47">
              <a:extLst>
                <a:ext uri="{FF2B5EF4-FFF2-40B4-BE49-F238E27FC236}">
                  <a16:creationId xmlns:a16="http://schemas.microsoft.com/office/drawing/2014/main" id="{331DD2D6-40F8-AD8D-01AC-B2589B526333}"/>
                </a:ext>
              </a:extLst>
            </p:cNvPr>
            <p:cNvSpPr/>
            <p:nvPr/>
          </p:nvSpPr>
          <p:spPr>
            <a:xfrm flipH="1">
              <a:off x="830273" y="2323178"/>
              <a:ext cx="143069" cy="1863975"/>
            </a:xfrm>
            <a:custGeom>
              <a:avLst/>
              <a:gdLst/>
              <a:ahLst/>
              <a:cxnLst/>
              <a:rect l="l" t="t" r="r" b="b"/>
              <a:pathLst>
                <a:path w="7411" h="96554" extrusionOk="0">
                  <a:moveTo>
                    <a:pt x="318" y="0"/>
                  </a:moveTo>
                  <a:lnTo>
                    <a:pt x="262" y="19"/>
                  </a:lnTo>
                  <a:lnTo>
                    <a:pt x="224" y="38"/>
                  </a:lnTo>
                  <a:lnTo>
                    <a:pt x="187" y="94"/>
                  </a:lnTo>
                  <a:lnTo>
                    <a:pt x="187" y="131"/>
                  </a:lnTo>
                  <a:lnTo>
                    <a:pt x="112" y="5450"/>
                  </a:lnTo>
                  <a:lnTo>
                    <a:pt x="75" y="10994"/>
                  </a:lnTo>
                  <a:lnTo>
                    <a:pt x="19" y="17639"/>
                  </a:lnTo>
                  <a:lnTo>
                    <a:pt x="0" y="24769"/>
                  </a:lnTo>
                  <a:lnTo>
                    <a:pt x="0" y="28334"/>
                  </a:lnTo>
                  <a:lnTo>
                    <a:pt x="0" y="31787"/>
                  </a:lnTo>
                  <a:lnTo>
                    <a:pt x="19" y="35034"/>
                  </a:lnTo>
                  <a:lnTo>
                    <a:pt x="56" y="38039"/>
                  </a:lnTo>
                  <a:lnTo>
                    <a:pt x="112" y="40690"/>
                  </a:lnTo>
                  <a:lnTo>
                    <a:pt x="187" y="42929"/>
                  </a:lnTo>
                  <a:lnTo>
                    <a:pt x="243" y="44031"/>
                  </a:lnTo>
                  <a:lnTo>
                    <a:pt x="336" y="45300"/>
                  </a:lnTo>
                  <a:lnTo>
                    <a:pt x="448" y="46718"/>
                  </a:lnTo>
                  <a:lnTo>
                    <a:pt x="597" y="48286"/>
                  </a:lnTo>
                  <a:lnTo>
                    <a:pt x="784" y="50003"/>
                  </a:lnTo>
                  <a:lnTo>
                    <a:pt x="971" y="51814"/>
                  </a:lnTo>
                  <a:lnTo>
                    <a:pt x="1437" y="55752"/>
                  </a:lnTo>
                  <a:lnTo>
                    <a:pt x="1979" y="60008"/>
                  </a:lnTo>
                  <a:lnTo>
                    <a:pt x="2557" y="64469"/>
                  </a:lnTo>
                  <a:lnTo>
                    <a:pt x="3173" y="69004"/>
                  </a:lnTo>
                  <a:lnTo>
                    <a:pt x="3789" y="73540"/>
                  </a:lnTo>
                  <a:lnTo>
                    <a:pt x="5021" y="82144"/>
                  </a:lnTo>
                  <a:lnTo>
                    <a:pt x="6085" y="89405"/>
                  </a:lnTo>
                  <a:lnTo>
                    <a:pt x="6832" y="94463"/>
                  </a:lnTo>
                  <a:lnTo>
                    <a:pt x="7130" y="96442"/>
                  </a:lnTo>
                  <a:lnTo>
                    <a:pt x="7149" y="96479"/>
                  </a:lnTo>
                  <a:lnTo>
                    <a:pt x="7186" y="96516"/>
                  </a:lnTo>
                  <a:lnTo>
                    <a:pt x="7223" y="96553"/>
                  </a:lnTo>
                  <a:lnTo>
                    <a:pt x="7298" y="96553"/>
                  </a:lnTo>
                  <a:lnTo>
                    <a:pt x="7335" y="96535"/>
                  </a:lnTo>
                  <a:lnTo>
                    <a:pt x="7373" y="96498"/>
                  </a:lnTo>
                  <a:lnTo>
                    <a:pt x="7391" y="96460"/>
                  </a:lnTo>
                  <a:lnTo>
                    <a:pt x="7410" y="96404"/>
                  </a:lnTo>
                  <a:lnTo>
                    <a:pt x="7112" y="94426"/>
                  </a:lnTo>
                  <a:lnTo>
                    <a:pt x="6346" y="89368"/>
                  </a:lnTo>
                  <a:lnTo>
                    <a:pt x="5282" y="82107"/>
                  </a:lnTo>
                  <a:lnTo>
                    <a:pt x="4069" y="73521"/>
                  </a:lnTo>
                  <a:lnTo>
                    <a:pt x="3435" y="68986"/>
                  </a:lnTo>
                  <a:lnTo>
                    <a:pt x="2819" y="64431"/>
                  </a:lnTo>
                  <a:lnTo>
                    <a:pt x="2240" y="59989"/>
                  </a:lnTo>
                  <a:lnTo>
                    <a:pt x="1717" y="55734"/>
                  </a:lnTo>
                  <a:lnTo>
                    <a:pt x="1251" y="51795"/>
                  </a:lnTo>
                  <a:lnTo>
                    <a:pt x="1045" y="49985"/>
                  </a:lnTo>
                  <a:lnTo>
                    <a:pt x="877" y="48286"/>
                  </a:lnTo>
                  <a:lnTo>
                    <a:pt x="728" y="46700"/>
                  </a:lnTo>
                  <a:lnTo>
                    <a:pt x="597" y="45281"/>
                  </a:lnTo>
                  <a:lnTo>
                    <a:pt x="504" y="44012"/>
                  </a:lnTo>
                  <a:lnTo>
                    <a:pt x="448" y="42929"/>
                  </a:lnTo>
                  <a:lnTo>
                    <a:pt x="374" y="40690"/>
                  </a:lnTo>
                  <a:lnTo>
                    <a:pt x="336" y="38039"/>
                  </a:lnTo>
                  <a:lnTo>
                    <a:pt x="299" y="35034"/>
                  </a:lnTo>
                  <a:lnTo>
                    <a:pt x="280" y="31768"/>
                  </a:lnTo>
                  <a:lnTo>
                    <a:pt x="262" y="28334"/>
                  </a:lnTo>
                  <a:lnTo>
                    <a:pt x="262" y="24769"/>
                  </a:lnTo>
                  <a:lnTo>
                    <a:pt x="299" y="17639"/>
                  </a:lnTo>
                  <a:lnTo>
                    <a:pt x="336" y="10994"/>
                  </a:lnTo>
                  <a:lnTo>
                    <a:pt x="392" y="5450"/>
                  </a:lnTo>
                  <a:lnTo>
                    <a:pt x="448" y="150"/>
                  </a:lnTo>
                  <a:lnTo>
                    <a:pt x="448" y="94"/>
                  </a:lnTo>
                  <a:lnTo>
                    <a:pt x="411" y="38"/>
                  </a:lnTo>
                  <a:lnTo>
                    <a:pt x="374" y="19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75;p47">
              <a:extLst>
                <a:ext uri="{FF2B5EF4-FFF2-40B4-BE49-F238E27FC236}">
                  <a16:creationId xmlns:a16="http://schemas.microsoft.com/office/drawing/2014/main" id="{7A25CB4A-5C94-81C4-0B10-608BF55721E5}"/>
                </a:ext>
              </a:extLst>
            </p:cNvPr>
            <p:cNvSpPr/>
            <p:nvPr/>
          </p:nvSpPr>
          <p:spPr>
            <a:xfrm flipH="1">
              <a:off x="901988" y="2419022"/>
              <a:ext cx="123610" cy="114228"/>
            </a:xfrm>
            <a:custGeom>
              <a:avLst/>
              <a:gdLst/>
              <a:ahLst/>
              <a:cxnLst/>
              <a:rect l="l" t="t" r="r" b="b"/>
              <a:pathLst>
                <a:path w="6403" h="5917" extrusionOk="0">
                  <a:moveTo>
                    <a:pt x="281" y="0"/>
                  </a:moveTo>
                  <a:lnTo>
                    <a:pt x="225" y="38"/>
                  </a:lnTo>
                  <a:lnTo>
                    <a:pt x="150" y="75"/>
                  </a:lnTo>
                  <a:lnTo>
                    <a:pt x="94" y="112"/>
                  </a:lnTo>
                  <a:lnTo>
                    <a:pt x="57" y="187"/>
                  </a:lnTo>
                  <a:lnTo>
                    <a:pt x="19" y="243"/>
                  </a:lnTo>
                  <a:lnTo>
                    <a:pt x="1" y="317"/>
                  </a:lnTo>
                  <a:lnTo>
                    <a:pt x="1" y="392"/>
                  </a:lnTo>
                  <a:lnTo>
                    <a:pt x="19" y="448"/>
                  </a:lnTo>
                  <a:lnTo>
                    <a:pt x="38" y="523"/>
                  </a:lnTo>
                  <a:lnTo>
                    <a:pt x="75" y="579"/>
                  </a:lnTo>
                  <a:lnTo>
                    <a:pt x="131" y="635"/>
                  </a:lnTo>
                  <a:lnTo>
                    <a:pt x="5787" y="5805"/>
                  </a:lnTo>
                  <a:lnTo>
                    <a:pt x="5843" y="5861"/>
                  </a:lnTo>
                  <a:lnTo>
                    <a:pt x="5899" y="5880"/>
                  </a:lnTo>
                  <a:lnTo>
                    <a:pt x="5974" y="5898"/>
                  </a:lnTo>
                  <a:lnTo>
                    <a:pt x="6030" y="5917"/>
                  </a:lnTo>
                  <a:lnTo>
                    <a:pt x="6104" y="5898"/>
                  </a:lnTo>
                  <a:lnTo>
                    <a:pt x="6179" y="5880"/>
                  </a:lnTo>
                  <a:lnTo>
                    <a:pt x="6235" y="5842"/>
                  </a:lnTo>
                  <a:lnTo>
                    <a:pt x="6310" y="5786"/>
                  </a:lnTo>
                  <a:lnTo>
                    <a:pt x="6347" y="5730"/>
                  </a:lnTo>
                  <a:lnTo>
                    <a:pt x="6384" y="5656"/>
                  </a:lnTo>
                  <a:lnTo>
                    <a:pt x="6403" y="5600"/>
                  </a:lnTo>
                  <a:lnTo>
                    <a:pt x="6403" y="5525"/>
                  </a:lnTo>
                  <a:lnTo>
                    <a:pt x="6384" y="5450"/>
                  </a:lnTo>
                  <a:lnTo>
                    <a:pt x="6366" y="5394"/>
                  </a:lnTo>
                  <a:lnTo>
                    <a:pt x="6328" y="5320"/>
                  </a:lnTo>
                  <a:lnTo>
                    <a:pt x="6272" y="5264"/>
                  </a:lnTo>
                  <a:lnTo>
                    <a:pt x="617" y="94"/>
                  </a:lnTo>
                  <a:lnTo>
                    <a:pt x="561" y="56"/>
                  </a:lnTo>
                  <a:lnTo>
                    <a:pt x="486" y="19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76;p47">
              <a:extLst>
                <a:ext uri="{FF2B5EF4-FFF2-40B4-BE49-F238E27FC236}">
                  <a16:creationId xmlns:a16="http://schemas.microsoft.com/office/drawing/2014/main" id="{A661C643-22A3-D8FF-E58D-C15EA5456137}"/>
                </a:ext>
              </a:extLst>
            </p:cNvPr>
            <p:cNvSpPr/>
            <p:nvPr/>
          </p:nvSpPr>
          <p:spPr>
            <a:xfrm flipH="1">
              <a:off x="1358486" y="2448557"/>
              <a:ext cx="72799" cy="84691"/>
            </a:xfrm>
            <a:custGeom>
              <a:avLst/>
              <a:gdLst/>
              <a:ahLst/>
              <a:cxnLst/>
              <a:rect l="l" t="t" r="r" b="b"/>
              <a:pathLst>
                <a:path w="3771" h="4387" extrusionOk="0">
                  <a:moveTo>
                    <a:pt x="3304" y="1"/>
                  </a:moveTo>
                  <a:lnTo>
                    <a:pt x="3248" y="38"/>
                  </a:lnTo>
                  <a:lnTo>
                    <a:pt x="3173" y="75"/>
                  </a:lnTo>
                  <a:lnTo>
                    <a:pt x="3136" y="131"/>
                  </a:lnTo>
                  <a:lnTo>
                    <a:pt x="75" y="3771"/>
                  </a:lnTo>
                  <a:lnTo>
                    <a:pt x="38" y="3846"/>
                  </a:lnTo>
                  <a:lnTo>
                    <a:pt x="0" y="3902"/>
                  </a:lnTo>
                  <a:lnTo>
                    <a:pt x="0" y="3976"/>
                  </a:lnTo>
                  <a:lnTo>
                    <a:pt x="0" y="4051"/>
                  </a:lnTo>
                  <a:lnTo>
                    <a:pt x="0" y="4107"/>
                  </a:lnTo>
                  <a:lnTo>
                    <a:pt x="38" y="4182"/>
                  </a:lnTo>
                  <a:lnTo>
                    <a:pt x="75" y="4238"/>
                  </a:lnTo>
                  <a:lnTo>
                    <a:pt x="131" y="4294"/>
                  </a:lnTo>
                  <a:lnTo>
                    <a:pt x="187" y="4331"/>
                  </a:lnTo>
                  <a:lnTo>
                    <a:pt x="243" y="4350"/>
                  </a:lnTo>
                  <a:lnTo>
                    <a:pt x="355" y="4387"/>
                  </a:lnTo>
                  <a:lnTo>
                    <a:pt x="448" y="4368"/>
                  </a:lnTo>
                  <a:lnTo>
                    <a:pt x="523" y="4350"/>
                  </a:lnTo>
                  <a:lnTo>
                    <a:pt x="579" y="4312"/>
                  </a:lnTo>
                  <a:lnTo>
                    <a:pt x="635" y="4238"/>
                  </a:lnTo>
                  <a:lnTo>
                    <a:pt x="3696" y="598"/>
                  </a:lnTo>
                  <a:lnTo>
                    <a:pt x="3733" y="542"/>
                  </a:lnTo>
                  <a:lnTo>
                    <a:pt x="3771" y="467"/>
                  </a:lnTo>
                  <a:lnTo>
                    <a:pt x="3771" y="393"/>
                  </a:lnTo>
                  <a:lnTo>
                    <a:pt x="3771" y="337"/>
                  </a:lnTo>
                  <a:lnTo>
                    <a:pt x="3771" y="262"/>
                  </a:lnTo>
                  <a:lnTo>
                    <a:pt x="3733" y="187"/>
                  </a:lnTo>
                  <a:lnTo>
                    <a:pt x="3696" y="131"/>
                  </a:lnTo>
                  <a:lnTo>
                    <a:pt x="3640" y="75"/>
                  </a:lnTo>
                  <a:lnTo>
                    <a:pt x="3584" y="38"/>
                  </a:lnTo>
                  <a:lnTo>
                    <a:pt x="3509" y="19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77;p47">
              <a:extLst>
                <a:ext uri="{FF2B5EF4-FFF2-40B4-BE49-F238E27FC236}">
                  <a16:creationId xmlns:a16="http://schemas.microsoft.com/office/drawing/2014/main" id="{99A87824-AE79-33B4-6BC1-683CF811DEFA}"/>
                </a:ext>
              </a:extLst>
            </p:cNvPr>
            <p:cNvSpPr/>
            <p:nvPr/>
          </p:nvSpPr>
          <p:spPr>
            <a:xfrm flipH="1">
              <a:off x="1094387" y="2589438"/>
              <a:ext cx="139459" cy="1130366"/>
            </a:xfrm>
            <a:custGeom>
              <a:avLst/>
              <a:gdLst/>
              <a:ahLst/>
              <a:cxnLst/>
              <a:rect l="l" t="t" r="r" b="b"/>
              <a:pathLst>
                <a:path w="7224" h="58553" extrusionOk="0">
                  <a:moveTo>
                    <a:pt x="281" y="1"/>
                  </a:moveTo>
                  <a:lnTo>
                    <a:pt x="206" y="38"/>
                  </a:lnTo>
                  <a:lnTo>
                    <a:pt x="150" y="75"/>
                  </a:lnTo>
                  <a:lnTo>
                    <a:pt x="94" y="131"/>
                  </a:lnTo>
                  <a:lnTo>
                    <a:pt x="57" y="187"/>
                  </a:lnTo>
                  <a:lnTo>
                    <a:pt x="19" y="243"/>
                  </a:lnTo>
                  <a:lnTo>
                    <a:pt x="19" y="318"/>
                  </a:lnTo>
                  <a:lnTo>
                    <a:pt x="1" y="393"/>
                  </a:lnTo>
                  <a:lnTo>
                    <a:pt x="1960" y="24302"/>
                  </a:lnTo>
                  <a:lnTo>
                    <a:pt x="6477" y="58235"/>
                  </a:lnTo>
                  <a:lnTo>
                    <a:pt x="6496" y="58310"/>
                  </a:lnTo>
                  <a:lnTo>
                    <a:pt x="6533" y="58366"/>
                  </a:lnTo>
                  <a:lnTo>
                    <a:pt x="6571" y="58422"/>
                  </a:lnTo>
                  <a:lnTo>
                    <a:pt x="6608" y="58478"/>
                  </a:lnTo>
                  <a:lnTo>
                    <a:pt x="6664" y="58515"/>
                  </a:lnTo>
                  <a:lnTo>
                    <a:pt x="6720" y="58534"/>
                  </a:lnTo>
                  <a:lnTo>
                    <a:pt x="6776" y="58552"/>
                  </a:lnTo>
                  <a:lnTo>
                    <a:pt x="6907" y="58552"/>
                  </a:lnTo>
                  <a:lnTo>
                    <a:pt x="6963" y="58534"/>
                  </a:lnTo>
                  <a:lnTo>
                    <a:pt x="7037" y="58515"/>
                  </a:lnTo>
                  <a:lnTo>
                    <a:pt x="7093" y="58459"/>
                  </a:lnTo>
                  <a:lnTo>
                    <a:pt x="7149" y="58422"/>
                  </a:lnTo>
                  <a:lnTo>
                    <a:pt x="7186" y="58347"/>
                  </a:lnTo>
                  <a:lnTo>
                    <a:pt x="7205" y="58291"/>
                  </a:lnTo>
                  <a:lnTo>
                    <a:pt x="7224" y="58216"/>
                  </a:lnTo>
                  <a:lnTo>
                    <a:pt x="7205" y="58142"/>
                  </a:lnTo>
                  <a:lnTo>
                    <a:pt x="2688" y="24228"/>
                  </a:lnTo>
                  <a:lnTo>
                    <a:pt x="747" y="337"/>
                  </a:lnTo>
                  <a:lnTo>
                    <a:pt x="728" y="262"/>
                  </a:lnTo>
                  <a:lnTo>
                    <a:pt x="710" y="187"/>
                  </a:lnTo>
                  <a:lnTo>
                    <a:pt x="672" y="131"/>
                  </a:lnTo>
                  <a:lnTo>
                    <a:pt x="616" y="75"/>
                  </a:lnTo>
                  <a:lnTo>
                    <a:pt x="560" y="38"/>
                  </a:lnTo>
                  <a:lnTo>
                    <a:pt x="486" y="19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78;p47">
              <a:extLst>
                <a:ext uri="{FF2B5EF4-FFF2-40B4-BE49-F238E27FC236}">
                  <a16:creationId xmlns:a16="http://schemas.microsoft.com/office/drawing/2014/main" id="{244BD6A0-D019-8B49-428B-3E6FD0EE1B27}"/>
                </a:ext>
              </a:extLst>
            </p:cNvPr>
            <p:cNvSpPr/>
            <p:nvPr/>
          </p:nvSpPr>
          <p:spPr>
            <a:xfrm flipH="1">
              <a:off x="642872" y="1173084"/>
              <a:ext cx="1055404" cy="1222238"/>
            </a:xfrm>
            <a:custGeom>
              <a:avLst/>
              <a:gdLst/>
              <a:ahLst/>
              <a:cxnLst/>
              <a:rect l="l" t="t" r="r" b="b"/>
              <a:pathLst>
                <a:path w="54670" h="63312" extrusionOk="0">
                  <a:moveTo>
                    <a:pt x="28128" y="0"/>
                  </a:moveTo>
                  <a:lnTo>
                    <a:pt x="20513" y="1493"/>
                  </a:lnTo>
                  <a:lnTo>
                    <a:pt x="20420" y="1493"/>
                  </a:lnTo>
                  <a:lnTo>
                    <a:pt x="20177" y="1531"/>
                  </a:lnTo>
                  <a:lnTo>
                    <a:pt x="19804" y="1605"/>
                  </a:lnTo>
                  <a:lnTo>
                    <a:pt x="19580" y="1661"/>
                  </a:lnTo>
                  <a:lnTo>
                    <a:pt x="19337" y="1736"/>
                  </a:lnTo>
                  <a:lnTo>
                    <a:pt x="19076" y="1848"/>
                  </a:lnTo>
                  <a:lnTo>
                    <a:pt x="18815" y="1960"/>
                  </a:lnTo>
                  <a:lnTo>
                    <a:pt x="18535" y="2109"/>
                  </a:lnTo>
                  <a:lnTo>
                    <a:pt x="18255" y="2296"/>
                  </a:lnTo>
                  <a:lnTo>
                    <a:pt x="17975" y="2501"/>
                  </a:lnTo>
                  <a:lnTo>
                    <a:pt x="17713" y="2725"/>
                  </a:lnTo>
                  <a:lnTo>
                    <a:pt x="17452" y="3005"/>
                  </a:lnTo>
                  <a:lnTo>
                    <a:pt x="17210" y="3304"/>
                  </a:lnTo>
                  <a:lnTo>
                    <a:pt x="16967" y="3640"/>
                  </a:lnTo>
                  <a:lnTo>
                    <a:pt x="16706" y="3957"/>
                  </a:lnTo>
                  <a:lnTo>
                    <a:pt x="16426" y="4274"/>
                  </a:lnTo>
                  <a:lnTo>
                    <a:pt x="16108" y="4592"/>
                  </a:lnTo>
                  <a:lnTo>
                    <a:pt x="15810" y="4890"/>
                  </a:lnTo>
                  <a:lnTo>
                    <a:pt x="15474" y="5170"/>
                  </a:lnTo>
                  <a:lnTo>
                    <a:pt x="15156" y="5450"/>
                  </a:lnTo>
                  <a:lnTo>
                    <a:pt x="14820" y="5693"/>
                  </a:lnTo>
                  <a:lnTo>
                    <a:pt x="14484" y="5936"/>
                  </a:lnTo>
                  <a:lnTo>
                    <a:pt x="14149" y="6141"/>
                  </a:lnTo>
                  <a:lnTo>
                    <a:pt x="13813" y="6328"/>
                  </a:lnTo>
                  <a:lnTo>
                    <a:pt x="13495" y="6496"/>
                  </a:lnTo>
                  <a:lnTo>
                    <a:pt x="13197" y="6608"/>
                  </a:lnTo>
                  <a:lnTo>
                    <a:pt x="12898" y="6701"/>
                  </a:lnTo>
                  <a:lnTo>
                    <a:pt x="12637" y="6757"/>
                  </a:lnTo>
                  <a:lnTo>
                    <a:pt x="12375" y="6794"/>
                  </a:lnTo>
                  <a:lnTo>
                    <a:pt x="12245" y="6794"/>
                  </a:lnTo>
                  <a:lnTo>
                    <a:pt x="12077" y="6813"/>
                  </a:lnTo>
                  <a:lnTo>
                    <a:pt x="11666" y="6906"/>
                  </a:lnTo>
                  <a:lnTo>
                    <a:pt x="11143" y="7037"/>
                  </a:lnTo>
                  <a:lnTo>
                    <a:pt x="10546" y="7224"/>
                  </a:lnTo>
                  <a:lnTo>
                    <a:pt x="9893" y="7466"/>
                  </a:lnTo>
                  <a:lnTo>
                    <a:pt x="9184" y="7765"/>
                  </a:lnTo>
                  <a:lnTo>
                    <a:pt x="8437" y="8101"/>
                  </a:lnTo>
                  <a:lnTo>
                    <a:pt x="7672" y="8474"/>
                  </a:lnTo>
                  <a:lnTo>
                    <a:pt x="6888" y="8885"/>
                  </a:lnTo>
                  <a:lnTo>
                    <a:pt x="6123" y="9351"/>
                  </a:lnTo>
                  <a:lnTo>
                    <a:pt x="5749" y="9594"/>
                  </a:lnTo>
                  <a:lnTo>
                    <a:pt x="5376" y="9855"/>
                  </a:lnTo>
                  <a:lnTo>
                    <a:pt x="5021" y="10117"/>
                  </a:lnTo>
                  <a:lnTo>
                    <a:pt x="4685" y="10378"/>
                  </a:lnTo>
                  <a:lnTo>
                    <a:pt x="4349" y="10658"/>
                  </a:lnTo>
                  <a:lnTo>
                    <a:pt x="4032" y="10956"/>
                  </a:lnTo>
                  <a:lnTo>
                    <a:pt x="3734" y="11236"/>
                  </a:lnTo>
                  <a:lnTo>
                    <a:pt x="3454" y="11554"/>
                  </a:lnTo>
                  <a:lnTo>
                    <a:pt x="3192" y="11852"/>
                  </a:lnTo>
                  <a:lnTo>
                    <a:pt x="2950" y="12170"/>
                  </a:lnTo>
                  <a:lnTo>
                    <a:pt x="2744" y="12506"/>
                  </a:lnTo>
                  <a:lnTo>
                    <a:pt x="2558" y="12823"/>
                  </a:lnTo>
                  <a:lnTo>
                    <a:pt x="2483" y="12991"/>
                  </a:lnTo>
                  <a:lnTo>
                    <a:pt x="2408" y="13196"/>
                  </a:lnTo>
                  <a:lnTo>
                    <a:pt x="2240" y="13663"/>
                  </a:lnTo>
                  <a:lnTo>
                    <a:pt x="2091" y="14260"/>
                  </a:lnTo>
                  <a:lnTo>
                    <a:pt x="1923" y="14951"/>
                  </a:lnTo>
                  <a:lnTo>
                    <a:pt x="1755" y="15735"/>
                  </a:lnTo>
                  <a:lnTo>
                    <a:pt x="1606" y="16593"/>
                  </a:lnTo>
                  <a:lnTo>
                    <a:pt x="1438" y="17545"/>
                  </a:lnTo>
                  <a:lnTo>
                    <a:pt x="1270" y="18553"/>
                  </a:lnTo>
                  <a:lnTo>
                    <a:pt x="952" y="20793"/>
                  </a:lnTo>
                  <a:lnTo>
                    <a:pt x="635" y="23238"/>
                  </a:lnTo>
                  <a:lnTo>
                    <a:pt x="318" y="25832"/>
                  </a:lnTo>
                  <a:lnTo>
                    <a:pt x="1" y="28520"/>
                  </a:lnTo>
                  <a:lnTo>
                    <a:pt x="8157" y="28520"/>
                  </a:lnTo>
                  <a:lnTo>
                    <a:pt x="8493" y="30984"/>
                  </a:lnTo>
                  <a:lnTo>
                    <a:pt x="8792" y="33280"/>
                  </a:lnTo>
                  <a:lnTo>
                    <a:pt x="9034" y="35314"/>
                  </a:lnTo>
                  <a:lnTo>
                    <a:pt x="9202" y="36975"/>
                  </a:lnTo>
                  <a:lnTo>
                    <a:pt x="9296" y="38039"/>
                  </a:lnTo>
                  <a:lnTo>
                    <a:pt x="9408" y="39159"/>
                  </a:lnTo>
                  <a:lnTo>
                    <a:pt x="9650" y="41455"/>
                  </a:lnTo>
                  <a:lnTo>
                    <a:pt x="9930" y="43769"/>
                  </a:lnTo>
                  <a:lnTo>
                    <a:pt x="10210" y="46028"/>
                  </a:lnTo>
                  <a:lnTo>
                    <a:pt x="10472" y="48099"/>
                  </a:lnTo>
                  <a:lnTo>
                    <a:pt x="10696" y="49891"/>
                  </a:lnTo>
                  <a:lnTo>
                    <a:pt x="10845" y="51347"/>
                  </a:lnTo>
                  <a:lnTo>
                    <a:pt x="10882" y="51888"/>
                  </a:lnTo>
                  <a:lnTo>
                    <a:pt x="10901" y="52336"/>
                  </a:lnTo>
                  <a:lnTo>
                    <a:pt x="10882" y="52691"/>
                  </a:lnTo>
                  <a:lnTo>
                    <a:pt x="10864" y="53083"/>
                  </a:lnTo>
                  <a:lnTo>
                    <a:pt x="10770" y="53867"/>
                  </a:lnTo>
                  <a:lnTo>
                    <a:pt x="10658" y="54670"/>
                  </a:lnTo>
                  <a:lnTo>
                    <a:pt x="10565" y="55453"/>
                  </a:lnTo>
                  <a:lnTo>
                    <a:pt x="10528" y="55827"/>
                  </a:lnTo>
                  <a:lnTo>
                    <a:pt x="10490" y="56200"/>
                  </a:lnTo>
                  <a:lnTo>
                    <a:pt x="10490" y="56555"/>
                  </a:lnTo>
                  <a:lnTo>
                    <a:pt x="10509" y="56891"/>
                  </a:lnTo>
                  <a:lnTo>
                    <a:pt x="10565" y="57208"/>
                  </a:lnTo>
                  <a:lnTo>
                    <a:pt x="10640" y="57507"/>
                  </a:lnTo>
                  <a:lnTo>
                    <a:pt x="10752" y="57768"/>
                  </a:lnTo>
                  <a:lnTo>
                    <a:pt x="10808" y="57899"/>
                  </a:lnTo>
                  <a:lnTo>
                    <a:pt x="10901" y="58011"/>
                  </a:lnTo>
                  <a:lnTo>
                    <a:pt x="11050" y="58253"/>
                  </a:lnTo>
                  <a:lnTo>
                    <a:pt x="11218" y="58533"/>
                  </a:lnTo>
                  <a:lnTo>
                    <a:pt x="11554" y="59205"/>
                  </a:lnTo>
                  <a:lnTo>
                    <a:pt x="11778" y="59578"/>
                  </a:lnTo>
                  <a:lnTo>
                    <a:pt x="12021" y="59952"/>
                  </a:lnTo>
                  <a:lnTo>
                    <a:pt x="12319" y="60344"/>
                  </a:lnTo>
                  <a:lnTo>
                    <a:pt x="12487" y="60549"/>
                  </a:lnTo>
                  <a:lnTo>
                    <a:pt x="12674" y="60736"/>
                  </a:lnTo>
                  <a:lnTo>
                    <a:pt x="12861" y="60941"/>
                  </a:lnTo>
                  <a:lnTo>
                    <a:pt x="13085" y="61128"/>
                  </a:lnTo>
                  <a:lnTo>
                    <a:pt x="13327" y="61314"/>
                  </a:lnTo>
                  <a:lnTo>
                    <a:pt x="13589" y="61501"/>
                  </a:lnTo>
                  <a:lnTo>
                    <a:pt x="13869" y="61687"/>
                  </a:lnTo>
                  <a:lnTo>
                    <a:pt x="14186" y="61874"/>
                  </a:lnTo>
                  <a:lnTo>
                    <a:pt x="14503" y="62042"/>
                  </a:lnTo>
                  <a:lnTo>
                    <a:pt x="14858" y="62210"/>
                  </a:lnTo>
                  <a:lnTo>
                    <a:pt x="15250" y="62378"/>
                  </a:lnTo>
                  <a:lnTo>
                    <a:pt x="15660" y="62527"/>
                  </a:lnTo>
                  <a:lnTo>
                    <a:pt x="16108" y="62677"/>
                  </a:lnTo>
                  <a:lnTo>
                    <a:pt x="16575" y="62807"/>
                  </a:lnTo>
                  <a:lnTo>
                    <a:pt x="17079" y="62938"/>
                  </a:lnTo>
                  <a:lnTo>
                    <a:pt x="17620" y="63050"/>
                  </a:lnTo>
                  <a:lnTo>
                    <a:pt x="18199" y="63143"/>
                  </a:lnTo>
                  <a:lnTo>
                    <a:pt x="18815" y="63237"/>
                  </a:lnTo>
                  <a:lnTo>
                    <a:pt x="19132" y="63274"/>
                  </a:lnTo>
                  <a:lnTo>
                    <a:pt x="19487" y="63311"/>
                  </a:lnTo>
                  <a:lnTo>
                    <a:pt x="20215" y="63311"/>
                  </a:lnTo>
                  <a:lnTo>
                    <a:pt x="21017" y="63293"/>
                  </a:lnTo>
                  <a:lnTo>
                    <a:pt x="21857" y="63237"/>
                  </a:lnTo>
                  <a:lnTo>
                    <a:pt x="22772" y="63125"/>
                  </a:lnTo>
                  <a:lnTo>
                    <a:pt x="23724" y="62994"/>
                  </a:lnTo>
                  <a:lnTo>
                    <a:pt x="24713" y="62826"/>
                  </a:lnTo>
                  <a:lnTo>
                    <a:pt x="25739" y="62621"/>
                  </a:lnTo>
                  <a:lnTo>
                    <a:pt x="26785" y="62397"/>
                  </a:lnTo>
                  <a:lnTo>
                    <a:pt x="27867" y="62135"/>
                  </a:lnTo>
                  <a:lnTo>
                    <a:pt x="28968" y="61855"/>
                  </a:lnTo>
                  <a:lnTo>
                    <a:pt x="30088" y="61538"/>
                  </a:lnTo>
                  <a:lnTo>
                    <a:pt x="31208" y="61221"/>
                  </a:lnTo>
                  <a:lnTo>
                    <a:pt x="32328" y="60885"/>
                  </a:lnTo>
                  <a:lnTo>
                    <a:pt x="33448" y="60530"/>
                  </a:lnTo>
                  <a:lnTo>
                    <a:pt x="34568" y="60157"/>
                  </a:lnTo>
                  <a:lnTo>
                    <a:pt x="35669" y="59784"/>
                  </a:lnTo>
                  <a:lnTo>
                    <a:pt x="36752" y="59392"/>
                  </a:lnTo>
                  <a:lnTo>
                    <a:pt x="37816" y="59000"/>
                  </a:lnTo>
                  <a:lnTo>
                    <a:pt x="38861" y="58589"/>
                  </a:lnTo>
                  <a:lnTo>
                    <a:pt x="39850" y="58197"/>
                  </a:lnTo>
                  <a:lnTo>
                    <a:pt x="40821" y="57787"/>
                  </a:lnTo>
                  <a:lnTo>
                    <a:pt x="41735" y="57395"/>
                  </a:lnTo>
                  <a:lnTo>
                    <a:pt x="42594" y="57003"/>
                  </a:lnTo>
                  <a:lnTo>
                    <a:pt x="43396" y="56611"/>
                  </a:lnTo>
                  <a:lnTo>
                    <a:pt x="44162" y="56237"/>
                  </a:lnTo>
                  <a:lnTo>
                    <a:pt x="44833" y="55864"/>
                  </a:lnTo>
                  <a:lnTo>
                    <a:pt x="45449" y="55509"/>
                  </a:lnTo>
                  <a:lnTo>
                    <a:pt x="45991" y="55173"/>
                  </a:lnTo>
                  <a:lnTo>
                    <a:pt x="46439" y="54856"/>
                  </a:lnTo>
                  <a:lnTo>
                    <a:pt x="46793" y="54558"/>
                  </a:lnTo>
                  <a:lnTo>
                    <a:pt x="46943" y="54408"/>
                  </a:lnTo>
                  <a:lnTo>
                    <a:pt x="47073" y="54278"/>
                  </a:lnTo>
                  <a:lnTo>
                    <a:pt x="47129" y="54184"/>
                  </a:lnTo>
                  <a:lnTo>
                    <a:pt x="47204" y="54072"/>
                  </a:lnTo>
                  <a:lnTo>
                    <a:pt x="47316" y="53811"/>
                  </a:lnTo>
                  <a:lnTo>
                    <a:pt x="47409" y="53494"/>
                  </a:lnTo>
                  <a:lnTo>
                    <a:pt x="47484" y="53102"/>
                  </a:lnTo>
                  <a:lnTo>
                    <a:pt x="47559" y="52672"/>
                  </a:lnTo>
                  <a:lnTo>
                    <a:pt x="47596" y="52168"/>
                  </a:lnTo>
                  <a:lnTo>
                    <a:pt x="47633" y="51627"/>
                  </a:lnTo>
                  <a:lnTo>
                    <a:pt x="47671" y="51030"/>
                  </a:lnTo>
                  <a:lnTo>
                    <a:pt x="47671" y="50377"/>
                  </a:lnTo>
                  <a:lnTo>
                    <a:pt x="47671" y="49686"/>
                  </a:lnTo>
                  <a:lnTo>
                    <a:pt x="47652" y="48958"/>
                  </a:lnTo>
                  <a:lnTo>
                    <a:pt x="47615" y="48174"/>
                  </a:lnTo>
                  <a:lnTo>
                    <a:pt x="47521" y="46532"/>
                  </a:lnTo>
                  <a:lnTo>
                    <a:pt x="47372" y="44758"/>
                  </a:lnTo>
                  <a:lnTo>
                    <a:pt x="47185" y="42873"/>
                  </a:lnTo>
                  <a:lnTo>
                    <a:pt x="46961" y="40895"/>
                  </a:lnTo>
                  <a:lnTo>
                    <a:pt x="46681" y="38879"/>
                  </a:lnTo>
                  <a:lnTo>
                    <a:pt x="46383" y="36807"/>
                  </a:lnTo>
                  <a:lnTo>
                    <a:pt x="46028" y="34717"/>
                  </a:lnTo>
                  <a:lnTo>
                    <a:pt x="45655" y="32608"/>
                  </a:lnTo>
                  <a:lnTo>
                    <a:pt x="45263" y="30536"/>
                  </a:lnTo>
                  <a:lnTo>
                    <a:pt x="44833" y="28520"/>
                  </a:lnTo>
                  <a:lnTo>
                    <a:pt x="54670" y="28520"/>
                  </a:lnTo>
                  <a:lnTo>
                    <a:pt x="54539" y="26878"/>
                  </a:lnTo>
                  <a:lnTo>
                    <a:pt x="54390" y="25291"/>
                  </a:lnTo>
                  <a:lnTo>
                    <a:pt x="54203" y="23761"/>
                  </a:lnTo>
                  <a:lnTo>
                    <a:pt x="54017" y="22305"/>
                  </a:lnTo>
                  <a:lnTo>
                    <a:pt x="53793" y="20905"/>
                  </a:lnTo>
                  <a:lnTo>
                    <a:pt x="53550" y="19598"/>
                  </a:lnTo>
                  <a:lnTo>
                    <a:pt x="53419" y="18982"/>
                  </a:lnTo>
                  <a:lnTo>
                    <a:pt x="53270" y="18404"/>
                  </a:lnTo>
                  <a:lnTo>
                    <a:pt x="53121" y="17844"/>
                  </a:lnTo>
                  <a:lnTo>
                    <a:pt x="52971" y="17321"/>
                  </a:lnTo>
                  <a:lnTo>
                    <a:pt x="52841" y="16873"/>
                  </a:lnTo>
                  <a:lnTo>
                    <a:pt x="52691" y="16463"/>
                  </a:lnTo>
                  <a:lnTo>
                    <a:pt x="52523" y="16052"/>
                  </a:lnTo>
                  <a:lnTo>
                    <a:pt x="52374" y="15660"/>
                  </a:lnTo>
                  <a:lnTo>
                    <a:pt x="52206" y="15287"/>
                  </a:lnTo>
                  <a:lnTo>
                    <a:pt x="52038" y="14932"/>
                  </a:lnTo>
                  <a:lnTo>
                    <a:pt x="51851" y="14577"/>
                  </a:lnTo>
                  <a:lnTo>
                    <a:pt x="51665" y="14223"/>
                  </a:lnTo>
                  <a:lnTo>
                    <a:pt x="51478" y="13906"/>
                  </a:lnTo>
                  <a:lnTo>
                    <a:pt x="51273" y="13588"/>
                  </a:lnTo>
                  <a:lnTo>
                    <a:pt x="50862" y="12991"/>
                  </a:lnTo>
                  <a:lnTo>
                    <a:pt x="50414" y="12450"/>
                  </a:lnTo>
                  <a:lnTo>
                    <a:pt x="49966" y="11946"/>
                  </a:lnTo>
                  <a:lnTo>
                    <a:pt x="49500" y="11479"/>
                  </a:lnTo>
                  <a:lnTo>
                    <a:pt x="49014" y="11050"/>
                  </a:lnTo>
                  <a:lnTo>
                    <a:pt x="48510" y="10658"/>
                  </a:lnTo>
                  <a:lnTo>
                    <a:pt x="48007" y="10303"/>
                  </a:lnTo>
                  <a:lnTo>
                    <a:pt x="47465" y="9986"/>
                  </a:lnTo>
                  <a:lnTo>
                    <a:pt x="46943" y="9687"/>
                  </a:lnTo>
                  <a:lnTo>
                    <a:pt x="46401" y="9426"/>
                  </a:lnTo>
                  <a:lnTo>
                    <a:pt x="45860" y="9183"/>
                  </a:lnTo>
                  <a:lnTo>
                    <a:pt x="45300" y="8959"/>
                  </a:lnTo>
                  <a:lnTo>
                    <a:pt x="44759" y="8773"/>
                  </a:lnTo>
                  <a:lnTo>
                    <a:pt x="44199" y="8586"/>
                  </a:lnTo>
                  <a:lnTo>
                    <a:pt x="43639" y="8437"/>
                  </a:lnTo>
                  <a:lnTo>
                    <a:pt x="43098" y="8287"/>
                  </a:lnTo>
                  <a:lnTo>
                    <a:pt x="42556" y="8157"/>
                  </a:lnTo>
                  <a:lnTo>
                    <a:pt x="41474" y="7933"/>
                  </a:lnTo>
                  <a:lnTo>
                    <a:pt x="39458" y="7522"/>
                  </a:lnTo>
                  <a:lnTo>
                    <a:pt x="38543" y="7298"/>
                  </a:lnTo>
                  <a:lnTo>
                    <a:pt x="38114" y="7186"/>
                  </a:lnTo>
                  <a:lnTo>
                    <a:pt x="37704" y="7056"/>
                  </a:lnTo>
                  <a:lnTo>
                    <a:pt x="37237" y="6906"/>
                  </a:lnTo>
                  <a:lnTo>
                    <a:pt x="36808" y="6738"/>
                  </a:lnTo>
                  <a:lnTo>
                    <a:pt x="36378" y="6570"/>
                  </a:lnTo>
                  <a:lnTo>
                    <a:pt x="35986" y="6402"/>
                  </a:lnTo>
                  <a:lnTo>
                    <a:pt x="35594" y="6216"/>
                  </a:lnTo>
                  <a:lnTo>
                    <a:pt x="35221" y="6029"/>
                  </a:lnTo>
                  <a:lnTo>
                    <a:pt x="34531" y="5656"/>
                  </a:lnTo>
                  <a:lnTo>
                    <a:pt x="33896" y="5264"/>
                  </a:lnTo>
                  <a:lnTo>
                    <a:pt x="33317" y="4853"/>
                  </a:lnTo>
                  <a:lnTo>
                    <a:pt x="32813" y="4442"/>
                  </a:lnTo>
                  <a:lnTo>
                    <a:pt x="32328" y="4032"/>
                  </a:lnTo>
                  <a:lnTo>
                    <a:pt x="32459" y="4461"/>
                  </a:lnTo>
                  <a:lnTo>
                    <a:pt x="32515" y="4685"/>
                  </a:lnTo>
                  <a:lnTo>
                    <a:pt x="32552" y="4909"/>
                  </a:lnTo>
                  <a:lnTo>
                    <a:pt x="32589" y="5133"/>
                  </a:lnTo>
                  <a:lnTo>
                    <a:pt x="32589" y="5357"/>
                  </a:lnTo>
                  <a:lnTo>
                    <a:pt x="32608" y="5600"/>
                  </a:lnTo>
                  <a:lnTo>
                    <a:pt x="32589" y="5842"/>
                  </a:lnTo>
                  <a:lnTo>
                    <a:pt x="32552" y="6085"/>
                  </a:lnTo>
                  <a:lnTo>
                    <a:pt x="32515" y="6328"/>
                  </a:lnTo>
                  <a:lnTo>
                    <a:pt x="32459" y="6570"/>
                  </a:lnTo>
                  <a:lnTo>
                    <a:pt x="32365" y="6813"/>
                  </a:lnTo>
                  <a:lnTo>
                    <a:pt x="32272" y="7056"/>
                  </a:lnTo>
                  <a:lnTo>
                    <a:pt x="32141" y="7317"/>
                  </a:lnTo>
                  <a:lnTo>
                    <a:pt x="32011" y="7559"/>
                  </a:lnTo>
                  <a:lnTo>
                    <a:pt x="31843" y="7802"/>
                  </a:lnTo>
                  <a:lnTo>
                    <a:pt x="31451" y="8325"/>
                  </a:lnTo>
                  <a:lnTo>
                    <a:pt x="31040" y="8829"/>
                  </a:lnTo>
                  <a:lnTo>
                    <a:pt x="30611" y="9314"/>
                  </a:lnTo>
                  <a:lnTo>
                    <a:pt x="30182" y="9799"/>
                  </a:lnTo>
                  <a:lnTo>
                    <a:pt x="29734" y="10266"/>
                  </a:lnTo>
                  <a:lnTo>
                    <a:pt x="29304" y="10695"/>
                  </a:lnTo>
                  <a:lnTo>
                    <a:pt x="28483" y="11498"/>
                  </a:lnTo>
                  <a:lnTo>
                    <a:pt x="27755" y="12170"/>
                  </a:lnTo>
                  <a:lnTo>
                    <a:pt x="27158" y="12692"/>
                  </a:lnTo>
                  <a:lnTo>
                    <a:pt x="26617" y="13159"/>
                  </a:lnTo>
                  <a:lnTo>
                    <a:pt x="26523" y="13196"/>
                  </a:lnTo>
                  <a:lnTo>
                    <a:pt x="26430" y="13215"/>
                  </a:lnTo>
                  <a:lnTo>
                    <a:pt x="26374" y="13196"/>
                  </a:lnTo>
                  <a:lnTo>
                    <a:pt x="26318" y="13178"/>
                  </a:lnTo>
                  <a:lnTo>
                    <a:pt x="26281" y="13159"/>
                  </a:lnTo>
                  <a:lnTo>
                    <a:pt x="26225" y="13103"/>
                  </a:lnTo>
                  <a:lnTo>
                    <a:pt x="26187" y="13010"/>
                  </a:lnTo>
                  <a:lnTo>
                    <a:pt x="26169" y="12916"/>
                  </a:lnTo>
                  <a:lnTo>
                    <a:pt x="26206" y="12804"/>
                  </a:lnTo>
                  <a:lnTo>
                    <a:pt x="26262" y="12730"/>
                  </a:lnTo>
                  <a:lnTo>
                    <a:pt x="26803" y="12282"/>
                  </a:lnTo>
                  <a:lnTo>
                    <a:pt x="27382" y="11778"/>
                  </a:lnTo>
                  <a:lnTo>
                    <a:pt x="28110" y="11106"/>
                  </a:lnTo>
                  <a:lnTo>
                    <a:pt x="28912" y="10322"/>
                  </a:lnTo>
                  <a:lnTo>
                    <a:pt x="29342" y="9893"/>
                  </a:lnTo>
                  <a:lnTo>
                    <a:pt x="29771" y="9445"/>
                  </a:lnTo>
                  <a:lnTo>
                    <a:pt x="30200" y="8978"/>
                  </a:lnTo>
                  <a:lnTo>
                    <a:pt x="30611" y="8493"/>
                  </a:lnTo>
                  <a:lnTo>
                    <a:pt x="31022" y="7989"/>
                  </a:lnTo>
                  <a:lnTo>
                    <a:pt x="31395" y="7485"/>
                  </a:lnTo>
                  <a:lnTo>
                    <a:pt x="31525" y="7298"/>
                  </a:lnTo>
                  <a:lnTo>
                    <a:pt x="31637" y="7130"/>
                  </a:lnTo>
                  <a:lnTo>
                    <a:pt x="31731" y="6944"/>
                  </a:lnTo>
                  <a:lnTo>
                    <a:pt x="31805" y="6757"/>
                  </a:lnTo>
                  <a:lnTo>
                    <a:pt x="31880" y="6589"/>
                  </a:lnTo>
                  <a:lnTo>
                    <a:pt x="31936" y="6402"/>
                  </a:lnTo>
                  <a:lnTo>
                    <a:pt x="32029" y="6048"/>
                  </a:lnTo>
                  <a:lnTo>
                    <a:pt x="32067" y="5693"/>
                  </a:lnTo>
                  <a:lnTo>
                    <a:pt x="32067" y="5338"/>
                  </a:lnTo>
                  <a:lnTo>
                    <a:pt x="32029" y="5002"/>
                  </a:lnTo>
                  <a:lnTo>
                    <a:pt x="31973" y="4666"/>
                  </a:lnTo>
                  <a:lnTo>
                    <a:pt x="31899" y="4349"/>
                  </a:lnTo>
                  <a:lnTo>
                    <a:pt x="31787" y="4050"/>
                  </a:lnTo>
                  <a:lnTo>
                    <a:pt x="31675" y="3771"/>
                  </a:lnTo>
                  <a:lnTo>
                    <a:pt x="31544" y="3509"/>
                  </a:lnTo>
                  <a:lnTo>
                    <a:pt x="31395" y="3248"/>
                  </a:lnTo>
                  <a:lnTo>
                    <a:pt x="31264" y="3024"/>
                  </a:lnTo>
                  <a:lnTo>
                    <a:pt x="30984" y="2632"/>
                  </a:lnTo>
                  <a:lnTo>
                    <a:pt x="30667" y="2221"/>
                  </a:lnTo>
                  <a:lnTo>
                    <a:pt x="30592" y="2147"/>
                  </a:lnTo>
                  <a:lnTo>
                    <a:pt x="30592" y="2128"/>
                  </a:lnTo>
                  <a:lnTo>
                    <a:pt x="30424" y="1941"/>
                  </a:lnTo>
                  <a:lnTo>
                    <a:pt x="30238" y="1680"/>
                  </a:lnTo>
                  <a:lnTo>
                    <a:pt x="30032" y="1456"/>
                  </a:lnTo>
                  <a:lnTo>
                    <a:pt x="29827" y="1232"/>
                  </a:lnTo>
                  <a:lnTo>
                    <a:pt x="29622" y="1045"/>
                  </a:lnTo>
                  <a:lnTo>
                    <a:pt x="29230" y="709"/>
                  </a:lnTo>
                  <a:lnTo>
                    <a:pt x="28875" y="448"/>
                  </a:lnTo>
                  <a:lnTo>
                    <a:pt x="28576" y="243"/>
                  </a:lnTo>
                  <a:lnTo>
                    <a:pt x="28334" y="112"/>
                  </a:lnTo>
                  <a:lnTo>
                    <a:pt x="281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79;p47">
              <a:extLst>
                <a:ext uri="{FF2B5EF4-FFF2-40B4-BE49-F238E27FC236}">
                  <a16:creationId xmlns:a16="http://schemas.microsoft.com/office/drawing/2014/main" id="{B2F8BA99-68B3-1804-F168-9BED4388AEF8}"/>
                </a:ext>
              </a:extLst>
            </p:cNvPr>
            <p:cNvSpPr/>
            <p:nvPr/>
          </p:nvSpPr>
          <p:spPr>
            <a:xfrm flipH="1">
              <a:off x="1068792" y="1205863"/>
              <a:ext cx="124344" cy="222336"/>
            </a:xfrm>
            <a:custGeom>
              <a:avLst/>
              <a:gdLst/>
              <a:ahLst/>
              <a:cxnLst/>
              <a:rect l="l" t="t" r="r" b="b"/>
              <a:pathLst>
                <a:path w="6441" h="11517" extrusionOk="0">
                  <a:moveTo>
                    <a:pt x="4630" y="1"/>
                  </a:moveTo>
                  <a:lnTo>
                    <a:pt x="4518" y="19"/>
                  </a:lnTo>
                  <a:lnTo>
                    <a:pt x="4424" y="75"/>
                  </a:lnTo>
                  <a:lnTo>
                    <a:pt x="4368" y="150"/>
                  </a:lnTo>
                  <a:lnTo>
                    <a:pt x="4350" y="243"/>
                  </a:lnTo>
                  <a:lnTo>
                    <a:pt x="4368" y="337"/>
                  </a:lnTo>
                  <a:lnTo>
                    <a:pt x="4424" y="430"/>
                  </a:lnTo>
                  <a:lnTo>
                    <a:pt x="4424" y="449"/>
                  </a:lnTo>
                  <a:lnTo>
                    <a:pt x="4499" y="523"/>
                  </a:lnTo>
                  <a:lnTo>
                    <a:pt x="4630" y="691"/>
                  </a:lnTo>
                  <a:lnTo>
                    <a:pt x="4816" y="934"/>
                  </a:lnTo>
                  <a:lnTo>
                    <a:pt x="5096" y="1326"/>
                  </a:lnTo>
                  <a:lnTo>
                    <a:pt x="5227" y="1550"/>
                  </a:lnTo>
                  <a:lnTo>
                    <a:pt x="5376" y="1811"/>
                  </a:lnTo>
                  <a:lnTo>
                    <a:pt x="5507" y="2073"/>
                  </a:lnTo>
                  <a:lnTo>
                    <a:pt x="5619" y="2352"/>
                  </a:lnTo>
                  <a:lnTo>
                    <a:pt x="5731" y="2651"/>
                  </a:lnTo>
                  <a:lnTo>
                    <a:pt x="5805" y="2968"/>
                  </a:lnTo>
                  <a:lnTo>
                    <a:pt x="5861" y="3304"/>
                  </a:lnTo>
                  <a:lnTo>
                    <a:pt x="5899" y="3640"/>
                  </a:lnTo>
                  <a:lnTo>
                    <a:pt x="5899" y="3995"/>
                  </a:lnTo>
                  <a:lnTo>
                    <a:pt x="5861" y="4350"/>
                  </a:lnTo>
                  <a:lnTo>
                    <a:pt x="5768" y="4704"/>
                  </a:lnTo>
                  <a:lnTo>
                    <a:pt x="5712" y="4891"/>
                  </a:lnTo>
                  <a:lnTo>
                    <a:pt x="5637" y="5059"/>
                  </a:lnTo>
                  <a:lnTo>
                    <a:pt x="5563" y="5246"/>
                  </a:lnTo>
                  <a:lnTo>
                    <a:pt x="5469" y="5432"/>
                  </a:lnTo>
                  <a:lnTo>
                    <a:pt x="5357" y="5600"/>
                  </a:lnTo>
                  <a:lnTo>
                    <a:pt x="5227" y="5787"/>
                  </a:lnTo>
                  <a:lnTo>
                    <a:pt x="4854" y="6291"/>
                  </a:lnTo>
                  <a:lnTo>
                    <a:pt x="4443" y="6795"/>
                  </a:lnTo>
                  <a:lnTo>
                    <a:pt x="4032" y="7280"/>
                  </a:lnTo>
                  <a:lnTo>
                    <a:pt x="3603" y="7747"/>
                  </a:lnTo>
                  <a:lnTo>
                    <a:pt x="3174" y="8195"/>
                  </a:lnTo>
                  <a:lnTo>
                    <a:pt x="2744" y="8624"/>
                  </a:lnTo>
                  <a:lnTo>
                    <a:pt x="1942" y="9408"/>
                  </a:lnTo>
                  <a:lnTo>
                    <a:pt x="1214" y="10080"/>
                  </a:lnTo>
                  <a:lnTo>
                    <a:pt x="635" y="10584"/>
                  </a:lnTo>
                  <a:lnTo>
                    <a:pt x="94" y="11032"/>
                  </a:lnTo>
                  <a:lnTo>
                    <a:pt x="38" y="11106"/>
                  </a:lnTo>
                  <a:lnTo>
                    <a:pt x="1" y="11218"/>
                  </a:lnTo>
                  <a:lnTo>
                    <a:pt x="19" y="11312"/>
                  </a:lnTo>
                  <a:lnTo>
                    <a:pt x="57" y="11405"/>
                  </a:lnTo>
                  <a:lnTo>
                    <a:pt x="113" y="11461"/>
                  </a:lnTo>
                  <a:lnTo>
                    <a:pt x="150" y="11480"/>
                  </a:lnTo>
                  <a:lnTo>
                    <a:pt x="206" y="11498"/>
                  </a:lnTo>
                  <a:lnTo>
                    <a:pt x="262" y="11517"/>
                  </a:lnTo>
                  <a:lnTo>
                    <a:pt x="355" y="11498"/>
                  </a:lnTo>
                  <a:lnTo>
                    <a:pt x="449" y="11461"/>
                  </a:lnTo>
                  <a:lnTo>
                    <a:pt x="990" y="10994"/>
                  </a:lnTo>
                  <a:lnTo>
                    <a:pt x="1587" y="10472"/>
                  </a:lnTo>
                  <a:lnTo>
                    <a:pt x="2315" y="9800"/>
                  </a:lnTo>
                  <a:lnTo>
                    <a:pt x="3136" y="8997"/>
                  </a:lnTo>
                  <a:lnTo>
                    <a:pt x="3566" y="8568"/>
                  </a:lnTo>
                  <a:lnTo>
                    <a:pt x="4014" y="8101"/>
                  </a:lnTo>
                  <a:lnTo>
                    <a:pt x="4443" y="7616"/>
                  </a:lnTo>
                  <a:lnTo>
                    <a:pt x="4872" y="7131"/>
                  </a:lnTo>
                  <a:lnTo>
                    <a:pt x="5283" y="6627"/>
                  </a:lnTo>
                  <a:lnTo>
                    <a:pt x="5675" y="6104"/>
                  </a:lnTo>
                  <a:lnTo>
                    <a:pt x="5843" y="5861"/>
                  </a:lnTo>
                  <a:lnTo>
                    <a:pt x="5973" y="5619"/>
                  </a:lnTo>
                  <a:lnTo>
                    <a:pt x="6104" y="5358"/>
                  </a:lnTo>
                  <a:lnTo>
                    <a:pt x="6197" y="5115"/>
                  </a:lnTo>
                  <a:lnTo>
                    <a:pt x="6291" y="4872"/>
                  </a:lnTo>
                  <a:lnTo>
                    <a:pt x="6347" y="4630"/>
                  </a:lnTo>
                  <a:lnTo>
                    <a:pt x="6384" y="4387"/>
                  </a:lnTo>
                  <a:lnTo>
                    <a:pt x="6421" y="4144"/>
                  </a:lnTo>
                  <a:lnTo>
                    <a:pt x="6440" y="3902"/>
                  </a:lnTo>
                  <a:lnTo>
                    <a:pt x="6421" y="3659"/>
                  </a:lnTo>
                  <a:lnTo>
                    <a:pt x="6421" y="3435"/>
                  </a:lnTo>
                  <a:lnTo>
                    <a:pt x="6384" y="3211"/>
                  </a:lnTo>
                  <a:lnTo>
                    <a:pt x="6347" y="2987"/>
                  </a:lnTo>
                  <a:lnTo>
                    <a:pt x="6291" y="2763"/>
                  </a:lnTo>
                  <a:lnTo>
                    <a:pt x="6160" y="2334"/>
                  </a:lnTo>
                  <a:lnTo>
                    <a:pt x="6085" y="2110"/>
                  </a:lnTo>
                  <a:lnTo>
                    <a:pt x="5973" y="1867"/>
                  </a:lnTo>
                  <a:lnTo>
                    <a:pt x="5768" y="1438"/>
                  </a:lnTo>
                  <a:lnTo>
                    <a:pt x="5544" y="1046"/>
                  </a:lnTo>
                  <a:lnTo>
                    <a:pt x="5320" y="729"/>
                  </a:lnTo>
                  <a:lnTo>
                    <a:pt x="5133" y="449"/>
                  </a:lnTo>
                  <a:lnTo>
                    <a:pt x="4966" y="262"/>
                  </a:lnTo>
                  <a:lnTo>
                    <a:pt x="4816" y="75"/>
                  </a:lnTo>
                  <a:lnTo>
                    <a:pt x="4723" y="19"/>
                  </a:lnTo>
                  <a:lnTo>
                    <a:pt x="46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80;p47">
              <a:extLst>
                <a:ext uri="{FF2B5EF4-FFF2-40B4-BE49-F238E27FC236}">
                  <a16:creationId xmlns:a16="http://schemas.microsoft.com/office/drawing/2014/main" id="{2E44BF03-E92E-58CC-6D1A-54FE99C82E1D}"/>
                </a:ext>
              </a:extLst>
            </p:cNvPr>
            <p:cNvSpPr/>
            <p:nvPr/>
          </p:nvSpPr>
          <p:spPr>
            <a:xfrm flipH="1">
              <a:off x="1008975" y="2062670"/>
              <a:ext cx="335482" cy="192085"/>
            </a:xfrm>
            <a:custGeom>
              <a:avLst/>
              <a:gdLst/>
              <a:ahLst/>
              <a:cxnLst/>
              <a:rect l="l" t="t" r="r" b="b"/>
              <a:pathLst>
                <a:path w="17378" h="9950" extrusionOk="0">
                  <a:moveTo>
                    <a:pt x="7522" y="1"/>
                  </a:moveTo>
                  <a:lnTo>
                    <a:pt x="7242" y="38"/>
                  </a:lnTo>
                  <a:lnTo>
                    <a:pt x="7112" y="75"/>
                  </a:lnTo>
                  <a:lnTo>
                    <a:pt x="7018" y="113"/>
                  </a:lnTo>
                  <a:lnTo>
                    <a:pt x="6794" y="206"/>
                  </a:lnTo>
                  <a:lnTo>
                    <a:pt x="6589" y="337"/>
                  </a:lnTo>
                  <a:lnTo>
                    <a:pt x="6402" y="449"/>
                  </a:lnTo>
                  <a:lnTo>
                    <a:pt x="6197" y="598"/>
                  </a:lnTo>
                  <a:lnTo>
                    <a:pt x="5843" y="878"/>
                  </a:lnTo>
                  <a:lnTo>
                    <a:pt x="5507" y="1158"/>
                  </a:lnTo>
                  <a:lnTo>
                    <a:pt x="5245" y="1419"/>
                  </a:lnTo>
                  <a:lnTo>
                    <a:pt x="5040" y="1643"/>
                  </a:lnTo>
                  <a:lnTo>
                    <a:pt x="4853" y="1848"/>
                  </a:lnTo>
                  <a:lnTo>
                    <a:pt x="4125" y="1923"/>
                  </a:lnTo>
                  <a:lnTo>
                    <a:pt x="2520" y="2110"/>
                  </a:lnTo>
                  <a:lnTo>
                    <a:pt x="1662" y="2222"/>
                  </a:lnTo>
                  <a:lnTo>
                    <a:pt x="915" y="2334"/>
                  </a:lnTo>
                  <a:lnTo>
                    <a:pt x="355" y="2446"/>
                  </a:lnTo>
                  <a:lnTo>
                    <a:pt x="206" y="2483"/>
                  </a:lnTo>
                  <a:lnTo>
                    <a:pt x="168" y="2502"/>
                  </a:lnTo>
                  <a:lnTo>
                    <a:pt x="150" y="2520"/>
                  </a:lnTo>
                  <a:lnTo>
                    <a:pt x="112" y="2632"/>
                  </a:lnTo>
                  <a:lnTo>
                    <a:pt x="56" y="2819"/>
                  </a:lnTo>
                  <a:lnTo>
                    <a:pt x="19" y="3062"/>
                  </a:lnTo>
                  <a:lnTo>
                    <a:pt x="0" y="3360"/>
                  </a:lnTo>
                  <a:lnTo>
                    <a:pt x="0" y="3510"/>
                  </a:lnTo>
                  <a:lnTo>
                    <a:pt x="19" y="3659"/>
                  </a:lnTo>
                  <a:lnTo>
                    <a:pt x="38" y="3827"/>
                  </a:lnTo>
                  <a:lnTo>
                    <a:pt x="94" y="3995"/>
                  </a:lnTo>
                  <a:lnTo>
                    <a:pt x="168" y="4163"/>
                  </a:lnTo>
                  <a:lnTo>
                    <a:pt x="262" y="4312"/>
                  </a:lnTo>
                  <a:lnTo>
                    <a:pt x="374" y="4480"/>
                  </a:lnTo>
                  <a:lnTo>
                    <a:pt x="504" y="4630"/>
                  </a:lnTo>
                  <a:lnTo>
                    <a:pt x="654" y="4798"/>
                  </a:lnTo>
                  <a:lnTo>
                    <a:pt x="803" y="5003"/>
                  </a:lnTo>
                  <a:lnTo>
                    <a:pt x="934" y="5227"/>
                  </a:lnTo>
                  <a:lnTo>
                    <a:pt x="1046" y="5507"/>
                  </a:lnTo>
                  <a:lnTo>
                    <a:pt x="1288" y="6085"/>
                  </a:lnTo>
                  <a:lnTo>
                    <a:pt x="1512" y="6720"/>
                  </a:lnTo>
                  <a:lnTo>
                    <a:pt x="1755" y="7373"/>
                  </a:lnTo>
                  <a:lnTo>
                    <a:pt x="1886" y="7691"/>
                  </a:lnTo>
                  <a:lnTo>
                    <a:pt x="2016" y="7989"/>
                  </a:lnTo>
                  <a:lnTo>
                    <a:pt x="2166" y="8269"/>
                  </a:lnTo>
                  <a:lnTo>
                    <a:pt x="2334" y="8531"/>
                  </a:lnTo>
                  <a:lnTo>
                    <a:pt x="2502" y="8773"/>
                  </a:lnTo>
                  <a:lnTo>
                    <a:pt x="2688" y="8960"/>
                  </a:lnTo>
                  <a:lnTo>
                    <a:pt x="2800" y="9053"/>
                  </a:lnTo>
                  <a:lnTo>
                    <a:pt x="2931" y="9146"/>
                  </a:lnTo>
                  <a:lnTo>
                    <a:pt x="3080" y="9221"/>
                  </a:lnTo>
                  <a:lnTo>
                    <a:pt x="3267" y="9296"/>
                  </a:lnTo>
                  <a:lnTo>
                    <a:pt x="3677" y="9445"/>
                  </a:lnTo>
                  <a:lnTo>
                    <a:pt x="4163" y="9576"/>
                  </a:lnTo>
                  <a:lnTo>
                    <a:pt x="4685" y="9688"/>
                  </a:lnTo>
                  <a:lnTo>
                    <a:pt x="5264" y="9781"/>
                  </a:lnTo>
                  <a:lnTo>
                    <a:pt x="5843" y="9856"/>
                  </a:lnTo>
                  <a:lnTo>
                    <a:pt x="6458" y="9912"/>
                  </a:lnTo>
                  <a:lnTo>
                    <a:pt x="7056" y="9930"/>
                  </a:lnTo>
                  <a:lnTo>
                    <a:pt x="7653" y="9949"/>
                  </a:lnTo>
                  <a:lnTo>
                    <a:pt x="8213" y="9949"/>
                  </a:lnTo>
                  <a:lnTo>
                    <a:pt x="8717" y="9912"/>
                  </a:lnTo>
                  <a:lnTo>
                    <a:pt x="9184" y="9856"/>
                  </a:lnTo>
                  <a:lnTo>
                    <a:pt x="9575" y="9781"/>
                  </a:lnTo>
                  <a:lnTo>
                    <a:pt x="9743" y="9725"/>
                  </a:lnTo>
                  <a:lnTo>
                    <a:pt x="9893" y="9669"/>
                  </a:lnTo>
                  <a:lnTo>
                    <a:pt x="10005" y="9613"/>
                  </a:lnTo>
                  <a:lnTo>
                    <a:pt x="10098" y="9538"/>
                  </a:lnTo>
                  <a:lnTo>
                    <a:pt x="10191" y="9464"/>
                  </a:lnTo>
                  <a:lnTo>
                    <a:pt x="10322" y="9408"/>
                  </a:lnTo>
                  <a:lnTo>
                    <a:pt x="10658" y="9258"/>
                  </a:lnTo>
                  <a:lnTo>
                    <a:pt x="11069" y="9109"/>
                  </a:lnTo>
                  <a:lnTo>
                    <a:pt x="11573" y="8978"/>
                  </a:lnTo>
                  <a:lnTo>
                    <a:pt x="12133" y="8848"/>
                  </a:lnTo>
                  <a:lnTo>
                    <a:pt x="12730" y="8717"/>
                  </a:lnTo>
                  <a:lnTo>
                    <a:pt x="13980" y="8475"/>
                  </a:lnTo>
                  <a:lnTo>
                    <a:pt x="15175" y="8269"/>
                  </a:lnTo>
                  <a:lnTo>
                    <a:pt x="16220" y="8120"/>
                  </a:lnTo>
                  <a:lnTo>
                    <a:pt x="17209" y="7989"/>
                  </a:lnTo>
                  <a:lnTo>
                    <a:pt x="17377" y="1065"/>
                  </a:lnTo>
                  <a:lnTo>
                    <a:pt x="17340" y="1102"/>
                  </a:lnTo>
                  <a:lnTo>
                    <a:pt x="17265" y="1158"/>
                  </a:lnTo>
                  <a:lnTo>
                    <a:pt x="17060" y="1214"/>
                  </a:lnTo>
                  <a:lnTo>
                    <a:pt x="16780" y="1289"/>
                  </a:lnTo>
                  <a:lnTo>
                    <a:pt x="16463" y="1326"/>
                  </a:lnTo>
                  <a:lnTo>
                    <a:pt x="16071" y="1363"/>
                  </a:lnTo>
                  <a:lnTo>
                    <a:pt x="15660" y="1382"/>
                  </a:lnTo>
                  <a:lnTo>
                    <a:pt x="14764" y="1382"/>
                  </a:lnTo>
                  <a:lnTo>
                    <a:pt x="13868" y="1363"/>
                  </a:lnTo>
                  <a:lnTo>
                    <a:pt x="13047" y="1289"/>
                  </a:lnTo>
                  <a:lnTo>
                    <a:pt x="12693" y="1251"/>
                  </a:lnTo>
                  <a:lnTo>
                    <a:pt x="12394" y="1195"/>
                  </a:lnTo>
                  <a:lnTo>
                    <a:pt x="12151" y="1139"/>
                  </a:lnTo>
                  <a:lnTo>
                    <a:pt x="12002" y="1065"/>
                  </a:lnTo>
                  <a:lnTo>
                    <a:pt x="11853" y="990"/>
                  </a:lnTo>
                  <a:lnTo>
                    <a:pt x="11647" y="897"/>
                  </a:lnTo>
                  <a:lnTo>
                    <a:pt x="11125" y="691"/>
                  </a:lnTo>
                  <a:lnTo>
                    <a:pt x="10434" y="467"/>
                  </a:lnTo>
                  <a:lnTo>
                    <a:pt x="9687" y="262"/>
                  </a:lnTo>
                  <a:lnTo>
                    <a:pt x="9296" y="187"/>
                  </a:lnTo>
                  <a:lnTo>
                    <a:pt x="8922" y="113"/>
                  </a:lnTo>
                  <a:lnTo>
                    <a:pt x="8530" y="57"/>
                  </a:lnTo>
                  <a:lnTo>
                    <a:pt x="8176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81;p47">
              <a:extLst>
                <a:ext uri="{FF2B5EF4-FFF2-40B4-BE49-F238E27FC236}">
                  <a16:creationId xmlns:a16="http://schemas.microsoft.com/office/drawing/2014/main" id="{1DB67C98-2E85-A73D-A606-72DCD0F5043E}"/>
                </a:ext>
              </a:extLst>
            </p:cNvPr>
            <p:cNvSpPr/>
            <p:nvPr/>
          </p:nvSpPr>
          <p:spPr>
            <a:xfrm flipH="1">
              <a:off x="1008975" y="2062670"/>
              <a:ext cx="335482" cy="192085"/>
            </a:xfrm>
            <a:custGeom>
              <a:avLst/>
              <a:gdLst/>
              <a:ahLst/>
              <a:cxnLst/>
              <a:rect l="l" t="t" r="r" b="b"/>
              <a:pathLst>
                <a:path w="17378" h="9950" fill="none" extrusionOk="0">
                  <a:moveTo>
                    <a:pt x="17377" y="1065"/>
                  </a:moveTo>
                  <a:lnTo>
                    <a:pt x="17377" y="1065"/>
                  </a:lnTo>
                  <a:lnTo>
                    <a:pt x="17340" y="1102"/>
                  </a:lnTo>
                  <a:lnTo>
                    <a:pt x="17265" y="1158"/>
                  </a:lnTo>
                  <a:lnTo>
                    <a:pt x="17060" y="1214"/>
                  </a:lnTo>
                  <a:lnTo>
                    <a:pt x="16780" y="1289"/>
                  </a:lnTo>
                  <a:lnTo>
                    <a:pt x="16463" y="1326"/>
                  </a:lnTo>
                  <a:lnTo>
                    <a:pt x="16071" y="1363"/>
                  </a:lnTo>
                  <a:lnTo>
                    <a:pt x="15660" y="1382"/>
                  </a:lnTo>
                  <a:lnTo>
                    <a:pt x="14764" y="1382"/>
                  </a:lnTo>
                  <a:lnTo>
                    <a:pt x="13868" y="1363"/>
                  </a:lnTo>
                  <a:lnTo>
                    <a:pt x="13047" y="1289"/>
                  </a:lnTo>
                  <a:lnTo>
                    <a:pt x="12693" y="1251"/>
                  </a:lnTo>
                  <a:lnTo>
                    <a:pt x="12394" y="1195"/>
                  </a:lnTo>
                  <a:lnTo>
                    <a:pt x="12151" y="1139"/>
                  </a:lnTo>
                  <a:lnTo>
                    <a:pt x="12002" y="1065"/>
                  </a:lnTo>
                  <a:lnTo>
                    <a:pt x="12002" y="1065"/>
                  </a:lnTo>
                  <a:lnTo>
                    <a:pt x="11853" y="990"/>
                  </a:lnTo>
                  <a:lnTo>
                    <a:pt x="11647" y="897"/>
                  </a:lnTo>
                  <a:lnTo>
                    <a:pt x="11125" y="691"/>
                  </a:lnTo>
                  <a:lnTo>
                    <a:pt x="10434" y="467"/>
                  </a:lnTo>
                  <a:lnTo>
                    <a:pt x="9687" y="262"/>
                  </a:lnTo>
                  <a:lnTo>
                    <a:pt x="9296" y="187"/>
                  </a:lnTo>
                  <a:lnTo>
                    <a:pt x="8922" y="113"/>
                  </a:lnTo>
                  <a:lnTo>
                    <a:pt x="8530" y="57"/>
                  </a:lnTo>
                  <a:lnTo>
                    <a:pt x="8176" y="1"/>
                  </a:lnTo>
                  <a:lnTo>
                    <a:pt x="7840" y="1"/>
                  </a:lnTo>
                  <a:lnTo>
                    <a:pt x="7522" y="1"/>
                  </a:lnTo>
                  <a:lnTo>
                    <a:pt x="7242" y="38"/>
                  </a:lnTo>
                  <a:lnTo>
                    <a:pt x="7112" y="75"/>
                  </a:lnTo>
                  <a:lnTo>
                    <a:pt x="7018" y="113"/>
                  </a:lnTo>
                  <a:lnTo>
                    <a:pt x="7018" y="113"/>
                  </a:lnTo>
                  <a:lnTo>
                    <a:pt x="6794" y="206"/>
                  </a:lnTo>
                  <a:lnTo>
                    <a:pt x="6589" y="337"/>
                  </a:lnTo>
                  <a:lnTo>
                    <a:pt x="6402" y="449"/>
                  </a:lnTo>
                  <a:lnTo>
                    <a:pt x="6197" y="598"/>
                  </a:lnTo>
                  <a:lnTo>
                    <a:pt x="5843" y="878"/>
                  </a:lnTo>
                  <a:lnTo>
                    <a:pt x="5507" y="1158"/>
                  </a:lnTo>
                  <a:lnTo>
                    <a:pt x="5245" y="1419"/>
                  </a:lnTo>
                  <a:lnTo>
                    <a:pt x="5040" y="1643"/>
                  </a:lnTo>
                  <a:lnTo>
                    <a:pt x="4853" y="1848"/>
                  </a:lnTo>
                  <a:lnTo>
                    <a:pt x="4853" y="1848"/>
                  </a:lnTo>
                  <a:lnTo>
                    <a:pt x="4125" y="1923"/>
                  </a:lnTo>
                  <a:lnTo>
                    <a:pt x="2520" y="2110"/>
                  </a:lnTo>
                  <a:lnTo>
                    <a:pt x="1662" y="2222"/>
                  </a:lnTo>
                  <a:lnTo>
                    <a:pt x="915" y="2334"/>
                  </a:lnTo>
                  <a:lnTo>
                    <a:pt x="355" y="2446"/>
                  </a:lnTo>
                  <a:lnTo>
                    <a:pt x="206" y="2483"/>
                  </a:lnTo>
                  <a:lnTo>
                    <a:pt x="168" y="2502"/>
                  </a:lnTo>
                  <a:lnTo>
                    <a:pt x="150" y="2520"/>
                  </a:lnTo>
                  <a:lnTo>
                    <a:pt x="150" y="2520"/>
                  </a:lnTo>
                  <a:lnTo>
                    <a:pt x="112" y="2632"/>
                  </a:lnTo>
                  <a:lnTo>
                    <a:pt x="56" y="2819"/>
                  </a:lnTo>
                  <a:lnTo>
                    <a:pt x="19" y="3062"/>
                  </a:lnTo>
                  <a:lnTo>
                    <a:pt x="0" y="3360"/>
                  </a:lnTo>
                  <a:lnTo>
                    <a:pt x="0" y="3510"/>
                  </a:lnTo>
                  <a:lnTo>
                    <a:pt x="19" y="3659"/>
                  </a:lnTo>
                  <a:lnTo>
                    <a:pt x="38" y="3827"/>
                  </a:lnTo>
                  <a:lnTo>
                    <a:pt x="94" y="3995"/>
                  </a:lnTo>
                  <a:lnTo>
                    <a:pt x="168" y="4163"/>
                  </a:lnTo>
                  <a:lnTo>
                    <a:pt x="262" y="4312"/>
                  </a:lnTo>
                  <a:lnTo>
                    <a:pt x="374" y="4480"/>
                  </a:lnTo>
                  <a:lnTo>
                    <a:pt x="504" y="4630"/>
                  </a:lnTo>
                  <a:lnTo>
                    <a:pt x="504" y="4630"/>
                  </a:lnTo>
                  <a:lnTo>
                    <a:pt x="654" y="4798"/>
                  </a:lnTo>
                  <a:lnTo>
                    <a:pt x="803" y="5003"/>
                  </a:lnTo>
                  <a:lnTo>
                    <a:pt x="934" y="5227"/>
                  </a:lnTo>
                  <a:lnTo>
                    <a:pt x="1046" y="5507"/>
                  </a:lnTo>
                  <a:lnTo>
                    <a:pt x="1288" y="6085"/>
                  </a:lnTo>
                  <a:lnTo>
                    <a:pt x="1512" y="6720"/>
                  </a:lnTo>
                  <a:lnTo>
                    <a:pt x="1755" y="7373"/>
                  </a:lnTo>
                  <a:lnTo>
                    <a:pt x="1886" y="7691"/>
                  </a:lnTo>
                  <a:lnTo>
                    <a:pt x="2016" y="7989"/>
                  </a:lnTo>
                  <a:lnTo>
                    <a:pt x="2166" y="8269"/>
                  </a:lnTo>
                  <a:lnTo>
                    <a:pt x="2334" y="8531"/>
                  </a:lnTo>
                  <a:lnTo>
                    <a:pt x="2502" y="8773"/>
                  </a:lnTo>
                  <a:lnTo>
                    <a:pt x="2688" y="8960"/>
                  </a:lnTo>
                  <a:lnTo>
                    <a:pt x="2688" y="8960"/>
                  </a:lnTo>
                  <a:lnTo>
                    <a:pt x="2800" y="9053"/>
                  </a:lnTo>
                  <a:lnTo>
                    <a:pt x="2931" y="9146"/>
                  </a:lnTo>
                  <a:lnTo>
                    <a:pt x="3080" y="9221"/>
                  </a:lnTo>
                  <a:lnTo>
                    <a:pt x="3267" y="9296"/>
                  </a:lnTo>
                  <a:lnTo>
                    <a:pt x="3677" y="9445"/>
                  </a:lnTo>
                  <a:lnTo>
                    <a:pt x="4163" y="9576"/>
                  </a:lnTo>
                  <a:lnTo>
                    <a:pt x="4685" y="9688"/>
                  </a:lnTo>
                  <a:lnTo>
                    <a:pt x="5264" y="9781"/>
                  </a:lnTo>
                  <a:lnTo>
                    <a:pt x="5843" y="9856"/>
                  </a:lnTo>
                  <a:lnTo>
                    <a:pt x="6458" y="9912"/>
                  </a:lnTo>
                  <a:lnTo>
                    <a:pt x="7056" y="9930"/>
                  </a:lnTo>
                  <a:lnTo>
                    <a:pt x="7653" y="9949"/>
                  </a:lnTo>
                  <a:lnTo>
                    <a:pt x="8213" y="9949"/>
                  </a:lnTo>
                  <a:lnTo>
                    <a:pt x="8717" y="9912"/>
                  </a:lnTo>
                  <a:lnTo>
                    <a:pt x="9184" y="9856"/>
                  </a:lnTo>
                  <a:lnTo>
                    <a:pt x="9575" y="9781"/>
                  </a:lnTo>
                  <a:lnTo>
                    <a:pt x="9743" y="9725"/>
                  </a:lnTo>
                  <a:lnTo>
                    <a:pt x="9893" y="9669"/>
                  </a:lnTo>
                  <a:lnTo>
                    <a:pt x="10005" y="9613"/>
                  </a:lnTo>
                  <a:lnTo>
                    <a:pt x="10098" y="9538"/>
                  </a:lnTo>
                  <a:lnTo>
                    <a:pt x="10098" y="9538"/>
                  </a:lnTo>
                  <a:lnTo>
                    <a:pt x="10191" y="9464"/>
                  </a:lnTo>
                  <a:lnTo>
                    <a:pt x="10322" y="9408"/>
                  </a:lnTo>
                  <a:lnTo>
                    <a:pt x="10658" y="9258"/>
                  </a:lnTo>
                  <a:lnTo>
                    <a:pt x="11069" y="9109"/>
                  </a:lnTo>
                  <a:lnTo>
                    <a:pt x="11573" y="8978"/>
                  </a:lnTo>
                  <a:lnTo>
                    <a:pt x="12133" y="8848"/>
                  </a:lnTo>
                  <a:lnTo>
                    <a:pt x="12730" y="8717"/>
                  </a:lnTo>
                  <a:lnTo>
                    <a:pt x="13980" y="8475"/>
                  </a:lnTo>
                  <a:lnTo>
                    <a:pt x="15175" y="8269"/>
                  </a:lnTo>
                  <a:lnTo>
                    <a:pt x="16220" y="8120"/>
                  </a:lnTo>
                  <a:lnTo>
                    <a:pt x="17209" y="79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82;p47">
              <a:extLst>
                <a:ext uri="{FF2B5EF4-FFF2-40B4-BE49-F238E27FC236}">
                  <a16:creationId xmlns:a16="http://schemas.microsoft.com/office/drawing/2014/main" id="{0BD4CFC8-48B2-B80C-959C-66D6FE01ED23}"/>
                </a:ext>
              </a:extLst>
            </p:cNvPr>
            <p:cNvSpPr/>
            <p:nvPr/>
          </p:nvSpPr>
          <p:spPr>
            <a:xfrm flipH="1">
              <a:off x="1226620" y="2087901"/>
              <a:ext cx="104150" cy="24884"/>
            </a:xfrm>
            <a:custGeom>
              <a:avLst/>
              <a:gdLst/>
              <a:ahLst/>
              <a:cxnLst/>
              <a:rect l="l" t="t" r="r" b="b"/>
              <a:pathLst>
                <a:path w="5395" h="1289" extrusionOk="0">
                  <a:moveTo>
                    <a:pt x="5320" y="0"/>
                  </a:moveTo>
                  <a:lnTo>
                    <a:pt x="243" y="747"/>
                  </a:lnTo>
                  <a:lnTo>
                    <a:pt x="187" y="765"/>
                  </a:lnTo>
                  <a:lnTo>
                    <a:pt x="131" y="784"/>
                  </a:lnTo>
                  <a:lnTo>
                    <a:pt x="57" y="859"/>
                  </a:lnTo>
                  <a:lnTo>
                    <a:pt x="1" y="952"/>
                  </a:lnTo>
                  <a:lnTo>
                    <a:pt x="1" y="1008"/>
                  </a:lnTo>
                  <a:lnTo>
                    <a:pt x="1" y="1064"/>
                  </a:lnTo>
                  <a:lnTo>
                    <a:pt x="38" y="1157"/>
                  </a:lnTo>
                  <a:lnTo>
                    <a:pt x="94" y="1232"/>
                  </a:lnTo>
                  <a:lnTo>
                    <a:pt x="187" y="1288"/>
                  </a:lnTo>
                  <a:lnTo>
                    <a:pt x="318" y="1288"/>
                  </a:lnTo>
                  <a:lnTo>
                    <a:pt x="5395" y="541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83;p47">
              <a:extLst>
                <a:ext uri="{FF2B5EF4-FFF2-40B4-BE49-F238E27FC236}">
                  <a16:creationId xmlns:a16="http://schemas.microsoft.com/office/drawing/2014/main" id="{0F344E5B-30D2-9575-0850-DC0E34DEB579}"/>
                </a:ext>
              </a:extLst>
            </p:cNvPr>
            <p:cNvSpPr/>
            <p:nvPr/>
          </p:nvSpPr>
          <p:spPr>
            <a:xfrm flipH="1">
              <a:off x="347450" y="1316841"/>
              <a:ext cx="706254" cy="1008204"/>
            </a:xfrm>
            <a:custGeom>
              <a:avLst/>
              <a:gdLst/>
              <a:ahLst/>
              <a:cxnLst/>
              <a:rect l="l" t="t" r="r" b="b"/>
              <a:pathLst>
                <a:path w="36584" h="52225" extrusionOk="0">
                  <a:moveTo>
                    <a:pt x="3977" y="0"/>
                  </a:moveTo>
                  <a:lnTo>
                    <a:pt x="5115" y="20998"/>
                  </a:lnTo>
                  <a:lnTo>
                    <a:pt x="16445" y="35538"/>
                  </a:lnTo>
                  <a:lnTo>
                    <a:pt x="16445" y="35538"/>
                  </a:lnTo>
                  <a:lnTo>
                    <a:pt x="14522" y="35501"/>
                  </a:lnTo>
                  <a:lnTo>
                    <a:pt x="12488" y="35482"/>
                  </a:lnTo>
                  <a:lnTo>
                    <a:pt x="8829" y="35482"/>
                  </a:lnTo>
                  <a:lnTo>
                    <a:pt x="7560" y="35520"/>
                  </a:lnTo>
                  <a:lnTo>
                    <a:pt x="6310" y="35538"/>
                  </a:lnTo>
                  <a:lnTo>
                    <a:pt x="5134" y="35594"/>
                  </a:lnTo>
                  <a:lnTo>
                    <a:pt x="4051" y="35669"/>
                  </a:lnTo>
                  <a:lnTo>
                    <a:pt x="3099" y="35744"/>
                  </a:lnTo>
                  <a:lnTo>
                    <a:pt x="2670" y="35800"/>
                  </a:lnTo>
                  <a:lnTo>
                    <a:pt x="2278" y="35856"/>
                  </a:lnTo>
                  <a:lnTo>
                    <a:pt x="1942" y="35912"/>
                  </a:lnTo>
                  <a:lnTo>
                    <a:pt x="1662" y="35986"/>
                  </a:lnTo>
                  <a:lnTo>
                    <a:pt x="1419" y="36061"/>
                  </a:lnTo>
                  <a:lnTo>
                    <a:pt x="1196" y="36154"/>
                  </a:lnTo>
                  <a:lnTo>
                    <a:pt x="990" y="36229"/>
                  </a:lnTo>
                  <a:lnTo>
                    <a:pt x="804" y="36341"/>
                  </a:lnTo>
                  <a:lnTo>
                    <a:pt x="654" y="36434"/>
                  </a:lnTo>
                  <a:lnTo>
                    <a:pt x="505" y="36546"/>
                  </a:lnTo>
                  <a:lnTo>
                    <a:pt x="393" y="36677"/>
                  </a:lnTo>
                  <a:lnTo>
                    <a:pt x="281" y="36808"/>
                  </a:lnTo>
                  <a:lnTo>
                    <a:pt x="206" y="36938"/>
                  </a:lnTo>
                  <a:lnTo>
                    <a:pt x="132" y="37088"/>
                  </a:lnTo>
                  <a:lnTo>
                    <a:pt x="76" y="37237"/>
                  </a:lnTo>
                  <a:lnTo>
                    <a:pt x="38" y="37405"/>
                  </a:lnTo>
                  <a:lnTo>
                    <a:pt x="20" y="37573"/>
                  </a:lnTo>
                  <a:lnTo>
                    <a:pt x="1" y="37741"/>
                  </a:lnTo>
                  <a:lnTo>
                    <a:pt x="1" y="38133"/>
                  </a:lnTo>
                  <a:lnTo>
                    <a:pt x="38" y="38543"/>
                  </a:lnTo>
                  <a:lnTo>
                    <a:pt x="113" y="39010"/>
                  </a:lnTo>
                  <a:lnTo>
                    <a:pt x="300" y="40018"/>
                  </a:lnTo>
                  <a:lnTo>
                    <a:pt x="412" y="40596"/>
                  </a:lnTo>
                  <a:lnTo>
                    <a:pt x="505" y="41194"/>
                  </a:lnTo>
                  <a:lnTo>
                    <a:pt x="598" y="41847"/>
                  </a:lnTo>
                  <a:lnTo>
                    <a:pt x="673" y="42519"/>
                  </a:lnTo>
                  <a:lnTo>
                    <a:pt x="785" y="43751"/>
                  </a:lnTo>
                  <a:lnTo>
                    <a:pt x="878" y="44665"/>
                  </a:lnTo>
                  <a:lnTo>
                    <a:pt x="990" y="45337"/>
                  </a:lnTo>
                  <a:lnTo>
                    <a:pt x="1102" y="45897"/>
                  </a:lnTo>
                  <a:lnTo>
                    <a:pt x="1233" y="46401"/>
                  </a:lnTo>
                  <a:lnTo>
                    <a:pt x="1419" y="46961"/>
                  </a:lnTo>
                  <a:lnTo>
                    <a:pt x="1662" y="47652"/>
                  </a:lnTo>
                  <a:lnTo>
                    <a:pt x="1979" y="48585"/>
                  </a:lnTo>
                  <a:lnTo>
                    <a:pt x="2054" y="48734"/>
                  </a:lnTo>
                  <a:lnTo>
                    <a:pt x="2166" y="48884"/>
                  </a:lnTo>
                  <a:lnTo>
                    <a:pt x="2334" y="49033"/>
                  </a:lnTo>
                  <a:lnTo>
                    <a:pt x="2539" y="49182"/>
                  </a:lnTo>
                  <a:lnTo>
                    <a:pt x="2801" y="49350"/>
                  </a:lnTo>
                  <a:lnTo>
                    <a:pt x="3081" y="49500"/>
                  </a:lnTo>
                  <a:lnTo>
                    <a:pt x="3417" y="49649"/>
                  </a:lnTo>
                  <a:lnTo>
                    <a:pt x="3771" y="49817"/>
                  </a:lnTo>
                  <a:lnTo>
                    <a:pt x="4182" y="49966"/>
                  </a:lnTo>
                  <a:lnTo>
                    <a:pt x="4611" y="50116"/>
                  </a:lnTo>
                  <a:lnTo>
                    <a:pt x="5078" y="50265"/>
                  </a:lnTo>
                  <a:lnTo>
                    <a:pt x="5582" y="50414"/>
                  </a:lnTo>
                  <a:lnTo>
                    <a:pt x="6664" y="50713"/>
                  </a:lnTo>
                  <a:lnTo>
                    <a:pt x="7859" y="50993"/>
                  </a:lnTo>
                  <a:lnTo>
                    <a:pt x="9147" y="51254"/>
                  </a:lnTo>
                  <a:lnTo>
                    <a:pt x="10509" y="51478"/>
                  </a:lnTo>
                  <a:lnTo>
                    <a:pt x="11946" y="51702"/>
                  </a:lnTo>
                  <a:lnTo>
                    <a:pt x="13440" y="51870"/>
                  </a:lnTo>
                  <a:lnTo>
                    <a:pt x="14989" y="52019"/>
                  </a:lnTo>
                  <a:lnTo>
                    <a:pt x="16557" y="52131"/>
                  </a:lnTo>
                  <a:lnTo>
                    <a:pt x="18162" y="52206"/>
                  </a:lnTo>
                  <a:lnTo>
                    <a:pt x="18946" y="52225"/>
                  </a:lnTo>
                  <a:lnTo>
                    <a:pt x="20551" y="52225"/>
                  </a:lnTo>
                  <a:lnTo>
                    <a:pt x="21354" y="52206"/>
                  </a:lnTo>
                  <a:lnTo>
                    <a:pt x="22156" y="52169"/>
                  </a:lnTo>
                  <a:lnTo>
                    <a:pt x="22940" y="52131"/>
                  </a:lnTo>
                  <a:lnTo>
                    <a:pt x="23724" y="52075"/>
                  </a:lnTo>
                  <a:lnTo>
                    <a:pt x="24489" y="52001"/>
                  </a:lnTo>
                  <a:lnTo>
                    <a:pt x="25254" y="51907"/>
                  </a:lnTo>
                  <a:lnTo>
                    <a:pt x="26020" y="51795"/>
                  </a:lnTo>
                  <a:lnTo>
                    <a:pt x="26748" y="51683"/>
                  </a:lnTo>
                  <a:lnTo>
                    <a:pt x="27476" y="51553"/>
                  </a:lnTo>
                  <a:lnTo>
                    <a:pt x="28185" y="51385"/>
                  </a:lnTo>
                  <a:lnTo>
                    <a:pt x="28875" y="51217"/>
                  </a:lnTo>
                  <a:lnTo>
                    <a:pt x="29547" y="51030"/>
                  </a:lnTo>
                  <a:lnTo>
                    <a:pt x="30182" y="50825"/>
                  </a:lnTo>
                  <a:lnTo>
                    <a:pt x="30817" y="50601"/>
                  </a:lnTo>
                  <a:lnTo>
                    <a:pt x="31414" y="50340"/>
                  </a:lnTo>
                  <a:lnTo>
                    <a:pt x="31992" y="50078"/>
                  </a:lnTo>
                  <a:lnTo>
                    <a:pt x="32552" y="49798"/>
                  </a:lnTo>
                  <a:lnTo>
                    <a:pt x="33075" y="49481"/>
                  </a:lnTo>
                  <a:lnTo>
                    <a:pt x="33560" y="49164"/>
                  </a:lnTo>
                  <a:lnTo>
                    <a:pt x="34027" y="48809"/>
                  </a:lnTo>
                  <a:lnTo>
                    <a:pt x="34456" y="48436"/>
                  </a:lnTo>
                  <a:lnTo>
                    <a:pt x="34848" y="48044"/>
                  </a:lnTo>
                  <a:lnTo>
                    <a:pt x="35203" y="47614"/>
                  </a:lnTo>
                  <a:lnTo>
                    <a:pt x="35371" y="47409"/>
                  </a:lnTo>
                  <a:lnTo>
                    <a:pt x="35520" y="47185"/>
                  </a:lnTo>
                  <a:lnTo>
                    <a:pt x="35669" y="46943"/>
                  </a:lnTo>
                  <a:lnTo>
                    <a:pt x="35800" y="46719"/>
                  </a:lnTo>
                  <a:lnTo>
                    <a:pt x="35931" y="46476"/>
                  </a:lnTo>
                  <a:lnTo>
                    <a:pt x="36043" y="46215"/>
                  </a:lnTo>
                  <a:lnTo>
                    <a:pt x="36155" y="45972"/>
                  </a:lnTo>
                  <a:lnTo>
                    <a:pt x="36248" y="45711"/>
                  </a:lnTo>
                  <a:lnTo>
                    <a:pt x="36323" y="45431"/>
                  </a:lnTo>
                  <a:lnTo>
                    <a:pt x="36397" y="45151"/>
                  </a:lnTo>
                  <a:lnTo>
                    <a:pt x="36453" y="44871"/>
                  </a:lnTo>
                  <a:lnTo>
                    <a:pt x="36509" y="44591"/>
                  </a:lnTo>
                  <a:lnTo>
                    <a:pt x="36547" y="44292"/>
                  </a:lnTo>
                  <a:lnTo>
                    <a:pt x="36565" y="43993"/>
                  </a:lnTo>
                  <a:lnTo>
                    <a:pt x="36584" y="43695"/>
                  </a:lnTo>
                  <a:lnTo>
                    <a:pt x="36584" y="43378"/>
                  </a:lnTo>
                  <a:lnTo>
                    <a:pt x="36547" y="42724"/>
                  </a:lnTo>
                  <a:lnTo>
                    <a:pt x="36509" y="42071"/>
                  </a:lnTo>
                  <a:lnTo>
                    <a:pt x="36435" y="41418"/>
                  </a:lnTo>
                  <a:lnTo>
                    <a:pt x="36341" y="40727"/>
                  </a:lnTo>
                  <a:lnTo>
                    <a:pt x="36229" y="40037"/>
                  </a:lnTo>
                  <a:lnTo>
                    <a:pt x="36099" y="39346"/>
                  </a:lnTo>
                  <a:lnTo>
                    <a:pt x="35949" y="38637"/>
                  </a:lnTo>
                  <a:lnTo>
                    <a:pt x="35781" y="37927"/>
                  </a:lnTo>
                  <a:lnTo>
                    <a:pt x="35576" y="37199"/>
                  </a:lnTo>
                  <a:lnTo>
                    <a:pt x="35371" y="36472"/>
                  </a:lnTo>
                  <a:lnTo>
                    <a:pt x="35147" y="35744"/>
                  </a:lnTo>
                  <a:lnTo>
                    <a:pt x="34904" y="34997"/>
                  </a:lnTo>
                  <a:lnTo>
                    <a:pt x="34643" y="34250"/>
                  </a:lnTo>
                  <a:lnTo>
                    <a:pt x="34382" y="33504"/>
                  </a:lnTo>
                  <a:lnTo>
                    <a:pt x="34083" y="32739"/>
                  </a:lnTo>
                  <a:lnTo>
                    <a:pt x="33784" y="31973"/>
                  </a:lnTo>
                  <a:lnTo>
                    <a:pt x="33131" y="30443"/>
                  </a:lnTo>
                  <a:lnTo>
                    <a:pt x="32440" y="28912"/>
                  </a:lnTo>
                  <a:lnTo>
                    <a:pt x="31712" y="27382"/>
                  </a:lnTo>
                  <a:lnTo>
                    <a:pt x="30947" y="25851"/>
                  </a:lnTo>
                  <a:lnTo>
                    <a:pt x="30145" y="24321"/>
                  </a:lnTo>
                  <a:lnTo>
                    <a:pt x="29305" y="22828"/>
                  </a:lnTo>
                  <a:lnTo>
                    <a:pt x="28465" y="21334"/>
                  </a:lnTo>
                  <a:lnTo>
                    <a:pt x="27588" y="19860"/>
                  </a:lnTo>
                  <a:lnTo>
                    <a:pt x="26710" y="18423"/>
                  </a:lnTo>
                  <a:lnTo>
                    <a:pt x="25833" y="17023"/>
                  </a:lnTo>
                  <a:lnTo>
                    <a:pt x="24937" y="15660"/>
                  </a:lnTo>
                  <a:lnTo>
                    <a:pt x="24060" y="14335"/>
                  </a:lnTo>
                  <a:lnTo>
                    <a:pt x="23201" y="13066"/>
                  </a:lnTo>
                  <a:lnTo>
                    <a:pt x="22343" y="11853"/>
                  </a:lnTo>
                  <a:lnTo>
                    <a:pt x="21503" y="10695"/>
                  </a:lnTo>
                  <a:lnTo>
                    <a:pt x="20700" y="9594"/>
                  </a:lnTo>
                  <a:lnTo>
                    <a:pt x="19916" y="8586"/>
                  </a:lnTo>
                  <a:lnTo>
                    <a:pt x="19188" y="7634"/>
                  </a:lnTo>
                  <a:lnTo>
                    <a:pt x="18479" y="6757"/>
                  </a:lnTo>
                  <a:lnTo>
                    <a:pt x="17826" y="5973"/>
                  </a:lnTo>
                  <a:lnTo>
                    <a:pt x="17229" y="5264"/>
                  </a:lnTo>
                  <a:lnTo>
                    <a:pt x="16687" y="4667"/>
                  </a:lnTo>
                  <a:lnTo>
                    <a:pt x="16221" y="4163"/>
                  </a:lnTo>
                  <a:lnTo>
                    <a:pt x="15810" y="3771"/>
                  </a:lnTo>
                  <a:lnTo>
                    <a:pt x="15418" y="3435"/>
                  </a:lnTo>
                  <a:lnTo>
                    <a:pt x="15007" y="3118"/>
                  </a:lnTo>
                  <a:lnTo>
                    <a:pt x="14578" y="2819"/>
                  </a:lnTo>
                  <a:lnTo>
                    <a:pt x="14149" y="2539"/>
                  </a:lnTo>
                  <a:lnTo>
                    <a:pt x="13682" y="2278"/>
                  </a:lnTo>
                  <a:lnTo>
                    <a:pt x="13234" y="2035"/>
                  </a:lnTo>
                  <a:lnTo>
                    <a:pt x="12749" y="1830"/>
                  </a:lnTo>
                  <a:lnTo>
                    <a:pt x="12264" y="1624"/>
                  </a:lnTo>
                  <a:lnTo>
                    <a:pt x="11778" y="1419"/>
                  </a:lnTo>
                  <a:lnTo>
                    <a:pt x="11293" y="1251"/>
                  </a:lnTo>
                  <a:lnTo>
                    <a:pt x="10789" y="1102"/>
                  </a:lnTo>
                  <a:lnTo>
                    <a:pt x="10304" y="952"/>
                  </a:lnTo>
                  <a:lnTo>
                    <a:pt x="9819" y="822"/>
                  </a:lnTo>
                  <a:lnTo>
                    <a:pt x="9333" y="691"/>
                  </a:lnTo>
                  <a:lnTo>
                    <a:pt x="8381" y="504"/>
                  </a:lnTo>
                  <a:lnTo>
                    <a:pt x="7486" y="336"/>
                  </a:lnTo>
                  <a:lnTo>
                    <a:pt x="6664" y="224"/>
                  </a:lnTo>
                  <a:lnTo>
                    <a:pt x="5918" y="131"/>
                  </a:lnTo>
                  <a:lnTo>
                    <a:pt x="5264" y="75"/>
                  </a:lnTo>
                  <a:lnTo>
                    <a:pt x="4313" y="19"/>
                  </a:lnTo>
                  <a:lnTo>
                    <a:pt x="3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84;p47">
              <a:extLst>
                <a:ext uri="{FF2B5EF4-FFF2-40B4-BE49-F238E27FC236}">
                  <a16:creationId xmlns:a16="http://schemas.microsoft.com/office/drawing/2014/main" id="{58469CDE-C0A2-9A08-3B44-34285811294D}"/>
                </a:ext>
              </a:extLst>
            </p:cNvPr>
            <p:cNvSpPr/>
            <p:nvPr/>
          </p:nvSpPr>
          <p:spPr>
            <a:xfrm flipH="1">
              <a:off x="724717" y="1698404"/>
              <a:ext cx="191699" cy="331158"/>
            </a:xfrm>
            <a:custGeom>
              <a:avLst/>
              <a:gdLst/>
              <a:ahLst/>
              <a:cxnLst/>
              <a:rect l="l" t="t" r="r" b="b"/>
              <a:pathLst>
                <a:path w="9930" h="17154" extrusionOk="0">
                  <a:moveTo>
                    <a:pt x="336" y="1"/>
                  </a:moveTo>
                  <a:lnTo>
                    <a:pt x="262" y="19"/>
                  </a:lnTo>
                  <a:lnTo>
                    <a:pt x="187" y="38"/>
                  </a:lnTo>
                  <a:lnTo>
                    <a:pt x="131" y="94"/>
                  </a:lnTo>
                  <a:lnTo>
                    <a:pt x="94" y="131"/>
                  </a:lnTo>
                  <a:lnTo>
                    <a:pt x="56" y="206"/>
                  </a:lnTo>
                  <a:lnTo>
                    <a:pt x="19" y="262"/>
                  </a:lnTo>
                  <a:lnTo>
                    <a:pt x="0" y="337"/>
                  </a:lnTo>
                  <a:lnTo>
                    <a:pt x="19" y="411"/>
                  </a:lnTo>
                  <a:lnTo>
                    <a:pt x="19" y="467"/>
                  </a:lnTo>
                  <a:lnTo>
                    <a:pt x="56" y="542"/>
                  </a:lnTo>
                  <a:lnTo>
                    <a:pt x="9239" y="16967"/>
                  </a:lnTo>
                  <a:lnTo>
                    <a:pt x="9295" y="17060"/>
                  </a:lnTo>
                  <a:lnTo>
                    <a:pt x="9370" y="17116"/>
                  </a:lnTo>
                  <a:lnTo>
                    <a:pt x="9463" y="17154"/>
                  </a:lnTo>
                  <a:lnTo>
                    <a:pt x="9650" y="17154"/>
                  </a:lnTo>
                  <a:lnTo>
                    <a:pt x="9743" y="17116"/>
                  </a:lnTo>
                  <a:lnTo>
                    <a:pt x="9799" y="17079"/>
                  </a:lnTo>
                  <a:lnTo>
                    <a:pt x="9855" y="17023"/>
                  </a:lnTo>
                  <a:lnTo>
                    <a:pt x="9893" y="16967"/>
                  </a:lnTo>
                  <a:lnTo>
                    <a:pt x="9911" y="16892"/>
                  </a:lnTo>
                  <a:lnTo>
                    <a:pt x="9930" y="16818"/>
                  </a:lnTo>
                  <a:lnTo>
                    <a:pt x="9930" y="16762"/>
                  </a:lnTo>
                  <a:lnTo>
                    <a:pt x="9911" y="16687"/>
                  </a:lnTo>
                  <a:lnTo>
                    <a:pt x="9874" y="16612"/>
                  </a:lnTo>
                  <a:lnTo>
                    <a:pt x="691" y="187"/>
                  </a:lnTo>
                  <a:lnTo>
                    <a:pt x="654" y="131"/>
                  </a:lnTo>
                  <a:lnTo>
                    <a:pt x="598" y="75"/>
                  </a:lnTo>
                  <a:lnTo>
                    <a:pt x="542" y="38"/>
                  </a:lnTo>
                  <a:lnTo>
                    <a:pt x="467" y="19"/>
                  </a:lnTo>
                  <a:lnTo>
                    <a:pt x="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85;p47">
              <a:extLst>
                <a:ext uri="{FF2B5EF4-FFF2-40B4-BE49-F238E27FC236}">
                  <a16:creationId xmlns:a16="http://schemas.microsoft.com/office/drawing/2014/main" id="{BCAE9CF7-EFD6-F827-00EB-AAF7C6CA71C8}"/>
                </a:ext>
              </a:extLst>
            </p:cNvPr>
            <p:cNvSpPr/>
            <p:nvPr/>
          </p:nvSpPr>
          <p:spPr>
            <a:xfrm flipH="1">
              <a:off x="745229" y="1995666"/>
              <a:ext cx="309556" cy="266293"/>
            </a:xfrm>
            <a:custGeom>
              <a:avLst/>
              <a:gdLst/>
              <a:ahLst/>
              <a:cxnLst/>
              <a:rect l="l" t="t" r="r" b="b"/>
              <a:pathLst>
                <a:path w="16035" h="13794" extrusionOk="0">
                  <a:moveTo>
                    <a:pt x="15661" y="0"/>
                  </a:moveTo>
                  <a:lnTo>
                    <a:pt x="13776" y="37"/>
                  </a:lnTo>
                  <a:lnTo>
                    <a:pt x="11536" y="93"/>
                  </a:lnTo>
                  <a:lnTo>
                    <a:pt x="9109" y="168"/>
                  </a:lnTo>
                  <a:lnTo>
                    <a:pt x="6664" y="299"/>
                  </a:lnTo>
                  <a:lnTo>
                    <a:pt x="5488" y="355"/>
                  </a:lnTo>
                  <a:lnTo>
                    <a:pt x="4369" y="448"/>
                  </a:lnTo>
                  <a:lnTo>
                    <a:pt x="3342" y="523"/>
                  </a:lnTo>
                  <a:lnTo>
                    <a:pt x="2427" y="635"/>
                  </a:lnTo>
                  <a:lnTo>
                    <a:pt x="1643" y="747"/>
                  </a:lnTo>
                  <a:lnTo>
                    <a:pt x="1009" y="859"/>
                  </a:lnTo>
                  <a:lnTo>
                    <a:pt x="766" y="915"/>
                  </a:lnTo>
                  <a:lnTo>
                    <a:pt x="561" y="989"/>
                  </a:lnTo>
                  <a:lnTo>
                    <a:pt x="412" y="1064"/>
                  </a:lnTo>
                  <a:lnTo>
                    <a:pt x="300" y="1139"/>
                  </a:lnTo>
                  <a:lnTo>
                    <a:pt x="244" y="1195"/>
                  </a:lnTo>
                  <a:lnTo>
                    <a:pt x="206" y="1251"/>
                  </a:lnTo>
                  <a:lnTo>
                    <a:pt x="132" y="1437"/>
                  </a:lnTo>
                  <a:lnTo>
                    <a:pt x="76" y="1661"/>
                  </a:lnTo>
                  <a:lnTo>
                    <a:pt x="38" y="1941"/>
                  </a:lnTo>
                  <a:lnTo>
                    <a:pt x="1" y="2258"/>
                  </a:lnTo>
                  <a:lnTo>
                    <a:pt x="1" y="2594"/>
                  </a:lnTo>
                  <a:lnTo>
                    <a:pt x="1" y="2986"/>
                  </a:lnTo>
                  <a:lnTo>
                    <a:pt x="20" y="3397"/>
                  </a:lnTo>
                  <a:lnTo>
                    <a:pt x="76" y="4312"/>
                  </a:lnTo>
                  <a:lnTo>
                    <a:pt x="188" y="5301"/>
                  </a:lnTo>
                  <a:lnTo>
                    <a:pt x="318" y="6346"/>
                  </a:lnTo>
                  <a:lnTo>
                    <a:pt x="468" y="7429"/>
                  </a:lnTo>
                  <a:lnTo>
                    <a:pt x="636" y="8493"/>
                  </a:lnTo>
                  <a:lnTo>
                    <a:pt x="822" y="9538"/>
                  </a:lnTo>
                  <a:lnTo>
                    <a:pt x="1009" y="10508"/>
                  </a:lnTo>
                  <a:lnTo>
                    <a:pt x="1196" y="11404"/>
                  </a:lnTo>
                  <a:lnTo>
                    <a:pt x="1494" y="12823"/>
                  </a:lnTo>
                  <a:lnTo>
                    <a:pt x="1625" y="13289"/>
                  </a:lnTo>
                  <a:lnTo>
                    <a:pt x="1699" y="13551"/>
                  </a:lnTo>
                  <a:lnTo>
                    <a:pt x="1755" y="13644"/>
                  </a:lnTo>
                  <a:lnTo>
                    <a:pt x="1830" y="13719"/>
                  </a:lnTo>
                  <a:lnTo>
                    <a:pt x="1923" y="13775"/>
                  </a:lnTo>
                  <a:lnTo>
                    <a:pt x="2035" y="13793"/>
                  </a:lnTo>
                  <a:lnTo>
                    <a:pt x="2110" y="13793"/>
                  </a:lnTo>
                  <a:lnTo>
                    <a:pt x="2166" y="13775"/>
                  </a:lnTo>
                  <a:lnTo>
                    <a:pt x="2241" y="13737"/>
                  </a:lnTo>
                  <a:lnTo>
                    <a:pt x="2297" y="13700"/>
                  </a:lnTo>
                  <a:lnTo>
                    <a:pt x="2334" y="13644"/>
                  </a:lnTo>
                  <a:lnTo>
                    <a:pt x="2371" y="13569"/>
                  </a:lnTo>
                  <a:lnTo>
                    <a:pt x="2390" y="13513"/>
                  </a:lnTo>
                  <a:lnTo>
                    <a:pt x="2409" y="13439"/>
                  </a:lnTo>
                  <a:lnTo>
                    <a:pt x="2409" y="13364"/>
                  </a:lnTo>
                  <a:lnTo>
                    <a:pt x="2390" y="13289"/>
                  </a:lnTo>
                  <a:lnTo>
                    <a:pt x="2278" y="12935"/>
                  </a:lnTo>
                  <a:lnTo>
                    <a:pt x="2147" y="12412"/>
                  </a:lnTo>
                  <a:lnTo>
                    <a:pt x="1998" y="11759"/>
                  </a:lnTo>
                  <a:lnTo>
                    <a:pt x="1830" y="10994"/>
                  </a:lnTo>
                  <a:lnTo>
                    <a:pt x="1513" y="9202"/>
                  </a:lnTo>
                  <a:lnTo>
                    <a:pt x="1196" y="7261"/>
                  </a:lnTo>
                  <a:lnTo>
                    <a:pt x="1065" y="6271"/>
                  </a:lnTo>
                  <a:lnTo>
                    <a:pt x="934" y="5319"/>
                  </a:lnTo>
                  <a:lnTo>
                    <a:pt x="841" y="4442"/>
                  </a:lnTo>
                  <a:lnTo>
                    <a:pt x="766" y="3621"/>
                  </a:lnTo>
                  <a:lnTo>
                    <a:pt x="710" y="2912"/>
                  </a:lnTo>
                  <a:lnTo>
                    <a:pt x="710" y="2333"/>
                  </a:lnTo>
                  <a:lnTo>
                    <a:pt x="729" y="2090"/>
                  </a:lnTo>
                  <a:lnTo>
                    <a:pt x="748" y="1904"/>
                  </a:lnTo>
                  <a:lnTo>
                    <a:pt x="785" y="1755"/>
                  </a:lnTo>
                  <a:lnTo>
                    <a:pt x="822" y="1643"/>
                  </a:lnTo>
                  <a:lnTo>
                    <a:pt x="916" y="1605"/>
                  </a:lnTo>
                  <a:lnTo>
                    <a:pt x="1028" y="1568"/>
                  </a:lnTo>
                  <a:lnTo>
                    <a:pt x="1382" y="1493"/>
                  </a:lnTo>
                  <a:lnTo>
                    <a:pt x="1867" y="1419"/>
                  </a:lnTo>
                  <a:lnTo>
                    <a:pt x="2483" y="1344"/>
                  </a:lnTo>
                  <a:lnTo>
                    <a:pt x="3211" y="1269"/>
                  </a:lnTo>
                  <a:lnTo>
                    <a:pt x="4033" y="1195"/>
                  </a:lnTo>
                  <a:lnTo>
                    <a:pt x="5974" y="1064"/>
                  </a:lnTo>
                  <a:lnTo>
                    <a:pt x="8195" y="952"/>
                  </a:lnTo>
                  <a:lnTo>
                    <a:pt x="10621" y="859"/>
                  </a:lnTo>
                  <a:lnTo>
                    <a:pt x="13141" y="784"/>
                  </a:lnTo>
                  <a:lnTo>
                    <a:pt x="15679" y="728"/>
                  </a:lnTo>
                  <a:lnTo>
                    <a:pt x="15754" y="728"/>
                  </a:lnTo>
                  <a:lnTo>
                    <a:pt x="15810" y="691"/>
                  </a:lnTo>
                  <a:lnTo>
                    <a:pt x="15885" y="653"/>
                  </a:lnTo>
                  <a:lnTo>
                    <a:pt x="15922" y="616"/>
                  </a:lnTo>
                  <a:lnTo>
                    <a:pt x="15978" y="560"/>
                  </a:lnTo>
                  <a:lnTo>
                    <a:pt x="16015" y="504"/>
                  </a:lnTo>
                  <a:lnTo>
                    <a:pt x="16034" y="429"/>
                  </a:lnTo>
                  <a:lnTo>
                    <a:pt x="16034" y="355"/>
                  </a:lnTo>
                  <a:lnTo>
                    <a:pt x="16015" y="280"/>
                  </a:lnTo>
                  <a:lnTo>
                    <a:pt x="15997" y="205"/>
                  </a:lnTo>
                  <a:lnTo>
                    <a:pt x="15959" y="149"/>
                  </a:lnTo>
                  <a:lnTo>
                    <a:pt x="15903" y="93"/>
                  </a:lnTo>
                  <a:lnTo>
                    <a:pt x="15847" y="56"/>
                  </a:lnTo>
                  <a:lnTo>
                    <a:pt x="15791" y="19"/>
                  </a:lnTo>
                  <a:lnTo>
                    <a:pt x="157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86;p47">
              <a:extLst>
                <a:ext uri="{FF2B5EF4-FFF2-40B4-BE49-F238E27FC236}">
                  <a16:creationId xmlns:a16="http://schemas.microsoft.com/office/drawing/2014/main" id="{6C87BF97-3DA5-5CDD-D204-A9D4F5FD41AA}"/>
                </a:ext>
              </a:extLst>
            </p:cNvPr>
            <p:cNvSpPr/>
            <p:nvPr/>
          </p:nvSpPr>
          <p:spPr>
            <a:xfrm flipH="1">
              <a:off x="1409985" y="1316841"/>
              <a:ext cx="437085" cy="937953"/>
            </a:xfrm>
            <a:custGeom>
              <a:avLst/>
              <a:gdLst/>
              <a:ahLst/>
              <a:cxnLst/>
              <a:rect l="l" t="t" r="r" b="b"/>
              <a:pathLst>
                <a:path w="22641" h="48586" extrusionOk="0">
                  <a:moveTo>
                    <a:pt x="22640" y="0"/>
                  </a:moveTo>
                  <a:lnTo>
                    <a:pt x="22174" y="75"/>
                  </a:lnTo>
                  <a:lnTo>
                    <a:pt x="20979" y="262"/>
                  </a:lnTo>
                  <a:lnTo>
                    <a:pt x="20158" y="411"/>
                  </a:lnTo>
                  <a:lnTo>
                    <a:pt x="19225" y="598"/>
                  </a:lnTo>
                  <a:lnTo>
                    <a:pt x="18217" y="840"/>
                  </a:lnTo>
                  <a:lnTo>
                    <a:pt x="17172" y="1102"/>
                  </a:lnTo>
                  <a:lnTo>
                    <a:pt x="16108" y="1400"/>
                  </a:lnTo>
                  <a:lnTo>
                    <a:pt x="15566" y="1568"/>
                  </a:lnTo>
                  <a:lnTo>
                    <a:pt x="15044" y="1755"/>
                  </a:lnTo>
                  <a:lnTo>
                    <a:pt x="14521" y="1942"/>
                  </a:lnTo>
                  <a:lnTo>
                    <a:pt x="14017" y="2147"/>
                  </a:lnTo>
                  <a:lnTo>
                    <a:pt x="13513" y="2371"/>
                  </a:lnTo>
                  <a:lnTo>
                    <a:pt x="13047" y="2595"/>
                  </a:lnTo>
                  <a:lnTo>
                    <a:pt x="12599" y="2819"/>
                  </a:lnTo>
                  <a:lnTo>
                    <a:pt x="12188" y="3062"/>
                  </a:lnTo>
                  <a:lnTo>
                    <a:pt x="11796" y="3323"/>
                  </a:lnTo>
                  <a:lnTo>
                    <a:pt x="11423" y="3603"/>
                  </a:lnTo>
                  <a:lnTo>
                    <a:pt x="11106" y="3883"/>
                  </a:lnTo>
                  <a:lnTo>
                    <a:pt x="10826" y="4181"/>
                  </a:lnTo>
                  <a:lnTo>
                    <a:pt x="10583" y="4499"/>
                  </a:lnTo>
                  <a:lnTo>
                    <a:pt x="10490" y="4648"/>
                  </a:lnTo>
                  <a:lnTo>
                    <a:pt x="10396" y="4816"/>
                  </a:lnTo>
                  <a:lnTo>
                    <a:pt x="9202" y="7168"/>
                  </a:lnTo>
                  <a:lnTo>
                    <a:pt x="8287" y="9034"/>
                  </a:lnTo>
                  <a:lnTo>
                    <a:pt x="7783" y="10117"/>
                  </a:lnTo>
                  <a:lnTo>
                    <a:pt x="7223" y="11293"/>
                  </a:lnTo>
                  <a:lnTo>
                    <a:pt x="6663" y="12543"/>
                  </a:lnTo>
                  <a:lnTo>
                    <a:pt x="6085" y="13868"/>
                  </a:lnTo>
                  <a:lnTo>
                    <a:pt x="5487" y="15250"/>
                  </a:lnTo>
                  <a:lnTo>
                    <a:pt x="4890" y="16706"/>
                  </a:lnTo>
                  <a:lnTo>
                    <a:pt x="4312" y="18199"/>
                  </a:lnTo>
                  <a:lnTo>
                    <a:pt x="3733" y="19729"/>
                  </a:lnTo>
                  <a:lnTo>
                    <a:pt x="3173" y="21316"/>
                  </a:lnTo>
                  <a:lnTo>
                    <a:pt x="2632" y="22902"/>
                  </a:lnTo>
                  <a:lnTo>
                    <a:pt x="2128" y="24526"/>
                  </a:lnTo>
                  <a:lnTo>
                    <a:pt x="1661" y="26169"/>
                  </a:lnTo>
                  <a:lnTo>
                    <a:pt x="1437" y="26971"/>
                  </a:lnTo>
                  <a:lnTo>
                    <a:pt x="1232" y="27792"/>
                  </a:lnTo>
                  <a:lnTo>
                    <a:pt x="1045" y="28614"/>
                  </a:lnTo>
                  <a:lnTo>
                    <a:pt x="859" y="29435"/>
                  </a:lnTo>
                  <a:lnTo>
                    <a:pt x="691" y="30238"/>
                  </a:lnTo>
                  <a:lnTo>
                    <a:pt x="541" y="31059"/>
                  </a:lnTo>
                  <a:lnTo>
                    <a:pt x="411" y="31861"/>
                  </a:lnTo>
                  <a:lnTo>
                    <a:pt x="299" y="32664"/>
                  </a:lnTo>
                  <a:lnTo>
                    <a:pt x="205" y="33448"/>
                  </a:lnTo>
                  <a:lnTo>
                    <a:pt x="112" y="34232"/>
                  </a:lnTo>
                  <a:lnTo>
                    <a:pt x="56" y="35016"/>
                  </a:lnTo>
                  <a:lnTo>
                    <a:pt x="19" y="35781"/>
                  </a:lnTo>
                  <a:lnTo>
                    <a:pt x="0" y="36546"/>
                  </a:lnTo>
                  <a:lnTo>
                    <a:pt x="0" y="37293"/>
                  </a:lnTo>
                  <a:lnTo>
                    <a:pt x="19" y="38021"/>
                  </a:lnTo>
                  <a:lnTo>
                    <a:pt x="75" y="38749"/>
                  </a:lnTo>
                  <a:lnTo>
                    <a:pt x="149" y="39458"/>
                  </a:lnTo>
                  <a:lnTo>
                    <a:pt x="243" y="40149"/>
                  </a:lnTo>
                  <a:lnTo>
                    <a:pt x="373" y="40820"/>
                  </a:lnTo>
                  <a:lnTo>
                    <a:pt x="523" y="41474"/>
                  </a:lnTo>
                  <a:lnTo>
                    <a:pt x="709" y="42127"/>
                  </a:lnTo>
                  <a:lnTo>
                    <a:pt x="915" y="42743"/>
                  </a:lnTo>
                  <a:lnTo>
                    <a:pt x="1157" y="43340"/>
                  </a:lnTo>
                  <a:lnTo>
                    <a:pt x="1437" y="43937"/>
                  </a:lnTo>
                  <a:lnTo>
                    <a:pt x="1736" y="44497"/>
                  </a:lnTo>
                  <a:lnTo>
                    <a:pt x="2053" y="45020"/>
                  </a:lnTo>
                  <a:lnTo>
                    <a:pt x="2426" y="45543"/>
                  </a:lnTo>
                  <a:lnTo>
                    <a:pt x="2818" y="46028"/>
                  </a:lnTo>
                  <a:lnTo>
                    <a:pt x="3248" y="46495"/>
                  </a:lnTo>
                  <a:lnTo>
                    <a:pt x="3658" y="46887"/>
                  </a:lnTo>
                  <a:lnTo>
                    <a:pt x="4069" y="47241"/>
                  </a:lnTo>
                  <a:lnTo>
                    <a:pt x="4498" y="47558"/>
                  </a:lnTo>
                  <a:lnTo>
                    <a:pt x="4909" y="47838"/>
                  </a:lnTo>
                  <a:lnTo>
                    <a:pt x="5319" y="48062"/>
                  </a:lnTo>
                  <a:lnTo>
                    <a:pt x="5730" y="48249"/>
                  </a:lnTo>
                  <a:lnTo>
                    <a:pt x="6141" y="48380"/>
                  </a:lnTo>
                  <a:lnTo>
                    <a:pt x="6551" y="48492"/>
                  </a:lnTo>
                  <a:lnTo>
                    <a:pt x="6962" y="48548"/>
                  </a:lnTo>
                  <a:lnTo>
                    <a:pt x="7373" y="48585"/>
                  </a:lnTo>
                  <a:lnTo>
                    <a:pt x="7783" y="48585"/>
                  </a:lnTo>
                  <a:lnTo>
                    <a:pt x="8175" y="48548"/>
                  </a:lnTo>
                  <a:lnTo>
                    <a:pt x="8586" y="48473"/>
                  </a:lnTo>
                  <a:lnTo>
                    <a:pt x="8978" y="48380"/>
                  </a:lnTo>
                  <a:lnTo>
                    <a:pt x="9370" y="48249"/>
                  </a:lnTo>
                  <a:lnTo>
                    <a:pt x="9762" y="48081"/>
                  </a:lnTo>
                  <a:lnTo>
                    <a:pt x="10154" y="47894"/>
                  </a:lnTo>
                  <a:lnTo>
                    <a:pt x="10546" y="47689"/>
                  </a:lnTo>
                  <a:lnTo>
                    <a:pt x="10919" y="47446"/>
                  </a:lnTo>
                  <a:lnTo>
                    <a:pt x="11292" y="47185"/>
                  </a:lnTo>
                  <a:lnTo>
                    <a:pt x="11666" y="46905"/>
                  </a:lnTo>
                  <a:lnTo>
                    <a:pt x="12039" y="46588"/>
                  </a:lnTo>
                  <a:lnTo>
                    <a:pt x="12393" y="46271"/>
                  </a:lnTo>
                  <a:lnTo>
                    <a:pt x="12767" y="45935"/>
                  </a:lnTo>
                  <a:lnTo>
                    <a:pt x="13121" y="45580"/>
                  </a:lnTo>
                  <a:lnTo>
                    <a:pt x="13457" y="45207"/>
                  </a:lnTo>
                  <a:lnTo>
                    <a:pt x="13812" y="44815"/>
                  </a:lnTo>
                  <a:lnTo>
                    <a:pt x="14148" y="44423"/>
                  </a:lnTo>
                  <a:lnTo>
                    <a:pt x="14465" y="44012"/>
                  </a:lnTo>
                  <a:lnTo>
                    <a:pt x="15119" y="43154"/>
                  </a:lnTo>
                  <a:lnTo>
                    <a:pt x="15734" y="42276"/>
                  </a:lnTo>
                  <a:lnTo>
                    <a:pt x="16332" y="41380"/>
                  </a:lnTo>
                  <a:lnTo>
                    <a:pt x="16892" y="40466"/>
                  </a:lnTo>
                  <a:lnTo>
                    <a:pt x="17414" y="39570"/>
                  </a:lnTo>
                  <a:lnTo>
                    <a:pt x="17918" y="38674"/>
                  </a:lnTo>
                  <a:lnTo>
                    <a:pt x="18385" y="37797"/>
                  </a:lnTo>
                  <a:lnTo>
                    <a:pt x="18795" y="36957"/>
                  </a:lnTo>
                  <a:lnTo>
                    <a:pt x="19187" y="36154"/>
                  </a:lnTo>
                  <a:lnTo>
                    <a:pt x="19859" y="34736"/>
                  </a:lnTo>
                  <a:lnTo>
                    <a:pt x="20345" y="33635"/>
                  </a:lnTo>
                  <a:lnTo>
                    <a:pt x="20643" y="32888"/>
                  </a:lnTo>
                  <a:lnTo>
                    <a:pt x="20737" y="32627"/>
                  </a:lnTo>
                  <a:lnTo>
                    <a:pt x="226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87;p47">
              <a:extLst>
                <a:ext uri="{FF2B5EF4-FFF2-40B4-BE49-F238E27FC236}">
                  <a16:creationId xmlns:a16="http://schemas.microsoft.com/office/drawing/2014/main" id="{85DB9636-D184-C83D-1D9A-A5B0A9B6F195}"/>
                </a:ext>
              </a:extLst>
            </p:cNvPr>
            <p:cNvSpPr/>
            <p:nvPr/>
          </p:nvSpPr>
          <p:spPr>
            <a:xfrm flipH="1">
              <a:off x="1500814" y="1616613"/>
              <a:ext cx="55135" cy="446100"/>
            </a:xfrm>
            <a:custGeom>
              <a:avLst/>
              <a:gdLst/>
              <a:ahLst/>
              <a:cxnLst/>
              <a:rect l="l" t="t" r="r" b="b"/>
              <a:pathLst>
                <a:path w="2856" h="2310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856" y="23108"/>
                  </a:lnTo>
                </a:path>
              </a:pathLst>
            </a:custGeom>
            <a:noFill/>
            <a:ln w="18200" cap="rnd" cmpd="sng">
              <a:solidFill>
                <a:srgbClr val="421A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88;p47">
              <a:extLst>
                <a:ext uri="{FF2B5EF4-FFF2-40B4-BE49-F238E27FC236}">
                  <a16:creationId xmlns:a16="http://schemas.microsoft.com/office/drawing/2014/main" id="{22510BBB-5734-96FB-6C7B-98EAD46075BD}"/>
                </a:ext>
              </a:extLst>
            </p:cNvPr>
            <p:cNvSpPr/>
            <p:nvPr/>
          </p:nvSpPr>
          <p:spPr>
            <a:xfrm flipH="1">
              <a:off x="1555927" y="1308907"/>
              <a:ext cx="39652" cy="154247"/>
            </a:xfrm>
            <a:custGeom>
              <a:avLst/>
              <a:gdLst/>
              <a:ahLst/>
              <a:cxnLst/>
              <a:rect l="l" t="t" r="r" b="b"/>
              <a:pathLst>
                <a:path w="2054" h="7990" extrusionOk="0">
                  <a:moveTo>
                    <a:pt x="1325" y="1"/>
                  </a:moveTo>
                  <a:lnTo>
                    <a:pt x="1232" y="20"/>
                  </a:lnTo>
                  <a:lnTo>
                    <a:pt x="1139" y="57"/>
                  </a:lnTo>
                  <a:lnTo>
                    <a:pt x="1064" y="132"/>
                  </a:lnTo>
                  <a:lnTo>
                    <a:pt x="1008" y="206"/>
                  </a:lnTo>
                  <a:lnTo>
                    <a:pt x="952" y="300"/>
                  </a:lnTo>
                  <a:lnTo>
                    <a:pt x="933" y="411"/>
                  </a:lnTo>
                  <a:lnTo>
                    <a:pt x="859" y="915"/>
                  </a:lnTo>
                  <a:lnTo>
                    <a:pt x="728" y="1849"/>
                  </a:lnTo>
                  <a:lnTo>
                    <a:pt x="411" y="4406"/>
                  </a:lnTo>
                  <a:lnTo>
                    <a:pt x="0" y="7915"/>
                  </a:lnTo>
                  <a:lnTo>
                    <a:pt x="93" y="7971"/>
                  </a:lnTo>
                  <a:lnTo>
                    <a:pt x="168" y="7989"/>
                  </a:lnTo>
                  <a:lnTo>
                    <a:pt x="261" y="7971"/>
                  </a:lnTo>
                  <a:lnTo>
                    <a:pt x="355" y="7933"/>
                  </a:lnTo>
                  <a:lnTo>
                    <a:pt x="448" y="7877"/>
                  </a:lnTo>
                  <a:lnTo>
                    <a:pt x="541" y="7784"/>
                  </a:lnTo>
                  <a:lnTo>
                    <a:pt x="635" y="7672"/>
                  </a:lnTo>
                  <a:lnTo>
                    <a:pt x="728" y="7523"/>
                  </a:lnTo>
                  <a:lnTo>
                    <a:pt x="915" y="7187"/>
                  </a:lnTo>
                  <a:lnTo>
                    <a:pt x="1083" y="6776"/>
                  </a:lnTo>
                  <a:lnTo>
                    <a:pt x="1251" y="6291"/>
                  </a:lnTo>
                  <a:lnTo>
                    <a:pt x="1400" y="5787"/>
                  </a:lnTo>
                  <a:lnTo>
                    <a:pt x="1549" y="5227"/>
                  </a:lnTo>
                  <a:lnTo>
                    <a:pt x="1680" y="4667"/>
                  </a:lnTo>
                  <a:lnTo>
                    <a:pt x="1792" y="4088"/>
                  </a:lnTo>
                  <a:lnTo>
                    <a:pt x="1885" y="3529"/>
                  </a:lnTo>
                  <a:lnTo>
                    <a:pt x="1960" y="2987"/>
                  </a:lnTo>
                  <a:lnTo>
                    <a:pt x="2016" y="2465"/>
                  </a:lnTo>
                  <a:lnTo>
                    <a:pt x="2053" y="1998"/>
                  </a:lnTo>
                  <a:lnTo>
                    <a:pt x="2053" y="1587"/>
                  </a:lnTo>
                  <a:lnTo>
                    <a:pt x="2035" y="1251"/>
                  </a:lnTo>
                  <a:lnTo>
                    <a:pt x="1997" y="953"/>
                  </a:lnTo>
                  <a:lnTo>
                    <a:pt x="1941" y="691"/>
                  </a:lnTo>
                  <a:lnTo>
                    <a:pt x="1867" y="486"/>
                  </a:lnTo>
                  <a:lnTo>
                    <a:pt x="1792" y="318"/>
                  </a:lnTo>
                  <a:lnTo>
                    <a:pt x="1717" y="188"/>
                  </a:lnTo>
                  <a:lnTo>
                    <a:pt x="1624" y="94"/>
                  </a:lnTo>
                  <a:lnTo>
                    <a:pt x="1512" y="20"/>
                  </a:lnTo>
                  <a:lnTo>
                    <a:pt x="141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89;p47">
              <a:extLst>
                <a:ext uri="{FF2B5EF4-FFF2-40B4-BE49-F238E27FC236}">
                  <a16:creationId xmlns:a16="http://schemas.microsoft.com/office/drawing/2014/main" id="{801F3B1F-274F-4EA4-F8C9-3CB3598C25B5}"/>
                </a:ext>
              </a:extLst>
            </p:cNvPr>
            <p:cNvSpPr/>
            <p:nvPr/>
          </p:nvSpPr>
          <p:spPr>
            <a:xfrm flipH="1">
              <a:off x="1430908" y="1349986"/>
              <a:ext cx="174401" cy="344131"/>
            </a:xfrm>
            <a:custGeom>
              <a:avLst/>
              <a:gdLst/>
              <a:ahLst/>
              <a:cxnLst/>
              <a:rect l="l" t="t" r="r" b="b"/>
              <a:pathLst>
                <a:path w="9034" h="17826" extrusionOk="0">
                  <a:moveTo>
                    <a:pt x="3434" y="1"/>
                  </a:moveTo>
                  <a:lnTo>
                    <a:pt x="3098" y="19"/>
                  </a:lnTo>
                  <a:lnTo>
                    <a:pt x="2800" y="57"/>
                  </a:lnTo>
                  <a:lnTo>
                    <a:pt x="2539" y="113"/>
                  </a:lnTo>
                  <a:lnTo>
                    <a:pt x="2445" y="169"/>
                  </a:lnTo>
                  <a:lnTo>
                    <a:pt x="2352" y="206"/>
                  </a:lnTo>
                  <a:lnTo>
                    <a:pt x="2259" y="281"/>
                  </a:lnTo>
                  <a:lnTo>
                    <a:pt x="2184" y="355"/>
                  </a:lnTo>
                  <a:lnTo>
                    <a:pt x="1997" y="579"/>
                  </a:lnTo>
                  <a:lnTo>
                    <a:pt x="1829" y="841"/>
                  </a:lnTo>
                  <a:lnTo>
                    <a:pt x="1643" y="1158"/>
                  </a:lnTo>
                  <a:lnTo>
                    <a:pt x="1456" y="1531"/>
                  </a:lnTo>
                  <a:lnTo>
                    <a:pt x="1269" y="1923"/>
                  </a:lnTo>
                  <a:lnTo>
                    <a:pt x="1083" y="2352"/>
                  </a:lnTo>
                  <a:lnTo>
                    <a:pt x="915" y="2800"/>
                  </a:lnTo>
                  <a:lnTo>
                    <a:pt x="747" y="3248"/>
                  </a:lnTo>
                  <a:lnTo>
                    <a:pt x="597" y="3715"/>
                  </a:lnTo>
                  <a:lnTo>
                    <a:pt x="448" y="4182"/>
                  </a:lnTo>
                  <a:lnTo>
                    <a:pt x="317" y="4648"/>
                  </a:lnTo>
                  <a:lnTo>
                    <a:pt x="205" y="5077"/>
                  </a:lnTo>
                  <a:lnTo>
                    <a:pt x="112" y="5488"/>
                  </a:lnTo>
                  <a:lnTo>
                    <a:pt x="56" y="5880"/>
                  </a:lnTo>
                  <a:lnTo>
                    <a:pt x="0" y="6216"/>
                  </a:lnTo>
                  <a:lnTo>
                    <a:pt x="0" y="6403"/>
                  </a:lnTo>
                  <a:lnTo>
                    <a:pt x="19" y="6627"/>
                  </a:lnTo>
                  <a:lnTo>
                    <a:pt x="56" y="6907"/>
                  </a:lnTo>
                  <a:lnTo>
                    <a:pt x="112" y="7205"/>
                  </a:lnTo>
                  <a:lnTo>
                    <a:pt x="299" y="7933"/>
                  </a:lnTo>
                  <a:lnTo>
                    <a:pt x="523" y="8754"/>
                  </a:lnTo>
                  <a:lnTo>
                    <a:pt x="803" y="9669"/>
                  </a:lnTo>
                  <a:lnTo>
                    <a:pt x="1139" y="10640"/>
                  </a:lnTo>
                  <a:lnTo>
                    <a:pt x="1475" y="11648"/>
                  </a:lnTo>
                  <a:lnTo>
                    <a:pt x="1848" y="12655"/>
                  </a:lnTo>
                  <a:lnTo>
                    <a:pt x="2557" y="14597"/>
                  </a:lnTo>
                  <a:lnTo>
                    <a:pt x="3192" y="16239"/>
                  </a:lnTo>
                  <a:lnTo>
                    <a:pt x="3808" y="17826"/>
                  </a:lnTo>
                  <a:lnTo>
                    <a:pt x="6215" y="17340"/>
                  </a:lnTo>
                  <a:lnTo>
                    <a:pt x="7858" y="17004"/>
                  </a:lnTo>
                  <a:lnTo>
                    <a:pt x="8549" y="16855"/>
                  </a:lnTo>
                  <a:lnTo>
                    <a:pt x="8530" y="16836"/>
                  </a:lnTo>
                  <a:lnTo>
                    <a:pt x="8530" y="16799"/>
                  </a:lnTo>
                  <a:lnTo>
                    <a:pt x="8530" y="16650"/>
                  </a:lnTo>
                  <a:lnTo>
                    <a:pt x="8567" y="16108"/>
                  </a:lnTo>
                  <a:lnTo>
                    <a:pt x="8735" y="14317"/>
                  </a:lnTo>
                  <a:lnTo>
                    <a:pt x="8847" y="13197"/>
                  </a:lnTo>
                  <a:lnTo>
                    <a:pt x="8941" y="12058"/>
                  </a:lnTo>
                  <a:lnTo>
                    <a:pt x="9015" y="10957"/>
                  </a:lnTo>
                  <a:lnTo>
                    <a:pt x="9034" y="9968"/>
                  </a:lnTo>
                  <a:lnTo>
                    <a:pt x="9034" y="9557"/>
                  </a:lnTo>
                  <a:lnTo>
                    <a:pt x="8997" y="9202"/>
                  </a:lnTo>
                  <a:lnTo>
                    <a:pt x="8941" y="8904"/>
                  </a:lnTo>
                  <a:lnTo>
                    <a:pt x="8847" y="8642"/>
                  </a:lnTo>
                  <a:lnTo>
                    <a:pt x="8754" y="8437"/>
                  </a:lnTo>
                  <a:lnTo>
                    <a:pt x="8661" y="8269"/>
                  </a:lnTo>
                  <a:lnTo>
                    <a:pt x="8530" y="8139"/>
                  </a:lnTo>
                  <a:lnTo>
                    <a:pt x="8418" y="8027"/>
                  </a:lnTo>
                  <a:lnTo>
                    <a:pt x="8175" y="7840"/>
                  </a:lnTo>
                  <a:lnTo>
                    <a:pt x="7970" y="7691"/>
                  </a:lnTo>
                  <a:lnTo>
                    <a:pt x="7895" y="7616"/>
                  </a:lnTo>
                  <a:lnTo>
                    <a:pt x="7839" y="7523"/>
                  </a:lnTo>
                  <a:lnTo>
                    <a:pt x="7802" y="7392"/>
                  </a:lnTo>
                  <a:lnTo>
                    <a:pt x="7783" y="7261"/>
                  </a:lnTo>
                  <a:lnTo>
                    <a:pt x="7802" y="5656"/>
                  </a:lnTo>
                  <a:lnTo>
                    <a:pt x="7783" y="4686"/>
                  </a:lnTo>
                  <a:lnTo>
                    <a:pt x="7746" y="3696"/>
                  </a:lnTo>
                  <a:lnTo>
                    <a:pt x="7709" y="2744"/>
                  </a:lnTo>
                  <a:lnTo>
                    <a:pt x="7671" y="2315"/>
                  </a:lnTo>
                  <a:lnTo>
                    <a:pt x="7615" y="1923"/>
                  </a:lnTo>
                  <a:lnTo>
                    <a:pt x="7578" y="1587"/>
                  </a:lnTo>
                  <a:lnTo>
                    <a:pt x="7503" y="1289"/>
                  </a:lnTo>
                  <a:lnTo>
                    <a:pt x="7447" y="1083"/>
                  </a:lnTo>
                  <a:lnTo>
                    <a:pt x="7410" y="990"/>
                  </a:lnTo>
                  <a:lnTo>
                    <a:pt x="7354" y="934"/>
                  </a:lnTo>
                  <a:lnTo>
                    <a:pt x="7242" y="822"/>
                  </a:lnTo>
                  <a:lnTo>
                    <a:pt x="7055" y="729"/>
                  </a:lnTo>
                  <a:lnTo>
                    <a:pt x="6813" y="617"/>
                  </a:lnTo>
                  <a:lnTo>
                    <a:pt x="6514" y="505"/>
                  </a:lnTo>
                  <a:lnTo>
                    <a:pt x="6178" y="411"/>
                  </a:lnTo>
                  <a:lnTo>
                    <a:pt x="5805" y="299"/>
                  </a:lnTo>
                  <a:lnTo>
                    <a:pt x="5413" y="225"/>
                  </a:lnTo>
                  <a:lnTo>
                    <a:pt x="5021" y="150"/>
                  </a:lnTo>
                  <a:lnTo>
                    <a:pt x="4610" y="75"/>
                  </a:lnTo>
                  <a:lnTo>
                    <a:pt x="4200" y="38"/>
                  </a:lnTo>
                  <a:lnTo>
                    <a:pt x="3808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090;p47">
              <a:extLst>
                <a:ext uri="{FF2B5EF4-FFF2-40B4-BE49-F238E27FC236}">
                  <a16:creationId xmlns:a16="http://schemas.microsoft.com/office/drawing/2014/main" id="{B295069B-5614-2F70-C59A-357EF34F2598}"/>
                </a:ext>
              </a:extLst>
            </p:cNvPr>
            <p:cNvSpPr/>
            <p:nvPr/>
          </p:nvSpPr>
          <p:spPr>
            <a:xfrm flipH="1">
              <a:off x="1439190" y="1263157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extrusionOk="0">
                  <a:moveTo>
                    <a:pt x="7727" y="0"/>
                  </a:moveTo>
                  <a:lnTo>
                    <a:pt x="7578" y="19"/>
                  </a:lnTo>
                  <a:lnTo>
                    <a:pt x="7373" y="56"/>
                  </a:lnTo>
                  <a:lnTo>
                    <a:pt x="7149" y="112"/>
                  </a:lnTo>
                  <a:lnTo>
                    <a:pt x="6589" y="280"/>
                  </a:lnTo>
                  <a:lnTo>
                    <a:pt x="5935" y="523"/>
                  </a:lnTo>
                  <a:lnTo>
                    <a:pt x="5245" y="803"/>
                  </a:lnTo>
                  <a:lnTo>
                    <a:pt x="4554" y="1102"/>
                  </a:lnTo>
                  <a:lnTo>
                    <a:pt x="3957" y="1382"/>
                  </a:lnTo>
                  <a:lnTo>
                    <a:pt x="3453" y="1643"/>
                  </a:lnTo>
                  <a:lnTo>
                    <a:pt x="3117" y="1830"/>
                  </a:lnTo>
                  <a:lnTo>
                    <a:pt x="3061" y="1886"/>
                  </a:lnTo>
                  <a:lnTo>
                    <a:pt x="2986" y="1979"/>
                  </a:lnTo>
                  <a:lnTo>
                    <a:pt x="2818" y="2240"/>
                  </a:lnTo>
                  <a:lnTo>
                    <a:pt x="2613" y="2614"/>
                  </a:lnTo>
                  <a:lnTo>
                    <a:pt x="2370" y="3061"/>
                  </a:lnTo>
                  <a:lnTo>
                    <a:pt x="1867" y="4144"/>
                  </a:lnTo>
                  <a:lnTo>
                    <a:pt x="1325" y="5339"/>
                  </a:lnTo>
                  <a:lnTo>
                    <a:pt x="821" y="6514"/>
                  </a:lnTo>
                  <a:lnTo>
                    <a:pt x="392" y="7541"/>
                  </a:lnTo>
                  <a:lnTo>
                    <a:pt x="0" y="8512"/>
                  </a:lnTo>
                  <a:lnTo>
                    <a:pt x="3341" y="7802"/>
                  </a:lnTo>
                  <a:lnTo>
                    <a:pt x="4088" y="3005"/>
                  </a:lnTo>
                  <a:lnTo>
                    <a:pt x="5488" y="2240"/>
                  </a:lnTo>
                  <a:lnTo>
                    <a:pt x="6589" y="1662"/>
                  </a:lnTo>
                  <a:lnTo>
                    <a:pt x="7410" y="1232"/>
                  </a:lnTo>
                  <a:lnTo>
                    <a:pt x="7541" y="1158"/>
                  </a:lnTo>
                  <a:lnTo>
                    <a:pt x="7653" y="1064"/>
                  </a:lnTo>
                  <a:lnTo>
                    <a:pt x="7765" y="971"/>
                  </a:lnTo>
                  <a:lnTo>
                    <a:pt x="7858" y="878"/>
                  </a:lnTo>
                  <a:lnTo>
                    <a:pt x="7933" y="766"/>
                  </a:lnTo>
                  <a:lnTo>
                    <a:pt x="8007" y="654"/>
                  </a:lnTo>
                  <a:lnTo>
                    <a:pt x="8063" y="542"/>
                  </a:lnTo>
                  <a:lnTo>
                    <a:pt x="8101" y="448"/>
                  </a:lnTo>
                  <a:lnTo>
                    <a:pt x="8101" y="336"/>
                  </a:lnTo>
                  <a:lnTo>
                    <a:pt x="8101" y="243"/>
                  </a:lnTo>
                  <a:lnTo>
                    <a:pt x="8082" y="168"/>
                  </a:lnTo>
                  <a:lnTo>
                    <a:pt x="8026" y="94"/>
                  </a:lnTo>
                  <a:lnTo>
                    <a:pt x="7951" y="38"/>
                  </a:lnTo>
                  <a:lnTo>
                    <a:pt x="7858" y="19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091;p47">
              <a:extLst>
                <a:ext uri="{FF2B5EF4-FFF2-40B4-BE49-F238E27FC236}">
                  <a16:creationId xmlns:a16="http://schemas.microsoft.com/office/drawing/2014/main" id="{CBF4D344-7AF8-C478-F0F8-BC1F87E4E3E2}"/>
                </a:ext>
              </a:extLst>
            </p:cNvPr>
            <p:cNvSpPr/>
            <p:nvPr/>
          </p:nvSpPr>
          <p:spPr>
            <a:xfrm flipH="1">
              <a:off x="1439190" y="1263157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fill="none" extrusionOk="0">
                  <a:moveTo>
                    <a:pt x="0" y="8512"/>
                  </a:moveTo>
                  <a:lnTo>
                    <a:pt x="0" y="8512"/>
                  </a:lnTo>
                  <a:lnTo>
                    <a:pt x="392" y="7541"/>
                  </a:lnTo>
                  <a:lnTo>
                    <a:pt x="821" y="6514"/>
                  </a:lnTo>
                  <a:lnTo>
                    <a:pt x="1325" y="5339"/>
                  </a:lnTo>
                  <a:lnTo>
                    <a:pt x="1867" y="4144"/>
                  </a:lnTo>
                  <a:lnTo>
                    <a:pt x="2370" y="3061"/>
                  </a:lnTo>
                  <a:lnTo>
                    <a:pt x="2613" y="2614"/>
                  </a:lnTo>
                  <a:lnTo>
                    <a:pt x="2818" y="2240"/>
                  </a:lnTo>
                  <a:lnTo>
                    <a:pt x="2986" y="1979"/>
                  </a:lnTo>
                  <a:lnTo>
                    <a:pt x="3061" y="1886"/>
                  </a:lnTo>
                  <a:lnTo>
                    <a:pt x="3117" y="1830"/>
                  </a:lnTo>
                  <a:lnTo>
                    <a:pt x="3117" y="1830"/>
                  </a:lnTo>
                  <a:lnTo>
                    <a:pt x="3453" y="1643"/>
                  </a:lnTo>
                  <a:lnTo>
                    <a:pt x="3957" y="1382"/>
                  </a:lnTo>
                  <a:lnTo>
                    <a:pt x="4554" y="1102"/>
                  </a:lnTo>
                  <a:lnTo>
                    <a:pt x="5245" y="803"/>
                  </a:lnTo>
                  <a:lnTo>
                    <a:pt x="5935" y="523"/>
                  </a:lnTo>
                  <a:lnTo>
                    <a:pt x="6589" y="280"/>
                  </a:lnTo>
                  <a:lnTo>
                    <a:pt x="7149" y="112"/>
                  </a:lnTo>
                  <a:lnTo>
                    <a:pt x="7373" y="56"/>
                  </a:lnTo>
                  <a:lnTo>
                    <a:pt x="7578" y="19"/>
                  </a:lnTo>
                  <a:lnTo>
                    <a:pt x="7578" y="19"/>
                  </a:lnTo>
                  <a:lnTo>
                    <a:pt x="7727" y="0"/>
                  </a:lnTo>
                  <a:lnTo>
                    <a:pt x="7858" y="19"/>
                  </a:lnTo>
                  <a:lnTo>
                    <a:pt x="7951" y="38"/>
                  </a:lnTo>
                  <a:lnTo>
                    <a:pt x="8026" y="94"/>
                  </a:lnTo>
                  <a:lnTo>
                    <a:pt x="8082" y="168"/>
                  </a:lnTo>
                  <a:lnTo>
                    <a:pt x="8101" y="243"/>
                  </a:lnTo>
                  <a:lnTo>
                    <a:pt x="8101" y="336"/>
                  </a:lnTo>
                  <a:lnTo>
                    <a:pt x="8101" y="448"/>
                  </a:lnTo>
                  <a:lnTo>
                    <a:pt x="8063" y="542"/>
                  </a:lnTo>
                  <a:lnTo>
                    <a:pt x="8007" y="654"/>
                  </a:lnTo>
                  <a:lnTo>
                    <a:pt x="7933" y="766"/>
                  </a:lnTo>
                  <a:lnTo>
                    <a:pt x="7858" y="878"/>
                  </a:lnTo>
                  <a:lnTo>
                    <a:pt x="7765" y="971"/>
                  </a:lnTo>
                  <a:lnTo>
                    <a:pt x="7653" y="1064"/>
                  </a:lnTo>
                  <a:lnTo>
                    <a:pt x="7541" y="1158"/>
                  </a:lnTo>
                  <a:lnTo>
                    <a:pt x="7410" y="1232"/>
                  </a:lnTo>
                  <a:lnTo>
                    <a:pt x="7410" y="1232"/>
                  </a:lnTo>
                  <a:lnTo>
                    <a:pt x="6589" y="1662"/>
                  </a:lnTo>
                  <a:lnTo>
                    <a:pt x="5488" y="2240"/>
                  </a:lnTo>
                  <a:lnTo>
                    <a:pt x="4088" y="3005"/>
                  </a:lnTo>
                  <a:lnTo>
                    <a:pt x="3341" y="78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092;p47">
              <a:extLst>
                <a:ext uri="{FF2B5EF4-FFF2-40B4-BE49-F238E27FC236}">
                  <a16:creationId xmlns:a16="http://schemas.microsoft.com/office/drawing/2014/main" id="{DD4F82AE-E31E-CA70-7175-38D92D65C3C9}"/>
                </a:ext>
              </a:extLst>
            </p:cNvPr>
            <p:cNvSpPr/>
            <p:nvPr/>
          </p:nvSpPr>
          <p:spPr>
            <a:xfrm flipH="1">
              <a:off x="1421180" y="1283696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extrusionOk="0">
                  <a:moveTo>
                    <a:pt x="7578" y="0"/>
                  </a:moveTo>
                  <a:lnTo>
                    <a:pt x="7373" y="38"/>
                  </a:lnTo>
                  <a:lnTo>
                    <a:pt x="7149" y="112"/>
                  </a:lnTo>
                  <a:lnTo>
                    <a:pt x="6589" y="280"/>
                  </a:lnTo>
                  <a:lnTo>
                    <a:pt x="5936" y="523"/>
                  </a:lnTo>
                  <a:lnTo>
                    <a:pt x="5245" y="803"/>
                  </a:lnTo>
                  <a:lnTo>
                    <a:pt x="4555" y="1102"/>
                  </a:lnTo>
                  <a:lnTo>
                    <a:pt x="3957" y="1382"/>
                  </a:lnTo>
                  <a:lnTo>
                    <a:pt x="3453" y="1643"/>
                  </a:lnTo>
                  <a:lnTo>
                    <a:pt x="3117" y="1829"/>
                  </a:lnTo>
                  <a:lnTo>
                    <a:pt x="3061" y="1885"/>
                  </a:lnTo>
                  <a:lnTo>
                    <a:pt x="2987" y="1979"/>
                  </a:lnTo>
                  <a:lnTo>
                    <a:pt x="2819" y="2240"/>
                  </a:lnTo>
                  <a:lnTo>
                    <a:pt x="2613" y="2613"/>
                  </a:lnTo>
                  <a:lnTo>
                    <a:pt x="2371" y="3061"/>
                  </a:lnTo>
                  <a:lnTo>
                    <a:pt x="1867" y="4125"/>
                  </a:lnTo>
                  <a:lnTo>
                    <a:pt x="1325" y="5338"/>
                  </a:lnTo>
                  <a:lnTo>
                    <a:pt x="822" y="6514"/>
                  </a:lnTo>
                  <a:lnTo>
                    <a:pt x="392" y="7522"/>
                  </a:lnTo>
                  <a:lnTo>
                    <a:pt x="0" y="8511"/>
                  </a:lnTo>
                  <a:lnTo>
                    <a:pt x="3341" y="7802"/>
                  </a:lnTo>
                  <a:lnTo>
                    <a:pt x="4088" y="3005"/>
                  </a:lnTo>
                  <a:lnTo>
                    <a:pt x="5488" y="2240"/>
                  </a:lnTo>
                  <a:lnTo>
                    <a:pt x="6589" y="1643"/>
                  </a:lnTo>
                  <a:lnTo>
                    <a:pt x="7410" y="1232"/>
                  </a:lnTo>
                  <a:lnTo>
                    <a:pt x="7541" y="1158"/>
                  </a:lnTo>
                  <a:lnTo>
                    <a:pt x="7653" y="1064"/>
                  </a:lnTo>
                  <a:lnTo>
                    <a:pt x="7765" y="971"/>
                  </a:lnTo>
                  <a:lnTo>
                    <a:pt x="7858" y="878"/>
                  </a:lnTo>
                  <a:lnTo>
                    <a:pt x="7933" y="766"/>
                  </a:lnTo>
                  <a:lnTo>
                    <a:pt x="8008" y="654"/>
                  </a:lnTo>
                  <a:lnTo>
                    <a:pt x="8064" y="542"/>
                  </a:lnTo>
                  <a:lnTo>
                    <a:pt x="8101" y="448"/>
                  </a:lnTo>
                  <a:lnTo>
                    <a:pt x="8101" y="336"/>
                  </a:lnTo>
                  <a:lnTo>
                    <a:pt x="8101" y="243"/>
                  </a:lnTo>
                  <a:lnTo>
                    <a:pt x="8082" y="168"/>
                  </a:lnTo>
                  <a:lnTo>
                    <a:pt x="8026" y="94"/>
                  </a:lnTo>
                  <a:lnTo>
                    <a:pt x="7952" y="38"/>
                  </a:lnTo>
                  <a:lnTo>
                    <a:pt x="7858" y="19"/>
                  </a:lnTo>
                  <a:lnTo>
                    <a:pt x="7728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093;p47">
              <a:extLst>
                <a:ext uri="{FF2B5EF4-FFF2-40B4-BE49-F238E27FC236}">
                  <a16:creationId xmlns:a16="http://schemas.microsoft.com/office/drawing/2014/main" id="{5376C646-9B38-F77C-C2FB-6C43092833EC}"/>
                </a:ext>
              </a:extLst>
            </p:cNvPr>
            <p:cNvSpPr/>
            <p:nvPr/>
          </p:nvSpPr>
          <p:spPr>
            <a:xfrm flipH="1">
              <a:off x="1421180" y="1283696"/>
              <a:ext cx="156390" cy="164324"/>
            </a:xfrm>
            <a:custGeom>
              <a:avLst/>
              <a:gdLst/>
              <a:ahLst/>
              <a:cxnLst/>
              <a:rect l="l" t="t" r="r" b="b"/>
              <a:pathLst>
                <a:path w="8101" h="8512" fill="none" extrusionOk="0">
                  <a:moveTo>
                    <a:pt x="0" y="8511"/>
                  </a:moveTo>
                  <a:lnTo>
                    <a:pt x="0" y="8511"/>
                  </a:lnTo>
                  <a:lnTo>
                    <a:pt x="392" y="7522"/>
                  </a:lnTo>
                  <a:lnTo>
                    <a:pt x="822" y="6514"/>
                  </a:lnTo>
                  <a:lnTo>
                    <a:pt x="1325" y="5338"/>
                  </a:lnTo>
                  <a:lnTo>
                    <a:pt x="1867" y="4125"/>
                  </a:lnTo>
                  <a:lnTo>
                    <a:pt x="2371" y="3061"/>
                  </a:lnTo>
                  <a:lnTo>
                    <a:pt x="2613" y="2613"/>
                  </a:lnTo>
                  <a:lnTo>
                    <a:pt x="2819" y="2240"/>
                  </a:lnTo>
                  <a:lnTo>
                    <a:pt x="2987" y="1979"/>
                  </a:lnTo>
                  <a:lnTo>
                    <a:pt x="3061" y="1885"/>
                  </a:lnTo>
                  <a:lnTo>
                    <a:pt x="3117" y="1829"/>
                  </a:lnTo>
                  <a:lnTo>
                    <a:pt x="3117" y="1829"/>
                  </a:lnTo>
                  <a:lnTo>
                    <a:pt x="3453" y="1643"/>
                  </a:lnTo>
                  <a:lnTo>
                    <a:pt x="3957" y="1382"/>
                  </a:lnTo>
                  <a:lnTo>
                    <a:pt x="4555" y="1102"/>
                  </a:lnTo>
                  <a:lnTo>
                    <a:pt x="5245" y="803"/>
                  </a:lnTo>
                  <a:lnTo>
                    <a:pt x="5936" y="523"/>
                  </a:lnTo>
                  <a:lnTo>
                    <a:pt x="6589" y="280"/>
                  </a:lnTo>
                  <a:lnTo>
                    <a:pt x="7149" y="112"/>
                  </a:lnTo>
                  <a:lnTo>
                    <a:pt x="7373" y="38"/>
                  </a:lnTo>
                  <a:lnTo>
                    <a:pt x="7578" y="0"/>
                  </a:lnTo>
                  <a:lnTo>
                    <a:pt x="7578" y="0"/>
                  </a:lnTo>
                  <a:lnTo>
                    <a:pt x="7728" y="0"/>
                  </a:lnTo>
                  <a:lnTo>
                    <a:pt x="7858" y="19"/>
                  </a:lnTo>
                  <a:lnTo>
                    <a:pt x="7952" y="38"/>
                  </a:lnTo>
                  <a:lnTo>
                    <a:pt x="8026" y="94"/>
                  </a:lnTo>
                  <a:lnTo>
                    <a:pt x="8082" y="168"/>
                  </a:lnTo>
                  <a:lnTo>
                    <a:pt x="8101" y="243"/>
                  </a:lnTo>
                  <a:lnTo>
                    <a:pt x="8101" y="336"/>
                  </a:lnTo>
                  <a:lnTo>
                    <a:pt x="8101" y="448"/>
                  </a:lnTo>
                  <a:lnTo>
                    <a:pt x="8064" y="542"/>
                  </a:lnTo>
                  <a:lnTo>
                    <a:pt x="8008" y="654"/>
                  </a:lnTo>
                  <a:lnTo>
                    <a:pt x="7933" y="766"/>
                  </a:lnTo>
                  <a:lnTo>
                    <a:pt x="7858" y="878"/>
                  </a:lnTo>
                  <a:lnTo>
                    <a:pt x="7765" y="971"/>
                  </a:lnTo>
                  <a:lnTo>
                    <a:pt x="7653" y="1064"/>
                  </a:lnTo>
                  <a:lnTo>
                    <a:pt x="7541" y="1158"/>
                  </a:lnTo>
                  <a:lnTo>
                    <a:pt x="7410" y="1232"/>
                  </a:lnTo>
                  <a:lnTo>
                    <a:pt x="7410" y="1232"/>
                  </a:lnTo>
                  <a:lnTo>
                    <a:pt x="6589" y="1643"/>
                  </a:lnTo>
                  <a:lnTo>
                    <a:pt x="5488" y="2240"/>
                  </a:lnTo>
                  <a:lnTo>
                    <a:pt x="4088" y="3005"/>
                  </a:lnTo>
                  <a:lnTo>
                    <a:pt x="3341" y="7802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094;p47">
              <a:extLst>
                <a:ext uri="{FF2B5EF4-FFF2-40B4-BE49-F238E27FC236}">
                  <a16:creationId xmlns:a16="http://schemas.microsoft.com/office/drawing/2014/main" id="{AFFF837D-E741-5693-7A23-0C56B8322A50}"/>
                </a:ext>
              </a:extLst>
            </p:cNvPr>
            <p:cNvSpPr/>
            <p:nvPr/>
          </p:nvSpPr>
          <p:spPr>
            <a:xfrm flipH="1">
              <a:off x="1395583" y="1297016"/>
              <a:ext cx="156776" cy="164691"/>
            </a:xfrm>
            <a:custGeom>
              <a:avLst/>
              <a:gdLst/>
              <a:ahLst/>
              <a:cxnLst/>
              <a:rect l="l" t="t" r="r" b="b"/>
              <a:pathLst>
                <a:path w="8121" h="8531" extrusionOk="0">
                  <a:moveTo>
                    <a:pt x="7747" y="1"/>
                  </a:moveTo>
                  <a:lnTo>
                    <a:pt x="7579" y="20"/>
                  </a:lnTo>
                  <a:lnTo>
                    <a:pt x="7392" y="57"/>
                  </a:lnTo>
                  <a:lnTo>
                    <a:pt x="7168" y="113"/>
                  </a:lnTo>
                  <a:lnTo>
                    <a:pt x="6590" y="300"/>
                  </a:lnTo>
                  <a:lnTo>
                    <a:pt x="5936" y="542"/>
                  </a:lnTo>
                  <a:lnTo>
                    <a:pt x="5246" y="822"/>
                  </a:lnTo>
                  <a:lnTo>
                    <a:pt x="4574" y="1121"/>
                  </a:lnTo>
                  <a:lnTo>
                    <a:pt x="3958" y="1401"/>
                  </a:lnTo>
                  <a:lnTo>
                    <a:pt x="3472" y="1643"/>
                  </a:lnTo>
                  <a:lnTo>
                    <a:pt x="3137" y="1849"/>
                  </a:lnTo>
                  <a:lnTo>
                    <a:pt x="3081" y="1905"/>
                  </a:lnTo>
                  <a:lnTo>
                    <a:pt x="3006" y="1979"/>
                  </a:lnTo>
                  <a:lnTo>
                    <a:pt x="2819" y="2259"/>
                  </a:lnTo>
                  <a:lnTo>
                    <a:pt x="2614" y="2614"/>
                  </a:lnTo>
                  <a:lnTo>
                    <a:pt x="2390" y="3062"/>
                  </a:lnTo>
                  <a:lnTo>
                    <a:pt x="1886" y="4145"/>
                  </a:lnTo>
                  <a:lnTo>
                    <a:pt x="1345" y="5339"/>
                  </a:lnTo>
                  <a:lnTo>
                    <a:pt x="841" y="6515"/>
                  </a:lnTo>
                  <a:lnTo>
                    <a:pt x="411" y="7542"/>
                  </a:lnTo>
                  <a:lnTo>
                    <a:pt x="1" y="8531"/>
                  </a:lnTo>
                  <a:lnTo>
                    <a:pt x="1" y="8531"/>
                  </a:lnTo>
                  <a:lnTo>
                    <a:pt x="3342" y="7803"/>
                  </a:lnTo>
                  <a:lnTo>
                    <a:pt x="4088" y="3006"/>
                  </a:lnTo>
                  <a:lnTo>
                    <a:pt x="5488" y="2259"/>
                  </a:lnTo>
                  <a:lnTo>
                    <a:pt x="6608" y="1662"/>
                  </a:lnTo>
                  <a:lnTo>
                    <a:pt x="7411" y="1233"/>
                  </a:lnTo>
                  <a:lnTo>
                    <a:pt x="7541" y="1158"/>
                  </a:lnTo>
                  <a:lnTo>
                    <a:pt x="7672" y="1083"/>
                  </a:lnTo>
                  <a:lnTo>
                    <a:pt x="7784" y="990"/>
                  </a:lnTo>
                  <a:lnTo>
                    <a:pt x="7877" y="878"/>
                  </a:lnTo>
                  <a:lnTo>
                    <a:pt x="7952" y="766"/>
                  </a:lnTo>
                  <a:lnTo>
                    <a:pt x="8027" y="673"/>
                  </a:lnTo>
                  <a:lnTo>
                    <a:pt x="8064" y="561"/>
                  </a:lnTo>
                  <a:lnTo>
                    <a:pt x="8101" y="449"/>
                  </a:lnTo>
                  <a:lnTo>
                    <a:pt x="8120" y="356"/>
                  </a:lnTo>
                  <a:lnTo>
                    <a:pt x="8120" y="262"/>
                  </a:lnTo>
                  <a:lnTo>
                    <a:pt x="8083" y="169"/>
                  </a:lnTo>
                  <a:lnTo>
                    <a:pt x="8045" y="113"/>
                  </a:lnTo>
                  <a:lnTo>
                    <a:pt x="7971" y="57"/>
                  </a:lnTo>
                  <a:lnTo>
                    <a:pt x="7859" y="20"/>
                  </a:lnTo>
                  <a:lnTo>
                    <a:pt x="7747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095;p47">
              <a:extLst>
                <a:ext uri="{FF2B5EF4-FFF2-40B4-BE49-F238E27FC236}">
                  <a16:creationId xmlns:a16="http://schemas.microsoft.com/office/drawing/2014/main" id="{4258AFD6-9BF4-5998-B351-B274E3A59CE2}"/>
                </a:ext>
              </a:extLst>
            </p:cNvPr>
            <p:cNvSpPr/>
            <p:nvPr/>
          </p:nvSpPr>
          <p:spPr>
            <a:xfrm flipH="1">
              <a:off x="1395583" y="1297016"/>
              <a:ext cx="156776" cy="164691"/>
            </a:xfrm>
            <a:custGeom>
              <a:avLst/>
              <a:gdLst/>
              <a:ahLst/>
              <a:cxnLst/>
              <a:rect l="l" t="t" r="r" b="b"/>
              <a:pathLst>
                <a:path w="8121" h="8531" fill="none" extrusionOk="0">
                  <a:moveTo>
                    <a:pt x="1" y="8531"/>
                  </a:moveTo>
                  <a:lnTo>
                    <a:pt x="1" y="8531"/>
                  </a:lnTo>
                  <a:lnTo>
                    <a:pt x="411" y="7542"/>
                  </a:lnTo>
                  <a:lnTo>
                    <a:pt x="841" y="6515"/>
                  </a:lnTo>
                  <a:lnTo>
                    <a:pt x="1345" y="5339"/>
                  </a:lnTo>
                  <a:lnTo>
                    <a:pt x="1886" y="4145"/>
                  </a:lnTo>
                  <a:lnTo>
                    <a:pt x="2390" y="3062"/>
                  </a:lnTo>
                  <a:lnTo>
                    <a:pt x="2614" y="2614"/>
                  </a:lnTo>
                  <a:lnTo>
                    <a:pt x="2819" y="2259"/>
                  </a:lnTo>
                  <a:lnTo>
                    <a:pt x="3006" y="1979"/>
                  </a:lnTo>
                  <a:lnTo>
                    <a:pt x="3081" y="1905"/>
                  </a:lnTo>
                  <a:lnTo>
                    <a:pt x="3137" y="1849"/>
                  </a:lnTo>
                  <a:lnTo>
                    <a:pt x="3137" y="1849"/>
                  </a:lnTo>
                  <a:lnTo>
                    <a:pt x="3472" y="1643"/>
                  </a:lnTo>
                  <a:lnTo>
                    <a:pt x="3958" y="1401"/>
                  </a:lnTo>
                  <a:lnTo>
                    <a:pt x="4574" y="1121"/>
                  </a:lnTo>
                  <a:lnTo>
                    <a:pt x="5246" y="822"/>
                  </a:lnTo>
                  <a:lnTo>
                    <a:pt x="5936" y="542"/>
                  </a:lnTo>
                  <a:lnTo>
                    <a:pt x="6590" y="300"/>
                  </a:lnTo>
                  <a:lnTo>
                    <a:pt x="7168" y="113"/>
                  </a:lnTo>
                  <a:lnTo>
                    <a:pt x="7392" y="57"/>
                  </a:lnTo>
                  <a:lnTo>
                    <a:pt x="7579" y="20"/>
                  </a:lnTo>
                  <a:lnTo>
                    <a:pt x="7579" y="20"/>
                  </a:lnTo>
                  <a:lnTo>
                    <a:pt x="7747" y="1"/>
                  </a:lnTo>
                  <a:lnTo>
                    <a:pt x="7859" y="20"/>
                  </a:lnTo>
                  <a:lnTo>
                    <a:pt x="7971" y="57"/>
                  </a:lnTo>
                  <a:lnTo>
                    <a:pt x="8045" y="113"/>
                  </a:lnTo>
                  <a:lnTo>
                    <a:pt x="8083" y="169"/>
                  </a:lnTo>
                  <a:lnTo>
                    <a:pt x="8120" y="262"/>
                  </a:lnTo>
                  <a:lnTo>
                    <a:pt x="8120" y="356"/>
                  </a:lnTo>
                  <a:lnTo>
                    <a:pt x="8101" y="449"/>
                  </a:lnTo>
                  <a:lnTo>
                    <a:pt x="8064" y="561"/>
                  </a:lnTo>
                  <a:lnTo>
                    <a:pt x="8027" y="673"/>
                  </a:lnTo>
                  <a:lnTo>
                    <a:pt x="7952" y="766"/>
                  </a:lnTo>
                  <a:lnTo>
                    <a:pt x="7877" y="878"/>
                  </a:lnTo>
                  <a:lnTo>
                    <a:pt x="7784" y="990"/>
                  </a:lnTo>
                  <a:lnTo>
                    <a:pt x="7672" y="1083"/>
                  </a:lnTo>
                  <a:lnTo>
                    <a:pt x="7541" y="1158"/>
                  </a:lnTo>
                  <a:lnTo>
                    <a:pt x="7411" y="1233"/>
                  </a:lnTo>
                  <a:lnTo>
                    <a:pt x="7411" y="1233"/>
                  </a:lnTo>
                  <a:lnTo>
                    <a:pt x="6608" y="1662"/>
                  </a:lnTo>
                  <a:lnTo>
                    <a:pt x="5488" y="2259"/>
                  </a:lnTo>
                  <a:lnTo>
                    <a:pt x="4088" y="3006"/>
                  </a:lnTo>
                  <a:lnTo>
                    <a:pt x="3342" y="7803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096;p47">
              <a:extLst>
                <a:ext uri="{FF2B5EF4-FFF2-40B4-BE49-F238E27FC236}">
                  <a16:creationId xmlns:a16="http://schemas.microsoft.com/office/drawing/2014/main" id="{2D068840-04E4-8211-FB88-015FC902976D}"/>
                </a:ext>
              </a:extLst>
            </p:cNvPr>
            <p:cNvSpPr/>
            <p:nvPr/>
          </p:nvSpPr>
          <p:spPr>
            <a:xfrm flipH="1">
              <a:off x="1372901" y="1307479"/>
              <a:ext cx="156757" cy="164324"/>
            </a:xfrm>
            <a:custGeom>
              <a:avLst/>
              <a:gdLst/>
              <a:ahLst/>
              <a:cxnLst/>
              <a:rect l="l" t="t" r="r" b="b"/>
              <a:pathLst>
                <a:path w="8120" h="8512" extrusionOk="0">
                  <a:moveTo>
                    <a:pt x="7747" y="0"/>
                  </a:moveTo>
                  <a:lnTo>
                    <a:pt x="7579" y="19"/>
                  </a:lnTo>
                  <a:lnTo>
                    <a:pt x="7392" y="56"/>
                  </a:lnTo>
                  <a:lnTo>
                    <a:pt x="7149" y="112"/>
                  </a:lnTo>
                  <a:lnTo>
                    <a:pt x="6589" y="299"/>
                  </a:lnTo>
                  <a:lnTo>
                    <a:pt x="5936" y="541"/>
                  </a:lnTo>
                  <a:lnTo>
                    <a:pt x="5246" y="821"/>
                  </a:lnTo>
                  <a:lnTo>
                    <a:pt x="4574" y="1101"/>
                  </a:lnTo>
                  <a:lnTo>
                    <a:pt x="3958" y="1400"/>
                  </a:lnTo>
                  <a:lnTo>
                    <a:pt x="3472" y="1643"/>
                  </a:lnTo>
                  <a:lnTo>
                    <a:pt x="3136" y="1829"/>
                  </a:lnTo>
                  <a:lnTo>
                    <a:pt x="3080" y="1885"/>
                  </a:lnTo>
                  <a:lnTo>
                    <a:pt x="3006" y="1979"/>
                  </a:lnTo>
                  <a:lnTo>
                    <a:pt x="2819" y="2240"/>
                  </a:lnTo>
                  <a:lnTo>
                    <a:pt x="2614" y="2613"/>
                  </a:lnTo>
                  <a:lnTo>
                    <a:pt x="2390" y="3061"/>
                  </a:lnTo>
                  <a:lnTo>
                    <a:pt x="1867" y="4144"/>
                  </a:lnTo>
                  <a:lnTo>
                    <a:pt x="1345" y="5338"/>
                  </a:lnTo>
                  <a:lnTo>
                    <a:pt x="841" y="6514"/>
                  </a:lnTo>
                  <a:lnTo>
                    <a:pt x="411" y="7541"/>
                  </a:lnTo>
                  <a:lnTo>
                    <a:pt x="1" y="8511"/>
                  </a:lnTo>
                  <a:lnTo>
                    <a:pt x="3342" y="7802"/>
                  </a:lnTo>
                  <a:lnTo>
                    <a:pt x="4088" y="3005"/>
                  </a:lnTo>
                  <a:lnTo>
                    <a:pt x="5488" y="2259"/>
                  </a:lnTo>
                  <a:lnTo>
                    <a:pt x="6608" y="1661"/>
                  </a:lnTo>
                  <a:lnTo>
                    <a:pt x="7411" y="1232"/>
                  </a:lnTo>
                  <a:lnTo>
                    <a:pt x="7541" y="1157"/>
                  </a:lnTo>
                  <a:lnTo>
                    <a:pt x="7672" y="1083"/>
                  </a:lnTo>
                  <a:lnTo>
                    <a:pt x="7765" y="971"/>
                  </a:lnTo>
                  <a:lnTo>
                    <a:pt x="7877" y="877"/>
                  </a:lnTo>
                  <a:lnTo>
                    <a:pt x="7952" y="765"/>
                  </a:lnTo>
                  <a:lnTo>
                    <a:pt x="8027" y="653"/>
                  </a:lnTo>
                  <a:lnTo>
                    <a:pt x="8064" y="541"/>
                  </a:lnTo>
                  <a:lnTo>
                    <a:pt x="8101" y="448"/>
                  </a:lnTo>
                  <a:lnTo>
                    <a:pt x="8120" y="336"/>
                  </a:lnTo>
                  <a:lnTo>
                    <a:pt x="8120" y="243"/>
                  </a:lnTo>
                  <a:lnTo>
                    <a:pt x="8083" y="168"/>
                  </a:lnTo>
                  <a:lnTo>
                    <a:pt x="8045" y="94"/>
                  </a:lnTo>
                  <a:lnTo>
                    <a:pt x="7971" y="56"/>
                  </a:lnTo>
                  <a:lnTo>
                    <a:pt x="7859" y="19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097;p47">
              <a:extLst>
                <a:ext uri="{FF2B5EF4-FFF2-40B4-BE49-F238E27FC236}">
                  <a16:creationId xmlns:a16="http://schemas.microsoft.com/office/drawing/2014/main" id="{F3798A42-CD61-E1F2-A290-D0381729F9E6}"/>
                </a:ext>
              </a:extLst>
            </p:cNvPr>
            <p:cNvSpPr/>
            <p:nvPr/>
          </p:nvSpPr>
          <p:spPr>
            <a:xfrm flipH="1">
              <a:off x="1372901" y="1307479"/>
              <a:ext cx="156757" cy="164324"/>
            </a:xfrm>
            <a:custGeom>
              <a:avLst/>
              <a:gdLst/>
              <a:ahLst/>
              <a:cxnLst/>
              <a:rect l="l" t="t" r="r" b="b"/>
              <a:pathLst>
                <a:path w="8120" h="8512" fill="none" extrusionOk="0">
                  <a:moveTo>
                    <a:pt x="1" y="8511"/>
                  </a:moveTo>
                  <a:lnTo>
                    <a:pt x="1" y="8511"/>
                  </a:lnTo>
                  <a:lnTo>
                    <a:pt x="411" y="7541"/>
                  </a:lnTo>
                  <a:lnTo>
                    <a:pt x="841" y="6514"/>
                  </a:lnTo>
                  <a:lnTo>
                    <a:pt x="1345" y="5338"/>
                  </a:lnTo>
                  <a:lnTo>
                    <a:pt x="1867" y="4144"/>
                  </a:lnTo>
                  <a:lnTo>
                    <a:pt x="2390" y="3061"/>
                  </a:lnTo>
                  <a:lnTo>
                    <a:pt x="2614" y="2613"/>
                  </a:lnTo>
                  <a:lnTo>
                    <a:pt x="2819" y="2240"/>
                  </a:lnTo>
                  <a:lnTo>
                    <a:pt x="3006" y="1979"/>
                  </a:lnTo>
                  <a:lnTo>
                    <a:pt x="3080" y="1885"/>
                  </a:lnTo>
                  <a:lnTo>
                    <a:pt x="3136" y="1829"/>
                  </a:lnTo>
                  <a:lnTo>
                    <a:pt x="3136" y="1829"/>
                  </a:lnTo>
                  <a:lnTo>
                    <a:pt x="3472" y="1643"/>
                  </a:lnTo>
                  <a:lnTo>
                    <a:pt x="3958" y="1400"/>
                  </a:lnTo>
                  <a:lnTo>
                    <a:pt x="4574" y="1101"/>
                  </a:lnTo>
                  <a:lnTo>
                    <a:pt x="5246" y="821"/>
                  </a:lnTo>
                  <a:lnTo>
                    <a:pt x="5936" y="541"/>
                  </a:lnTo>
                  <a:lnTo>
                    <a:pt x="6589" y="299"/>
                  </a:lnTo>
                  <a:lnTo>
                    <a:pt x="7149" y="112"/>
                  </a:lnTo>
                  <a:lnTo>
                    <a:pt x="7392" y="56"/>
                  </a:lnTo>
                  <a:lnTo>
                    <a:pt x="7579" y="19"/>
                  </a:lnTo>
                  <a:lnTo>
                    <a:pt x="7579" y="19"/>
                  </a:lnTo>
                  <a:lnTo>
                    <a:pt x="7747" y="0"/>
                  </a:lnTo>
                  <a:lnTo>
                    <a:pt x="7859" y="19"/>
                  </a:lnTo>
                  <a:lnTo>
                    <a:pt x="7971" y="56"/>
                  </a:lnTo>
                  <a:lnTo>
                    <a:pt x="8045" y="94"/>
                  </a:lnTo>
                  <a:lnTo>
                    <a:pt x="8083" y="168"/>
                  </a:lnTo>
                  <a:lnTo>
                    <a:pt x="8120" y="243"/>
                  </a:lnTo>
                  <a:lnTo>
                    <a:pt x="8120" y="336"/>
                  </a:lnTo>
                  <a:lnTo>
                    <a:pt x="8101" y="448"/>
                  </a:lnTo>
                  <a:lnTo>
                    <a:pt x="8064" y="541"/>
                  </a:lnTo>
                  <a:lnTo>
                    <a:pt x="8027" y="653"/>
                  </a:lnTo>
                  <a:lnTo>
                    <a:pt x="7952" y="765"/>
                  </a:lnTo>
                  <a:lnTo>
                    <a:pt x="7877" y="877"/>
                  </a:lnTo>
                  <a:lnTo>
                    <a:pt x="7765" y="971"/>
                  </a:lnTo>
                  <a:lnTo>
                    <a:pt x="7672" y="1083"/>
                  </a:lnTo>
                  <a:lnTo>
                    <a:pt x="7541" y="1157"/>
                  </a:lnTo>
                  <a:lnTo>
                    <a:pt x="7411" y="1232"/>
                  </a:lnTo>
                  <a:lnTo>
                    <a:pt x="7411" y="1232"/>
                  </a:lnTo>
                  <a:lnTo>
                    <a:pt x="6608" y="1661"/>
                  </a:lnTo>
                  <a:lnTo>
                    <a:pt x="5488" y="2259"/>
                  </a:lnTo>
                  <a:lnTo>
                    <a:pt x="4088" y="3005"/>
                  </a:lnTo>
                  <a:lnTo>
                    <a:pt x="3342" y="7802"/>
                  </a:lnTo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098;p47">
              <a:extLst>
                <a:ext uri="{FF2B5EF4-FFF2-40B4-BE49-F238E27FC236}">
                  <a16:creationId xmlns:a16="http://schemas.microsoft.com/office/drawing/2014/main" id="{3622D21B-CC66-6E80-99C6-47E3CC26D84C}"/>
                </a:ext>
              </a:extLst>
            </p:cNvPr>
            <p:cNvSpPr/>
            <p:nvPr/>
          </p:nvSpPr>
          <p:spPr>
            <a:xfrm flipH="1">
              <a:off x="1394851" y="1517526"/>
              <a:ext cx="431332" cy="760675"/>
            </a:xfrm>
            <a:custGeom>
              <a:avLst/>
              <a:gdLst/>
              <a:ahLst/>
              <a:cxnLst/>
              <a:rect l="l" t="t" r="r" b="b"/>
              <a:pathLst>
                <a:path w="22343" h="39403" extrusionOk="0">
                  <a:moveTo>
                    <a:pt x="21446" y="1"/>
                  </a:moveTo>
                  <a:lnTo>
                    <a:pt x="20887" y="19"/>
                  </a:lnTo>
                  <a:lnTo>
                    <a:pt x="20196" y="94"/>
                  </a:lnTo>
                  <a:lnTo>
                    <a:pt x="19356" y="187"/>
                  </a:lnTo>
                  <a:lnTo>
                    <a:pt x="17452" y="430"/>
                  </a:lnTo>
                  <a:lnTo>
                    <a:pt x="15399" y="710"/>
                  </a:lnTo>
                  <a:lnTo>
                    <a:pt x="13402" y="1009"/>
                  </a:lnTo>
                  <a:lnTo>
                    <a:pt x="11722" y="1251"/>
                  </a:lnTo>
                  <a:lnTo>
                    <a:pt x="10098" y="1513"/>
                  </a:lnTo>
                  <a:lnTo>
                    <a:pt x="9632" y="2521"/>
                  </a:lnTo>
                  <a:lnTo>
                    <a:pt x="8418" y="5264"/>
                  </a:lnTo>
                  <a:lnTo>
                    <a:pt x="7616" y="7112"/>
                  </a:lnTo>
                  <a:lnTo>
                    <a:pt x="6720" y="9221"/>
                  </a:lnTo>
                  <a:lnTo>
                    <a:pt x="5768" y="11536"/>
                  </a:lnTo>
                  <a:lnTo>
                    <a:pt x="4779" y="13962"/>
                  </a:lnTo>
                  <a:lnTo>
                    <a:pt x="3808" y="16463"/>
                  </a:lnTo>
                  <a:lnTo>
                    <a:pt x="3342" y="17732"/>
                  </a:lnTo>
                  <a:lnTo>
                    <a:pt x="2894" y="19002"/>
                  </a:lnTo>
                  <a:lnTo>
                    <a:pt x="2446" y="20252"/>
                  </a:lnTo>
                  <a:lnTo>
                    <a:pt x="2035" y="21465"/>
                  </a:lnTo>
                  <a:lnTo>
                    <a:pt x="1643" y="22679"/>
                  </a:lnTo>
                  <a:lnTo>
                    <a:pt x="1288" y="23854"/>
                  </a:lnTo>
                  <a:lnTo>
                    <a:pt x="971" y="24974"/>
                  </a:lnTo>
                  <a:lnTo>
                    <a:pt x="691" y="26057"/>
                  </a:lnTo>
                  <a:lnTo>
                    <a:pt x="449" y="27083"/>
                  </a:lnTo>
                  <a:lnTo>
                    <a:pt x="243" y="28054"/>
                  </a:lnTo>
                  <a:lnTo>
                    <a:pt x="113" y="28931"/>
                  </a:lnTo>
                  <a:lnTo>
                    <a:pt x="57" y="29361"/>
                  </a:lnTo>
                  <a:lnTo>
                    <a:pt x="19" y="29753"/>
                  </a:lnTo>
                  <a:lnTo>
                    <a:pt x="1" y="30126"/>
                  </a:lnTo>
                  <a:lnTo>
                    <a:pt x="1" y="30480"/>
                  </a:lnTo>
                  <a:lnTo>
                    <a:pt x="19" y="30816"/>
                  </a:lnTo>
                  <a:lnTo>
                    <a:pt x="38" y="31115"/>
                  </a:lnTo>
                  <a:lnTo>
                    <a:pt x="131" y="31712"/>
                  </a:lnTo>
                  <a:lnTo>
                    <a:pt x="262" y="32272"/>
                  </a:lnTo>
                  <a:lnTo>
                    <a:pt x="430" y="32851"/>
                  </a:lnTo>
                  <a:lnTo>
                    <a:pt x="635" y="33392"/>
                  </a:lnTo>
                  <a:lnTo>
                    <a:pt x="859" y="33933"/>
                  </a:lnTo>
                  <a:lnTo>
                    <a:pt x="1139" y="34475"/>
                  </a:lnTo>
                  <a:lnTo>
                    <a:pt x="1438" y="34979"/>
                  </a:lnTo>
                  <a:lnTo>
                    <a:pt x="1774" y="35464"/>
                  </a:lnTo>
                  <a:lnTo>
                    <a:pt x="2128" y="35931"/>
                  </a:lnTo>
                  <a:lnTo>
                    <a:pt x="2520" y="36379"/>
                  </a:lnTo>
                  <a:lnTo>
                    <a:pt x="2931" y="36808"/>
                  </a:lnTo>
                  <a:lnTo>
                    <a:pt x="3360" y="37200"/>
                  </a:lnTo>
                  <a:lnTo>
                    <a:pt x="3827" y="37573"/>
                  </a:lnTo>
                  <a:lnTo>
                    <a:pt x="4293" y="37909"/>
                  </a:lnTo>
                  <a:lnTo>
                    <a:pt x="4797" y="38226"/>
                  </a:lnTo>
                  <a:lnTo>
                    <a:pt x="5320" y="38506"/>
                  </a:lnTo>
                  <a:lnTo>
                    <a:pt x="5861" y="38749"/>
                  </a:lnTo>
                  <a:lnTo>
                    <a:pt x="6403" y="38954"/>
                  </a:lnTo>
                  <a:lnTo>
                    <a:pt x="6963" y="39122"/>
                  </a:lnTo>
                  <a:lnTo>
                    <a:pt x="7541" y="39253"/>
                  </a:lnTo>
                  <a:lnTo>
                    <a:pt x="8138" y="39346"/>
                  </a:lnTo>
                  <a:lnTo>
                    <a:pt x="8736" y="39384"/>
                  </a:lnTo>
                  <a:lnTo>
                    <a:pt x="9034" y="39402"/>
                  </a:lnTo>
                  <a:lnTo>
                    <a:pt x="9352" y="39384"/>
                  </a:lnTo>
                  <a:lnTo>
                    <a:pt x="9650" y="39365"/>
                  </a:lnTo>
                  <a:lnTo>
                    <a:pt x="9968" y="39346"/>
                  </a:lnTo>
                  <a:lnTo>
                    <a:pt x="10266" y="39309"/>
                  </a:lnTo>
                  <a:lnTo>
                    <a:pt x="10584" y="39253"/>
                  </a:lnTo>
                  <a:lnTo>
                    <a:pt x="10882" y="39178"/>
                  </a:lnTo>
                  <a:lnTo>
                    <a:pt x="11199" y="39104"/>
                  </a:lnTo>
                  <a:lnTo>
                    <a:pt x="11517" y="39010"/>
                  </a:lnTo>
                  <a:lnTo>
                    <a:pt x="11834" y="38917"/>
                  </a:lnTo>
                  <a:lnTo>
                    <a:pt x="12133" y="38805"/>
                  </a:lnTo>
                  <a:lnTo>
                    <a:pt x="12450" y="38674"/>
                  </a:lnTo>
                  <a:lnTo>
                    <a:pt x="12767" y="38525"/>
                  </a:lnTo>
                  <a:lnTo>
                    <a:pt x="13085" y="38357"/>
                  </a:lnTo>
                  <a:lnTo>
                    <a:pt x="13402" y="38189"/>
                  </a:lnTo>
                  <a:lnTo>
                    <a:pt x="13701" y="38002"/>
                  </a:lnTo>
                  <a:lnTo>
                    <a:pt x="14018" y="37797"/>
                  </a:lnTo>
                  <a:lnTo>
                    <a:pt x="14335" y="37592"/>
                  </a:lnTo>
                  <a:lnTo>
                    <a:pt x="14634" y="37349"/>
                  </a:lnTo>
                  <a:lnTo>
                    <a:pt x="14951" y="37106"/>
                  </a:lnTo>
                  <a:lnTo>
                    <a:pt x="15250" y="36845"/>
                  </a:lnTo>
                  <a:lnTo>
                    <a:pt x="15548" y="36528"/>
                  </a:lnTo>
                  <a:lnTo>
                    <a:pt x="15828" y="36173"/>
                  </a:lnTo>
                  <a:lnTo>
                    <a:pt x="16127" y="35800"/>
                  </a:lnTo>
                  <a:lnTo>
                    <a:pt x="16388" y="35389"/>
                  </a:lnTo>
                  <a:lnTo>
                    <a:pt x="16668" y="34941"/>
                  </a:lnTo>
                  <a:lnTo>
                    <a:pt x="16930" y="34475"/>
                  </a:lnTo>
                  <a:lnTo>
                    <a:pt x="17191" y="33952"/>
                  </a:lnTo>
                  <a:lnTo>
                    <a:pt x="17434" y="33430"/>
                  </a:lnTo>
                  <a:lnTo>
                    <a:pt x="17676" y="32870"/>
                  </a:lnTo>
                  <a:lnTo>
                    <a:pt x="17919" y="32291"/>
                  </a:lnTo>
                  <a:lnTo>
                    <a:pt x="18143" y="31675"/>
                  </a:lnTo>
                  <a:lnTo>
                    <a:pt x="18367" y="31040"/>
                  </a:lnTo>
                  <a:lnTo>
                    <a:pt x="18591" y="30406"/>
                  </a:lnTo>
                  <a:lnTo>
                    <a:pt x="18796" y="29734"/>
                  </a:lnTo>
                  <a:lnTo>
                    <a:pt x="19001" y="29043"/>
                  </a:lnTo>
                  <a:lnTo>
                    <a:pt x="19393" y="27606"/>
                  </a:lnTo>
                  <a:lnTo>
                    <a:pt x="19748" y="26113"/>
                  </a:lnTo>
                  <a:lnTo>
                    <a:pt x="20103" y="24582"/>
                  </a:lnTo>
                  <a:lnTo>
                    <a:pt x="20401" y="23015"/>
                  </a:lnTo>
                  <a:lnTo>
                    <a:pt x="20700" y="21409"/>
                  </a:lnTo>
                  <a:lnTo>
                    <a:pt x="20961" y="19786"/>
                  </a:lnTo>
                  <a:lnTo>
                    <a:pt x="21204" y="18180"/>
                  </a:lnTo>
                  <a:lnTo>
                    <a:pt x="21428" y="16557"/>
                  </a:lnTo>
                  <a:lnTo>
                    <a:pt x="21614" y="14951"/>
                  </a:lnTo>
                  <a:lnTo>
                    <a:pt x="21782" y="13383"/>
                  </a:lnTo>
                  <a:lnTo>
                    <a:pt x="21932" y="11853"/>
                  </a:lnTo>
                  <a:lnTo>
                    <a:pt x="22062" y="10360"/>
                  </a:lnTo>
                  <a:lnTo>
                    <a:pt x="22156" y="8923"/>
                  </a:lnTo>
                  <a:lnTo>
                    <a:pt x="22230" y="7560"/>
                  </a:lnTo>
                  <a:lnTo>
                    <a:pt x="22286" y="6272"/>
                  </a:lnTo>
                  <a:lnTo>
                    <a:pt x="22324" y="5078"/>
                  </a:lnTo>
                  <a:lnTo>
                    <a:pt x="22342" y="3976"/>
                  </a:lnTo>
                  <a:lnTo>
                    <a:pt x="22342" y="2987"/>
                  </a:lnTo>
                  <a:lnTo>
                    <a:pt x="22305" y="2129"/>
                  </a:lnTo>
                  <a:lnTo>
                    <a:pt x="22249" y="1401"/>
                  </a:lnTo>
                  <a:lnTo>
                    <a:pt x="22174" y="803"/>
                  </a:lnTo>
                  <a:lnTo>
                    <a:pt x="22137" y="561"/>
                  </a:lnTo>
                  <a:lnTo>
                    <a:pt x="22081" y="374"/>
                  </a:lnTo>
                  <a:lnTo>
                    <a:pt x="22025" y="206"/>
                  </a:lnTo>
                  <a:lnTo>
                    <a:pt x="21969" y="94"/>
                  </a:lnTo>
                  <a:lnTo>
                    <a:pt x="21913" y="19"/>
                  </a:lnTo>
                  <a:lnTo>
                    <a:pt x="218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099;p47">
              <a:extLst>
                <a:ext uri="{FF2B5EF4-FFF2-40B4-BE49-F238E27FC236}">
                  <a16:creationId xmlns:a16="http://schemas.microsoft.com/office/drawing/2014/main" id="{6BB6B322-8A79-6985-D889-CCAC0B479B88}"/>
                </a:ext>
              </a:extLst>
            </p:cNvPr>
            <p:cNvSpPr/>
            <p:nvPr/>
          </p:nvSpPr>
          <p:spPr>
            <a:xfrm flipH="1">
              <a:off x="1388029" y="1510325"/>
              <a:ext cx="250444" cy="730752"/>
            </a:xfrm>
            <a:custGeom>
              <a:avLst/>
              <a:gdLst/>
              <a:ahLst/>
              <a:cxnLst/>
              <a:rect l="l" t="t" r="r" b="b"/>
              <a:pathLst>
                <a:path w="12973" h="37853" extrusionOk="0">
                  <a:moveTo>
                    <a:pt x="11760" y="1"/>
                  </a:moveTo>
                  <a:lnTo>
                    <a:pt x="11200" y="38"/>
                  </a:lnTo>
                  <a:lnTo>
                    <a:pt x="10509" y="94"/>
                  </a:lnTo>
                  <a:lnTo>
                    <a:pt x="9688" y="187"/>
                  </a:lnTo>
                  <a:lnTo>
                    <a:pt x="7822" y="411"/>
                  </a:lnTo>
                  <a:lnTo>
                    <a:pt x="5806" y="691"/>
                  </a:lnTo>
                  <a:lnTo>
                    <a:pt x="3827" y="990"/>
                  </a:lnTo>
                  <a:lnTo>
                    <a:pt x="2129" y="1232"/>
                  </a:lnTo>
                  <a:lnTo>
                    <a:pt x="318" y="1531"/>
                  </a:lnTo>
                  <a:lnTo>
                    <a:pt x="244" y="1550"/>
                  </a:lnTo>
                  <a:lnTo>
                    <a:pt x="188" y="1568"/>
                  </a:lnTo>
                  <a:lnTo>
                    <a:pt x="132" y="1624"/>
                  </a:lnTo>
                  <a:lnTo>
                    <a:pt x="76" y="1662"/>
                  </a:lnTo>
                  <a:lnTo>
                    <a:pt x="38" y="1736"/>
                  </a:lnTo>
                  <a:lnTo>
                    <a:pt x="20" y="1792"/>
                  </a:lnTo>
                  <a:lnTo>
                    <a:pt x="1" y="1867"/>
                  </a:lnTo>
                  <a:lnTo>
                    <a:pt x="1" y="1942"/>
                  </a:lnTo>
                  <a:lnTo>
                    <a:pt x="38" y="2016"/>
                  </a:lnTo>
                  <a:lnTo>
                    <a:pt x="57" y="2072"/>
                  </a:lnTo>
                  <a:lnTo>
                    <a:pt x="113" y="2128"/>
                  </a:lnTo>
                  <a:lnTo>
                    <a:pt x="150" y="2184"/>
                  </a:lnTo>
                  <a:lnTo>
                    <a:pt x="225" y="2222"/>
                  </a:lnTo>
                  <a:lnTo>
                    <a:pt x="281" y="2240"/>
                  </a:lnTo>
                  <a:lnTo>
                    <a:pt x="356" y="2259"/>
                  </a:lnTo>
                  <a:lnTo>
                    <a:pt x="430" y="2240"/>
                  </a:lnTo>
                  <a:lnTo>
                    <a:pt x="3435" y="1792"/>
                  </a:lnTo>
                  <a:lnTo>
                    <a:pt x="6870" y="1288"/>
                  </a:lnTo>
                  <a:lnTo>
                    <a:pt x="8512" y="1064"/>
                  </a:lnTo>
                  <a:lnTo>
                    <a:pt x="9949" y="896"/>
                  </a:lnTo>
                  <a:lnTo>
                    <a:pt x="11125" y="766"/>
                  </a:lnTo>
                  <a:lnTo>
                    <a:pt x="11573" y="747"/>
                  </a:lnTo>
                  <a:lnTo>
                    <a:pt x="11928" y="728"/>
                  </a:lnTo>
                  <a:lnTo>
                    <a:pt x="11984" y="728"/>
                  </a:lnTo>
                  <a:lnTo>
                    <a:pt x="12021" y="840"/>
                  </a:lnTo>
                  <a:lnTo>
                    <a:pt x="12058" y="990"/>
                  </a:lnTo>
                  <a:lnTo>
                    <a:pt x="12114" y="1400"/>
                  </a:lnTo>
                  <a:lnTo>
                    <a:pt x="12170" y="1960"/>
                  </a:lnTo>
                  <a:lnTo>
                    <a:pt x="12208" y="2651"/>
                  </a:lnTo>
                  <a:lnTo>
                    <a:pt x="12208" y="3453"/>
                  </a:lnTo>
                  <a:lnTo>
                    <a:pt x="12226" y="4368"/>
                  </a:lnTo>
                  <a:lnTo>
                    <a:pt x="12208" y="5395"/>
                  </a:lnTo>
                  <a:lnTo>
                    <a:pt x="12170" y="6515"/>
                  </a:lnTo>
                  <a:lnTo>
                    <a:pt x="12114" y="7709"/>
                  </a:lnTo>
                  <a:lnTo>
                    <a:pt x="12058" y="8997"/>
                  </a:lnTo>
                  <a:lnTo>
                    <a:pt x="11965" y="10341"/>
                  </a:lnTo>
                  <a:lnTo>
                    <a:pt x="11872" y="11741"/>
                  </a:lnTo>
                  <a:lnTo>
                    <a:pt x="11741" y="13178"/>
                  </a:lnTo>
                  <a:lnTo>
                    <a:pt x="11592" y="14652"/>
                  </a:lnTo>
                  <a:lnTo>
                    <a:pt x="11424" y="16164"/>
                  </a:lnTo>
                  <a:lnTo>
                    <a:pt x="11237" y="17695"/>
                  </a:lnTo>
                  <a:lnTo>
                    <a:pt x="11032" y="19244"/>
                  </a:lnTo>
                  <a:lnTo>
                    <a:pt x="10808" y="20793"/>
                  </a:lnTo>
                  <a:lnTo>
                    <a:pt x="10547" y="22324"/>
                  </a:lnTo>
                  <a:lnTo>
                    <a:pt x="10267" y="23835"/>
                  </a:lnTo>
                  <a:lnTo>
                    <a:pt x="9968" y="25329"/>
                  </a:lnTo>
                  <a:lnTo>
                    <a:pt x="9651" y="26766"/>
                  </a:lnTo>
                  <a:lnTo>
                    <a:pt x="9296" y="28166"/>
                  </a:lnTo>
                  <a:lnTo>
                    <a:pt x="8923" y="29528"/>
                  </a:lnTo>
                  <a:lnTo>
                    <a:pt x="8736" y="30182"/>
                  </a:lnTo>
                  <a:lnTo>
                    <a:pt x="8531" y="30797"/>
                  </a:lnTo>
                  <a:lnTo>
                    <a:pt x="8325" y="31413"/>
                  </a:lnTo>
                  <a:lnTo>
                    <a:pt x="8101" y="32011"/>
                  </a:lnTo>
                  <a:lnTo>
                    <a:pt x="7877" y="32589"/>
                  </a:lnTo>
                  <a:lnTo>
                    <a:pt x="7654" y="33149"/>
                  </a:lnTo>
                  <a:lnTo>
                    <a:pt x="7430" y="33672"/>
                  </a:lnTo>
                  <a:lnTo>
                    <a:pt x="7187" y="34176"/>
                  </a:lnTo>
                  <a:lnTo>
                    <a:pt x="6926" y="34661"/>
                  </a:lnTo>
                  <a:lnTo>
                    <a:pt x="6683" y="35109"/>
                  </a:lnTo>
                  <a:lnTo>
                    <a:pt x="6403" y="35538"/>
                  </a:lnTo>
                  <a:lnTo>
                    <a:pt x="6142" y="35930"/>
                  </a:lnTo>
                  <a:lnTo>
                    <a:pt x="5862" y="36304"/>
                  </a:lnTo>
                  <a:lnTo>
                    <a:pt x="5582" y="36621"/>
                  </a:lnTo>
                  <a:lnTo>
                    <a:pt x="5283" y="36938"/>
                  </a:lnTo>
                  <a:lnTo>
                    <a:pt x="4984" y="37200"/>
                  </a:lnTo>
                  <a:lnTo>
                    <a:pt x="4928" y="37255"/>
                  </a:lnTo>
                  <a:lnTo>
                    <a:pt x="4891" y="37311"/>
                  </a:lnTo>
                  <a:lnTo>
                    <a:pt x="4872" y="37386"/>
                  </a:lnTo>
                  <a:lnTo>
                    <a:pt x="4854" y="37442"/>
                  </a:lnTo>
                  <a:lnTo>
                    <a:pt x="4854" y="37517"/>
                  </a:lnTo>
                  <a:lnTo>
                    <a:pt x="4872" y="37591"/>
                  </a:lnTo>
                  <a:lnTo>
                    <a:pt x="4891" y="37647"/>
                  </a:lnTo>
                  <a:lnTo>
                    <a:pt x="4947" y="37722"/>
                  </a:lnTo>
                  <a:lnTo>
                    <a:pt x="5003" y="37778"/>
                  </a:lnTo>
                  <a:lnTo>
                    <a:pt x="5059" y="37815"/>
                  </a:lnTo>
                  <a:lnTo>
                    <a:pt x="5134" y="37834"/>
                  </a:lnTo>
                  <a:lnTo>
                    <a:pt x="5227" y="37853"/>
                  </a:lnTo>
                  <a:lnTo>
                    <a:pt x="5339" y="37834"/>
                  </a:lnTo>
                  <a:lnTo>
                    <a:pt x="5395" y="37797"/>
                  </a:lnTo>
                  <a:lnTo>
                    <a:pt x="5451" y="37759"/>
                  </a:lnTo>
                  <a:lnTo>
                    <a:pt x="5787" y="37461"/>
                  </a:lnTo>
                  <a:lnTo>
                    <a:pt x="6123" y="37125"/>
                  </a:lnTo>
                  <a:lnTo>
                    <a:pt x="6440" y="36733"/>
                  </a:lnTo>
                  <a:lnTo>
                    <a:pt x="6739" y="36304"/>
                  </a:lnTo>
                  <a:lnTo>
                    <a:pt x="7038" y="35856"/>
                  </a:lnTo>
                  <a:lnTo>
                    <a:pt x="7336" y="35370"/>
                  </a:lnTo>
                  <a:lnTo>
                    <a:pt x="7616" y="34848"/>
                  </a:lnTo>
                  <a:lnTo>
                    <a:pt x="7877" y="34306"/>
                  </a:lnTo>
                  <a:lnTo>
                    <a:pt x="8139" y="33747"/>
                  </a:lnTo>
                  <a:lnTo>
                    <a:pt x="8381" y="33149"/>
                  </a:lnTo>
                  <a:lnTo>
                    <a:pt x="8624" y="32533"/>
                  </a:lnTo>
                  <a:lnTo>
                    <a:pt x="8867" y="31899"/>
                  </a:lnTo>
                  <a:lnTo>
                    <a:pt x="9091" y="31245"/>
                  </a:lnTo>
                  <a:lnTo>
                    <a:pt x="9315" y="30573"/>
                  </a:lnTo>
                  <a:lnTo>
                    <a:pt x="9520" y="29902"/>
                  </a:lnTo>
                  <a:lnTo>
                    <a:pt x="9707" y="29211"/>
                  </a:lnTo>
                  <a:lnTo>
                    <a:pt x="10099" y="27792"/>
                  </a:lnTo>
                  <a:lnTo>
                    <a:pt x="10435" y="26374"/>
                  </a:lnTo>
                  <a:lnTo>
                    <a:pt x="10752" y="24955"/>
                  </a:lnTo>
                  <a:lnTo>
                    <a:pt x="11032" y="23556"/>
                  </a:lnTo>
                  <a:lnTo>
                    <a:pt x="11274" y="22193"/>
                  </a:lnTo>
                  <a:lnTo>
                    <a:pt x="11498" y="20868"/>
                  </a:lnTo>
                  <a:lnTo>
                    <a:pt x="11704" y="19617"/>
                  </a:lnTo>
                  <a:lnTo>
                    <a:pt x="11872" y="18460"/>
                  </a:lnTo>
                  <a:lnTo>
                    <a:pt x="12077" y="16948"/>
                  </a:lnTo>
                  <a:lnTo>
                    <a:pt x="12245" y="15436"/>
                  </a:lnTo>
                  <a:lnTo>
                    <a:pt x="12413" y="13943"/>
                  </a:lnTo>
                  <a:lnTo>
                    <a:pt x="12562" y="12469"/>
                  </a:lnTo>
                  <a:lnTo>
                    <a:pt x="12674" y="11050"/>
                  </a:lnTo>
                  <a:lnTo>
                    <a:pt x="12768" y="9669"/>
                  </a:lnTo>
                  <a:lnTo>
                    <a:pt x="12861" y="8362"/>
                  </a:lnTo>
                  <a:lnTo>
                    <a:pt x="12917" y="7112"/>
                  </a:lnTo>
                  <a:lnTo>
                    <a:pt x="12954" y="5936"/>
                  </a:lnTo>
                  <a:lnTo>
                    <a:pt x="12973" y="4835"/>
                  </a:lnTo>
                  <a:lnTo>
                    <a:pt x="12973" y="3845"/>
                  </a:lnTo>
                  <a:lnTo>
                    <a:pt x="12954" y="2950"/>
                  </a:lnTo>
                  <a:lnTo>
                    <a:pt x="12917" y="2166"/>
                  </a:lnTo>
                  <a:lnTo>
                    <a:pt x="12861" y="1494"/>
                  </a:lnTo>
                  <a:lnTo>
                    <a:pt x="12786" y="971"/>
                  </a:lnTo>
                  <a:lnTo>
                    <a:pt x="12749" y="747"/>
                  </a:lnTo>
                  <a:lnTo>
                    <a:pt x="12693" y="579"/>
                  </a:lnTo>
                  <a:lnTo>
                    <a:pt x="12637" y="430"/>
                  </a:lnTo>
                  <a:lnTo>
                    <a:pt x="12600" y="336"/>
                  </a:lnTo>
                  <a:lnTo>
                    <a:pt x="12544" y="243"/>
                  </a:lnTo>
                  <a:lnTo>
                    <a:pt x="12469" y="150"/>
                  </a:lnTo>
                  <a:lnTo>
                    <a:pt x="12376" y="75"/>
                  </a:lnTo>
                  <a:lnTo>
                    <a:pt x="12264" y="19"/>
                  </a:lnTo>
                  <a:lnTo>
                    <a:pt x="12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100;p47">
              <a:extLst>
                <a:ext uri="{FF2B5EF4-FFF2-40B4-BE49-F238E27FC236}">
                  <a16:creationId xmlns:a16="http://schemas.microsoft.com/office/drawing/2014/main" id="{8111ED3B-19A6-D006-34C2-BDB257BDE07B}"/>
                </a:ext>
              </a:extLst>
            </p:cNvPr>
            <p:cNvSpPr/>
            <p:nvPr/>
          </p:nvSpPr>
          <p:spPr>
            <a:xfrm flipH="1">
              <a:off x="1247875" y="1107856"/>
              <a:ext cx="86853" cy="90463"/>
            </a:xfrm>
            <a:custGeom>
              <a:avLst/>
              <a:gdLst/>
              <a:ahLst/>
              <a:cxnLst/>
              <a:rect l="l" t="t" r="r" b="b"/>
              <a:pathLst>
                <a:path w="4499" h="4686" extrusionOk="0">
                  <a:moveTo>
                    <a:pt x="4499" y="1"/>
                  </a:moveTo>
                  <a:lnTo>
                    <a:pt x="3957" y="393"/>
                  </a:lnTo>
                  <a:lnTo>
                    <a:pt x="3397" y="729"/>
                  </a:lnTo>
                  <a:lnTo>
                    <a:pt x="2837" y="1046"/>
                  </a:lnTo>
                  <a:lnTo>
                    <a:pt x="2277" y="1307"/>
                  </a:lnTo>
                  <a:lnTo>
                    <a:pt x="1718" y="1513"/>
                  </a:lnTo>
                  <a:lnTo>
                    <a:pt x="1438" y="1606"/>
                  </a:lnTo>
                  <a:lnTo>
                    <a:pt x="1158" y="1681"/>
                  </a:lnTo>
                  <a:lnTo>
                    <a:pt x="878" y="1737"/>
                  </a:lnTo>
                  <a:lnTo>
                    <a:pt x="598" y="1793"/>
                  </a:lnTo>
                  <a:lnTo>
                    <a:pt x="318" y="1830"/>
                  </a:lnTo>
                  <a:lnTo>
                    <a:pt x="56" y="1849"/>
                  </a:lnTo>
                  <a:lnTo>
                    <a:pt x="19" y="3249"/>
                  </a:lnTo>
                  <a:lnTo>
                    <a:pt x="0" y="4686"/>
                  </a:lnTo>
                  <a:lnTo>
                    <a:pt x="374" y="4480"/>
                  </a:lnTo>
                  <a:lnTo>
                    <a:pt x="747" y="4275"/>
                  </a:lnTo>
                  <a:lnTo>
                    <a:pt x="1120" y="4051"/>
                  </a:lnTo>
                  <a:lnTo>
                    <a:pt x="1475" y="3809"/>
                  </a:lnTo>
                  <a:lnTo>
                    <a:pt x="1830" y="3547"/>
                  </a:lnTo>
                  <a:lnTo>
                    <a:pt x="2166" y="3305"/>
                  </a:lnTo>
                  <a:lnTo>
                    <a:pt x="2483" y="3025"/>
                  </a:lnTo>
                  <a:lnTo>
                    <a:pt x="2781" y="2745"/>
                  </a:lnTo>
                  <a:lnTo>
                    <a:pt x="3080" y="2446"/>
                  </a:lnTo>
                  <a:lnTo>
                    <a:pt x="3341" y="2129"/>
                  </a:lnTo>
                  <a:lnTo>
                    <a:pt x="3603" y="1811"/>
                  </a:lnTo>
                  <a:lnTo>
                    <a:pt x="3827" y="1457"/>
                  </a:lnTo>
                  <a:lnTo>
                    <a:pt x="4032" y="1121"/>
                  </a:lnTo>
                  <a:lnTo>
                    <a:pt x="4219" y="747"/>
                  </a:lnTo>
                  <a:lnTo>
                    <a:pt x="4368" y="374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101;p47">
              <a:extLst>
                <a:ext uri="{FF2B5EF4-FFF2-40B4-BE49-F238E27FC236}">
                  <a16:creationId xmlns:a16="http://schemas.microsoft.com/office/drawing/2014/main" id="{67C049D6-4145-BAB6-363E-F86F8F994CDD}"/>
                </a:ext>
              </a:extLst>
            </p:cNvPr>
            <p:cNvSpPr/>
            <p:nvPr/>
          </p:nvSpPr>
          <p:spPr>
            <a:xfrm flipH="1">
              <a:off x="1102290" y="837986"/>
              <a:ext cx="324324" cy="507722"/>
            </a:xfrm>
            <a:custGeom>
              <a:avLst/>
              <a:gdLst/>
              <a:ahLst/>
              <a:cxnLst/>
              <a:rect l="l" t="t" r="r" b="b"/>
              <a:pathLst>
                <a:path w="16800" h="26300" extrusionOk="0">
                  <a:moveTo>
                    <a:pt x="15362" y="6142"/>
                  </a:moveTo>
                  <a:lnTo>
                    <a:pt x="15418" y="6160"/>
                  </a:lnTo>
                  <a:lnTo>
                    <a:pt x="15511" y="6198"/>
                  </a:lnTo>
                  <a:lnTo>
                    <a:pt x="15586" y="6272"/>
                  </a:lnTo>
                  <a:lnTo>
                    <a:pt x="15623" y="6366"/>
                  </a:lnTo>
                  <a:lnTo>
                    <a:pt x="15642" y="6422"/>
                  </a:lnTo>
                  <a:lnTo>
                    <a:pt x="15623" y="6478"/>
                  </a:lnTo>
                  <a:lnTo>
                    <a:pt x="15586" y="6571"/>
                  </a:lnTo>
                  <a:lnTo>
                    <a:pt x="15511" y="6646"/>
                  </a:lnTo>
                  <a:lnTo>
                    <a:pt x="15474" y="6683"/>
                  </a:lnTo>
                  <a:lnTo>
                    <a:pt x="15418" y="6702"/>
                  </a:lnTo>
                  <a:lnTo>
                    <a:pt x="15175" y="6758"/>
                  </a:lnTo>
                  <a:lnTo>
                    <a:pt x="14858" y="6851"/>
                  </a:lnTo>
                  <a:lnTo>
                    <a:pt x="14503" y="6963"/>
                  </a:lnTo>
                  <a:lnTo>
                    <a:pt x="14149" y="7112"/>
                  </a:lnTo>
                  <a:lnTo>
                    <a:pt x="13775" y="7299"/>
                  </a:lnTo>
                  <a:lnTo>
                    <a:pt x="13608" y="7411"/>
                  </a:lnTo>
                  <a:lnTo>
                    <a:pt x="13458" y="7523"/>
                  </a:lnTo>
                  <a:lnTo>
                    <a:pt x="13309" y="7635"/>
                  </a:lnTo>
                  <a:lnTo>
                    <a:pt x="13178" y="7766"/>
                  </a:lnTo>
                  <a:lnTo>
                    <a:pt x="13085" y="7896"/>
                  </a:lnTo>
                  <a:lnTo>
                    <a:pt x="12992" y="8027"/>
                  </a:lnTo>
                  <a:lnTo>
                    <a:pt x="12936" y="8101"/>
                  </a:lnTo>
                  <a:lnTo>
                    <a:pt x="12880" y="8139"/>
                  </a:lnTo>
                  <a:lnTo>
                    <a:pt x="12805" y="8176"/>
                  </a:lnTo>
                  <a:lnTo>
                    <a:pt x="12693" y="8176"/>
                  </a:lnTo>
                  <a:lnTo>
                    <a:pt x="12618" y="8157"/>
                  </a:lnTo>
                  <a:lnTo>
                    <a:pt x="12581" y="8120"/>
                  </a:lnTo>
                  <a:lnTo>
                    <a:pt x="12544" y="8083"/>
                  </a:lnTo>
                  <a:lnTo>
                    <a:pt x="12488" y="7989"/>
                  </a:lnTo>
                  <a:lnTo>
                    <a:pt x="12469" y="7896"/>
                  </a:lnTo>
                  <a:lnTo>
                    <a:pt x="12488" y="7840"/>
                  </a:lnTo>
                  <a:lnTo>
                    <a:pt x="12506" y="7784"/>
                  </a:lnTo>
                  <a:lnTo>
                    <a:pt x="12581" y="7635"/>
                  </a:lnTo>
                  <a:lnTo>
                    <a:pt x="12693" y="7504"/>
                  </a:lnTo>
                  <a:lnTo>
                    <a:pt x="12805" y="7355"/>
                  </a:lnTo>
                  <a:lnTo>
                    <a:pt x="12824" y="7336"/>
                  </a:lnTo>
                  <a:lnTo>
                    <a:pt x="13048" y="7131"/>
                  </a:lnTo>
                  <a:lnTo>
                    <a:pt x="13309" y="6944"/>
                  </a:lnTo>
                  <a:lnTo>
                    <a:pt x="13589" y="6795"/>
                  </a:lnTo>
                  <a:lnTo>
                    <a:pt x="13869" y="6646"/>
                  </a:lnTo>
                  <a:lnTo>
                    <a:pt x="14130" y="6534"/>
                  </a:lnTo>
                  <a:lnTo>
                    <a:pt x="14373" y="6422"/>
                  </a:lnTo>
                  <a:lnTo>
                    <a:pt x="14821" y="6272"/>
                  </a:lnTo>
                  <a:lnTo>
                    <a:pt x="15157" y="6198"/>
                  </a:lnTo>
                  <a:lnTo>
                    <a:pt x="15306" y="6160"/>
                  </a:lnTo>
                  <a:lnTo>
                    <a:pt x="15362" y="6142"/>
                  </a:lnTo>
                  <a:close/>
                  <a:moveTo>
                    <a:pt x="4816" y="15829"/>
                  </a:moveTo>
                  <a:lnTo>
                    <a:pt x="4760" y="17901"/>
                  </a:lnTo>
                  <a:lnTo>
                    <a:pt x="4760" y="18666"/>
                  </a:lnTo>
                  <a:lnTo>
                    <a:pt x="4779" y="17229"/>
                  </a:lnTo>
                  <a:lnTo>
                    <a:pt x="4816" y="15829"/>
                  </a:lnTo>
                  <a:close/>
                  <a:moveTo>
                    <a:pt x="11405" y="1"/>
                  </a:moveTo>
                  <a:lnTo>
                    <a:pt x="11218" y="281"/>
                  </a:lnTo>
                  <a:lnTo>
                    <a:pt x="10976" y="580"/>
                  </a:lnTo>
                  <a:lnTo>
                    <a:pt x="10658" y="953"/>
                  </a:lnTo>
                  <a:lnTo>
                    <a:pt x="10267" y="1363"/>
                  </a:lnTo>
                  <a:lnTo>
                    <a:pt x="10043" y="1569"/>
                  </a:lnTo>
                  <a:lnTo>
                    <a:pt x="9781" y="1793"/>
                  </a:lnTo>
                  <a:lnTo>
                    <a:pt x="9520" y="1998"/>
                  </a:lnTo>
                  <a:lnTo>
                    <a:pt x="9240" y="2185"/>
                  </a:lnTo>
                  <a:lnTo>
                    <a:pt x="8923" y="2371"/>
                  </a:lnTo>
                  <a:lnTo>
                    <a:pt x="8605" y="2539"/>
                  </a:lnTo>
                  <a:lnTo>
                    <a:pt x="8456" y="2595"/>
                  </a:lnTo>
                  <a:lnTo>
                    <a:pt x="8307" y="2651"/>
                  </a:lnTo>
                  <a:lnTo>
                    <a:pt x="8157" y="2670"/>
                  </a:lnTo>
                  <a:lnTo>
                    <a:pt x="8045" y="2689"/>
                  </a:lnTo>
                  <a:lnTo>
                    <a:pt x="7915" y="2670"/>
                  </a:lnTo>
                  <a:lnTo>
                    <a:pt x="7821" y="2651"/>
                  </a:lnTo>
                  <a:lnTo>
                    <a:pt x="7709" y="2614"/>
                  </a:lnTo>
                  <a:lnTo>
                    <a:pt x="7635" y="2558"/>
                  </a:lnTo>
                  <a:lnTo>
                    <a:pt x="7541" y="2502"/>
                  </a:lnTo>
                  <a:lnTo>
                    <a:pt x="7467" y="2427"/>
                  </a:lnTo>
                  <a:lnTo>
                    <a:pt x="7355" y="2259"/>
                  </a:lnTo>
                  <a:lnTo>
                    <a:pt x="7243" y="2054"/>
                  </a:lnTo>
                  <a:lnTo>
                    <a:pt x="7168" y="1830"/>
                  </a:lnTo>
                  <a:lnTo>
                    <a:pt x="7112" y="1606"/>
                  </a:lnTo>
                  <a:lnTo>
                    <a:pt x="7075" y="1382"/>
                  </a:lnTo>
                  <a:lnTo>
                    <a:pt x="7019" y="972"/>
                  </a:lnTo>
                  <a:lnTo>
                    <a:pt x="6963" y="692"/>
                  </a:lnTo>
                  <a:lnTo>
                    <a:pt x="6944" y="617"/>
                  </a:lnTo>
                  <a:lnTo>
                    <a:pt x="6926" y="598"/>
                  </a:lnTo>
                  <a:lnTo>
                    <a:pt x="6907" y="598"/>
                  </a:lnTo>
                  <a:lnTo>
                    <a:pt x="6702" y="673"/>
                  </a:lnTo>
                  <a:lnTo>
                    <a:pt x="6254" y="841"/>
                  </a:lnTo>
                  <a:lnTo>
                    <a:pt x="5582" y="1065"/>
                  </a:lnTo>
                  <a:lnTo>
                    <a:pt x="4742" y="1307"/>
                  </a:lnTo>
                  <a:lnTo>
                    <a:pt x="4294" y="1419"/>
                  </a:lnTo>
                  <a:lnTo>
                    <a:pt x="3808" y="1531"/>
                  </a:lnTo>
                  <a:lnTo>
                    <a:pt x="3305" y="1643"/>
                  </a:lnTo>
                  <a:lnTo>
                    <a:pt x="2801" y="1737"/>
                  </a:lnTo>
                  <a:lnTo>
                    <a:pt x="2297" y="1793"/>
                  </a:lnTo>
                  <a:lnTo>
                    <a:pt x="1793" y="1849"/>
                  </a:lnTo>
                  <a:lnTo>
                    <a:pt x="1289" y="1867"/>
                  </a:lnTo>
                  <a:lnTo>
                    <a:pt x="822" y="1849"/>
                  </a:lnTo>
                  <a:lnTo>
                    <a:pt x="561" y="3417"/>
                  </a:lnTo>
                  <a:lnTo>
                    <a:pt x="430" y="4238"/>
                  </a:lnTo>
                  <a:lnTo>
                    <a:pt x="318" y="5078"/>
                  </a:lnTo>
                  <a:lnTo>
                    <a:pt x="225" y="5955"/>
                  </a:lnTo>
                  <a:lnTo>
                    <a:pt x="132" y="6814"/>
                  </a:lnTo>
                  <a:lnTo>
                    <a:pt x="76" y="7672"/>
                  </a:lnTo>
                  <a:lnTo>
                    <a:pt x="20" y="8531"/>
                  </a:lnTo>
                  <a:lnTo>
                    <a:pt x="1" y="9371"/>
                  </a:lnTo>
                  <a:lnTo>
                    <a:pt x="20" y="10192"/>
                  </a:lnTo>
                  <a:lnTo>
                    <a:pt x="76" y="10957"/>
                  </a:lnTo>
                  <a:lnTo>
                    <a:pt x="150" y="11704"/>
                  </a:lnTo>
                  <a:lnTo>
                    <a:pt x="206" y="12058"/>
                  </a:lnTo>
                  <a:lnTo>
                    <a:pt x="281" y="12394"/>
                  </a:lnTo>
                  <a:lnTo>
                    <a:pt x="355" y="12712"/>
                  </a:lnTo>
                  <a:lnTo>
                    <a:pt x="430" y="13010"/>
                  </a:lnTo>
                  <a:lnTo>
                    <a:pt x="542" y="13309"/>
                  </a:lnTo>
                  <a:lnTo>
                    <a:pt x="654" y="13570"/>
                  </a:lnTo>
                  <a:lnTo>
                    <a:pt x="766" y="13832"/>
                  </a:lnTo>
                  <a:lnTo>
                    <a:pt x="915" y="14056"/>
                  </a:lnTo>
                  <a:lnTo>
                    <a:pt x="1083" y="14298"/>
                  </a:lnTo>
                  <a:lnTo>
                    <a:pt x="1251" y="14522"/>
                  </a:lnTo>
                  <a:lnTo>
                    <a:pt x="1457" y="14746"/>
                  </a:lnTo>
                  <a:lnTo>
                    <a:pt x="1662" y="14933"/>
                  </a:lnTo>
                  <a:lnTo>
                    <a:pt x="1867" y="15101"/>
                  </a:lnTo>
                  <a:lnTo>
                    <a:pt x="2091" y="15250"/>
                  </a:lnTo>
                  <a:lnTo>
                    <a:pt x="2334" y="15381"/>
                  </a:lnTo>
                  <a:lnTo>
                    <a:pt x="2577" y="15493"/>
                  </a:lnTo>
                  <a:lnTo>
                    <a:pt x="2838" y="15605"/>
                  </a:lnTo>
                  <a:lnTo>
                    <a:pt x="3099" y="15679"/>
                  </a:lnTo>
                  <a:lnTo>
                    <a:pt x="3361" y="15754"/>
                  </a:lnTo>
                  <a:lnTo>
                    <a:pt x="3640" y="15791"/>
                  </a:lnTo>
                  <a:lnTo>
                    <a:pt x="3920" y="15829"/>
                  </a:lnTo>
                  <a:lnTo>
                    <a:pt x="4219" y="15847"/>
                  </a:lnTo>
                  <a:lnTo>
                    <a:pt x="4518" y="15847"/>
                  </a:lnTo>
                  <a:lnTo>
                    <a:pt x="4816" y="15829"/>
                  </a:lnTo>
                  <a:lnTo>
                    <a:pt x="5078" y="15810"/>
                  </a:lnTo>
                  <a:lnTo>
                    <a:pt x="5358" y="15773"/>
                  </a:lnTo>
                  <a:lnTo>
                    <a:pt x="5638" y="15717"/>
                  </a:lnTo>
                  <a:lnTo>
                    <a:pt x="5918" y="15661"/>
                  </a:lnTo>
                  <a:lnTo>
                    <a:pt x="6198" y="15586"/>
                  </a:lnTo>
                  <a:lnTo>
                    <a:pt x="6478" y="15493"/>
                  </a:lnTo>
                  <a:lnTo>
                    <a:pt x="7037" y="15287"/>
                  </a:lnTo>
                  <a:lnTo>
                    <a:pt x="7597" y="15026"/>
                  </a:lnTo>
                  <a:lnTo>
                    <a:pt x="8157" y="14709"/>
                  </a:lnTo>
                  <a:lnTo>
                    <a:pt x="8717" y="14373"/>
                  </a:lnTo>
                  <a:lnTo>
                    <a:pt x="9259" y="13981"/>
                  </a:lnTo>
                  <a:lnTo>
                    <a:pt x="9128" y="14354"/>
                  </a:lnTo>
                  <a:lnTo>
                    <a:pt x="8979" y="14727"/>
                  </a:lnTo>
                  <a:lnTo>
                    <a:pt x="8792" y="15101"/>
                  </a:lnTo>
                  <a:lnTo>
                    <a:pt x="8587" y="15437"/>
                  </a:lnTo>
                  <a:lnTo>
                    <a:pt x="8363" y="15791"/>
                  </a:lnTo>
                  <a:lnTo>
                    <a:pt x="8101" y="16109"/>
                  </a:lnTo>
                  <a:lnTo>
                    <a:pt x="7840" y="16426"/>
                  </a:lnTo>
                  <a:lnTo>
                    <a:pt x="7541" y="16725"/>
                  </a:lnTo>
                  <a:lnTo>
                    <a:pt x="7243" y="17005"/>
                  </a:lnTo>
                  <a:lnTo>
                    <a:pt x="6926" y="17285"/>
                  </a:lnTo>
                  <a:lnTo>
                    <a:pt x="6590" y="17527"/>
                  </a:lnTo>
                  <a:lnTo>
                    <a:pt x="6235" y="17789"/>
                  </a:lnTo>
                  <a:lnTo>
                    <a:pt x="5880" y="18031"/>
                  </a:lnTo>
                  <a:lnTo>
                    <a:pt x="5507" y="18255"/>
                  </a:lnTo>
                  <a:lnTo>
                    <a:pt x="5134" y="18460"/>
                  </a:lnTo>
                  <a:lnTo>
                    <a:pt x="4760" y="18666"/>
                  </a:lnTo>
                  <a:lnTo>
                    <a:pt x="4760" y="18964"/>
                  </a:lnTo>
                  <a:lnTo>
                    <a:pt x="4760" y="19991"/>
                  </a:lnTo>
                  <a:lnTo>
                    <a:pt x="4779" y="20943"/>
                  </a:lnTo>
                  <a:lnTo>
                    <a:pt x="4798" y="21783"/>
                  </a:lnTo>
                  <a:lnTo>
                    <a:pt x="4854" y="22492"/>
                  </a:lnTo>
                  <a:lnTo>
                    <a:pt x="4891" y="22791"/>
                  </a:lnTo>
                  <a:lnTo>
                    <a:pt x="4928" y="23033"/>
                  </a:lnTo>
                  <a:lnTo>
                    <a:pt x="5022" y="23388"/>
                  </a:lnTo>
                  <a:lnTo>
                    <a:pt x="5134" y="23743"/>
                  </a:lnTo>
                  <a:lnTo>
                    <a:pt x="5302" y="24097"/>
                  </a:lnTo>
                  <a:lnTo>
                    <a:pt x="5488" y="24415"/>
                  </a:lnTo>
                  <a:lnTo>
                    <a:pt x="5712" y="24750"/>
                  </a:lnTo>
                  <a:lnTo>
                    <a:pt x="5955" y="25049"/>
                  </a:lnTo>
                  <a:lnTo>
                    <a:pt x="6235" y="25310"/>
                  </a:lnTo>
                  <a:lnTo>
                    <a:pt x="6552" y="25572"/>
                  </a:lnTo>
                  <a:lnTo>
                    <a:pt x="6888" y="25777"/>
                  </a:lnTo>
                  <a:lnTo>
                    <a:pt x="7243" y="25964"/>
                  </a:lnTo>
                  <a:lnTo>
                    <a:pt x="7429" y="26057"/>
                  </a:lnTo>
                  <a:lnTo>
                    <a:pt x="7616" y="26113"/>
                  </a:lnTo>
                  <a:lnTo>
                    <a:pt x="7803" y="26169"/>
                  </a:lnTo>
                  <a:lnTo>
                    <a:pt x="8008" y="26225"/>
                  </a:lnTo>
                  <a:lnTo>
                    <a:pt x="8213" y="26262"/>
                  </a:lnTo>
                  <a:lnTo>
                    <a:pt x="8437" y="26281"/>
                  </a:lnTo>
                  <a:lnTo>
                    <a:pt x="8661" y="26300"/>
                  </a:lnTo>
                  <a:lnTo>
                    <a:pt x="9109" y="26300"/>
                  </a:lnTo>
                  <a:lnTo>
                    <a:pt x="9333" y="26262"/>
                  </a:lnTo>
                  <a:lnTo>
                    <a:pt x="9576" y="26225"/>
                  </a:lnTo>
                  <a:lnTo>
                    <a:pt x="9800" y="26169"/>
                  </a:lnTo>
                  <a:lnTo>
                    <a:pt x="10043" y="26113"/>
                  </a:lnTo>
                  <a:lnTo>
                    <a:pt x="10267" y="26020"/>
                  </a:lnTo>
                  <a:lnTo>
                    <a:pt x="10509" y="25926"/>
                  </a:lnTo>
                  <a:lnTo>
                    <a:pt x="10714" y="25814"/>
                  </a:lnTo>
                  <a:lnTo>
                    <a:pt x="10938" y="25684"/>
                  </a:lnTo>
                  <a:lnTo>
                    <a:pt x="11144" y="25534"/>
                  </a:lnTo>
                  <a:lnTo>
                    <a:pt x="11349" y="25385"/>
                  </a:lnTo>
                  <a:lnTo>
                    <a:pt x="11536" y="25217"/>
                  </a:lnTo>
                  <a:lnTo>
                    <a:pt x="11722" y="25049"/>
                  </a:lnTo>
                  <a:lnTo>
                    <a:pt x="11909" y="24862"/>
                  </a:lnTo>
                  <a:lnTo>
                    <a:pt x="12077" y="24657"/>
                  </a:lnTo>
                  <a:lnTo>
                    <a:pt x="12245" y="24452"/>
                  </a:lnTo>
                  <a:lnTo>
                    <a:pt x="12562" y="24004"/>
                  </a:lnTo>
                  <a:lnTo>
                    <a:pt x="12842" y="23519"/>
                  </a:lnTo>
                  <a:lnTo>
                    <a:pt x="13104" y="23015"/>
                  </a:lnTo>
                  <a:lnTo>
                    <a:pt x="13328" y="22473"/>
                  </a:lnTo>
                  <a:lnTo>
                    <a:pt x="13514" y="21913"/>
                  </a:lnTo>
                  <a:lnTo>
                    <a:pt x="13682" y="21353"/>
                  </a:lnTo>
                  <a:lnTo>
                    <a:pt x="13831" y="20756"/>
                  </a:lnTo>
                  <a:lnTo>
                    <a:pt x="13925" y="20178"/>
                  </a:lnTo>
                  <a:lnTo>
                    <a:pt x="13999" y="19580"/>
                  </a:lnTo>
                  <a:lnTo>
                    <a:pt x="14037" y="18983"/>
                  </a:lnTo>
                  <a:lnTo>
                    <a:pt x="14055" y="18498"/>
                  </a:lnTo>
                  <a:lnTo>
                    <a:pt x="14037" y="17956"/>
                  </a:lnTo>
                  <a:lnTo>
                    <a:pt x="14018" y="17397"/>
                  </a:lnTo>
                  <a:lnTo>
                    <a:pt x="13981" y="16818"/>
                  </a:lnTo>
                  <a:lnTo>
                    <a:pt x="13850" y="15567"/>
                  </a:lnTo>
                  <a:lnTo>
                    <a:pt x="13682" y="14280"/>
                  </a:lnTo>
                  <a:lnTo>
                    <a:pt x="13514" y="12973"/>
                  </a:lnTo>
                  <a:lnTo>
                    <a:pt x="13309" y="11685"/>
                  </a:lnTo>
                  <a:lnTo>
                    <a:pt x="13141" y="10453"/>
                  </a:lnTo>
                  <a:lnTo>
                    <a:pt x="12992" y="9315"/>
                  </a:lnTo>
                  <a:lnTo>
                    <a:pt x="13272" y="9389"/>
                  </a:lnTo>
                  <a:lnTo>
                    <a:pt x="13552" y="9408"/>
                  </a:lnTo>
                  <a:lnTo>
                    <a:pt x="13850" y="9427"/>
                  </a:lnTo>
                  <a:lnTo>
                    <a:pt x="14167" y="9389"/>
                  </a:lnTo>
                  <a:lnTo>
                    <a:pt x="14485" y="9315"/>
                  </a:lnTo>
                  <a:lnTo>
                    <a:pt x="14783" y="9221"/>
                  </a:lnTo>
                  <a:lnTo>
                    <a:pt x="15101" y="9072"/>
                  </a:lnTo>
                  <a:lnTo>
                    <a:pt x="15399" y="8904"/>
                  </a:lnTo>
                  <a:lnTo>
                    <a:pt x="15623" y="8755"/>
                  </a:lnTo>
                  <a:lnTo>
                    <a:pt x="15829" y="8587"/>
                  </a:lnTo>
                  <a:lnTo>
                    <a:pt x="16015" y="8400"/>
                  </a:lnTo>
                  <a:lnTo>
                    <a:pt x="16202" y="8213"/>
                  </a:lnTo>
                  <a:lnTo>
                    <a:pt x="16351" y="8008"/>
                  </a:lnTo>
                  <a:lnTo>
                    <a:pt x="16482" y="7803"/>
                  </a:lnTo>
                  <a:lnTo>
                    <a:pt x="16594" y="7579"/>
                  </a:lnTo>
                  <a:lnTo>
                    <a:pt x="16669" y="7374"/>
                  </a:lnTo>
                  <a:lnTo>
                    <a:pt x="16743" y="7150"/>
                  </a:lnTo>
                  <a:lnTo>
                    <a:pt x="16781" y="6926"/>
                  </a:lnTo>
                  <a:lnTo>
                    <a:pt x="16799" y="6702"/>
                  </a:lnTo>
                  <a:lnTo>
                    <a:pt x="16799" y="6496"/>
                  </a:lnTo>
                  <a:lnTo>
                    <a:pt x="16781" y="6272"/>
                  </a:lnTo>
                  <a:lnTo>
                    <a:pt x="16725" y="6067"/>
                  </a:lnTo>
                  <a:lnTo>
                    <a:pt x="16650" y="5880"/>
                  </a:lnTo>
                  <a:lnTo>
                    <a:pt x="16538" y="5694"/>
                  </a:lnTo>
                  <a:lnTo>
                    <a:pt x="16407" y="5526"/>
                  </a:lnTo>
                  <a:lnTo>
                    <a:pt x="16277" y="5376"/>
                  </a:lnTo>
                  <a:lnTo>
                    <a:pt x="16109" y="5246"/>
                  </a:lnTo>
                  <a:lnTo>
                    <a:pt x="15941" y="5134"/>
                  </a:lnTo>
                  <a:lnTo>
                    <a:pt x="15754" y="5040"/>
                  </a:lnTo>
                  <a:lnTo>
                    <a:pt x="15567" y="4966"/>
                  </a:lnTo>
                  <a:lnTo>
                    <a:pt x="15362" y="4910"/>
                  </a:lnTo>
                  <a:lnTo>
                    <a:pt x="15138" y="4872"/>
                  </a:lnTo>
                  <a:lnTo>
                    <a:pt x="14877" y="4854"/>
                  </a:lnTo>
                  <a:lnTo>
                    <a:pt x="14615" y="4854"/>
                  </a:lnTo>
                  <a:lnTo>
                    <a:pt x="14354" y="4891"/>
                  </a:lnTo>
                  <a:lnTo>
                    <a:pt x="14074" y="4947"/>
                  </a:lnTo>
                  <a:lnTo>
                    <a:pt x="13813" y="5022"/>
                  </a:lnTo>
                  <a:lnTo>
                    <a:pt x="13552" y="5134"/>
                  </a:lnTo>
                  <a:lnTo>
                    <a:pt x="13346" y="5227"/>
                  </a:lnTo>
                  <a:lnTo>
                    <a:pt x="13141" y="5358"/>
                  </a:lnTo>
                  <a:lnTo>
                    <a:pt x="12954" y="5488"/>
                  </a:lnTo>
                  <a:lnTo>
                    <a:pt x="12786" y="5619"/>
                  </a:lnTo>
                  <a:lnTo>
                    <a:pt x="12618" y="5768"/>
                  </a:lnTo>
                  <a:lnTo>
                    <a:pt x="12450" y="5936"/>
                  </a:lnTo>
                  <a:lnTo>
                    <a:pt x="12320" y="6104"/>
                  </a:lnTo>
                  <a:lnTo>
                    <a:pt x="12189" y="6272"/>
                  </a:lnTo>
                  <a:lnTo>
                    <a:pt x="12077" y="6459"/>
                  </a:lnTo>
                  <a:lnTo>
                    <a:pt x="11984" y="6627"/>
                  </a:lnTo>
                  <a:lnTo>
                    <a:pt x="11890" y="6814"/>
                  </a:lnTo>
                  <a:lnTo>
                    <a:pt x="11834" y="7019"/>
                  </a:lnTo>
                  <a:lnTo>
                    <a:pt x="11741" y="6832"/>
                  </a:lnTo>
                  <a:lnTo>
                    <a:pt x="11666" y="6646"/>
                  </a:lnTo>
                  <a:lnTo>
                    <a:pt x="11592" y="6440"/>
                  </a:lnTo>
                  <a:lnTo>
                    <a:pt x="11536" y="6216"/>
                  </a:lnTo>
                  <a:lnTo>
                    <a:pt x="11442" y="5731"/>
                  </a:lnTo>
                  <a:lnTo>
                    <a:pt x="11368" y="5208"/>
                  </a:lnTo>
                  <a:lnTo>
                    <a:pt x="11312" y="4630"/>
                  </a:lnTo>
                  <a:lnTo>
                    <a:pt x="11274" y="4051"/>
                  </a:lnTo>
                  <a:lnTo>
                    <a:pt x="11256" y="3454"/>
                  </a:lnTo>
                  <a:lnTo>
                    <a:pt x="11256" y="2875"/>
                  </a:lnTo>
                  <a:lnTo>
                    <a:pt x="11293" y="1774"/>
                  </a:lnTo>
                  <a:lnTo>
                    <a:pt x="11330" y="860"/>
                  </a:lnTo>
                  <a:lnTo>
                    <a:pt x="11405" y="1"/>
                  </a:lnTo>
                  <a:close/>
                </a:path>
              </a:pathLst>
            </a:custGeom>
            <a:solidFill>
              <a:srgbClr val="E59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102;p47">
              <a:extLst>
                <a:ext uri="{FF2B5EF4-FFF2-40B4-BE49-F238E27FC236}">
                  <a16:creationId xmlns:a16="http://schemas.microsoft.com/office/drawing/2014/main" id="{C2FBC7D0-D769-0D22-FA62-62F8924CE3FF}"/>
                </a:ext>
              </a:extLst>
            </p:cNvPr>
            <p:cNvSpPr/>
            <p:nvPr/>
          </p:nvSpPr>
          <p:spPr>
            <a:xfrm flipH="1">
              <a:off x="1096883" y="688110"/>
              <a:ext cx="362509" cy="285386"/>
            </a:xfrm>
            <a:custGeom>
              <a:avLst/>
              <a:gdLst/>
              <a:ahLst/>
              <a:cxnLst/>
              <a:rect l="l" t="t" r="r" b="b"/>
              <a:pathLst>
                <a:path w="18778" h="14783" extrusionOk="0">
                  <a:moveTo>
                    <a:pt x="15565" y="1092"/>
                  </a:moveTo>
                  <a:lnTo>
                    <a:pt x="15585" y="1103"/>
                  </a:lnTo>
                  <a:lnTo>
                    <a:pt x="15585" y="1102"/>
                  </a:lnTo>
                  <a:lnTo>
                    <a:pt x="15565" y="1092"/>
                  </a:lnTo>
                  <a:close/>
                  <a:moveTo>
                    <a:pt x="15585" y="1103"/>
                  </a:moveTo>
                  <a:lnTo>
                    <a:pt x="15511" y="1568"/>
                  </a:lnTo>
                  <a:lnTo>
                    <a:pt x="15418" y="2016"/>
                  </a:lnTo>
                  <a:lnTo>
                    <a:pt x="15324" y="2427"/>
                  </a:lnTo>
                  <a:lnTo>
                    <a:pt x="15194" y="2819"/>
                  </a:lnTo>
                  <a:lnTo>
                    <a:pt x="16705" y="2371"/>
                  </a:lnTo>
                  <a:lnTo>
                    <a:pt x="16649" y="2221"/>
                  </a:lnTo>
                  <a:lnTo>
                    <a:pt x="16593" y="2072"/>
                  </a:lnTo>
                  <a:lnTo>
                    <a:pt x="16500" y="1923"/>
                  </a:lnTo>
                  <a:lnTo>
                    <a:pt x="16407" y="1774"/>
                  </a:lnTo>
                  <a:lnTo>
                    <a:pt x="16276" y="1624"/>
                  </a:lnTo>
                  <a:lnTo>
                    <a:pt x="16127" y="1475"/>
                  </a:lnTo>
                  <a:lnTo>
                    <a:pt x="15959" y="1344"/>
                  </a:lnTo>
                  <a:lnTo>
                    <a:pt x="15753" y="1195"/>
                  </a:lnTo>
                  <a:lnTo>
                    <a:pt x="15585" y="1103"/>
                  </a:lnTo>
                  <a:close/>
                  <a:moveTo>
                    <a:pt x="11423" y="0"/>
                  </a:moveTo>
                  <a:lnTo>
                    <a:pt x="11125" y="374"/>
                  </a:lnTo>
                  <a:lnTo>
                    <a:pt x="10789" y="766"/>
                  </a:lnTo>
                  <a:lnTo>
                    <a:pt x="10397" y="1195"/>
                  </a:lnTo>
                  <a:lnTo>
                    <a:pt x="9967" y="1643"/>
                  </a:lnTo>
                  <a:lnTo>
                    <a:pt x="9501" y="2109"/>
                  </a:lnTo>
                  <a:lnTo>
                    <a:pt x="8978" y="2576"/>
                  </a:lnTo>
                  <a:lnTo>
                    <a:pt x="8418" y="3043"/>
                  </a:lnTo>
                  <a:lnTo>
                    <a:pt x="7802" y="3491"/>
                  </a:lnTo>
                  <a:lnTo>
                    <a:pt x="7168" y="3920"/>
                  </a:lnTo>
                  <a:lnTo>
                    <a:pt x="6832" y="4125"/>
                  </a:lnTo>
                  <a:lnTo>
                    <a:pt x="6496" y="4331"/>
                  </a:lnTo>
                  <a:lnTo>
                    <a:pt x="6141" y="4517"/>
                  </a:lnTo>
                  <a:lnTo>
                    <a:pt x="5768" y="4685"/>
                  </a:lnTo>
                  <a:lnTo>
                    <a:pt x="5394" y="4853"/>
                  </a:lnTo>
                  <a:lnTo>
                    <a:pt x="5021" y="5003"/>
                  </a:lnTo>
                  <a:lnTo>
                    <a:pt x="4629" y="5133"/>
                  </a:lnTo>
                  <a:lnTo>
                    <a:pt x="4237" y="5264"/>
                  </a:lnTo>
                  <a:lnTo>
                    <a:pt x="3827" y="5376"/>
                  </a:lnTo>
                  <a:lnTo>
                    <a:pt x="3416" y="5450"/>
                  </a:lnTo>
                  <a:lnTo>
                    <a:pt x="3005" y="5525"/>
                  </a:lnTo>
                  <a:lnTo>
                    <a:pt x="2576" y="5581"/>
                  </a:lnTo>
                  <a:lnTo>
                    <a:pt x="2128" y="5618"/>
                  </a:lnTo>
                  <a:lnTo>
                    <a:pt x="1382" y="5618"/>
                  </a:lnTo>
                  <a:lnTo>
                    <a:pt x="1064" y="5600"/>
                  </a:lnTo>
                  <a:lnTo>
                    <a:pt x="430" y="5525"/>
                  </a:lnTo>
                  <a:lnTo>
                    <a:pt x="243" y="6066"/>
                  </a:lnTo>
                  <a:lnTo>
                    <a:pt x="112" y="6570"/>
                  </a:lnTo>
                  <a:lnTo>
                    <a:pt x="38" y="7018"/>
                  </a:lnTo>
                  <a:lnTo>
                    <a:pt x="19" y="7224"/>
                  </a:lnTo>
                  <a:lnTo>
                    <a:pt x="0" y="7429"/>
                  </a:lnTo>
                  <a:lnTo>
                    <a:pt x="0" y="7616"/>
                  </a:lnTo>
                  <a:lnTo>
                    <a:pt x="19" y="7802"/>
                  </a:lnTo>
                  <a:lnTo>
                    <a:pt x="56" y="7970"/>
                  </a:lnTo>
                  <a:lnTo>
                    <a:pt x="94" y="8120"/>
                  </a:lnTo>
                  <a:lnTo>
                    <a:pt x="131" y="8269"/>
                  </a:lnTo>
                  <a:lnTo>
                    <a:pt x="187" y="8418"/>
                  </a:lnTo>
                  <a:lnTo>
                    <a:pt x="262" y="8549"/>
                  </a:lnTo>
                  <a:lnTo>
                    <a:pt x="336" y="8661"/>
                  </a:lnTo>
                  <a:lnTo>
                    <a:pt x="411" y="8792"/>
                  </a:lnTo>
                  <a:lnTo>
                    <a:pt x="504" y="8885"/>
                  </a:lnTo>
                  <a:lnTo>
                    <a:pt x="616" y="8978"/>
                  </a:lnTo>
                  <a:lnTo>
                    <a:pt x="728" y="9071"/>
                  </a:lnTo>
                  <a:lnTo>
                    <a:pt x="952" y="9239"/>
                  </a:lnTo>
                  <a:lnTo>
                    <a:pt x="1232" y="9370"/>
                  </a:lnTo>
                  <a:lnTo>
                    <a:pt x="1512" y="9463"/>
                  </a:lnTo>
                  <a:lnTo>
                    <a:pt x="1830" y="9538"/>
                  </a:lnTo>
                  <a:lnTo>
                    <a:pt x="2165" y="9594"/>
                  </a:lnTo>
                  <a:lnTo>
                    <a:pt x="2520" y="9613"/>
                  </a:lnTo>
                  <a:lnTo>
                    <a:pt x="2987" y="9631"/>
                  </a:lnTo>
                  <a:lnTo>
                    <a:pt x="3491" y="9613"/>
                  </a:lnTo>
                  <a:lnTo>
                    <a:pt x="3995" y="9557"/>
                  </a:lnTo>
                  <a:lnTo>
                    <a:pt x="4499" y="9501"/>
                  </a:lnTo>
                  <a:lnTo>
                    <a:pt x="5003" y="9407"/>
                  </a:lnTo>
                  <a:lnTo>
                    <a:pt x="5506" y="9295"/>
                  </a:lnTo>
                  <a:lnTo>
                    <a:pt x="5992" y="9183"/>
                  </a:lnTo>
                  <a:lnTo>
                    <a:pt x="6440" y="9071"/>
                  </a:lnTo>
                  <a:lnTo>
                    <a:pt x="7280" y="8829"/>
                  </a:lnTo>
                  <a:lnTo>
                    <a:pt x="7952" y="8605"/>
                  </a:lnTo>
                  <a:lnTo>
                    <a:pt x="8400" y="8437"/>
                  </a:lnTo>
                  <a:lnTo>
                    <a:pt x="8605" y="8362"/>
                  </a:lnTo>
                  <a:lnTo>
                    <a:pt x="8624" y="8362"/>
                  </a:lnTo>
                  <a:lnTo>
                    <a:pt x="8642" y="8381"/>
                  </a:lnTo>
                  <a:lnTo>
                    <a:pt x="8661" y="8456"/>
                  </a:lnTo>
                  <a:lnTo>
                    <a:pt x="8717" y="8736"/>
                  </a:lnTo>
                  <a:lnTo>
                    <a:pt x="8773" y="9146"/>
                  </a:lnTo>
                  <a:lnTo>
                    <a:pt x="8810" y="9370"/>
                  </a:lnTo>
                  <a:lnTo>
                    <a:pt x="8866" y="9594"/>
                  </a:lnTo>
                  <a:lnTo>
                    <a:pt x="8941" y="9818"/>
                  </a:lnTo>
                  <a:lnTo>
                    <a:pt x="9053" y="10023"/>
                  </a:lnTo>
                  <a:lnTo>
                    <a:pt x="9165" y="10191"/>
                  </a:lnTo>
                  <a:lnTo>
                    <a:pt x="9239" y="10266"/>
                  </a:lnTo>
                  <a:lnTo>
                    <a:pt x="9333" y="10322"/>
                  </a:lnTo>
                  <a:lnTo>
                    <a:pt x="9407" y="10378"/>
                  </a:lnTo>
                  <a:lnTo>
                    <a:pt x="9519" y="10415"/>
                  </a:lnTo>
                  <a:lnTo>
                    <a:pt x="9613" y="10434"/>
                  </a:lnTo>
                  <a:lnTo>
                    <a:pt x="9743" y="10453"/>
                  </a:lnTo>
                  <a:lnTo>
                    <a:pt x="9855" y="10434"/>
                  </a:lnTo>
                  <a:lnTo>
                    <a:pt x="10005" y="10415"/>
                  </a:lnTo>
                  <a:lnTo>
                    <a:pt x="10154" y="10359"/>
                  </a:lnTo>
                  <a:lnTo>
                    <a:pt x="10303" y="10303"/>
                  </a:lnTo>
                  <a:lnTo>
                    <a:pt x="10621" y="10135"/>
                  </a:lnTo>
                  <a:lnTo>
                    <a:pt x="10938" y="9949"/>
                  </a:lnTo>
                  <a:lnTo>
                    <a:pt x="11218" y="9762"/>
                  </a:lnTo>
                  <a:lnTo>
                    <a:pt x="11479" y="9557"/>
                  </a:lnTo>
                  <a:lnTo>
                    <a:pt x="11741" y="9333"/>
                  </a:lnTo>
                  <a:lnTo>
                    <a:pt x="11965" y="9127"/>
                  </a:lnTo>
                  <a:lnTo>
                    <a:pt x="12356" y="8717"/>
                  </a:lnTo>
                  <a:lnTo>
                    <a:pt x="12674" y="8344"/>
                  </a:lnTo>
                  <a:lnTo>
                    <a:pt x="12916" y="8045"/>
                  </a:lnTo>
                  <a:lnTo>
                    <a:pt x="13103" y="7765"/>
                  </a:lnTo>
                  <a:lnTo>
                    <a:pt x="13028" y="8624"/>
                  </a:lnTo>
                  <a:lnTo>
                    <a:pt x="12991" y="9538"/>
                  </a:lnTo>
                  <a:lnTo>
                    <a:pt x="12954" y="10639"/>
                  </a:lnTo>
                  <a:lnTo>
                    <a:pt x="12954" y="11218"/>
                  </a:lnTo>
                  <a:lnTo>
                    <a:pt x="12972" y="11815"/>
                  </a:lnTo>
                  <a:lnTo>
                    <a:pt x="13010" y="12394"/>
                  </a:lnTo>
                  <a:lnTo>
                    <a:pt x="13066" y="12972"/>
                  </a:lnTo>
                  <a:lnTo>
                    <a:pt x="13140" y="13495"/>
                  </a:lnTo>
                  <a:lnTo>
                    <a:pt x="13234" y="13980"/>
                  </a:lnTo>
                  <a:lnTo>
                    <a:pt x="13290" y="14204"/>
                  </a:lnTo>
                  <a:lnTo>
                    <a:pt x="13364" y="14410"/>
                  </a:lnTo>
                  <a:lnTo>
                    <a:pt x="13439" y="14596"/>
                  </a:lnTo>
                  <a:lnTo>
                    <a:pt x="13532" y="14783"/>
                  </a:lnTo>
                  <a:lnTo>
                    <a:pt x="13588" y="14578"/>
                  </a:lnTo>
                  <a:lnTo>
                    <a:pt x="13682" y="14391"/>
                  </a:lnTo>
                  <a:lnTo>
                    <a:pt x="13775" y="14223"/>
                  </a:lnTo>
                  <a:lnTo>
                    <a:pt x="13887" y="14036"/>
                  </a:lnTo>
                  <a:lnTo>
                    <a:pt x="14018" y="13868"/>
                  </a:lnTo>
                  <a:lnTo>
                    <a:pt x="14148" y="13700"/>
                  </a:lnTo>
                  <a:lnTo>
                    <a:pt x="14316" y="13532"/>
                  </a:lnTo>
                  <a:lnTo>
                    <a:pt x="14484" y="13383"/>
                  </a:lnTo>
                  <a:lnTo>
                    <a:pt x="14652" y="13252"/>
                  </a:lnTo>
                  <a:lnTo>
                    <a:pt x="14839" y="13122"/>
                  </a:lnTo>
                  <a:lnTo>
                    <a:pt x="15044" y="12991"/>
                  </a:lnTo>
                  <a:lnTo>
                    <a:pt x="15250" y="12898"/>
                  </a:lnTo>
                  <a:lnTo>
                    <a:pt x="15119" y="12356"/>
                  </a:lnTo>
                  <a:lnTo>
                    <a:pt x="15044" y="11815"/>
                  </a:lnTo>
                  <a:lnTo>
                    <a:pt x="14988" y="11274"/>
                  </a:lnTo>
                  <a:lnTo>
                    <a:pt x="14988" y="10994"/>
                  </a:lnTo>
                  <a:lnTo>
                    <a:pt x="14988" y="10733"/>
                  </a:lnTo>
                  <a:lnTo>
                    <a:pt x="15007" y="10471"/>
                  </a:lnTo>
                  <a:lnTo>
                    <a:pt x="15044" y="10191"/>
                  </a:lnTo>
                  <a:lnTo>
                    <a:pt x="15082" y="9930"/>
                  </a:lnTo>
                  <a:lnTo>
                    <a:pt x="15138" y="9669"/>
                  </a:lnTo>
                  <a:lnTo>
                    <a:pt x="15212" y="9426"/>
                  </a:lnTo>
                  <a:lnTo>
                    <a:pt x="15287" y="9165"/>
                  </a:lnTo>
                  <a:lnTo>
                    <a:pt x="15380" y="8922"/>
                  </a:lnTo>
                  <a:lnTo>
                    <a:pt x="15511" y="8661"/>
                  </a:lnTo>
                  <a:lnTo>
                    <a:pt x="15679" y="8344"/>
                  </a:lnTo>
                  <a:lnTo>
                    <a:pt x="15865" y="8064"/>
                  </a:lnTo>
                  <a:lnTo>
                    <a:pt x="16052" y="7784"/>
                  </a:lnTo>
                  <a:lnTo>
                    <a:pt x="16239" y="7541"/>
                  </a:lnTo>
                  <a:lnTo>
                    <a:pt x="16444" y="7317"/>
                  </a:lnTo>
                  <a:lnTo>
                    <a:pt x="16649" y="7112"/>
                  </a:lnTo>
                  <a:lnTo>
                    <a:pt x="16855" y="6925"/>
                  </a:lnTo>
                  <a:lnTo>
                    <a:pt x="17060" y="6757"/>
                  </a:lnTo>
                  <a:lnTo>
                    <a:pt x="17265" y="6608"/>
                  </a:lnTo>
                  <a:lnTo>
                    <a:pt x="17489" y="6477"/>
                  </a:lnTo>
                  <a:lnTo>
                    <a:pt x="17695" y="6365"/>
                  </a:lnTo>
                  <a:lnTo>
                    <a:pt x="17919" y="6272"/>
                  </a:lnTo>
                  <a:lnTo>
                    <a:pt x="18143" y="6197"/>
                  </a:lnTo>
                  <a:lnTo>
                    <a:pt x="18348" y="6122"/>
                  </a:lnTo>
                  <a:lnTo>
                    <a:pt x="18572" y="6066"/>
                  </a:lnTo>
                  <a:lnTo>
                    <a:pt x="18777" y="6029"/>
                  </a:lnTo>
                  <a:lnTo>
                    <a:pt x="18628" y="5786"/>
                  </a:lnTo>
                  <a:lnTo>
                    <a:pt x="18441" y="5581"/>
                  </a:lnTo>
                  <a:lnTo>
                    <a:pt x="18236" y="5395"/>
                  </a:lnTo>
                  <a:lnTo>
                    <a:pt x="18031" y="5227"/>
                  </a:lnTo>
                  <a:lnTo>
                    <a:pt x="17807" y="5096"/>
                  </a:lnTo>
                  <a:lnTo>
                    <a:pt x="17564" y="4965"/>
                  </a:lnTo>
                  <a:lnTo>
                    <a:pt x="17321" y="4872"/>
                  </a:lnTo>
                  <a:lnTo>
                    <a:pt x="17097" y="4779"/>
                  </a:lnTo>
                  <a:lnTo>
                    <a:pt x="16668" y="4648"/>
                  </a:lnTo>
                  <a:lnTo>
                    <a:pt x="16295" y="4555"/>
                  </a:lnTo>
                  <a:lnTo>
                    <a:pt x="15959" y="4499"/>
                  </a:lnTo>
                  <a:lnTo>
                    <a:pt x="16071" y="4387"/>
                  </a:lnTo>
                  <a:lnTo>
                    <a:pt x="16183" y="4237"/>
                  </a:lnTo>
                  <a:lnTo>
                    <a:pt x="16332" y="4051"/>
                  </a:lnTo>
                  <a:lnTo>
                    <a:pt x="16463" y="3808"/>
                  </a:lnTo>
                  <a:lnTo>
                    <a:pt x="16593" y="3547"/>
                  </a:lnTo>
                  <a:lnTo>
                    <a:pt x="16687" y="3248"/>
                  </a:lnTo>
                  <a:lnTo>
                    <a:pt x="16724" y="3099"/>
                  </a:lnTo>
                  <a:lnTo>
                    <a:pt x="16743" y="2931"/>
                  </a:lnTo>
                  <a:lnTo>
                    <a:pt x="14895" y="3509"/>
                  </a:lnTo>
                  <a:lnTo>
                    <a:pt x="14690" y="3864"/>
                  </a:lnTo>
                  <a:lnTo>
                    <a:pt x="14447" y="4181"/>
                  </a:lnTo>
                  <a:lnTo>
                    <a:pt x="14186" y="4480"/>
                  </a:lnTo>
                  <a:lnTo>
                    <a:pt x="13906" y="4741"/>
                  </a:lnTo>
                  <a:lnTo>
                    <a:pt x="13588" y="4965"/>
                  </a:lnTo>
                  <a:lnTo>
                    <a:pt x="13252" y="5152"/>
                  </a:lnTo>
                  <a:lnTo>
                    <a:pt x="12898" y="5301"/>
                  </a:lnTo>
                  <a:lnTo>
                    <a:pt x="12506" y="5432"/>
                  </a:lnTo>
                  <a:lnTo>
                    <a:pt x="12151" y="5525"/>
                  </a:lnTo>
                  <a:lnTo>
                    <a:pt x="11797" y="5581"/>
                  </a:lnTo>
                  <a:lnTo>
                    <a:pt x="11405" y="5618"/>
                  </a:lnTo>
                  <a:lnTo>
                    <a:pt x="10994" y="5637"/>
                  </a:lnTo>
                  <a:lnTo>
                    <a:pt x="10770" y="5637"/>
                  </a:lnTo>
                  <a:lnTo>
                    <a:pt x="10527" y="5618"/>
                  </a:lnTo>
                  <a:lnTo>
                    <a:pt x="10397" y="5600"/>
                  </a:lnTo>
                  <a:lnTo>
                    <a:pt x="10247" y="5562"/>
                  </a:lnTo>
                  <a:lnTo>
                    <a:pt x="10135" y="5525"/>
                  </a:lnTo>
                  <a:lnTo>
                    <a:pt x="10023" y="5450"/>
                  </a:lnTo>
                  <a:lnTo>
                    <a:pt x="9930" y="5357"/>
                  </a:lnTo>
                  <a:lnTo>
                    <a:pt x="9911" y="5301"/>
                  </a:lnTo>
                  <a:lnTo>
                    <a:pt x="9893" y="5245"/>
                  </a:lnTo>
                  <a:lnTo>
                    <a:pt x="9893" y="5208"/>
                  </a:lnTo>
                  <a:lnTo>
                    <a:pt x="9893" y="5133"/>
                  </a:lnTo>
                  <a:lnTo>
                    <a:pt x="9893" y="5077"/>
                  </a:lnTo>
                  <a:lnTo>
                    <a:pt x="9930" y="5003"/>
                  </a:lnTo>
                  <a:lnTo>
                    <a:pt x="10005" y="4928"/>
                  </a:lnTo>
                  <a:lnTo>
                    <a:pt x="10098" y="4835"/>
                  </a:lnTo>
                  <a:lnTo>
                    <a:pt x="10229" y="4723"/>
                  </a:lnTo>
                  <a:lnTo>
                    <a:pt x="10415" y="4611"/>
                  </a:lnTo>
                  <a:lnTo>
                    <a:pt x="10658" y="4480"/>
                  </a:lnTo>
                  <a:lnTo>
                    <a:pt x="10975" y="4331"/>
                  </a:lnTo>
                  <a:lnTo>
                    <a:pt x="11349" y="4163"/>
                  </a:lnTo>
                  <a:lnTo>
                    <a:pt x="11797" y="3976"/>
                  </a:lnTo>
                  <a:lnTo>
                    <a:pt x="12338" y="3771"/>
                  </a:lnTo>
                  <a:lnTo>
                    <a:pt x="12954" y="3547"/>
                  </a:lnTo>
                  <a:lnTo>
                    <a:pt x="13682" y="3304"/>
                  </a:lnTo>
                  <a:lnTo>
                    <a:pt x="14503" y="3043"/>
                  </a:lnTo>
                  <a:lnTo>
                    <a:pt x="14615" y="2819"/>
                  </a:lnTo>
                  <a:lnTo>
                    <a:pt x="14690" y="2576"/>
                  </a:lnTo>
                  <a:lnTo>
                    <a:pt x="14783" y="2315"/>
                  </a:lnTo>
                  <a:lnTo>
                    <a:pt x="14858" y="2053"/>
                  </a:lnTo>
                  <a:lnTo>
                    <a:pt x="14970" y="1494"/>
                  </a:lnTo>
                  <a:lnTo>
                    <a:pt x="15063" y="878"/>
                  </a:lnTo>
                  <a:lnTo>
                    <a:pt x="15343" y="990"/>
                  </a:lnTo>
                  <a:lnTo>
                    <a:pt x="15565" y="1092"/>
                  </a:lnTo>
                  <a:lnTo>
                    <a:pt x="15548" y="1083"/>
                  </a:lnTo>
                  <a:lnTo>
                    <a:pt x="15306" y="971"/>
                  </a:lnTo>
                  <a:lnTo>
                    <a:pt x="15026" y="840"/>
                  </a:lnTo>
                  <a:lnTo>
                    <a:pt x="14708" y="728"/>
                  </a:lnTo>
                  <a:lnTo>
                    <a:pt x="14354" y="635"/>
                  </a:lnTo>
                  <a:lnTo>
                    <a:pt x="13980" y="523"/>
                  </a:lnTo>
                  <a:lnTo>
                    <a:pt x="13570" y="430"/>
                  </a:lnTo>
                  <a:lnTo>
                    <a:pt x="13140" y="355"/>
                  </a:lnTo>
                  <a:lnTo>
                    <a:pt x="12636" y="262"/>
                  </a:lnTo>
                  <a:lnTo>
                    <a:pt x="12114" y="187"/>
                  </a:lnTo>
                  <a:lnTo>
                    <a:pt x="11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103;p47">
              <a:extLst>
                <a:ext uri="{FF2B5EF4-FFF2-40B4-BE49-F238E27FC236}">
                  <a16:creationId xmlns:a16="http://schemas.microsoft.com/office/drawing/2014/main" id="{9794BF60-5B40-607B-5FF2-EF1AADD89E7B}"/>
                </a:ext>
              </a:extLst>
            </p:cNvPr>
            <p:cNvSpPr/>
            <p:nvPr/>
          </p:nvSpPr>
          <p:spPr>
            <a:xfrm flipH="1">
              <a:off x="1250030" y="629388"/>
              <a:ext cx="200714" cy="164324"/>
            </a:xfrm>
            <a:custGeom>
              <a:avLst/>
              <a:gdLst/>
              <a:ahLst/>
              <a:cxnLst/>
              <a:rect l="l" t="t" r="r" b="b"/>
              <a:pathLst>
                <a:path w="10397" h="8512" extrusionOk="0">
                  <a:moveTo>
                    <a:pt x="8157" y="1960"/>
                  </a:moveTo>
                  <a:lnTo>
                    <a:pt x="8362" y="2128"/>
                  </a:lnTo>
                  <a:lnTo>
                    <a:pt x="8586" y="2296"/>
                  </a:lnTo>
                  <a:lnTo>
                    <a:pt x="8418" y="2557"/>
                  </a:lnTo>
                  <a:lnTo>
                    <a:pt x="8250" y="2818"/>
                  </a:lnTo>
                  <a:lnTo>
                    <a:pt x="8045" y="3098"/>
                  </a:lnTo>
                  <a:lnTo>
                    <a:pt x="7821" y="3378"/>
                  </a:lnTo>
                  <a:lnTo>
                    <a:pt x="7560" y="3658"/>
                  </a:lnTo>
                  <a:lnTo>
                    <a:pt x="7280" y="3938"/>
                  </a:lnTo>
                  <a:lnTo>
                    <a:pt x="6981" y="4200"/>
                  </a:lnTo>
                  <a:lnTo>
                    <a:pt x="6664" y="4461"/>
                  </a:lnTo>
                  <a:lnTo>
                    <a:pt x="6290" y="4704"/>
                  </a:lnTo>
                  <a:lnTo>
                    <a:pt x="5917" y="4928"/>
                  </a:lnTo>
                  <a:lnTo>
                    <a:pt x="5506" y="5133"/>
                  </a:lnTo>
                  <a:lnTo>
                    <a:pt x="5058" y="5301"/>
                  </a:lnTo>
                  <a:lnTo>
                    <a:pt x="4592" y="5450"/>
                  </a:lnTo>
                  <a:lnTo>
                    <a:pt x="4088" y="5543"/>
                  </a:lnTo>
                  <a:lnTo>
                    <a:pt x="3827" y="5581"/>
                  </a:lnTo>
                  <a:lnTo>
                    <a:pt x="3547" y="5618"/>
                  </a:lnTo>
                  <a:lnTo>
                    <a:pt x="3267" y="5637"/>
                  </a:lnTo>
                  <a:lnTo>
                    <a:pt x="2987" y="5637"/>
                  </a:lnTo>
                  <a:lnTo>
                    <a:pt x="2539" y="5618"/>
                  </a:lnTo>
                  <a:lnTo>
                    <a:pt x="2053" y="5581"/>
                  </a:lnTo>
                  <a:lnTo>
                    <a:pt x="2352" y="5319"/>
                  </a:lnTo>
                  <a:lnTo>
                    <a:pt x="2669" y="5058"/>
                  </a:lnTo>
                  <a:lnTo>
                    <a:pt x="2949" y="5077"/>
                  </a:lnTo>
                  <a:lnTo>
                    <a:pt x="3248" y="5058"/>
                  </a:lnTo>
                  <a:lnTo>
                    <a:pt x="3509" y="5058"/>
                  </a:lnTo>
                  <a:lnTo>
                    <a:pt x="3789" y="5021"/>
                  </a:lnTo>
                  <a:lnTo>
                    <a:pt x="4032" y="4984"/>
                  </a:lnTo>
                  <a:lnTo>
                    <a:pt x="4293" y="4946"/>
                  </a:lnTo>
                  <a:lnTo>
                    <a:pt x="4760" y="4816"/>
                  </a:lnTo>
                  <a:lnTo>
                    <a:pt x="5208" y="4666"/>
                  </a:lnTo>
                  <a:lnTo>
                    <a:pt x="5600" y="4480"/>
                  </a:lnTo>
                  <a:lnTo>
                    <a:pt x="5992" y="4256"/>
                  </a:lnTo>
                  <a:lnTo>
                    <a:pt x="6328" y="4032"/>
                  </a:lnTo>
                  <a:lnTo>
                    <a:pt x="6664" y="3789"/>
                  </a:lnTo>
                  <a:lnTo>
                    <a:pt x="6944" y="3528"/>
                  </a:lnTo>
                  <a:lnTo>
                    <a:pt x="7205" y="3248"/>
                  </a:lnTo>
                  <a:lnTo>
                    <a:pt x="7448" y="2986"/>
                  </a:lnTo>
                  <a:lnTo>
                    <a:pt x="7672" y="2725"/>
                  </a:lnTo>
                  <a:lnTo>
                    <a:pt x="7858" y="2445"/>
                  </a:lnTo>
                  <a:lnTo>
                    <a:pt x="8026" y="2202"/>
                  </a:lnTo>
                  <a:lnTo>
                    <a:pt x="8157" y="1960"/>
                  </a:lnTo>
                  <a:close/>
                  <a:moveTo>
                    <a:pt x="4611" y="0"/>
                  </a:moveTo>
                  <a:lnTo>
                    <a:pt x="4499" y="19"/>
                  </a:lnTo>
                  <a:lnTo>
                    <a:pt x="4424" y="56"/>
                  </a:lnTo>
                  <a:lnTo>
                    <a:pt x="4349" y="112"/>
                  </a:lnTo>
                  <a:lnTo>
                    <a:pt x="4293" y="187"/>
                  </a:lnTo>
                  <a:lnTo>
                    <a:pt x="4237" y="261"/>
                  </a:lnTo>
                  <a:lnTo>
                    <a:pt x="4219" y="373"/>
                  </a:lnTo>
                  <a:lnTo>
                    <a:pt x="4200" y="504"/>
                  </a:lnTo>
                  <a:lnTo>
                    <a:pt x="4219" y="728"/>
                  </a:lnTo>
                  <a:lnTo>
                    <a:pt x="4275" y="933"/>
                  </a:lnTo>
                  <a:lnTo>
                    <a:pt x="4368" y="1157"/>
                  </a:lnTo>
                  <a:lnTo>
                    <a:pt x="4499" y="1344"/>
                  </a:lnTo>
                  <a:lnTo>
                    <a:pt x="4648" y="1549"/>
                  </a:lnTo>
                  <a:lnTo>
                    <a:pt x="4835" y="1736"/>
                  </a:lnTo>
                  <a:lnTo>
                    <a:pt x="5040" y="1922"/>
                  </a:lnTo>
                  <a:lnTo>
                    <a:pt x="5282" y="2109"/>
                  </a:lnTo>
                  <a:lnTo>
                    <a:pt x="4592" y="2090"/>
                  </a:lnTo>
                  <a:lnTo>
                    <a:pt x="3901" y="2109"/>
                  </a:lnTo>
                  <a:lnTo>
                    <a:pt x="3584" y="2146"/>
                  </a:lnTo>
                  <a:lnTo>
                    <a:pt x="3267" y="2184"/>
                  </a:lnTo>
                  <a:lnTo>
                    <a:pt x="2949" y="2240"/>
                  </a:lnTo>
                  <a:lnTo>
                    <a:pt x="2669" y="2296"/>
                  </a:lnTo>
                  <a:lnTo>
                    <a:pt x="2371" y="2370"/>
                  </a:lnTo>
                  <a:lnTo>
                    <a:pt x="2109" y="2464"/>
                  </a:lnTo>
                  <a:lnTo>
                    <a:pt x="1848" y="2576"/>
                  </a:lnTo>
                  <a:lnTo>
                    <a:pt x="1605" y="2688"/>
                  </a:lnTo>
                  <a:lnTo>
                    <a:pt x="1382" y="2818"/>
                  </a:lnTo>
                  <a:lnTo>
                    <a:pt x="1176" y="2986"/>
                  </a:lnTo>
                  <a:lnTo>
                    <a:pt x="1008" y="3154"/>
                  </a:lnTo>
                  <a:lnTo>
                    <a:pt x="840" y="3341"/>
                  </a:lnTo>
                  <a:lnTo>
                    <a:pt x="691" y="3546"/>
                  </a:lnTo>
                  <a:lnTo>
                    <a:pt x="598" y="3733"/>
                  </a:lnTo>
                  <a:lnTo>
                    <a:pt x="542" y="3901"/>
                  </a:lnTo>
                  <a:lnTo>
                    <a:pt x="542" y="4050"/>
                  </a:lnTo>
                  <a:lnTo>
                    <a:pt x="560" y="4125"/>
                  </a:lnTo>
                  <a:lnTo>
                    <a:pt x="579" y="4181"/>
                  </a:lnTo>
                  <a:lnTo>
                    <a:pt x="672" y="4312"/>
                  </a:lnTo>
                  <a:lnTo>
                    <a:pt x="784" y="4405"/>
                  </a:lnTo>
                  <a:lnTo>
                    <a:pt x="934" y="4498"/>
                  </a:lnTo>
                  <a:lnTo>
                    <a:pt x="1120" y="4573"/>
                  </a:lnTo>
                  <a:lnTo>
                    <a:pt x="1344" y="4629"/>
                  </a:lnTo>
                  <a:lnTo>
                    <a:pt x="1587" y="4666"/>
                  </a:lnTo>
                  <a:lnTo>
                    <a:pt x="1848" y="4704"/>
                  </a:lnTo>
                  <a:lnTo>
                    <a:pt x="2147" y="4722"/>
                  </a:lnTo>
                  <a:lnTo>
                    <a:pt x="2464" y="4741"/>
                  </a:lnTo>
                  <a:lnTo>
                    <a:pt x="3136" y="4722"/>
                  </a:lnTo>
                  <a:lnTo>
                    <a:pt x="3136" y="4722"/>
                  </a:lnTo>
                  <a:lnTo>
                    <a:pt x="2632" y="5058"/>
                  </a:lnTo>
                  <a:lnTo>
                    <a:pt x="2389" y="5245"/>
                  </a:lnTo>
                  <a:lnTo>
                    <a:pt x="2165" y="5431"/>
                  </a:lnTo>
                  <a:lnTo>
                    <a:pt x="1941" y="5618"/>
                  </a:lnTo>
                  <a:lnTo>
                    <a:pt x="1717" y="5842"/>
                  </a:lnTo>
                  <a:lnTo>
                    <a:pt x="1512" y="6047"/>
                  </a:lnTo>
                  <a:lnTo>
                    <a:pt x="1307" y="6290"/>
                  </a:lnTo>
                  <a:lnTo>
                    <a:pt x="1102" y="6533"/>
                  </a:lnTo>
                  <a:lnTo>
                    <a:pt x="915" y="6775"/>
                  </a:lnTo>
                  <a:lnTo>
                    <a:pt x="747" y="7037"/>
                  </a:lnTo>
                  <a:lnTo>
                    <a:pt x="579" y="7317"/>
                  </a:lnTo>
                  <a:lnTo>
                    <a:pt x="411" y="7597"/>
                  </a:lnTo>
                  <a:lnTo>
                    <a:pt x="262" y="7895"/>
                  </a:lnTo>
                  <a:lnTo>
                    <a:pt x="187" y="8045"/>
                  </a:lnTo>
                  <a:lnTo>
                    <a:pt x="654" y="8101"/>
                  </a:lnTo>
                  <a:lnTo>
                    <a:pt x="1102" y="8119"/>
                  </a:lnTo>
                  <a:lnTo>
                    <a:pt x="1568" y="8119"/>
                  </a:lnTo>
                  <a:lnTo>
                    <a:pt x="2016" y="8101"/>
                  </a:lnTo>
                  <a:lnTo>
                    <a:pt x="2464" y="8045"/>
                  </a:lnTo>
                  <a:lnTo>
                    <a:pt x="2912" y="7970"/>
                  </a:lnTo>
                  <a:lnTo>
                    <a:pt x="3379" y="7858"/>
                  </a:lnTo>
                  <a:lnTo>
                    <a:pt x="3827" y="7746"/>
                  </a:lnTo>
                  <a:lnTo>
                    <a:pt x="4275" y="7597"/>
                  </a:lnTo>
                  <a:lnTo>
                    <a:pt x="4723" y="7410"/>
                  </a:lnTo>
                  <a:lnTo>
                    <a:pt x="5170" y="7223"/>
                  </a:lnTo>
                  <a:lnTo>
                    <a:pt x="5618" y="6999"/>
                  </a:lnTo>
                  <a:lnTo>
                    <a:pt x="6066" y="6757"/>
                  </a:lnTo>
                  <a:lnTo>
                    <a:pt x="6496" y="6477"/>
                  </a:lnTo>
                  <a:lnTo>
                    <a:pt x="6944" y="6178"/>
                  </a:lnTo>
                  <a:lnTo>
                    <a:pt x="7392" y="5861"/>
                  </a:lnTo>
                  <a:lnTo>
                    <a:pt x="7877" y="5487"/>
                  </a:lnTo>
                  <a:lnTo>
                    <a:pt x="8325" y="5095"/>
                  </a:lnTo>
                  <a:lnTo>
                    <a:pt x="8754" y="4704"/>
                  </a:lnTo>
                  <a:lnTo>
                    <a:pt x="9146" y="4312"/>
                  </a:lnTo>
                  <a:lnTo>
                    <a:pt x="9501" y="3938"/>
                  </a:lnTo>
                  <a:lnTo>
                    <a:pt x="9837" y="3565"/>
                  </a:lnTo>
                  <a:lnTo>
                    <a:pt x="10135" y="3229"/>
                  </a:lnTo>
                  <a:lnTo>
                    <a:pt x="10397" y="2893"/>
                  </a:lnTo>
                  <a:lnTo>
                    <a:pt x="10247" y="2856"/>
                  </a:lnTo>
                  <a:lnTo>
                    <a:pt x="9183" y="2632"/>
                  </a:lnTo>
                  <a:lnTo>
                    <a:pt x="8399" y="2016"/>
                  </a:lnTo>
                  <a:lnTo>
                    <a:pt x="7560" y="1419"/>
                  </a:lnTo>
                  <a:lnTo>
                    <a:pt x="7149" y="1139"/>
                  </a:lnTo>
                  <a:lnTo>
                    <a:pt x="6738" y="877"/>
                  </a:lnTo>
                  <a:lnTo>
                    <a:pt x="6328" y="635"/>
                  </a:lnTo>
                  <a:lnTo>
                    <a:pt x="5954" y="429"/>
                  </a:lnTo>
                  <a:lnTo>
                    <a:pt x="5600" y="261"/>
                  </a:lnTo>
                  <a:lnTo>
                    <a:pt x="5264" y="131"/>
                  </a:lnTo>
                  <a:lnTo>
                    <a:pt x="4965" y="37"/>
                  </a:lnTo>
                  <a:lnTo>
                    <a:pt x="4835" y="19"/>
                  </a:lnTo>
                  <a:lnTo>
                    <a:pt x="4704" y="0"/>
                  </a:lnTo>
                  <a:close/>
                  <a:moveTo>
                    <a:pt x="187" y="8045"/>
                  </a:moveTo>
                  <a:lnTo>
                    <a:pt x="112" y="8194"/>
                  </a:lnTo>
                  <a:lnTo>
                    <a:pt x="0" y="8511"/>
                  </a:lnTo>
                  <a:lnTo>
                    <a:pt x="94" y="8287"/>
                  </a:lnTo>
                  <a:lnTo>
                    <a:pt x="187" y="80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104;p47">
              <a:extLst>
                <a:ext uri="{FF2B5EF4-FFF2-40B4-BE49-F238E27FC236}">
                  <a16:creationId xmlns:a16="http://schemas.microsoft.com/office/drawing/2014/main" id="{3C2EDBAC-3555-767F-1DA5-A13319B3F707}"/>
                </a:ext>
              </a:extLst>
            </p:cNvPr>
            <p:cNvSpPr/>
            <p:nvPr/>
          </p:nvSpPr>
          <p:spPr>
            <a:xfrm flipH="1">
              <a:off x="1092230" y="814223"/>
              <a:ext cx="67027" cy="119286"/>
            </a:xfrm>
            <a:custGeom>
              <a:avLst/>
              <a:gdLst/>
              <a:ahLst/>
              <a:cxnLst/>
              <a:rect l="l" t="t" r="r" b="b"/>
              <a:pathLst>
                <a:path w="3472" h="6179" extrusionOk="0">
                  <a:moveTo>
                    <a:pt x="3416" y="0"/>
                  </a:moveTo>
                  <a:lnTo>
                    <a:pt x="3043" y="75"/>
                  </a:lnTo>
                  <a:lnTo>
                    <a:pt x="2856" y="131"/>
                  </a:lnTo>
                  <a:lnTo>
                    <a:pt x="2651" y="205"/>
                  </a:lnTo>
                  <a:lnTo>
                    <a:pt x="2464" y="299"/>
                  </a:lnTo>
                  <a:lnTo>
                    <a:pt x="2259" y="392"/>
                  </a:lnTo>
                  <a:lnTo>
                    <a:pt x="2072" y="504"/>
                  </a:lnTo>
                  <a:lnTo>
                    <a:pt x="1867" y="635"/>
                  </a:lnTo>
                  <a:lnTo>
                    <a:pt x="1680" y="784"/>
                  </a:lnTo>
                  <a:lnTo>
                    <a:pt x="1493" y="952"/>
                  </a:lnTo>
                  <a:lnTo>
                    <a:pt x="1307" y="1139"/>
                  </a:lnTo>
                  <a:lnTo>
                    <a:pt x="1120" y="1344"/>
                  </a:lnTo>
                  <a:lnTo>
                    <a:pt x="952" y="1568"/>
                  </a:lnTo>
                  <a:lnTo>
                    <a:pt x="765" y="1829"/>
                  </a:lnTo>
                  <a:lnTo>
                    <a:pt x="616" y="2091"/>
                  </a:lnTo>
                  <a:lnTo>
                    <a:pt x="448" y="2389"/>
                  </a:lnTo>
                  <a:lnTo>
                    <a:pt x="355" y="2594"/>
                  </a:lnTo>
                  <a:lnTo>
                    <a:pt x="261" y="2818"/>
                  </a:lnTo>
                  <a:lnTo>
                    <a:pt x="187" y="3042"/>
                  </a:lnTo>
                  <a:lnTo>
                    <a:pt x="131" y="3266"/>
                  </a:lnTo>
                  <a:lnTo>
                    <a:pt x="75" y="3509"/>
                  </a:lnTo>
                  <a:lnTo>
                    <a:pt x="37" y="3733"/>
                  </a:lnTo>
                  <a:lnTo>
                    <a:pt x="19" y="3976"/>
                  </a:lnTo>
                  <a:lnTo>
                    <a:pt x="0" y="4218"/>
                  </a:lnTo>
                  <a:lnTo>
                    <a:pt x="0" y="4704"/>
                  </a:lnTo>
                  <a:lnTo>
                    <a:pt x="37" y="5189"/>
                  </a:lnTo>
                  <a:lnTo>
                    <a:pt x="112" y="5674"/>
                  </a:lnTo>
                  <a:lnTo>
                    <a:pt x="224" y="6178"/>
                  </a:lnTo>
                  <a:lnTo>
                    <a:pt x="504" y="6122"/>
                  </a:lnTo>
                  <a:lnTo>
                    <a:pt x="765" y="6085"/>
                  </a:lnTo>
                  <a:lnTo>
                    <a:pt x="1027" y="6085"/>
                  </a:lnTo>
                  <a:lnTo>
                    <a:pt x="1288" y="6103"/>
                  </a:lnTo>
                  <a:lnTo>
                    <a:pt x="1755" y="5282"/>
                  </a:lnTo>
                  <a:lnTo>
                    <a:pt x="2184" y="4442"/>
                  </a:lnTo>
                  <a:lnTo>
                    <a:pt x="2576" y="3584"/>
                  </a:lnTo>
                  <a:lnTo>
                    <a:pt x="2912" y="2762"/>
                  </a:lnTo>
                  <a:lnTo>
                    <a:pt x="3043" y="2370"/>
                  </a:lnTo>
                  <a:lnTo>
                    <a:pt x="3173" y="1979"/>
                  </a:lnTo>
                  <a:lnTo>
                    <a:pt x="3285" y="1605"/>
                  </a:lnTo>
                  <a:lnTo>
                    <a:pt x="3360" y="1269"/>
                  </a:lnTo>
                  <a:lnTo>
                    <a:pt x="3434" y="952"/>
                  </a:lnTo>
                  <a:lnTo>
                    <a:pt x="3472" y="653"/>
                  </a:lnTo>
                  <a:lnTo>
                    <a:pt x="3472" y="411"/>
                  </a:lnTo>
                  <a:lnTo>
                    <a:pt x="3472" y="187"/>
                  </a:lnTo>
                  <a:lnTo>
                    <a:pt x="34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105;p47">
              <a:extLst>
                <a:ext uri="{FF2B5EF4-FFF2-40B4-BE49-F238E27FC236}">
                  <a16:creationId xmlns:a16="http://schemas.microsoft.com/office/drawing/2014/main" id="{5AF5F140-6FED-CAED-E4B6-67E6CDB31465}"/>
                </a:ext>
              </a:extLst>
            </p:cNvPr>
            <p:cNvSpPr/>
            <p:nvPr/>
          </p:nvSpPr>
          <p:spPr>
            <a:xfrm flipH="1">
              <a:off x="1187707" y="760886"/>
              <a:ext cx="65965" cy="25251"/>
            </a:xfrm>
            <a:custGeom>
              <a:avLst/>
              <a:gdLst/>
              <a:ahLst/>
              <a:cxnLst/>
              <a:rect l="l" t="t" r="r" b="b"/>
              <a:pathLst>
                <a:path w="3417" h="1308" extrusionOk="0">
                  <a:moveTo>
                    <a:pt x="3417" y="1"/>
                  </a:moveTo>
                  <a:lnTo>
                    <a:pt x="2278" y="393"/>
                  </a:lnTo>
                  <a:lnTo>
                    <a:pt x="1308" y="729"/>
                  </a:lnTo>
                  <a:lnTo>
                    <a:pt x="542" y="1046"/>
                  </a:lnTo>
                  <a:lnTo>
                    <a:pt x="244" y="1177"/>
                  </a:lnTo>
                  <a:lnTo>
                    <a:pt x="1" y="1307"/>
                  </a:lnTo>
                  <a:lnTo>
                    <a:pt x="673" y="1307"/>
                  </a:lnTo>
                  <a:lnTo>
                    <a:pt x="934" y="1289"/>
                  </a:lnTo>
                  <a:lnTo>
                    <a:pt x="1177" y="1251"/>
                  </a:lnTo>
                  <a:lnTo>
                    <a:pt x="1420" y="1214"/>
                  </a:lnTo>
                  <a:lnTo>
                    <a:pt x="1643" y="1158"/>
                  </a:lnTo>
                  <a:lnTo>
                    <a:pt x="1867" y="1102"/>
                  </a:lnTo>
                  <a:lnTo>
                    <a:pt x="2073" y="1027"/>
                  </a:lnTo>
                  <a:lnTo>
                    <a:pt x="2259" y="934"/>
                  </a:lnTo>
                  <a:lnTo>
                    <a:pt x="2465" y="841"/>
                  </a:lnTo>
                  <a:lnTo>
                    <a:pt x="2633" y="729"/>
                  </a:lnTo>
                  <a:lnTo>
                    <a:pt x="2819" y="598"/>
                  </a:lnTo>
                  <a:lnTo>
                    <a:pt x="2969" y="467"/>
                  </a:lnTo>
                  <a:lnTo>
                    <a:pt x="3137" y="318"/>
                  </a:lnTo>
                  <a:lnTo>
                    <a:pt x="3267" y="169"/>
                  </a:lnTo>
                  <a:lnTo>
                    <a:pt x="34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106;p47">
              <a:extLst>
                <a:ext uri="{FF2B5EF4-FFF2-40B4-BE49-F238E27FC236}">
                  <a16:creationId xmlns:a16="http://schemas.microsoft.com/office/drawing/2014/main" id="{F3166EE4-D420-7226-8DF7-6B9259734EE3}"/>
                </a:ext>
              </a:extLst>
            </p:cNvPr>
            <p:cNvSpPr/>
            <p:nvPr/>
          </p:nvSpPr>
          <p:spPr>
            <a:xfrm flipH="1">
              <a:off x="1236573" y="688100"/>
              <a:ext cx="209302" cy="108482"/>
            </a:xfrm>
            <a:custGeom>
              <a:avLst/>
              <a:gdLst/>
              <a:ahLst/>
              <a:cxnLst/>
              <a:rect l="l" t="t" r="r" b="b"/>
              <a:pathLst>
                <a:path w="11013" h="5768" extrusionOk="0">
                  <a:moveTo>
                    <a:pt x="10416" y="0"/>
                  </a:moveTo>
                  <a:lnTo>
                    <a:pt x="10154" y="336"/>
                  </a:lnTo>
                  <a:lnTo>
                    <a:pt x="9856" y="672"/>
                  </a:lnTo>
                  <a:lnTo>
                    <a:pt x="9520" y="1045"/>
                  </a:lnTo>
                  <a:lnTo>
                    <a:pt x="9165" y="1419"/>
                  </a:lnTo>
                  <a:lnTo>
                    <a:pt x="8773" y="1811"/>
                  </a:lnTo>
                  <a:lnTo>
                    <a:pt x="8344" y="2202"/>
                  </a:lnTo>
                  <a:lnTo>
                    <a:pt x="7896" y="2594"/>
                  </a:lnTo>
                  <a:lnTo>
                    <a:pt x="7411" y="2968"/>
                  </a:lnTo>
                  <a:lnTo>
                    <a:pt x="6963" y="3285"/>
                  </a:lnTo>
                  <a:lnTo>
                    <a:pt x="6515" y="3584"/>
                  </a:lnTo>
                  <a:lnTo>
                    <a:pt x="6085" y="3864"/>
                  </a:lnTo>
                  <a:lnTo>
                    <a:pt x="5637" y="4106"/>
                  </a:lnTo>
                  <a:lnTo>
                    <a:pt x="5189" y="4330"/>
                  </a:lnTo>
                  <a:lnTo>
                    <a:pt x="4742" y="4517"/>
                  </a:lnTo>
                  <a:lnTo>
                    <a:pt x="4294" y="4704"/>
                  </a:lnTo>
                  <a:lnTo>
                    <a:pt x="3846" y="4853"/>
                  </a:lnTo>
                  <a:lnTo>
                    <a:pt x="3398" y="4965"/>
                  </a:lnTo>
                  <a:lnTo>
                    <a:pt x="2931" y="5077"/>
                  </a:lnTo>
                  <a:lnTo>
                    <a:pt x="2483" y="5152"/>
                  </a:lnTo>
                  <a:lnTo>
                    <a:pt x="2035" y="5208"/>
                  </a:lnTo>
                  <a:lnTo>
                    <a:pt x="1587" y="5226"/>
                  </a:lnTo>
                  <a:lnTo>
                    <a:pt x="1121" y="5226"/>
                  </a:lnTo>
                  <a:lnTo>
                    <a:pt x="673" y="5208"/>
                  </a:lnTo>
                  <a:lnTo>
                    <a:pt x="206" y="5152"/>
                  </a:lnTo>
                  <a:lnTo>
                    <a:pt x="113" y="5394"/>
                  </a:lnTo>
                  <a:lnTo>
                    <a:pt x="19" y="5618"/>
                  </a:lnTo>
                  <a:lnTo>
                    <a:pt x="1" y="5674"/>
                  </a:lnTo>
                  <a:lnTo>
                    <a:pt x="635" y="5749"/>
                  </a:lnTo>
                  <a:lnTo>
                    <a:pt x="953" y="5767"/>
                  </a:lnTo>
                  <a:lnTo>
                    <a:pt x="1699" y="5767"/>
                  </a:lnTo>
                  <a:lnTo>
                    <a:pt x="2147" y="5730"/>
                  </a:lnTo>
                  <a:lnTo>
                    <a:pt x="2576" y="5674"/>
                  </a:lnTo>
                  <a:lnTo>
                    <a:pt x="2987" y="5599"/>
                  </a:lnTo>
                  <a:lnTo>
                    <a:pt x="3398" y="5525"/>
                  </a:lnTo>
                  <a:lnTo>
                    <a:pt x="3808" y="5413"/>
                  </a:lnTo>
                  <a:lnTo>
                    <a:pt x="4200" y="5282"/>
                  </a:lnTo>
                  <a:lnTo>
                    <a:pt x="4592" y="5152"/>
                  </a:lnTo>
                  <a:lnTo>
                    <a:pt x="4965" y="5002"/>
                  </a:lnTo>
                  <a:lnTo>
                    <a:pt x="5339" y="4834"/>
                  </a:lnTo>
                  <a:lnTo>
                    <a:pt x="5712" y="4666"/>
                  </a:lnTo>
                  <a:lnTo>
                    <a:pt x="6067" y="4480"/>
                  </a:lnTo>
                  <a:lnTo>
                    <a:pt x="6403" y="4274"/>
                  </a:lnTo>
                  <a:lnTo>
                    <a:pt x="6739" y="4069"/>
                  </a:lnTo>
                  <a:lnTo>
                    <a:pt x="7373" y="3640"/>
                  </a:lnTo>
                  <a:lnTo>
                    <a:pt x="7989" y="3192"/>
                  </a:lnTo>
                  <a:lnTo>
                    <a:pt x="8549" y="2725"/>
                  </a:lnTo>
                  <a:lnTo>
                    <a:pt x="9072" y="2258"/>
                  </a:lnTo>
                  <a:lnTo>
                    <a:pt x="9538" y="1792"/>
                  </a:lnTo>
                  <a:lnTo>
                    <a:pt x="9968" y="1344"/>
                  </a:lnTo>
                  <a:lnTo>
                    <a:pt x="10360" y="915"/>
                  </a:lnTo>
                  <a:lnTo>
                    <a:pt x="10696" y="523"/>
                  </a:lnTo>
                  <a:lnTo>
                    <a:pt x="10994" y="149"/>
                  </a:lnTo>
                  <a:lnTo>
                    <a:pt x="11013" y="131"/>
                  </a:lnTo>
                  <a:lnTo>
                    <a:pt x="1041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107;p47">
              <a:extLst>
                <a:ext uri="{FF2B5EF4-FFF2-40B4-BE49-F238E27FC236}">
                  <a16:creationId xmlns:a16="http://schemas.microsoft.com/office/drawing/2014/main" id="{DE8B93FA-C17B-A16E-D000-57DA2AB883B7}"/>
                </a:ext>
              </a:extLst>
            </p:cNvPr>
            <p:cNvSpPr/>
            <p:nvPr/>
          </p:nvSpPr>
          <p:spPr>
            <a:xfrm flipH="1">
              <a:off x="1139389" y="709015"/>
              <a:ext cx="132625" cy="91911"/>
            </a:xfrm>
            <a:custGeom>
              <a:avLst/>
              <a:gdLst/>
              <a:ahLst/>
              <a:cxnLst/>
              <a:rect l="l" t="t" r="r" b="b"/>
              <a:pathLst>
                <a:path w="6870" h="4761" extrusionOk="0">
                  <a:moveTo>
                    <a:pt x="4182" y="2894"/>
                  </a:moveTo>
                  <a:lnTo>
                    <a:pt x="4032" y="3062"/>
                  </a:lnTo>
                  <a:lnTo>
                    <a:pt x="3902" y="3211"/>
                  </a:lnTo>
                  <a:lnTo>
                    <a:pt x="3734" y="3360"/>
                  </a:lnTo>
                  <a:lnTo>
                    <a:pt x="3584" y="3491"/>
                  </a:lnTo>
                  <a:lnTo>
                    <a:pt x="3398" y="3622"/>
                  </a:lnTo>
                  <a:lnTo>
                    <a:pt x="3230" y="3734"/>
                  </a:lnTo>
                  <a:lnTo>
                    <a:pt x="3024" y="3827"/>
                  </a:lnTo>
                  <a:lnTo>
                    <a:pt x="2838" y="3920"/>
                  </a:lnTo>
                  <a:lnTo>
                    <a:pt x="2632" y="3995"/>
                  </a:lnTo>
                  <a:lnTo>
                    <a:pt x="2408" y="4051"/>
                  </a:lnTo>
                  <a:lnTo>
                    <a:pt x="2185" y="4107"/>
                  </a:lnTo>
                  <a:lnTo>
                    <a:pt x="1942" y="4144"/>
                  </a:lnTo>
                  <a:lnTo>
                    <a:pt x="1699" y="4182"/>
                  </a:lnTo>
                  <a:lnTo>
                    <a:pt x="1438" y="4200"/>
                  </a:lnTo>
                  <a:lnTo>
                    <a:pt x="766" y="4200"/>
                  </a:lnTo>
                  <a:lnTo>
                    <a:pt x="1009" y="4070"/>
                  </a:lnTo>
                  <a:lnTo>
                    <a:pt x="1307" y="3939"/>
                  </a:lnTo>
                  <a:lnTo>
                    <a:pt x="2073" y="3622"/>
                  </a:lnTo>
                  <a:lnTo>
                    <a:pt x="3043" y="3286"/>
                  </a:lnTo>
                  <a:lnTo>
                    <a:pt x="4182" y="2894"/>
                  </a:lnTo>
                  <a:close/>
                  <a:moveTo>
                    <a:pt x="5171" y="1"/>
                  </a:moveTo>
                  <a:lnTo>
                    <a:pt x="5078" y="617"/>
                  </a:lnTo>
                  <a:lnTo>
                    <a:pt x="4966" y="1176"/>
                  </a:lnTo>
                  <a:lnTo>
                    <a:pt x="4891" y="1438"/>
                  </a:lnTo>
                  <a:lnTo>
                    <a:pt x="4798" y="1699"/>
                  </a:lnTo>
                  <a:lnTo>
                    <a:pt x="4723" y="1942"/>
                  </a:lnTo>
                  <a:lnTo>
                    <a:pt x="4611" y="2166"/>
                  </a:lnTo>
                  <a:lnTo>
                    <a:pt x="3790" y="2427"/>
                  </a:lnTo>
                  <a:lnTo>
                    <a:pt x="3062" y="2670"/>
                  </a:lnTo>
                  <a:lnTo>
                    <a:pt x="2446" y="2894"/>
                  </a:lnTo>
                  <a:lnTo>
                    <a:pt x="1905" y="3099"/>
                  </a:lnTo>
                  <a:lnTo>
                    <a:pt x="1457" y="3286"/>
                  </a:lnTo>
                  <a:lnTo>
                    <a:pt x="1083" y="3454"/>
                  </a:lnTo>
                  <a:lnTo>
                    <a:pt x="766" y="3603"/>
                  </a:lnTo>
                  <a:lnTo>
                    <a:pt x="523" y="3734"/>
                  </a:lnTo>
                  <a:lnTo>
                    <a:pt x="337" y="3846"/>
                  </a:lnTo>
                  <a:lnTo>
                    <a:pt x="206" y="3958"/>
                  </a:lnTo>
                  <a:lnTo>
                    <a:pt x="113" y="4051"/>
                  </a:lnTo>
                  <a:lnTo>
                    <a:pt x="38" y="4126"/>
                  </a:lnTo>
                  <a:lnTo>
                    <a:pt x="1" y="4200"/>
                  </a:lnTo>
                  <a:lnTo>
                    <a:pt x="1" y="4256"/>
                  </a:lnTo>
                  <a:lnTo>
                    <a:pt x="1" y="4331"/>
                  </a:lnTo>
                  <a:lnTo>
                    <a:pt x="1" y="4368"/>
                  </a:lnTo>
                  <a:lnTo>
                    <a:pt x="19" y="4424"/>
                  </a:lnTo>
                  <a:lnTo>
                    <a:pt x="38" y="4480"/>
                  </a:lnTo>
                  <a:lnTo>
                    <a:pt x="131" y="4573"/>
                  </a:lnTo>
                  <a:lnTo>
                    <a:pt x="243" y="4648"/>
                  </a:lnTo>
                  <a:lnTo>
                    <a:pt x="355" y="4685"/>
                  </a:lnTo>
                  <a:lnTo>
                    <a:pt x="505" y="4723"/>
                  </a:lnTo>
                  <a:lnTo>
                    <a:pt x="635" y="4741"/>
                  </a:lnTo>
                  <a:lnTo>
                    <a:pt x="878" y="4760"/>
                  </a:lnTo>
                  <a:lnTo>
                    <a:pt x="1102" y="4760"/>
                  </a:lnTo>
                  <a:lnTo>
                    <a:pt x="1513" y="4741"/>
                  </a:lnTo>
                  <a:lnTo>
                    <a:pt x="1905" y="4704"/>
                  </a:lnTo>
                  <a:lnTo>
                    <a:pt x="2259" y="4648"/>
                  </a:lnTo>
                  <a:lnTo>
                    <a:pt x="2614" y="4555"/>
                  </a:lnTo>
                  <a:lnTo>
                    <a:pt x="3006" y="4424"/>
                  </a:lnTo>
                  <a:lnTo>
                    <a:pt x="3360" y="4275"/>
                  </a:lnTo>
                  <a:lnTo>
                    <a:pt x="3696" y="4088"/>
                  </a:lnTo>
                  <a:lnTo>
                    <a:pt x="4014" y="3864"/>
                  </a:lnTo>
                  <a:lnTo>
                    <a:pt x="4294" y="3603"/>
                  </a:lnTo>
                  <a:lnTo>
                    <a:pt x="4555" y="3304"/>
                  </a:lnTo>
                  <a:lnTo>
                    <a:pt x="4798" y="2987"/>
                  </a:lnTo>
                  <a:lnTo>
                    <a:pt x="5003" y="2632"/>
                  </a:lnTo>
                  <a:lnTo>
                    <a:pt x="6851" y="2054"/>
                  </a:lnTo>
                  <a:lnTo>
                    <a:pt x="6869" y="1923"/>
                  </a:lnTo>
                  <a:lnTo>
                    <a:pt x="6851" y="1774"/>
                  </a:lnTo>
                  <a:lnTo>
                    <a:pt x="6832" y="1624"/>
                  </a:lnTo>
                  <a:lnTo>
                    <a:pt x="6813" y="1494"/>
                  </a:lnTo>
                  <a:lnTo>
                    <a:pt x="5302" y="1942"/>
                  </a:lnTo>
                  <a:lnTo>
                    <a:pt x="5432" y="1550"/>
                  </a:lnTo>
                  <a:lnTo>
                    <a:pt x="5526" y="1139"/>
                  </a:lnTo>
                  <a:lnTo>
                    <a:pt x="5619" y="691"/>
                  </a:lnTo>
                  <a:lnTo>
                    <a:pt x="5693" y="225"/>
                  </a:lnTo>
                  <a:lnTo>
                    <a:pt x="5451" y="113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108;p47">
              <a:extLst>
                <a:ext uri="{FF2B5EF4-FFF2-40B4-BE49-F238E27FC236}">
                  <a16:creationId xmlns:a16="http://schemas.microsoft.com/office/drawing/2014/main" id="{EED2BEC6-A861-A419-F947-C381574E3698}"/>
                </a:ext>
              </a:extLst>
            </p:cNvPr>
            <p:cNvSpPr/>
            <p:nvPr/>
          </p:nvSpPr>
          <p:spPr>
            <a:xfrm flipH="1">
              <a:off x="1096778" y="807550"/>
              <a:ext cx="76747" cy="130099"/>
            </a:xfrm>
            <a:custGeom>
              <a:avLst/>
              <a:gdLst/>
              <a:ahLst/>
              <a:cxnLst/>
              <a:rect l="l" t="t" r="r" b="b"/>
              <a:pathLst>
                <a:path w="3976" h="6869" extrusionOk="0">
                  <a:moveTo>
                    <a:pt x="3789" y="0"/>
                  </a:moveTo>
                  <a:lnTo>
                    <a:pt x="3584" y="37"/>
                  </a:lnTo>
                  <a:lnTo>
                    <a:pt x="3360" y="93"/>
                  </a:lnTo>
                  <a:lnTo>
                    <a:pt x="3155" y="168"/>
                  </a:lnTo>
                  <a:lnTo>
                    <a:pt x="2931" y="243"/>
                  </a:lnTo>
                  <a:lnTo>
                    <a:pt x="2707" y="336"/>
                  </a:lnTo>
                  <a:lnTo>
                    <a:pt x="2501" y="448"/>
                  </a:lnTo>
                  <a:lnTo>
                    <a:pt x="2277" y="579"/>
                  </a:lnTo>
                  <a:lnTo>
                    <a:pt x="2072" y="728"/>
                  </a:lnTo>
                  <a:lnTo>
                    <a:pt x="1867" y="896"/>
                  </a:lnTo>
                  <a:lnTo>
                    <a:pt x="1661" y="1083"/>
                  </a:lnTo>
                  <a:lnTo>
                    <a:pt x="1456" y="1288"/>
                  </a:lnTo>
                  <a:lnTo>
                    <a:pt x="1251" y="1512"/>
                  </a:lnTo>
                  <a:lnTo>
                    <a:pt x="1064" y="1755"/>
                  </a:lnTo>
                  <a:lnTo>
                    <a:pt x="877" y="2035"/>
                  </a:lnTo>
                  <a:lnTo>
                    <a:pt x="691" y="2315"/>
                  </a:lnTo>
                  <a:lnTo>
                    <a:pt x="523" y="2632"/>
                  </a:lnTo>
                  <a:lnTo>
                    <a:pt x="392" y="2893"/>
                  </a:lnTo>
                  <a:lnTo>
                    <a:pt x="299" y="3136"/>
                  </a:lnTo>
                  <a:lnTo>
                    <a:pt x="224" y="3397"/>
                  </a:lnTo>
                  <a:lnTo>
                    <a:pt x="150" y="3640"/>
                  </a:lnTo>
                  <a:lnTo>
                    <a:pt x="94" y="3901"/>
                  </a:lnTo>
                  <a:lnTo>
                    <a:pt x="56" y="4162"/>
                  </a:lnTo>
                  <a:lnTo>
                    <a:pt x="19" y="4442"/>
                  </a:lnTo>
                  <a:lnTo>
                    <a:pt x="0" y="4704"/>
                  </a:lnTo>
                  <a:lnTo>
                    <a:pt x="0" y="4965"/>
                  </a:lnTo>
                  <a:lnTo>
                    <a:pt x="0" y="5245"/>
                  </a:lnTo>
                  <a:lnTo>
                    <a:pt x="56" y="5786"/>
                  </a:lnTo>
                  <a:lnTo>
                    <a:pt x="131" y="6327"/>
                  </a:lnTo>
                  <a:lnTo>
                    <a:pt x="262" y="6869"/>
                  </a:lnTo>
                  <a:lnTo>
                    <a:pt x="523" y="6757"/>
                  </a:lnTo>
                  <a:lnTo>
                    <a:pt x="784" y="6682"/>
                  </a:lnTo>
                  <a:lnTo>
                    <a:pt x="672" y="6178"/>
                  </a:lnTo>
                  <a:lnTo>
                    <a:pt x="597" y="5693"/>
                  </a:lnTo>
                  <a:lnTo>
                    <a:pt x="560" y="5208"/>
                  </a:lnTo>
                  <a:lnTo>
                    <a:pt x="560" y="4722"/>
                  </a:lnTo>
                  <a:lnTo>
                    <a:pt x="579" y="4480"/>
                  </a:lnTo>
                  <a:lnTo>
                    <a:pt x="597" y="4237"/>
                  </a:lnTo>
                  <a:lnTo>
                    <a:pt x="635" y="4013"/>
                  </a:lnTo>
                  <a:lnTo>
                    <a:pt x="691" y="3770"/>
                  </a:lnTo>
                  <a:lnTo>
                    <a:pt x="747" y="3546"/>
                  </a:lnTo>
                  <a:lnTo>
                    <a:pt x="821" y="3322"/>
                  </a:lnTo>
                  <a:lnTo>
                    <a:pt x="915" y="3098"/>
                  </a:lnTo>
                  <a:lnTo>
                    <a:pt x="1008" y="2893"/>
                  </a:lnTo>
                  <a:lnTo>
                    <a:pt x="1176" y="2595"/>
                  </a:lnTo>
                  <a:lnTo>
                    <a:pt x="1325" y="2333"/>
                  </a:lnTo>
                  <a:lnTo>
                    <a:pt x="1512" y="2072"/>
                  </a:lnTo>
                  <a:lnTo>
                    <a:pt x="1680" y="1848"/>
                  </a:lnTo>
                  <a:lnTo>
                    <a:pt x="1867" y="1643"/>
                  </a:lnTo>
                  <a:lnTo>
                    <a:pt x="2053" y="1456"/>
                  </a:lnTo>
                  <a:lnTo>
                    <a:pt x="2240" y="1288"/>
                  </a:lnTo>
                  <a:lnTo>
                    <a:pt x="2427" y="1139"/>
                  </a:lnTo>
                  <a:lnTo>
                    <a:pt x="2632" y="1008"/>
                  </a:lnTo>
                  <a:lnTo>
                    <a:pt x="2819" y="896"/>
                  </a:lnTo>
                  <a:lnTo>
                    <a:pt x="3024" y="803"/>
                  </a:lnTo>
                  <a:lnTo>
                    <a:pt x="3211" y="709"/>
                  </a:lnTo>
                  <a:lnTo>
                    <a:pt x="3416" y="635"/>
                  </a:lnTo>
                  <a:lnTo>
                    <a:pt x="3603" y="579"/>
                  </a:lnTo>
                  <a:lnTo>
                    <a:pt x="3976" y="504"/>
                  </a:lnTo>
                  <a:lnTo>
                    <a:pt x="3901" y="243"/>
                  </a:lnTo>
                  <a:lnTo>
                    <a:pt x="378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109;p47">
              <a:extLst>
                <a:ext uri="{FF2B5EF4-FFF2-40B4-BE49-F238E27FC236}">
                  <a16:creationId xmlns:a16="http://schemas.microsoft.com/office/drawing/2014/main" id="{AFF67A68-F3A0-515E-C5B3-72706F99403A}"/>
                </a:ext>
              </a:extLst>
            </p:cNvPr>
            <p:cNvSpPr/>
            <p:nvPr/>
          </p:nvSpPr>
          <p:spPr>
            <a:xfrm flipH="1">
              <a:off x="1285836" y="672030"/>
              <a:ext cx="120144" cy="67629"/>
            </a:xfrm>
            <a:custGeom>
              <a:avLst/>
              <a:gdLst/>
              <a:ahLst/>
              <a:cxnLst/>
              <a:rect l="l" t="t" r="r" b="b"/>
              <a:pathLst>
                <a:path w="6534" h="3678" extrusionOk="0">
                  <a:moveTo>
                    <a:pt x="6104" y="1"/>
                  </a:moveTo>
                  <a:lnTo>
                    <a:pt x="5973" y="243"/>
                  </a:lnTo>
                  <a:lnTo>
                    <a:pt x="5805" y="486"/>
                  </a:lnTo>
                  <a:lnTo>
                    <a:pt x="5619" y="766"/>
                  </a:lnTo>
                  <a:lnTo>
                    <a:pt x="5395" y="1027"/>
                  </a:lnTo>
                  <a:lnTo>
                    <a:pt x="5152" y="1289"/>
                  </a:lnTo>
                  <a:lnTo>
                    <a:pt x="4891" y="1569"/>
                  </a:lnTo>
                  <a:lnTo>
                    <a:pt x="4611" y="1830"/>
                  </a:lnTo>
                  <a:lnTo>
                    <a:pt x="4275" y="2073"/>
                  </a:lnTo>
                  <a:lnTo>
                    <a:pt x="3939" y="2297"/>
                  </a:lnTo>
                  <a:lnTo>
                    <a:pt x="3547" y="2521"/>
                  </a:lnTo>
                  <a:lnTo>
                    <a:pt x="3155" y="2707"/>
                  </a:lnTo>
                  <a:lnTo>
                    <a:pt x="2707" y="2857"/>
                  </a:lnTo>
                  <a:lnTo>
                    <a:pt x="2240" y="2987"/>
                  </a:lnTo>
                  <a:lnTo>
                    <a:pt x="1979" y="3025"/>
                  </a:lnTo>
                  <a:lnTo>
                    <a:pt x="1736" y="3062"/>
                  </a:lnTo>
                  <a:lnTo>
                    <a:pt x="1456" y="3099"/>
                  </a:lnTo>
                  <a:lnTo>
                    <a:pt x="1195" y="3099"/>
                  </a:lnTo>
                  <a:lnTo>
                    <a:pt x="896" y="3118"/>
                  </a:lnTo>
                  <a:lnTo>
                    <a:pt x="616" y="3099"/>
                  </a:lnTo>
                  <a:lnTo>
                    <a:pt x="299" y="3360"/>
                  </a:lnTo>
                  <a:lnTo>
                    <a:pt x="0" y="3622"/>
                  </a:lnTo>
                  <a:lnTo>
                    <a:pt x="486" y="3659"/>
                  </a:lnTo>
                  <a:lnTo>
                    <a:pt x="934" y="3678"/>
                  </a:lnTo>
                  <a:lnTo>
                    <a:pt x="1214" y="3678"/>
                  </a:lnTo>
                  <a:lnTo>
                    <a:pt x="1494" y="3659"/>
                  </a:lnTo>
                  <a:lnTo>
                    <a:pt x="1774" y="3622"/>
                  </a:lnTo>
                  <a:lnTo>
                    <a:pt x="2035" y="3584"/>
                  </a:lnTo>
                  <a:lnTo>
                    <a:pt x="2539" y="3491"/>
                  </a:lnTo>
                  <a:lnTo>
                    <a:pt x="3005" y="3342"/>
                  </a:lnTo>
                  <a:lnTo>
                    <a:pt x="3453" y="3174"/>
                  </a:lnTo>
                  <a:lnTo>
                    <a:pt x="3864" y="2969"/>
                  </a:lnTo>
                  <a:lnTo>
                    <a:pt x="4237" y="2745"/>
                  </a:lnTo>
                  <a:lnTo>
                    <a:pt x="4611" y="2502"/>
                  </a:lnTo>
                  <a:lnTo>
                    <a:pt x="4928" y="2241"/>
                  </a:lnTo>
                  <a:lnTo>
                    <a:pt x="5227" y="1979"/>
                  </a:lnTo>
                  <a:lnTo>
                    <a:pt x="5507" y="1699"/>
                  </a:lnTo>
                  <a:lnTo>
                    <a:pt x="5768" y="1419"/>
                  </a:lnTo>
                  <a:lnTo>
                    <a:pt x="5992" y="1139"/>
                  </a:lnTo>
                  <a:lnTo>
                    <a:pt x="6197" y="859"/>
                  </a:lnTo>
                  <a:lnTo>
                    <a:pt x="6365" y="598"/>
                  </a:lnTo>
                  <a:lnTo>
                    <a:pt x="6533" y="337"/>
                  </a:lnTo>
                  <a:lnTo>
                    <a:pt x="6309" y="169"/>
                  </a:lnTo>
                  <a:lnTo>
                    <a:pt x="61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110;p47">
              <a:extLst>
                <a:ext uri="{FF2B5EF4-FFF2-40B4-BE49-F238E27FC236}">
                  <a16:creationId xmlns:a16="http://schemas.microsoft.com/office/drawing/2014/main" id="{F4A1C352-1AF3-5EAB-5438-6F42CE8FEB3A}"/>
                </a:ext>
              </a:extLst>
            </p:cNvPr>
            <p:cNvSpPr/>
            <p:nvPr/>
          </p:nvSpPr>
          <p:spPr>
            <a:xfrm flipH="1">
              <a:off x="1124661" y="956532"/>
              <a:ext cx="61274" cy="39305"/>
            </a:xfrm>
            <a:custGeom>
              <a:avLst/>
              <a:gdLst/>
              <a:ahLst/>
              <a:cxnLst/>
              <a:rect l="l" t="t" r="r" b="b"/>
              <a:pathLst>
                <a:path w="3174" h="2036" extrusionOk="0">
                  <a:moveTo>
                    <a:pt x="2894" y="1"/>
                  </a:moveTo>
                  <a:lnTo>
                    <a:pt x="2838" y="19"/>
                  </a:lnTo>
                  <a:lnTo>
                    <a:pt x="2689" y="57"/>
                  </a:lnTo>
                  <a:lnTo>
                    <a:pt x="2353" y="131"/>
                  </a:lnTo>
                  <a:lnTo>
                    <a:pt x="1905" y="281"/>
                  </a:lnTo>
                  <a:lnTo>
                    <a:pt x="1662" y="393"/>
                  </a:lnTo>
                  <a:lnTo>
                    <a:pt x="1401" y="505"/>
                  </a:lnTo>
                  <a:lnTo>
                    <a:pt x="1121" y="654"/>
                  </a:lnTo>
                  <a:lnTo>
                    <a:pt x="841" y="803"/>
                  </a:lnTo>
                  <a:lnTo>
                    <a:pt x="580" y="990"/>
                  </a:lnTo>
                  <a:lnTo>
                    <a:pt x="356" y="1195"/>
                  </a:lnTo>
                  <a:lnTo>
                    <a:pt x="337" y="1214"/>
                  </a:lnTo>
                  <a:lnTo>
                    <a:pt x="225" y="1363"/>
                  </a:lnTo>
                  <a:lnTo>
                    <a:pt x="113" y="1494"/>
                  </a:lnTo>
                  <a:lnTo>
                    <a:pt x="38" y="1643"/>
                  </a:lnTo>
                  <a:lnTo>
                    <a:pt x="20" y="1699"/>
                  </a:lnTo>
                  <a:lnTo>
                    <a:pt x="1" y="1755"/>
                  </a:lnTo>
                  <a:lnTo>
                    <a:pt x="20" y="1848"/>
                  </a:lnTo>
                  <a:lnTo>
                    <a:pt x="76" y="1942"/>
                  </a:lnTo>
                  <a:lnTo>
                    <a:pt x="113" y="1979"/>
                  </a:lnTo>
                  <a:lnTo>
                    <a:pt x="150" y="2016"/>
                  </a:lnTo>
                  <a:lnTo>
                    <a:pt x="225" y="2035"/>
                  </a:lnTo>
                  <a:lnTo>
                    <a:pt x="337" y="2035"/>
                  </a:lnTo>
                  <a:lnTo>
                    <a:pt x="412" y="1998"/>
                  </a:lnTo>
                  <a:lnTo>
                    <a:pt x="468" y="1960"/>
                  </a:lnTo>
                  <a:lnTo>
                    <a:pt x="524" y="1886"/>
                  </a:lnTo>
                  <a:lnTo>
                    <a:pt x="617" y="1755"/>
                  </a:lnTo>
                  <a:lnTo>
                    <a:pt x="710" y="1625"/>
                  </a:lnTo>
                  <a:lnTo>
                    <a:pt x="841" y="1494"/>
                  </a:lnTo>
                  <a:lnTo>
                    <a:pt x="990" y="1382"/>
                  </a:lnTo>
                  <a:lnTo>
                    <a:pt x="1140" y="1270"/>
                  </a:lnTo>
                  <a:lnTo>
                    <a:pt x="1307" y="1158"/>
                  </a:lnTo>
                  <a:lnTo>
                    <a:pt x="1681" y="971"/>
                  </a:lnTo>
                  <a:lnTo>
                    <a:pt x="2035" y="822"/>
                  </a:lnTo>
                  <a:lnTo>
                    <a:pt x="2390" y="710"/>
                  </a:lnTo>
                  <a:lnTo>
                    <a:pt x="2707" y="617"/>
                  </a:lnTo>
                  <a:lnTo>
                    <a:pt x="2950" y="561"/>
                  </a:lnTo>
                  <a:lnTo>
                    <a:pt x="3006" y="542"/>
                  </a:lnTo>
                  <a:lnTo>
                    <a:pt x="3043" y="505"/>
                  </a:lnTo>
                  <a:lnTo>
                    <a:pt x="3118" y="430"/>
                  </a:lnTo>
                  <a:lnTo>
                    <a:pt x="3155" y="337"/>
                  </a:lnTo>
                  <a:lnTo>
                    <a:pt x="3174" y="281"/>
                  </a:lnTo>
                  <a:lnTo>
                    <a:pt x="3155" y="225"/>
                  </a:lnTo>
                  <a:lnTo>
                    <a:pt x="3118" y="131"/>
                  </a:lnTo>
                  <a:lnTo>
                    <a:pt x="3043" y="57"/>
                  </a:lnTo>
                  <a:lnTo>
                    <a:pt x="2950" y="19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111;p47">
              <a:extLst>
                <a:ext uri="{FF2B5EF4-FFF2-40B4-BE49-F238E27FC236}">
                  <a16:creationId xmlns:a16="http://schemas.microsoft.com/office/drawing/2014/main" id="{00D65426-874C-E996-F9F4-87CDB255E0E9}"/>
                </a:ext>
              </a:extLst>
            </p:cNvPr>
            <p:cNvSpPr/>
            <p:nvPr/>
          </p:nvSpPr>
          <p:spPr>
            <a:xfrm flipH="1">
              <a:off x="1315613" y="950780"/>
              <a:ext cx="67761" cy="79286"/>
            </a:xfrm>
            <a:custGeom>
              <a:avLst/>
              <a:gdLst/>
              <a:ahLst/>
              <a:cxnLst/>
              <a:rect l="l" t="t" r="r" b="b"/>
              <a:pathLst>
                <a:path w="3510" h="4107" extrusionOk="0">
                  <a:moveTo>
                    <a:pt x="1345" y="0"/>
                  </a:moveTo>
                  <a:lnTo>
                    <a:pt x="1233" y="19"/>
                  </a:lnTo>
                  <a:lnTo>
                    <a:pt x="1158" y="75"/>
                  </a:lnTo>
                  <a:lnTo>
                    <a:pt x="1102" y="168"/>
                  </a:lnTo>
                  <a:lnTo>
                    <a:pt x="710" y="1139"/>
                  </a:lnTo>
                  <a:lnTo>
                    <a:pt x="430" y="1885"/>
                  </a:lnTo>
                  <a:lnTo>
                    <a:pt x="243" y="2426"/>
                  </a:lnTo>
                  <a:lnTo>
                    <a:pt x="113" y="2837"/>
                  </a:lnTo>
                  <a:lnTo>
                    <a:pt x="38" y="3098"/>
                  </a:lnTo>
                  <a:lnTo>
                    <a:pt x="19" y="3266"/>
                  </a:lnTo>
                  <a:lnTo>
                    <a:pt x="1" y="3360"/>
                  </a:lnTo>
                  <a:lnTo>
                    <a:pt x="19" y="3397"/>
                  </a:lnTo>
                  <a:lnTo>
                    <a:pt x="38" y="3528"/>
                  </a:lnTo>
                  <a:lnTo>
                    <a:pt x="94" y="3621"/>
                  </a:lnTo>
                  <a:lnTo>
                    <a:pt x="150" y="3714"/>
                  </a:lnTo>
                  <a:lnTo>
                    <a:pt x="206" y="3789"/>
                  </a:lnTo>
                  <a:lnTo>
                    <a:pt x="337" y="3901"/>
                  </a:lnTo>
                  <a:lnTo>
                    <a:pt x="467" y="3994"/>
                  </a:lnTo>
                  <a:lnTo>
                    <a:pt x="579" y="4032"/>
                  </a:lnTo>
                  <a:lnTo>
                    <a:pt x="710" y="4069"/>
                  </a:lnTo>
                  <a:lnTo>
                    <a:pt x="859" y="4088"/>
                  </a:lnTo>
                  <a:lnTo>
                    <a:pt x="1009" y="4106"/>
                  </a:lnTo>
                  <a:lnTo>
                    <a:pt x="1233" y="4088"/>
                  </a:lnTo>
                  <a:lnTo>
                    <a:pt x="1475" y="4050"/>
                  </a:lnTo>
                  <a:lnTo>
                    <a:pt x="1736" y="3994"/>
                  </a:lnTo>
                  <a:lnTo>
                    <a:pt x="2016" y="3920"/>
                  </a:lnTo>
                  <a:lnTo>
                    <a:pt x="2315" y="3808"/>
                  </a:lnTo>
                  <a:lnTo>
                    <a:pt x="2632" y="3677"/>
                  </a:lnTo>
                  <a:lnTo>
                    <a:pt x="2987" y="3528"/>
                  </a:lnTo>
                  <a:lnTo>
                    <a:pt x="3360" y="3360"/>
                  </a:lnTo>
                  <a:lnTo>
                    <a:pt x="3398" y="3322"/>
                  </a:lnTo>
                  <a:lnTo>
                    <a:pt x="3435" y="3285"/>
                  </a:lnTo>
                  <a:lnTo>
                    <a:pt x="3491" y="3192"/>
                  </a:lnTo>
                  <a:lnTo>
                    <a:pt x="3510" y="3080"/>
                  </a:lnTo>
                  <a:lnTo>
                    <a:pt x="3491" y="3042"/>
                  </a:lnTo>
                  <a:lnTo>
                    <a:pt x="3472" y="2986"/>
                  </a:lnTo>
                  <a:lnTo>
                    <a:pt x="3454" y="2930"/>
                  </a:lnTo>
                  <a:lnTo>
                    <a:pt x="3416" y="2893"/>
                  </a:lnTo>
                  <a:lnTo>
                    <a:pt x="3323" y="2837"/>
                  </a:lnTo>
                  <a:lnTo>
                    <a:pt x="3155" y="2837"/>
                  </a:lnTo>
                  <a:lnTo>
                    <a:pt x="3099" y="2856"/>
                  </a:lnTo>
                  <a:lnTo>
                    <a:pt x="2539" y="3117"/>
                  </a:lnTo>
                  <a:lnTo>
                    <a:pt x="2054" y="3322"/>
                  </a:lnTo>
                  <a:lnTo>
                    <a:pt x="1662" y="3434"/>
                  </a:lnTo>
                  <a:lnTo>
                    <a:pt x="1345" y="3509"/>
                  </a:lnTo>
                  <a:lnTo>
                    <a:pt x="1102" y="3546"/>
                  </a:lnTo>
                  <a:lnTo>
                    <a:pt x="915" y="3546"/>
                  </a:lnTo>
                  <a:lnTo>
                    <a:pt x="785" y="3528"/>
                  </a:lnTo>
                  <a:lnTo>
                    <a:pt x="710" y="3490"/>
                  </a:lnTo>
                  <a:lnTo>
                    <a:pt x="654" y="3453"/>
                  </a:lnTo>
                  <a:lnTo>
                    <a:pt x="598" y="3416"/>
                  </a:lnTo>
                  <a:lnTo>
                    <a:pt x="579" y="3360"/>
                  </a:lnTo>
                  <a:lnTo>
                    <a:pt x="561" y="3304"/>
                  </a:lnTo>
                  <a:lnTo>
                    <a:pt x="579" y="3173"/>
                  </a:lnTo>
                  <a:lnTo>
                    <a:pt x="654" y="2930"/>
                  </a:lnTo>
                  <a:lnTo>
                    <a:pt x="897" y="2240"/>
                  </a:lnTo>
                  <a:lnTo>
                    <a:pt x="1233" y="1344"/>
                  </a:lnTo>
                  <a:lnTo>
                    <a:pt x="1606" y="373"/>
                  </a:lnTo>
                  <a:lnTo>
                    <a:pt x="1624" y="317"/>
                  </a:lnTo>
                  <a:lnTo>
                    <a:pt x="1624" y="261"/>
                  </a:lnTo>
                  <a:lnTo>
                    <a:pt x="1606" y="168"/>
                  </a:lnTo>
                  <a:lnTo>
                    <a:pt x="1550" y="75"/>
                  </a:lnTo>
                  <a:lnTo>
                    <a:pt x="1494" y="37"/>
                  </a:lnTo>
                  <a:lnTo>
                    <a:pt x="1456" y="1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112;p47">
              <a:extLst>
                <a:ext uri="{FF2B5EF4-FFF2-40B4-BE49-F238E27FC236}">
                  <a16:creationId xmlns:a16="http://schemas.microsoft.com/office/drawing/2014/main" id="{BEF67ED0-D480-1BDB-AE1E-BD404EA12604}"/>
                </a:ext>
              </a:extLst>
            </p:cNvPr>
            <p:cNvSpPr/>
            <p:nvPr/>
          </p:nvSpPr>
          <p:spPr>
            <a:xfrm flipH="1">
              <a:off x="1273090" y="942846"/>
              <a:ext cx="18398" cy="24151"/>
            </a:xfrm>
            <a:custGeom>
              <a:avLst/>
              <a:gdLst/>
              <a:ahLst/>
              <a:cxnLst/>
              <a:rect l="l" t="t" r="r" b="b"/>
              <a:pathLst>
                <a:path w="953" h="1251" extrusionOk="0">
                  <a:moveTo>
                    <a:pt x="467" y="0"/>
                  </a:moveTo>
                  <a:lnTo>
                    <a:pt x="373" y="19"/>
                  </a:lnTo>
                  <a:lnTo>
                    <a:pt x="280" y="56"/>
                  </a:lnTo>
                  <a:lnTo>
                    <a:pt x="205" y="112"/>
                  </a:lnTo>
                  <a:lnTo>
                    <a:pt x="131" y="187"/>
                  </a:lnTo>
                  <a:lnTo>
                    <a:pt x="75" y="280"/>
                  </a:lnTo>
                  <a:lnTo>
                    <a:pt x="37" y="374"/>
                  </a:lnTo>
                  <a:lnTo>
                    <a:pt x="0" y="504"/>
                  </a:lnTo>
                  <a:lnTo>
                    <a:pt x="0" y="635"/>
                  </a:lnTo>
                  <a:lnTo>
                    <a:pt x="0" y="747"/>
                  </a:lnTo>
                  <a:lnTo>
                    <a:pt x="37" y="878"/>
                  </a:lnTo>
                  <a:lnTo>
                    <a:pt x="75" y="971"/>
                  </a:lnTo>
                  <a:lnTo>
                    <a:pt x="131" y="1064"/>
                  </a:lnTo>
                  <a:lnTo>
                    <a:pt x="205" y="1139"/>
                  </a:lnTo>
                  <a:lnTo>
                    <a:pt x="280" y="1214"/>
                  </a:lnTo>
                  <a:lnTo>
                    <a:pt x="373" y="1232"/>
                  </a:lnTo>
                  <a:lnTo>
                    <a:pt x="467" y="1251"/>
                  </a:lnTo>
                  <a:lnTo>
                    <a:pt x="560" y="1232"/>
                  </a:lnTo>
                  <a:lnTo>
                    <a:pt x="653" y="1214"/>
                  </a:lnTo>
                  <a:lnTo>
                    <a:pt x="747" y="1139"/>
                  </a:lnTo>
                  <a:lnTo>
                    <a:pt x="803" y="1064"/>
                  </a:lnTo>
                  <a:lnTo>
                    <a:pt x="859" y="971"/>
                  </a:lnTo>
                  <a:lnTo>
                    <a:pt x="915" y="878"/>
                  </a:lnTo>
                  <a:lnTo>
                    <a:pt x="933" y="747"/>
                  </a:lnTo>
                  <a:lnTo>
                    <a:pt x="952" y="635"/>
                  </a:lnTo>
                  <a:lnTo>
                    <a:pt x="933" y="504"/>
                  </a:lnTo>
                  <a:lnTo>
                    <a:pt x="915" y="374"/>
                  </a:lnTo>
                  <a:lnTo>
                    <a:pt x="859" y="280"/>
                  </a:lnTo>
                  <a:lnTo>
                    <a:pt x="803" y="187"/>
                  </a:lnTo>
                  <a:lnTo>
                    <a:pt x="747" y="112"/>
                  </a:lnTo>
                  <a:lnTo>
                    <a:pt x="653" y="56"/>
                  </a:lnTo>
                  <a:lnTo>
                    <a:pt x="560" y="1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113;p47">
              <a:extLst>
                <a:ext uri="{FF2B5EF4-FFF2-40B4-BE49-F238E27FC236}">
                  <a16:creationId xmlns:a16="http://schemas.microsoft.com/office/drawing/2014/main" id="{8AE56FEE-57CE-C542-B817-DC866DD85256}"/>
                </a:ext>
              </a:extLst>
            </p:cNvPr>
            <p:cNvSpPr/>
            <p:nvPr/>
          </p:nvSpPr>
          <p:spPr>
            <a:xfrm flipH="1">
              <a:off x="1368586" y="941398"/>
              <a:ext cx="18398" cy="24170"/>
            </a:xfrm>
            <a:custGeom>
              <a:avLst/>
              <a:gdLst/>
              <a:ahLst/>
              <a:cxnLst/>
              <a:rect l="l" t="t" r="r" b="b"/>
              <a:pathLst>
                <a:path w="953" h="1252" extrusionOk="0">
                  <a:moveTo>
                    <a:pt x="468" y="1"/>
                  </a:moveTo>
                  <a:lnTo>
                    <a:pt x="374" y="19"/>
                  </a:lnTo>
                  <a:lnTo>
                    <a:pt x="281" y="57"/>
                  </a:lnTo>
                  <a:lnTo>
                    <a:pt x="206" y="113"/>
                  </a:lnTo>
                  <a:lnTo>
                    <a:pt x="132" y="187"/>
                  </a:lnTo>
                  <a:lnTo>
                    <a:pt x="76" y="281"/>
                  </a:lnTo>
                  <a:lnTo>
                    <a:pt x="38" y="393"/>
                  </a:lnTo>
                  <a:lnTo>
                    <a:pt x="1" y="505"/>
                  </a:lnTo>
                  <a:lnTo>
                    <a:pt x="1" y="635"/>
                  </a:lnTo>
                  <a:lnTo>
                    <a:pt x="1" y="766"/>
                  </a:lnTo>
                  <a:lnTo>
                    <a:pt x="38" y="878"/>
                  </a:lnTo>
                  <a:lnTo>
                    <a:pt x="76" y="990"/>
                  </a:lnTo>
                  <a:lnTo>
                    <a:pt x="132" y="1083"/>
                  </a:lnTo>
                  <a:lnTo>
                    <a:pt x="206" y="1158"/>
                  </a:lnTo>
                  <a:lnTo>
                    <a:pt x="281" y="1214"/>
                  </a:lnTo>
                  <a:lnTo>
                    <a:pt x="374" y="1251"/>
                  </a:lnTo>
                  <a:lnTo>
                    <a:pt x="561" y="1251"/>
                  </a:lnTo>
                  <a:lnTo>
                    <a:pt x="654" y="1214"/>
                  </a:lnTo>
                  <a:lnTo>
                    <a:pt x="729" y="1158"/>
                  </a:lnTo>
                  <a:lnTo>
                    <a:pt x="804" y="1083"/>
                  </a:lnTo>
                  <a:lnTo>
                    <a:pt x="860" y="990"/>
                  </a:lnTo>
                  <a:lnTo>
                    <a:pt x="916" y="878"/>
                  </a:lnTo>
                  <a:lnTo>
                    <a:pt x="934" y="766"/>
                  </a:lnTo>
                  <a:lnTo>
                    <a:pt x="953" y="635"/>
                  </a:lnTo>
                  <a:lnTo>
                    <a:pt x="934" y="505"/>
                  </a:lnTo>
                  <a:lnTo>
                    <a:pt x="916" y="393"/>
                  </a:lnTo>
                  <a:lnTo>
                    <a:pt x="860" y="281"/>
                  </a:lnTo>
                  <a:lnTo>
                    <a:pt x="804" y="187"/>
                  </a:lnTo>
                  <a:lnTo>
                    <a:pt x="729" y="113"/>
                  </a:lnTo>
                  <a:lnTo>
                    <a:pt x="654" y="57"/>
                  </a:lnTo>
                  <a:lnTo>
                    <a:pt x="561" y="1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114;p47">
              <a:extLst>
                <a:ext uri="{FF2B5EF4-FFF2-40B4-BE49-F238E27FC236}">
                  <a16:creationId xmlns:a16="http://schemas.microsoft.com/office/drawing/2014/main" id="{A8EDC82D-A63E-CD29-FA4E-E12B3ED3E4DB}"/>
                </a:ext>
              </a:extLst>
            </p:cNvPr>
            <p:cNvSpPr/>
            <p:nvPr/>
          </p:nvSpPr>
          <p:spPr>
            <a:xfrm flipH="1">
              <a:off x="1258322" y="916187"/>
              <a:ext cx="31004" cy="19112"/>
            </a:xfrm>
            <a:custGeom>
              <a:avLst/>
              <a:gdLst/>
              <a:ahLst/>
              <a:cxnLst/>
              <a:rect l="l" t="t" r="r" b="b"/>
              <a:pathLst>
                <a:path w="1606" h="990" extrusionOk="0">
                  <a:moveTo>
                    <a:pt x="205" y="0"/>
                  </a:moveTo>
                  <a:lnTo>
                    <a:pt x="0" y="504"/>
                  </a:lnTo>
                  <a:lnTo>
                    <a:pt x="1232" y="971"/>
                  </a:lnTo>
                  <a:lnTo>
                    <a:pt x="1325" y="989"/>
                  </a:lnTo>
                  <a:lnTo>
                    <a:pt x="1419" y="989"/>
                  </a:lnTo>
                  <a:lnTo>
                    <a:pt x="1475" y="952"/>
                  </a:lnTo>
                  <a:lnTo>
                    <a:pt x="1549" y="896"/>
                  </a:lnTo>
                  <a:lnTo>
                    <a:pt x="1587" y="821"/>
                  </a:lnTo>
                  <a:lnTo>
                    <a:pt x="1605" y="765"/>
                  </a:lnTo>
                  <a:lnTo>
                    <a:pt x="1605" y="709"/>
                  </a:lnTo>
                  <a:lnTo>
                    <a:pt x="1587" y="616"/>
                  </a:lnTo>
                  <a:lnTo>
                    <a:pt x="1531" y="523"/>
                  </a:lnTo>
                  <a:lnTo>
                    <a:pt x="1475" y="485"/>
                  </a:lnTo>
                  <a:lnTo>
                    <a:pt x="1437" y="467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115;p47">
              <a:extLst>
                <a:ext uri="{FF2B5EF4-FFF2-40B4-BE49-F238E27FC236}">
                  <a16:creationId xmlns:a16="http://schemas.microsoft.com/office/drawing/2014/main" id="{8A3DE306-34B5-252B-C1B4-98CF49CC25F4}"/>
                </a:ext>
              </a:extLst>
            </p:cNvPr>
            <p:cNvSpPr/>
            <p:nvPr/>
          </p:nvSpPr>
          <p:spPr>
            <a:xfrm flipH="1">
              <a:off x="1366770" y="911496"/>
              <a:ext cx="31004" cy="19479"/>
            </a:xfrm>
            <a:custGeom>
              <a:avLst/>
              <a:gdLst/>
              <a:ahLst/>
              <a:cxnLst/>
              <a:rect l="l" t="t" r="r" b="b"/>
              <a:pathLst>
                <a:path w="1606" h="1009" extrusionOk="0">
                  <a:moveTo>
                    <a:pt x="1400" y="1"/>
                  </a:moveTo>
                  <a:lnTo>
                    <a:pt x="187" y="467"/>
                  </a:lnTo>
                  <a:lnTo>
                    <a:pt x="131" y="505"/>
                  </a:lnTo>
                  <a:lnTo>
                    <a:pt x="93" y="542"/>
                  </a:lnTo>
                  <a:lnTo>
                    <a:pt x="37" y="616"/>
                  </a:lnTo>
                  <a:lnTo>
                    <a:pt x="0" y="728"/>
                  </a:lnTo>
                  <a:lnTo>
                    <a:pt x="19" y="784"/>
                  </a:lnTo>
                  <a:lnTo>
                    <a:pt x="19" y="840"/>
                  </a:lnTo>
                  <a:lnTo>
                    <a:pt x="75" y="896"/>
                  </a:lnTo>
                  <a:lnTo>
                    <a:pt x="131" y="952"/>
                  </a:lnTo>
                  <a:lnTo>
                    <a:pt x="205" y="990"/>
                  </a:lnTo>
                  <a:lnTo>
                    <a:pt x="280" y="1008"/>
                  </a:lnTo>
                  <a:lnTo>
                    <a:pt x="392" y="990"/>
                  </a:lnTo>
                  <a:lnTo>
                    <a:pt x="1605" y="523"/>
                  </a:lnTo>
                  <a:lnTo>
                    <a:pt x="1400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116;p47">
              <a:extLst>
                <a:ext uri="{FF2B5EF4-FFF2-40B4-BE49-F238E27FC236}">
                  <a16:creationId xmlns:a16="http://schemas.microsoft.com/office/drawing/2014/main" id="{0E12CD95-13B5-CDA5-8BBA-447FCFC06A1F}"/>
                </a:ext>
              </a:extLst>
            </p:cNvPr>
            <p:cNvSpPr/>
            <p:nvPr/>
          </p:nvSpPr>
          <p:spPr>
            <a:xfrm flipH="1">
              <a:off x="1265519" y="1035794"/>
              <a:ext cx="74614" cy="36429"/>
            </a:xfrm>
            <a:custGeom>
              <a:avLst/>
              <a:gdLst/>
              <a:ahLst/>
              <a:cxnLst/>
              <a:rect l="l" t="t" r="r" b="b"/>
              <a:pathLst>
                <a:path w="3865" h="1887" extrusionOk="0">
                  <a:moveTo>
                    <a:pt x="2203" y="1"/>
                  </a:moveTo>
                  <a:lnTo>
                    <a:pt x="1886" y="38"/>
                  </a:lnTo>
                  <a:lnTo>
                    <a:pt x="1587" y="57"/>
                  </a:lnTo>
                  <a:lnTo>
                    <a:pt x="1270" y="94"/>
                  </a:lnTo>
                  <a:lnTo>
                    <a:pt x="672" y="225"/>
                  </a:lnTo>
                  <a:lnTo>
                    <a:pt x="542" y="281"/>
                  </a:lnTo>
                  <a:lnTo>
                    <a:pt x="448" y="300"/>
                  </a:lnTo>
                  <a:lnTo>
                    <a:pt x="355" y="356"/>
                  </a:lnTo>
                  <a:lnTo>
                    <a:pt x="243" y="430"/>
                  </a:lnTo>
                  <a:lnTo>
                    <a:pt x="150" y="542"/>
                  </a:lnTo>
                  <a:lnTo>
                    <a:pt x="75" y="673"/>
                  </a:lnTo>
                  <a:lnTo>
                    <a:pt x="19" y="822"/>
                  </a:lnTo>
                  <a:lnTo>
                    <a:pt x="0" y="971"/>
                  </a:lnTo>
                  <a:lnTo>
                    <a:pt x="0" y="1121"/>
                  </a:lnTo>
                  <a:lnTo>
                    <a:pt x="38" y="1270"/>
                  </a:lnTo>
                  <a:lnTo>
                    <a:pt x="94" y="1419"/>
                  </a:lnTo>
                  <a:lnTo>
                    <a:pt x="187" y="1550"/>
                  </a:lnTo>
                  <a:lnTo>
                    <a:pt x="280" y="1643"/>
                  </a:lnTo>
                  <a:lnTo>
                    <a:pt x="392" y="1718"/>
                  </a:lnTo>
                  <a:lnTo>
                    <a:pt x="523" y="1774"/>
                  </a:lnTo>
                  <a:lnTo>
                    <a:pt x="710" y="1849"/>
                  </a:lnTo>
                  <a:lnTo>
                    <a:pt x="896" y="1867"/>
                  </a:lnTo>
                  <a:lnTo>
                    <a:pt x="1102" y="1886"/>
                  </a:lnTo>
                  <a:lnTo>
                    <a:pt x="1288" y="1867"/>
                  </a:lnTo>
                  <a:lnTo>
                    <a:pt x="1699" y="1830"/>
                  </a:lnTo>
                  <a:lnTo>
                    <a:pt x="2072" y="1774"/>
                  </a:lnTo>
                  <a:lnTo>
                    <a:pt x="2819" y="1774"/>
                  </a:lnTo>
                  <a:lnTo>
                    <a:pt x="2987" y="1755"/>
                  </a:lnTo>
                  <a:lnTo>
                    <a:pt x="3155" y="1718"/>
                  </a:lnTo>
                  <a:lnTo>
                    <a:pt x="3304" y="1662"/>
                  </a:lnTo>
                  <a:lnTo>
                    <a:pt x="3453" y="1569"/>
                  </a:lnTo>
                  <a:lnTo>
                    <a:pt x="3584" y="1475"/>
                  </a:lnTo>
                  <a:lnTo>
                    <a:pt x="3677" y="1345"/>
                  </a:lnTo>
                  <a:lnTo>
                    <a:pt x="3771" y="1195"/>
                  </a:lnTo>
                  <a:lnTo>
                    <a:pt x="3827" y="1009"/>
                  </a:lnTo>
                  <a:lnTo>
                    <a:pt x="3864" y="822"/>
                  </a:lnTo>
                  <a:lnTo>
                    <a:pt x="3845" y="654"/>
                  </a:lnTo>
                  <a:lnTo>
                    <a:pt x="3789" y="486"/>
                  </a:lnTo>
                  <a:lnTo>
                    <a:pt x="3696" y="337"/>
                  </a:lnTo>
                  <a:lnTo>
                    <a:pt x="3584" y="206"/>
                  </a:lnTo>
                  <a:lnTo>
                    <a:pt x="3453" y="113"/>
                  </a:lnTo>
                  <a:lnTo>
                    <a:pt x="3304" y="57"/>
                  </a:lnTo>
                  <a:lnTo>
                    <a:pt x="3136" y="20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2531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Tabel Kontribusi</a:t>
            </a:r>
            <a:endParaRPr dirty="0"/>
          </a:p>
        </p:txBody>
      </p:sp>
      <p:sp>
        <p:nvSpPr>
          <p:cNvPr id="1226" name="Google Shape;1226;p50"/>
          <p:cNvSpPr/>
          <p:nvPr/>
        </p:nvSpPr>
        <p:spPr>
          <a:xfrm>
            <a:off x="1202225" y="2029870"/>
            <a:ext cx="951300" cy="95130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50"/>
          <p:cNvSpPr/>
          <p:nvPr/>
        </p:nvSpPr>
        <p:spPr>
          <a:xfrm rot="10800000">
            <a:off x="1202225" y="2029870"/>
            <a:ext cx="951300" cy="951300"/>
          </a:xfrm>
          <a:prstGeom prst="blockArc">
            <a:avLst>
              <a:gd name="adj1" fmla="val 5397798"/>
              <a:gd name="adj2" fmla="val 10852136"/>
              <a:gd name="adj3" fmla="val 1233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50"/>
          <p:cNvSpPr txBox="1">
            <a:spLocks noGrp="1"/>
          </p:cNvSpPr>
          <p:nvPr>
            <p:ph type="subTitle" idx="1"/>
          </p:nvPr>
        </p:nvSpPr>
        <p:spPr>
          <a:xfrm>
            <a:off x="344774" y="3081444"/>
            <a:ext cx="2500663" cy="1201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Fredoka One" panose="02000000000000000000" pitchFamily="2" charset="0"/>
              </a:rPr>
              <a:t>M. Agil </a:t>
            </a:r>
            <a:r>
              <a:rPr lang="en-US" sz="14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Syaifullah</a:t>
            </a:r>
            <a:r>
              <a:rPr lang="en-US" sz="1400" dirty="0">
                <a:solidFill>
                  <a:schemeClr val="accent3"/>
                </a:solidFill>
                <a:latin typeface="Fredoka One" panose="02000000000000000000" pitchFamily="2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Daulay</a:t>
            </a:r>
            <a:endParaRPr lang="en-ID" sz="14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230" name="Google Shape;1230;p50"/>
          <p:cNvSpPr txBox="1">
            <a:spLocks noGrp="1"/>
          </p:cNvSpPr>
          <p:nvPr>
            <p:ph type="subTitle" idx="3"/>
          </p:nvPr>
        </p:nvSpPr>
        <p:spPr>
          <a:xfrm>
            <a:off x="2375771" y="3081445"/>
            <a:ext cx="2386711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Fredoka One" panose="02000000000000000000" pitchFamily="2" charset="0"/>
              </a:rPr>
              <a:t>Ariski Myardi</a:t>
            </a:r>
            <a:endParaRPr lang="en-ID" sz="14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232" name="Google Shape;1232;p50"/>
          <p:cNvSpPr txBox="1">
            <a:spLocks noGrp="1"/>
          </p:cNvSpPr>
          <p:nvPr>
            <p:ph type="subTitle" idx="5"/>
          </p:nvPr>
        </p:nvSpPr>
        <p:spPr>
          <a:xfrm>
            <a:off x="4305168" y="3043020"/>
            <a:ext cx="2386710" cy="219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4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Dwi</a:t>
            </a:r>
            <a:r>
              <a:rPr lang="en-US" sz="1400" dirty="0">
                <a:solidFill>
                  <a:schemeClr val="accent3"/>
                </a:solidFill>
                <a:latin typeface="Fredoka One" panose="02000000000000000000" pitchFamily="2" charset="0"/>
              </a:rPr>
              <a:t> Agus Cahyo Ilahi</a:t>
            </a:r>
            <a:endParaRPr lang="en-ID" sz="14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234" name="Google Shape;1234;p50"/>
          <p:cNvSpPr txBox="1">
            <a:spLocks noGrp="1"/>
          </p:cNvSpPr>
          <p:nvPr>
            <p:ph type="subTitle" idx="7"/>
          </p:nvPr>
        </p:nvSpPr>
        <p:spPr>
          <a:xfrm>
            <a:off x="6553992" y="2981170"/>
            <a:ext cx="1820751" cy="3653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Syahla</a:t>
            </a:r>
            <a:r>
              <a:rPr lang="en-US" sz="1200" dirty="0">
                <a:solidFill>
                  <a:schemeClr val="accent3"/>
                </a:solidFill>
                <a:latin typeface="Fredoka One" panose="02000000000000000000" pitchFamily="2" charset="0"/>
              </a:rPr>
              <a:t> Setia </a:t>
            </a:r>
            <a:r>
              <a:rPr lang="en-US" sz="1200" dirty="0" err="1">
                <a:solidFill>
                  <a:schemeClr val="accent3"/>
                </a:solidFill>
                <a:latin typeface="Fredoka One" panose="02000000000000000000" pitchFamily="2" charset="0"/>
              </a:rPr>
              <a:t>Pratiwi</a:t>
            </a:r>
            <a:endParaRPr lang="en-ID" sz="1200" dirty="0">
              <a:solidFill>
                <a:schemeClr val="accent3"/>
              </a:solidFill>
              <a:latin typeface="Fredoka One" panose="02000000000000000000" pitchFamily="2" charset="0"/>
            </a:endParaRPr>
          </a:p>
        </p:txBody>
      </p:sp>
      <p:sp>
        <p:nvSpPr>
          <p:cNvPr id="1236" name="Google Shape;1236;p50"/>
          <p:cNvSpPr/>
          <p:nvPr/>
        </p:nvSpPr>
        <p:spPr>
          <a:xfrm>
            <a:off x="3130592" y="2029870"/>
            <a:ext cx="951300" cy="95130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50"/>
          <p:cNvSpPr/>
          <p:nvPr/>
        </p:nvSpPr>
        <p:spPr>
          <a:xfrm rot="10800000">
            <a:off x="3130592" y="2029870"/>
            <a:ext cx="951300" cy="951300"/>
          </a:xfrm>
          <a:prstGeom prst="blockArc">
            <a:avLst>
              <a:gd name="adj1" fmla="val 5397798"/>
              <a:gd name="adj2" fmla="val 10847740"/>
              <a:gd name="adj3" fmla="val 1235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0"/>
          <p:cNvSpPr/>
          <p:nvPr/>
        </p:nvSpPr>
        <p:spPr>
          <a:xfrm>
            <a:off x="5060982" y="2029870"/>
            <a:ext cx="951300" cy="95130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50"/>
          <p:cNvSpPr/>
          <p:nvPr/>
        </p:nvSpPr>
        <p:spPr>
          <a:xfrm rot="10800000">
            <a:off x="5060982" y="2029870"/>
            <a:ext cx="951300" cy="951300"/>
          </a:xfrm>
          <a:prstGeom prst="blockArc">
            <a:avLst>
              <a:gd name="adj1" fmla="val 5397798"/>
              <a:gd name="adj2" fmla="val 10946207"/>
              <a:gd name="adj3" fmla="val 1235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50"/>
          <p:cNvSpPr/>
          <p:nvPr/>
        </p:nvSpPr>
        <p:spPr>
          <a:xfrm>
            <a:off x="6990378" y="2029870"/>
            <a:ext cx="951300" cy="951300"/>
          </a:xfrm>
          <a:prstGeom prst="donut">
            <a:avLst>
              <a:gd name="adj" fmla="val 121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50"/>
          <p:cNvSpPr/>
          <p:nvPr/>
        </p:nvSpPr>
        <p:spPr>
          <a:xfrm rot="10800000">
            <a:off x="6990378" y="2029870"/>
            <a:ext cx="951300" cy="951300"/>
          </a:xfrm>
          <a:prstGeom prst="blockArc">
            <a:avLst>
              <a:gd name="adj1" fmla="val 5464292"/>
              <a:gd name="adj2" fmla="val 10812499"/>
              <a:gd name="adj3" fmla="val 1209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50"/>
          <p:cNvSpPr txBox="1">
            <a:spLocks noGrp="1"/>
          </p:cNvSpPr>
          <p:nvPr>
            <p:ph type="title" idx="4294967295"/>
          </p:nvPr>
        </p:nvSpPr>
        <p:spPr>
          <a:xfrm>
            <a:off x="1068725" y="2372920"/>
            <a:ext cx="12183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25%</a:t>
            </a:r>
            <a:endParaRPr sz="1800"/>
          </a:p>
        </p:txBody>
      </p:sp>
      <p:sp>
        <p:nvSpPr>
          <p:cNvPr id="1243" name="Google Shape;1243;p50"/>
          <p:cNvSpPr txBox="1">
            <a:spLocks noGrp="1"/>
          </p:cNvSpPr>
          <p:nvPr>
            <p:ph type="title" idx="4294967295"/>
          </p:nvPr>
        </p:nvSpPr>
        <p:spPr>
          <a:xfrm>
            <a:off x="2997092" y="2372920"/>
            <a:ext cx="12183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25%</a:t>
            </a:r>
            <a:endParaRPr sz="1800" dirty="0"/>
          </a:p>
        </p:txBody>
      </p:sp>
      <p:sp>
        <p:nvSpPr>
          <p:cNvPr id="1244" name="Google Shape;1244;p50"/>
          <p:cNvSpPr txBox="1">
            <a:spLocks noGrp="1"/>
          </p:cNvSpPr>
          <p:nvPr>
            <p:ph type="title" idx="4294967295"/>
          </p:nvPr>
        </p:nvSpPr>
        <p:spPr>
          <a:xfrm>
            <a:off x="4927482" y="2372920"/>
            <a:ext cx="12183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25%</a:t>
            </a:r>
            <a:endParaRPr sz="1800" dirty="0"/>
          </a:p>
        </p:txBody>
      </p:sp>
      <p:sp>
        <p:nvSpPr>
          <p:cNvPr id="1245" name="Google Shape;1245;p50"/>
          <p:cNvSpPr txBox="1">
            <a:spLocks noGrp="1"/>
          </p:cNvSpPr>
          <p:nvPr>
            <p:ph type="title" idx="4294967295"/>
          </p:nvPr>
        </p:nvSpPr>
        <p:spPr>
          <a:xfrm>
            <a:off x="6856878" y="2372920"/>
            <a:ext cx="1218300" cy="2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25%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4"/>
          <p:cNvSpPr/>
          <p:nvPr/>
        </p:nvSpPr>
        <p:spPr>
          <a:xfrm>
            <a:off x="-504406" y="1229736"/>
            <a:ext cx="3536595" cy="2911512"/>
          </a:xfrm>
          <a:custGeom>
            <a:avLst/>
            <a:gdLst/>
            <a:ahLst/>
            <a:cxnLst/>
            <a:rect l="l" t="t" r="r" b="b"/>
            <a:pathLst>
              <a:path w="191064" h="157294" extrusionOk="0">
                <a:moveTo>
                  <a:pt x="113237" y="0"/>
                </a:moveTo>
                <a:cubicBezTo>
                  <a:pt x="104842" y="0"/>
                  <a:pt x="96326" y="4897"/>
                  <a:pt x="89808" y="10733"/>
                </a:cubicBezTo>
                <a:cubicBezTo>
                  <a:pt x="81189" y="18547"/>
                  <a:pt x="73752" y="28339"/>
                  <a:pt x="63049" y="32727"/>
                </a:cubicBezTo>
                <a:cubicBezTo>
                  <a:pt x="53201" y="36794"/>
                  <a:pt x="42014" y="35617"/>
                  <a:pt x="31366" y="36422"/>
                </a:cubicBezTo>
                <a:cubicBezTo>
                  <a:pt x="20714" y="37171"/>
                  <a:pt x="8996" y="40917"/>
                  <a:pt x="4338" y="50709"/>
                </a:cubicBezTo>
                <a:cubicBezTo>
                  <a:pt x="1" y="59914"/>
                  <a:pt x="3537" y="71637"/>
                  <a:pt x="10225" y="79609"/>
                </a:cubicBezTo>
                <a:cubicBezTo>
                  <a:pt x="19430" y="90582"/>
                  <a:pt x="24409" y="104548"/>
                  <a:pt x="20770" y="119160"/>
                </a:cubicBezTo>
                <a:cubicBezTo>
                  <a:pt x="19323" y="124992"/>
                  <a:pt x="16595" y="130720"/>
                  <a:pt x="17345" y="136659"/>
                </a:cubicBezTo>
                <a:cubicBezTo>
                  <a:pt x="18252" y="143457"/>
                  <a:pt x="23767" y="148968"/>
                  <a:pt x="30189" y="151271"/>
                </a:cubicBezTo>
                <a:cubicBezTo>
                  <a:pt x="33271" y="152374"/>
                  <a:pt x="36512" y="152838"/>
                  <a:pt x="39779" y="152838"/>
                </a:cubicBezTo>
                <a:cubicBezTo>
                  <a:pt x="43318" y="152838"/>
                  <a:pt x="46887" y="152294"/>
                  <a:pt x="50312" y="151430"/>
                </a:cubicBezTo>
                <a:cubicBezTo>
                  <a:pt x="57259" y="149716"/>
                  <a:pt x="64784" y="147567"/>
                  <a:pt x="72116" y="147567"/>
                </a:cubicBezTo>
                <a:cubicBezTo>
                  <a:pt x="73708" y="147567"/>
                  <a:pt x="75291" y="147668"/>
                  <a:pt x="76856" y="147897"/>
                </a:cubicBezTo>
                <a:cubicBezTo>
                  <a:pt x="84777" y="149075"/>
                  <a:pt x="91036" y="155231"/>
                  <a:pt x="99334" y="156623"/>
                </a:cubicBezTo>
                <a:cubicBezTo>
                  <a:pt x="101955" y="157053"/>
                  <a:pt x="104623" y="157293"/>
                  <a:pt x="107281" y="157293"/>
                </a:cubicBezTo>
                <a:cubicBezTo>
                  <a:pt x="112219" y="157293"/>
                  <a:pt x="117126" y="156464"/>
                  <a:pt x="121648" y="154482"/>
                </a:cubicBezTo>
                <a:cubicBezTo>
                  <a:pt x="127270" y="151965"/>
                  <a:pt x="133101" y="147790"/>
                  <a:pt x="139365" y="145971"/>
                </a:cubicBezTo>
                <a:cubicBezTo>
                  <a:pt x="142212" y="145190"/>
                  <a:pt x="144975" y="144895"/>
                  <a:pt x="147715" y="144895"/>
                </a:cubicBezTo>
                <a:cubicBezTo>
                  <a:pt x="148733" y="144895"/>
                  <a:pt x="149747" y="144935"/>
                  <a:pt x="150762" y="145007"/>
                </a:cubicBezTo>
                <a:cubicBezTo>
                  <a:pt x="154829" y="145328"/>
                  <a:pt x="158952" y="146133"/>
                  <a:pt x="163127" y="146776"/>
                </a:cubicBezTo>
                <a:cubicBezTo>
                  <a:pt x="165495" y="147147"/>
                  <a:pt x="168164" y="147443"/>
                  <a:pt x="170829" y="147443"/>
                </a:cubicBezTo>
                <a:cubicBezTo>
                  <a:pt x="177374" y="147443"/>
                  <a:pt x="183892" y="145661"/>
                  <a:pt x="185870" y="138855"/>
                </a:cubicBezTo>
                <a:cubicBezTo>
                  <a:pt x="188815" y="128794"/>
                  <a:pt x="184371" y="118570"/>
                  <a:pt x="179876" y="109848"/>
                </a:cubicBezTo>
                <a:cubicBezTo>
                  <a:pt x="176934" y="104175"/>
                  <a:pt x="173561" y="97270"/>
                  <a:pt x="174687" y="90689"/>
                </a:cubicBezTo>
                <a:cubicBezTo>
                  <a:pt x="175864" y="83783"/>
                  <a:pt x="181430" y="77309"/>
                  <a:pt x="184585" y="71208"/>
                </a:cubicBezTo>
                <a:cubicBezTo>
                  <a:pt x="188225" y="64195"/>
                  <a:pt x="191063" y="55740"/>
                  <a:pt x="187903" y="48461"/>
                </a:cubicBezTo>
                <a:cubicBezTo>
                  <a:pt x="184585" y="40810"/>
                  <a:pt x="174738" y="35510"/>
                  <a:pt x="167301" y="32834"/>
                </a:cubicBezTo>
                <a:cubicBezTo>
                  <a:pt x="158738" y="29730"/>
                  <a:pt x="149585" y="27482"/>
                  <a:pt x="142469" y="21595"/>
                </a:cubicBezTo>
                <a:cubicBezTo>
                  <a:pt x="134977" y="15443"/>
                  <a:pt x="130160" y="5703"/>
                  <a:pt x="121434" y="1742"/>
                </a:cubicBezTo>
                <a:cubicBezTo>
                  <a:pt x="118766" y="533"/>
                  <a:pt x="116008" y="0"/>
                  <a:pt x="1132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54"/>
          <p:cNvSpPr txBox="1">
            <a:spLocks noGrp="1"/>
          </p:cNvSpPr>
          <p:nvPr>
            <p:ph type="title"/>
          </p:nvPr>
        </p:nvSpPr>
        <p:spPr>
          <a:xfrm>
            <a:off x="3412550" y="1719500"/>
            <a:ext cx="5025900" cy="18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Thanks</a:t>
            </a:r>
            <a:r>
              <a:rPr lang="en" dirty="0"/>
              <a:t>!</a:t>
            </a:r>
            <a:endParaRPr dirty="0"/>
          </a:p>
        </p:txBody>
      </p:sp>
      <p:sp>
        <p:nvSpPr>
          <p:cNvPr id="1345" name="Google Shape;1345;p54"/>
          <p:cNvSpPr/>
          <p:nvPr/>
        </p:nvSpPr>
        <p:spPr>
          <a:xfrm>
            <a:off x="6109774" y="2822768"/>
            <a:ext cx="35" cy="35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54"/>
          <p:cNvSpPr/>
          <p:nvPr/>
        </p:nvSpPr>
        <p:spPr>
          <a:xfrm>
            <a:off x="-1381155" y="3719962"/>
            <a:ext cx="1454" cy="4137"/>
          </a:xfrm>
          <a:custGeom>
            <a:avLst/>
            <a:gdLst/>
            <a:ahLst/>
            <a:cxnLst/>
            <a:rect l="l" t="t" r="r" b="b"/>
            <a:pathLst>
              <a:path w="26" h="74" fill="none" extrusionOk="0">
                <a:moveTo>
                  <a:pt x="25" y="0"/>
                </a:moveTo>
                <a:lnTo>
                  <a:pt x="25" y="0"/>
                </a:lnTo>
                <a:lnTo>
                  <a:pt x="1" y="49"/>
                </a:lnTo>
                <a:lnTo>
                  <a:pt x="1" y="49"/>
                </a:lnTo>
                <a:lnTo>
                  <a:pt x="1" y="74"/>
                </a:lnTo>
                <a:lnTo>
                  <a:pt x="1" y="74"/>
                </a:lnTo>
                <a:lnTo>
                  <a:pt x="1" y="74"/>
                </a:lnTo>
                <a:lnTo>
                  <a:pt x="1" y="74"/>
                </a:lnTo>
                <a:lnTo>
                  <a:pt x="25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29;p39">
            <a:extLst>
              <a:ext uri="{FF2B5EF4-FFF2-40B4-BE49-F238E27FC236}">
                <a16:creationId xmlns:a16="http://schemas.microsoft.com/office/drawing/2014/main" id="{256E5D53-84A6-7729-C3F1-C9BABDE81ED1}"/>
              </a:ext>
            </a:extLst>
          </p:cNvPr>
          <p:cNvGrpSpPr/>
          <p:nvPr/>
        </p:nvGrpSpPr>
        <p:grpSpPr>
          <a:xfrm>
            <a:off x="541659" y="684589"/>
            <a:ext cx="2842974" cy="4276357"/>
            <a:chOff x="1049155" y="444249"/>
            <a:chExt cx="2842974" cy="4276357"/>
          </a:xfrm>
        </p:grpSpPr>
        <p:sp>
          <p:nvSpPr>
            <p:cNvPr id="3" name="Google Shape;530;p39">
              <a:extLst>
                <a:ext uri="{FF2B5EF4-FFF2-40B4-BE49-F238E27FC236}">
                  <a16:creationId xmlns:a16="http://schemas.microsoft.com/office/drawing/2014/main" id="{8E952377-9C91-4C26-5FB4-898EA3A43ADF}"/>
                </a:ext>
              </a:extLst>
            </p:cNvPr>
            <p:cNvSpPr/>
            <p:nvPr/>
          </p:nvSpPr>
          <p:spPr>
            <a:xfrm>
              <a:off x="1817781" y="4367617"/>
              <a:ext cx="975009" cy="352989"/>
            </a:xfrm>
            <a:custGeom>
              <a:avLst/>
              <a:gdLst/>
              <a:ahLst/>
              <a:cxnLst/>
              <a:rect l="l" t="t" r="r" b="b"/>
              <a:pathLst>
                <a:path w="47777" h="17297" extrusionOk="0">
                  <a:moveTo>
                    <a:pt x="8638" y="0"/>
                  </a:moveTo>
                  <a:cubicBezTo>
                    <a:pt x="5619" y="0"/>
                    <a:pt x="2355" y="597"/>
                    <a:pt x="1129" y="3195"/>
                  </a:cubicBezTo>
                  <a:cubicBezTo>
                    <a:pt x="1" y="5451"/>
                    <a:pt x="1075" y="8213"/>
                    <a:pt x="2654" y="10243"/>
                  </a:cubicBezTo>
                  <a:cubicBezTo>
                    <a:pt x="5641" y="14079"/>
                    <a:pt x="10325" y="16394"/>
                    <a:pt x="15176" y="17070"/>
                  </a:cubicBezTo>
                  <a:cubicBezTo>
                    <a:pt x="16264" y="17224"/>
                    <a:pt x="17362" y="17296"/>
                    <a:pt x="18461" y="17296"/>
                  </a:cubicBezTo>
                  <a:cubicBezTo>
                    <a:pt x="22200" y="17296"/>
                    <a:pt x="25956" y="16460"/>
                    <a:pt x="29443" y="15153"/>
                  </a:cubicBezTo>
                  <a:cubicBezTo>
                    <a:pt x="31700" y="14363"/>
                    <a:pt x="33901" y="13289"/>
                    <a:pt x="36270" y="13176"/>
                  </a:cubicBezTo>
                  <a:cubicBezTo>
                    <a:pt x="36436" y="13168"/>
                    <a:pt x="36601" y="13164"/>
                    <a:pt x="36766" y="13164"/>
                  </a:cubicBezTo>
                  <a:cubicBezTo>
                    <a:pt x="38653" y="13164"/>
                    <a:pt x="40502" y="13689"/>
                    <a:pt x="42394" y="13689"/>
                  </a:cubicBezTo>
                  <a:cubicBezTo>
                    <a:pt x="42476" y="13689"/>
                    <a:pt x="42559" y="13688"/>
                    <a:pt x="42642" y="13686"/>
                  </a:cubicBezTo>
                  <a:cubicBezTo>
                    <a:pt x="44785" y="13573"/>
                    <a:pt x="47154" y="12387"/>
                    <a:pt x="47438" y="10243"/>
                  </a:cubicBezTo>
                  <a:cubicBezTo>
                    <a:pt x="47777" y="7649"/>
                    <a:pt x="44957" y="5957"/>
                    <a:pt x="42588" y="4887"/>
                  </a:cubicBezTo>
                  <a:cubicBezTo>
                    <a:pt x="41288" y="4323"/>
                    <a:pt x="40047" y="3759"/>
                    <a:pt x="38752" y="3195"/>
                  </a:cubicBezTo>
                  <a:cubicBezTo>
                    <a:pt x="36776" y="2347"/>
                    <a:pt x="34745" y="1444"/>
                    <a:pt x="32602" y="1052"/>
                  </a:cubicBezTo>
                  <a:cubicBezTo>
                    <a:pt x="30969" y="768"/>
                    <a:pt x="29218" y="713"/>
                    <a:pt x="27526" y="713"/>
                  </a:cubicBezTo>
                  <a:cubicBezTo>
                    <a:pt x="21432" y="713"/>
                    <a:pt x="17523" y="14"/>
                    <a:pt x="11786" y="14"/>
                  </a:cubicBezTo>
                  <a:cubicBezTo>
                    <a:pt x="11206" y="14"/>
                    <a:pt x="10608" y="21"/>
                    <a:pt x="9987" y="37"/>
                  </a:cubicBezTo>
                  <a:cubicBezTo>
                    <a:pt x="9548" y="14"/>
                    <a:pt x="9096" y="0"/>
                    <a:pt x="8638" y="0"/>
                  </a:cubicBezTo>
                  <a:close/>
                </a:path>
              </a:pathLst>
            </a:custGeom>
            <a:solidFill>
              <a:srgbClr val="000000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31;p39">
              <a:extLst>
                <a:ext uri="{FF2B5EF4-FFF2-40B4-BE49-F238E27FC236}">
                  <a16:creationId xmlns:a16="http://schemas.microsoft.com/office/drawing/2014/main" id="{8DFC9108-DD40-A710-2C18-B604D261856F}"/>
                </a:ext>
              </a:extLst>
            </p:cNvPr>
            <p:cNvSpPr/>
            <p:nvPr/>
          </p:nvSpPr>
          <p:spPr>
            <a:xfrm>
              <a:off x="1627682" y="4117409"/>
              <a:ext cx="368355" cy="505943"/>
            </a:xfrm>
            <a:custGeom>
              <a:avLst/>
              <a:gdLst/>
              <a:ahLst/>
              <a:cxnLst/>
              <a:rect l="l" t="t" r="r" b="b"/>
              <a:pathLst>
                <a:path w="18050" h="24792" extrusionOk="0">
                  <a:moveTo>
                    <a:pt x="8122" y="1"/>
                  </a:moveTo>
                  <a:cubicBezTo>
                    <a:pt x="8348" y="4341"/>
                    <a:pt x="8515" y="8966"/>
                    <a:pt x="8515" y="11787"/>
                  </a:cubicBezTo>
                  <a:lnTo>
                    <a:pt x="8515" y="12071"/>
                  </a:lnTo>
                  <a:cubicBezTo>
                    <a:pt x="8515" y="12238"/>
                    <a:pt x="8515" y="12409"/>
                    <a:pt x="8461" y="12576"/>
                  </a:cubicBezTo>
                  <a:lnTo>
                    <a:pt x="8461" y="12748"/>
                  </a:lnTo>
                  <a:lnTo>
                    <a:pt x="8461" y="13140"/>
                  </a:lnTo>
                  <a:lnTo>
                    <a:pt x="8461" y="13312"/>
                  </a:lnTo>
                  <a:cubicBezTo>
                    <a:pt x="8461" y="13479"/>
                    <a:pt x="8402" y="13592"/>
                    <a:pt x="8402" y="13763"/>
                  </a:cubicBezTo>
                  <a:lnTo>
                    <a:pt x="8402" y="13817"/>
                  </a:lnTo>
                  <a:cubicBezTo>
                    <a:pt x="8402" y="13930"/>
                    <a:pt x="8348" y="14043"/>
                    <a:pt x="8348" y="14101"/>
                  </a:cubicBezTo>
                  <a:lnTo>
                    <a:pt x="8348" y="14156"/>
                  </a:lnTo>
                  <a:cubicBezTo>
                    <a:pt x="8289" y="14268"/>
                    <a:pt x="8289" y="14327"/>
                    <a:pt x="8289" y="14381"/>
                  </a:cubicBezTo>
                  <a:cubicBezTo>
                    <a:pt x="8122" y="14778"/>
                    <a:pt x="7558" y="15342"/>
                    <a:pt x="6823" y="16019"/>
                  </a:cubicBezTo>
                  <a:cubicBezTo>
                    <a:pt x="6484" y="16299"/>
                    <a:pt x="6146" y="16583"/>
                    <a:pt x="5753" y="16922"/>
                  </a:cubicBezTo>
                  <a:cubicBezTo>
                    <a:pt x="5528" y="17147"/>
                    <a:pt x="5243" y="17373"/>
                    <a:pt x="5018" y="17540"/>
                  </a:cubicBezTo>
                  <a:cubicBezTo>
                    <a:pt x="4851" y="17653"/>
                    <a:pt x="4738" y="17765"/>
                    <a:pt x="4625" y="17878"/>
                  </a:cubicBezTo>
                  <a:cubicBezTo>
                    <a:pt x="4061" y="18388"/>
                    <a:pt x="3551" y="18839"/>
                    <a:pt x="3046" y="19291"/>
                  </a:cubicBezTo>
                  <a:lnTo>
                    <a:pt x="2649" y="19683"/>
                  </a:lnTo>
                  <a:cubicBezTo>
                    <a:pt x="1182" y="21095"/>
                    <a:pt x="0" y="22503"/>
                    <a:pt x="54" y="23577"/>
                  </a:cubicBezTo>
                  <a:cubicBezTo>
                    <a:pt x="54" y="23803"/>
                    <a:pt x="113" y="23970"/>
                    <a:pt x="167" y="24141"/>
                  </a:cubicBezTo>
                  <a:cubicBezTo>
                    <a:pt x="406" y="24595"/>
                    <a:pt x="1051" y="24791"/>
                    <a:pt x="1959" y="24791"/>
                  </a:cubicBezTo>
                  <a:cubicBezTo>
                    <a:pt x="3419" y="24791"/>
                    <a:pt x="5559" y="24284"/>
                    <a:pt x="7784" y="23519"/>
                  </a:cubicBezTo>
                  <a:cubicBezTo>
                    <a:pt x="8009" y="23464"/>
                    <a:pt x="8235" y="23352"/>
                    <a:pt x="8515" y="23293"/>
                  </a:cubicBezTo>
                  <a:cubicBezTo>
                    <a:pt x="9702" y="22842"/>
                    <a:pt x="10942" y="22336"/>
                    <a:pt x="12071" y="21772"/>
                  </a:cubicBezTo>
                  <a:cubicBezTo>
                    <a:pt x="12747" y="21434"/>
                    <a:pt x="13366" y="21037"/>
                    <a:pt x="13988" y="20698"/>
                  </a:cubicBezTo>
                  <a:cubicBezTo>
                    <a:pt x="14381" y="20473"/>
                    <a:pt x="14719" y="20247"/>
                    <a:pt x="15116" y="19967"/>
                  </a:cubicBezTo>
                  <a:cubicBezTo>
                    <a:pt x="16132" y="19291"/>
                    <a:pt x="16921" y="18555"/>
                    <a:pt x="17260" y="17878"/>
                  </a:cubicBezTo>
                  <a:cubicBezTo>
                    <a:pt x="17314" y="17824"/>
                    <a:pt x="17372" y="17653"/>
                    <a:pt x="17427" y="17540"/>
                  </a:cubicBezTo>
                  <a:lnTo>
                    <a:pt x="17427" y="17486"/>
                  </a:lnTo>
                  <a:cubicBezTo>
                    <a:pt x="17485" y="17486"/>
                    <a:pt x="17485" y="17427"/>
                    <a:pt x="17485" y="17427"/>
                  </a:cubicBezTo>
                  <a:cubicBezTo>
                    <a:pt x="17485" y="17314"/>
                    <a:pt x="17539" y="17201"/>
                    <a:pt x="17598" y="17034"/>
                  </a:cubicBezTo>
                  <a:lnTo>
                    <a:pt x="17598" y="16976"/>
                  </a:lnTo>
                  <a:cubicBezTo>
                    <a:pt x="17598" y="16922"/>
                    <a:pt x="17598" y="16863"/>
                    <a:pt x="17652" y="16809"/>
                  </a:cubicBezTo>
                  <a:cubicBezTo>
                    <a:pt x="17652" y="16696"/>
                    <a:pt x="17652" y="16583"/>
                    <a:pt x="17711" y="16470"/>
                  </a:cubicBezTo>
                  <a:lnTo>
                    <a:pt x="17711" y="16412"/>
                  </a:lnTo>
                  <a:lnTo>
                    <a:pt x="17711" y="16245"/>
                  </a:lnTo>
                  <a:cubicBezTo>
                    <a:pt x="17711" y="16245"/>
                    <a:pt x="17765" y="16186"/>
                    <a:pt x="17765" y="16132"/>
                  </a:cubicBezTo>
                  <a:lnTo>
                    <a:pt x="17765" y="15794"/>
                  </a:lnTo>
                  <a:lnTo>
                    <a:pt x="17824" y="15735"/>
                  </a:lnTo>
                  <a:lnTo>
                    <a:pt x="17824" y="15568"/>
                  </a:lnTo>
                  <a:lnTo>
                    <a:pt x="17824" y="15396"/>
                  </a:lnTo>
                  <a:cubicBezTo>
                    <a:pt x="17824" y="15230"/>
                    <a:pt x="17878" y="15117"/>
                    <a:pt x="17878" y="15004"/>
                  </a:cubicBezTo>
                  <a:lnTo>
                    <a:pt x="17878" y="14891"/>
                  </a:lnTo>
                  <a:lnTo>
                    <a:pt x="17878" y="14832"/>
                  </a:lnTo>
                  <a:cubicBezTo>
                    <a:pt x="17878" y="14665"/>
                    <a:pt x="17878" y="14440"/>
                    <a:pt x="17936" y="14214"/>
                  </a:cubicBezTo>
                  <a:lnTo>
                    <a:pt x="17936" y="13989"/>
                  </a:lnTo>
                  <a:lnTo>
                    <a:pt x="17936" y="13199"/>
                  </a:lnTo>
                  <a:lnTo>
                    <a:pt x="17936" y="13140"/>
                  </a:lnTo>
                  <a:cubicBezTo>
                    <a:pt x="18049" y="9756"/>
                    <a:pt x="17765" y="4964"/>
                    <a:pt x="17427" y="1"/>
                  </a:cubicBez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32;p39">
              <a:extLst>
                <a:ext uri="{FF2B5EF4-FFF2-40B4-BE49-F238E27FC236}">
                  <a16:creationId xmlns:a16="http://schemas.microsoft.com/office/drawing/2014/main" id="{D0B3AE7E-BE86-665D-3EE7-0966DECCC2C6}"/>
                </a:ext>
              </a:extLst>
            </p:cNvPr>
            <p:cNvSpPr/>
            <p:nvPr/>
          </p:nvSpPr>
          <p:spPr>
            <a:xfrm>
              <a:off x="2436853" y="4093184"/>
              <a:ext cx="368355" cy="506106"/>
            </a:xfrm>
            <a:custGeom>
              <a:avLst/>
              <a:gdLst/>
              <a:ahLst/>
              <a:cxnLst/>
              <a:rect l="l" t="t" r="r" b="b"/>
              <a:pathLst>
                <a:path w="18050" h="24800" extrusionOk="0">
                  <a:moveTo>
                    <a:pt x="623" y="1"/>
                  </a:moveTo>
                  <a:cubicBezTo>
                    <a:pt x="285" y="5023"/>
                    <a:pt x="0" y="9761"/>
                    <a:pt x="59" y="13199"/>
                  </a:cubicBezTo>
                  <a:lnTo>
                    <a:pt x="59" y="13258"/>
                  </a:lnTo>
                  <a:cubicBezTo>
                    <a:pt x="113" y="13484"/>
                    <a:pt x="113" y="13763"/>
                    <a:pt x="113" y="14048"/>
                  </a:cubicBezTo>
                  <a:lnTo>
                    <a:pt x="113" y="14215"/>
                  </a:lnTo>
                  <a:cubicBezTo>
                    <a:pt x="113" y="14440"/>
                    <a:pt x="172" y="14666"/>
                    <a:pt x="172" y="14837"/>
                  </a:cubicBezTo>
                  <a:lnTo>
                    <a:pt x="172" y="14891"/>
                  </a:lnTo>
                  <a:lnTo>
                    <a:pt x="172" y="15401"/>
                  </a:lnTo>
                  <a:cubicBezTo>
                    <a:pt x="226" y="15455"/>
                    <a:pt x="226" y="15514"/>
                    <a:pt x="226" y="15568"/>
                  </a:cubicBezTo>
                  <a:lnTo>
                    <a:pt x="226" y="15740"/>
                  </a:lnTo>
                  <a:lnTo>
                    <a:pt x="226" y="15794"/>
                  </a:lnTo>
                  <a:cubicBezTo>
                    <a:pt x="226" y="15907"/>
                    <a:pt x="285" y="16019"/>
                    <a:pt x="285" y="16132"/>
                  </a:cubicBezTo>
                  <a:lnTo>
                    <a:pt x="285" y="16304"/>
                  </a:lnTo>
                  <a:cubicBezTo>
                    <a:pt x="285" y="16304"/>
                    <a:pt x="339" y="16358"/>
                    <a:pt x="339" y="16417"/>
                  </a:cubicBezTo>
                  <a:lnTo>
                    <a:pt x="339" y="16529"/>
                  </a:lnTo>
                  <a:cubicBezTo>
                    <a:pt x="339" y="16642"/>
                    <a:pt x="398" y="16755"/>
                    <a:pt x="398" y="16868"/>
                  </a:cubicBezTo>
                  <a:cubicBezTo>
                    <a:pt x="398" y="16868"/>
                    <a:pt x="398" y="16922"/>
                    <a:pt x="452" y="16981"/>
                  </a:cubicBezTo>
                  <a:lnTo>
                    <a:pt x="452" y="17035"/>
                  </a:lnTo>
                  <a:cubicBezTo>
                    <a:pt x="510" y="17206"/>
                    <a:pt x="510" y="17319"/>
                    <a:pt x="564" y="17432"/>
                  </a:cubicBezTo>
                  <a:lnTo>
                    <a:pt x="564" y="17486"/>
                  </a:lnTo>
                  <a:cubicBezTo>
                    <a:pt x="564" y="17545"/>
                    <a:pt x="623" y="17545"/>
                    <a:pt x="623" y="17545"/>
                  </a:cubicBezTo>
                  <a:cubicBezTo>
                    <a:pt x="677" y="17712"/>
                    <a:pt x="677" y="17824"/>
                    <a:pt x="736" y="17937"/>
                  </a:cubicBezTo>
                  <a:cubicBezTo>
                    <a:pt x="1016" y="18334"/>
                    <a:pt x="1413" y="18840"/>
                    <a:pt x="1977" y="19291"/>
                  </a:cubicBezTo>
                  <a:cubicBezTo>
                    <a:pt x="2144" y="19404"/>
                    <a:pt x="2315" y="19516"/>
                    <a:pt x="2428" y="19629"/>
                  </a:cubicBezTo>
                  <a:cubicBezTo>
                    <a:pt x="3218" y="20252"/>
                    <a:pt x="4233" y="20870"/>
                    <a:pt x="5302" y="21434"/>
                  </a:cubicBezTo>
                  <a:lnTo>
                    <a:pt x="5979" y="21773"/>
                  </a:lnTo>
                  <a:cubicBezTo>
                    <a:pt x="6882" y="22224"/>
                    <a:pt x="7843" y="22621"/>
                    <a:pt x="8799" y="23013"/>
                  </a:cubicBezTo>
                  <a:cubicBezTo>
                    <a:pt x="9760" y="23411"/>
                    <a:pt x="10776" y="23749"/>
                    <a:pt x="11678" y="24029"/>
                  </a:cubicBezTo>
                  <a:lnTo>
                    <a:pt x="13032" y="24367"/>
                  </a:lnTo>
                  <a:cubicBezTo>
                    <a:pt x="13709" y="24539"/>
                    <a:pt x="14327" y="24651"/>
                    <a:pt x="14891" y="24706"/>
                  </a:cubicBezTo>
                  <a:cubicBezTo>
                    <a:pt x="15224" y="24772"/>
                    <a:pt x="15538" y="24799"/>
                    <a:pt x="15833" y="24799"/>
                  </a:cubicBezTo>
                  <a:cubicBezTo>
                    <a:pt x="16037" y="24799"/>
                    <a:pt x="16231" y="24786"/>
                    <a:pt x="16416" y="24764"/>
                  </a:cubicBezTo>
                  <a:lnTo>
                    <a:pt x="16809" y="24764"/>
                  </a:lnTo>
                  <a:cubicBezTo>
                    <a:pt x="17318" y="24651"/>
                    <a:pt x="17711" y="24426"/>
                    <a:pt x="17824" y="24142"/>
                  </a:cubicBezTo>
                  <a:cubicBezTo>
                    <a:pt x="17937" y="23975"/>
                    <a:pt x="17995" y="23803"/>
                    <a:pt x="17995" y="23636"/>
                  </a:cubicBezTo>
                  <a:cubicBezTo>
                    <a:pt x="18049" y="22901"/>
                    <a:pt x="17485" y="21998"/>
                    <a:pt x="16754" y="21096"/>
                  </a:cubicBezTo>
                  <a:lnTo>
                    <a:pt x="16416" y="20757"/>
                  </a:lnTo>
                  <a:cubicBezTo>
                    <a:pt x="16245" y="20590"/>
                    <a:pt x="16078" y="20419"/>
                    <a:pt x="15906" y="20193"/>
                  </a:cubicBezTo>
                  <a:lnTo>
                    <a:pt x="15401" y="19688"/>
                  </a:lnTo>
                  <a:cubicBezTo>
                    <a:pt x="15175" y="19516"/>
                    <a:pt x="15004" y="19349"/>
                    <a:pt x="14778" y="19124"/>
                  </a:cubicBezTo>
                  <a:cubicBezTo>
                    <a:pt x="14611" y="18952"/>
                    <a:pt x="14440" y="18840"/>
                    <a:pt x="14273" y="18673"/>
                  </a:cubicBezTo>
                  <a:lnTo>
                    <a:pt x="14160" y="18560"/>
                  </a:lnTo>
                  <a:cubicBezTo>
                    <a:pt x="13934" y="18334"/>
                    <a:pt x="13650" y="18163"/>
                    <a:pt x="13424" y="17937"/>
                  </a:cubicBezTo>
                  <a:cubicBezTo>
                    <a:pt x="12522" y="17148"/>
                    <a:pt x="11620" y="16358"/>
                    <a:pt x="10943" y="15740"/>
                  </a:cubicBezTo>
                  <a:cubicBezTo>
                    <a:pt x="10717" y="15568"/>
                    <a:pt x="10550" y="15401"/>
                    <a:pt x="10379" y="15230"/>
                  </a:cubicBezTo>
                  <a:cubicBezTo>
                    <a:pt x="10099" y="14891"/>
                    <a:pt x="9873" y="14612"/>
                    <a:pt x="9760" y="14386"/>
                  </a:cubicBezTo>
                  <a:cubicBezTo>
                    <a:pt x="9760" y="14386"/>
                    <a:pt x="9702" y="14273"/>
                    <a:pt x="9702" y="14215"/>
                  </a:cubicBezTo>
                  <a:lnTo>
                    <a:pt x="9702" y="14102"/>
                  </a:lnTo>
                  <a:cubicBezTo>
                    <a:pt x="9648" y="14048"/>
                    <a:pt x="9648" y="13935"/>
                    <a:pt x="9648" y="13876"/>
                  </a:cubicBezTo>
                  <a:lnTo>
                    <a:pt x="9648" y="13763"/>
                  </a:lnTo>
                  <a:cubicBezTo>
                    <a:pt x="9589" y="13650"/>
                    <a:pt x="9589" y="13484"/>
                    <a:pt x="9589" y="13312"/>
                  </a:cubicBezTo>
                  <a:lnTo>
                    <a:pt x="9589" y="13199"/>
                  </a:lnTo>
                  <a:cubicBezTo>
                    <a:pt x="9589" y="13032"/>
                    <a:pt x="9589" y="12920"/>
                    <a:pt x="9535" y="12807"/>
                  </a:cubicBezTo>
                  <a:lnTo>
                    <a:pt x="9535" y="12581"/>
                  </a:lnTo>
                  <a:lnTo>
                    <a:pt x="9535" y="12071"/>
                  </a:lnTo>
                  <a:lnTo>
                    <a:pt x="9535" y="11791"/>
                  </a:lnTo>
                  <a:cubicBezTo>
                    <a:pt x="9476" y="8971"/>
                    <a:pt x="9702" y="4346"/>
                    <a:pt x="9927" y="1"/>
                  </a:cubicBez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33;p39">
              <a:extLst>
                <a:ext uri="{FF2B5EF4-FFF2-40B4-BE49-F238E27FC236}">
                  <a16:creationId xmlns:a16="http://schemas.microsoft.com/office/drawing/2014/main" id="{9B7E5DB9-09CF-6106-ADDF-122781F92C63}"/>
                </a:ext>
              </a:extLst>
            </p:cNvPr>
            <p:cNvSpPr/>
            <p:nvPr/>
          </p:nvSpPr>
          <p:spPr>
            <a:xfrm>
              <a:off x="2994757" y="1289764"/>
              <a:ext cx="897372" cy="2591304"/>
            </a:xfrm>
            <a:custGeom>
              <a:avLst/>
              <a:gdLst/>
              <a:ahLst/>
              <a:cxnLst/>
              <a:rect l="l" t="t" r="r" b="b"/>
              <a:pathLst>
                <a:path w="28654" h="82743" extrusionOk="0">
                  <a:moveTo>
                    <a:pt x="0" y="1"/>
                  </a:moveTo>
                  <a:lnTo>
                    <a:pt x="0" y="82742"/>
                  </a:lnTo>
                  <a:lnTo>
                    <a:pt x="28654" y="82742"/>
                  </a:lnTo>
                  <a:lnTo>
                    <a:pt x="28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34;p39">
              <a:extLst>
                <a:ext uri="{FF2B5EF4-FFF2-40B4-BE49-F238E27FC236}">
                  <a16:creationId xmlns:a16="http://schemas.microsoft.com/office/drawing/2014/main" id="{2300FB42-9B58-8EAE-95A0-26A6ECACCA77}"/>
                </a:ext>
              </a:extLst>
            </p:cNvPr>
            <p:cNvSpPr/>
            <p:nvPr/>
          </p:nvSpPr>
          <p:spPr>
            <a:xfrm>
              <a:off x="3063372" y="1360760"/>
              <a:ext cx="760170" cy="760170"/>
            </a:xfrm>
            <a:custGeom>
              <a:avLst/>
              <a:gdLst/>
              <a:ahLst/>
              <a:cxnLst/>
              <a:rect l="l" t="t" r="r" b="b"/>
              <a:pathLst>
                <a:path w="24273" h="24273" extrusionOk="0">
                  <a:moveTo>
                    <a:pt x="0" y="1"/>
                  </a:moveTo>
                  <a:lnTo>
                    <a:pt x="0" y="24273"/>
                  </a:lnTo>
                  <a:lnTo>
                    <a:pt x="24272" y="24273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35;p39">
              <a:extLst>
                <a:ext uri="{FF2B5EF4-FFF2-40B4-BE49-F238E27FC236}">
                  <a16:creationId xmlns:a16="http://schemas.microsoft.com/office/drawing/2014/main" id="{EB279FFB-9EBB-AF5A-CB7E-A8EFD2F73B00}"/>
                </a:ext>
              </a:extLst>
            </p:cNvPr>
            <p:cNvSpPr/>
            <p:nvPr/>
          </p:nvSpPr>
          <p:spPr>
            <a:xfrm>
              <a:off x="3063372" y="2210986"/>
              <a:ext cx="760170" cy="760765"/>
            </a:xfrm>
            <a:custGeom>
              <a:avLst/>
              <a:gdLst/>
              <a:ahLst/>
              <a:cxnLst/>
              <a:rect l="l" t="t" r="r" b="b"/>
              <a:pathLst>
                <a:path w="24273" h="24292" extrusionOk="0">
                  <a:moveTo>
                    <a:pt x="0" y="1"/>
                  </a:moveTo>
                  <a:lnTo>
                    <a:pt x="0" y="24291"/>
                  </a:lnTo>
                  <a:lnTo>
                    <a:pt x="24272" y="24291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36;p39">
              <a:extLst>
                <a:ext uri="{FF2B5EF4-FFF2-40B4-BE49-F238E27FC236}">
                  <a16:creationId xmlns:a16="http://schemas.microsoft.com/office/drawing/2014/main" id="{D159AA72-A858-AD79-E06C-6B74A26B2636}"/>
                </a:ext>
              </a:extLst>
            </p:cNvPr>
            <p:cNvSpPr/>
            <p:nvPr/>
          </p:nvSpPr>
          <p:spPr>
            <a:xfrm>
              <a:off x="3063372" y="3092216"/>
              <a:ext cx="760170" cy="327612"/>
            </a:xfrm>
            <a:custGeom>
              <a:avLst/>
              <a:gdLst/>
              <a:ahLst/>
              <a:cxnLst/>
              <a:rect l="l" t="t" r="r" b="b"/>
              <a:pathLst>
                <a:path w="24273" h="10461" extrusionOk="0">
                  <a:moveTo>
                    <a:pt x="0" y="1"/>
                  </a:moveTo>
                  <a:lnTo>
                    <a:pt x="0" y="10460"/>
                  </a:lnTo>
                  <a:lnTo>
                    <a:pt x="24272" y="10460"/>
                  </a:lnTo>
                  <a:lnTo>
                    <a:pt x="24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37;p39">
              <a:extLst>
                <a:ext uri="{FF2B5EF4-FFF2-40B4-BE49-F238E27FC236}">
                  <a16:creationId xmlns:a16="http://schemas.microsoft.com/office/drawing/2014/main" id="{747447FC-9C89-0F21-EA21-440681E62CFA}"/>
                </a:ext>
              </a:extLst>
            </p:cNvPr>
            <p:cNvSpPr/>
            <p:nvPr/>
          </p:nvSpPr>
          <p:spPr>
            <a:xfrm>
              <a:off x="3294273" y="3231232"/>
              <a:ext cx="298362" cy="49576"/>
            </a:xfrm>
            <a:custGeom>
              <a:avLst/>
              <a:gdLst/>
              <a:ahLst/>
              <a:cxnLst/>
              <a:rect l="l" t="t" r="r" b="b"/>
              <a:pathLst>
                <a:path w="9527" h="1583" extrusionOk="0">
                  <a:moveTo>
                    <a:pt x="0" y="1"/>
                  </a:moveTo>
                  <a:lnTo>
                    <a:pt x="0" y="1582"/>
                  </a:lnTo>
                  <a:lnTo>
                    <a:pt x="9526" y="1582"/>
                  </a:lnTo>
                  <a:lnTo>
                    <a:pt x="9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38;p39">
              <a:extLst>
                <a:ext uri="{FF2B5EF4-FFF2-40B4-BE49-F238E27FC236}">
                  <a16:creationId xmlns:a16="http://schemas.microsoft.com/office/drawing/2014/main" id="{1C11F339-A0BD-5437-C5DF-9D1C0D5467E7}"/>
                </a:ext>
              </a:extLst>
            </p:cNvPr>
            <p:cNvSpPr/>
            <p:nvPr/>
          </p:nvSpPr>
          <p:spPr>
            <a:xfrm>
              <a:off x="3063372" y="3453208"/>
              <a:ext cx="760170" cy="326986"/>
            </a:xfrm>
            <a:custGeom>
              <a:avLst/>
              <a:gdLst/>
              <a:ahLst/>
              <a:cxnLst/>
              <a:rect l="l" t="t" r="r" b="b"/>
              <a:pathLst>
                <a:path w="24273" h="10441" extrusionOk="0">
                  <a:moveTo>
                    <a:pt x="0" y="0"/>
                  </a:moveTo>
                  <a:lnTo>
                    <a:pt x="0" y="10441"/>
                  </a:lnTo>
                  <a:lnTo>
                    <a:pt x="24272" y="10441"/>
                  </a:lnTo>
                  <a:lnTo>
                    <a:pt x="24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39;p39">
              <a:extLst>
                <a:ext uri="{FF2B5EF4-FFF2-40B4-BE49-F238E27FC236}">
                  <a16:creationId xmlns:a16="http://schemas.microsoft.com/office/drawing/2014/main" id="{34912906-B301-0018-5CDC-AF17FE99763A}"/>
                </a:ext>
              </a:extLst>
            </p:cNvPr>
            <p:cNvSpPr/>
            <p:nvPr/>
          </p:nvSpPr>
          <p:spPr>
            <a:xfrm>
              <a:off x="3294273" y="3591629"/>
              <a:ext cx="298362" cy="50139"/>
            </a:xfrm>
            <a:custGeom>
              <a:avLst/>
              <a:gdLst/>
              <a:ahLst/>
              <a:cxnLst/>
              <a:rect l="l" t="t" r="r" b="b"/>
              <a:pathLst>
                <a:path w="9527" h="1601" extrusionOk="0">
                  <a:moveTo>
                    <a:pt x="0" y="0"/>
                  </a:moveTo>
                  <a:lnTo>
                    <a:pt x="0" y="1601"/>
                  </a:lnTo>
                  <a:lnTo>
                    <a:pt x="9526" y="1601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40;p39">
              <a:extLst>
                <a:ext uri="{FF2B5EF4-FFF2-40B4-BE49-F238E27FC236}">
                  <a16:creationId xmlns:a16="http://schemas.microsoft.com/office/drawing/2014/main" id="{B1E4115F-D6EB-BAFA-37CC-0C4AF839A36C}"/>
                </a:ext>
              </a:extLst>
            </p:cNvPr>
            <p:cNvSpPr/>
            <p:nvPr/>
          </p:nvSpPr>
          <p:spPr>
            <a:xfrm>
              <a:off x="2994757" y="3880998"/>
              <a:ext cx="237481" cy="76978"/>
            </a:xfrm>
            <a:custGeom>
              <a:avLst/>
              <a:gdLst/>
              <a:ahLst/>
              <a:cxnLst/>
              <a:rect l="l" t="t" r="r" b="b"/>
              <a:pathLst>
                <a:path w="7583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83" y="2458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41;p39">
              <a:extLst>
                <a:ext uri="{FF2B5EF4-FFF2-40B4-BE49-F238E27FC236}">
                  <a16:creationId xmlns:a16="http://schemas.microsoft.com/office/drawing/2014/main" id="{76F991C4-82C6-C939-2ECB-705A15B4CEA2}"/>
                </a:ext>
              </a:extLst>
            </p:cNvPr>
            <p:cNvSpPr/>
            <p:nvPr/>
          </p:nvSpPr>
          <p:spPr>
            <a:xfrm>
              <a:off x="3655233" y="3880998"/>
              <a:ext cx="236886" cy="76978"/>
            </a:xfrm>
            <a:custGeom>
              <a:avLst/>
              <a:gdLst/>
              <a:ahLst/>
              <a:cxnLst/>
              <a:rect l="l" t="t" r="r" b="b"/>
              <a:pathLst>
                <a:path w="7564" h="2458" extrusionOk="0">
                  <a:moveTo>
                    <a:pt x="0" y="0"/>
                  </a:moveTo>
                  <a:lnTo>
                    <a:pt x="0" y="2458"/>
                  </a:lnTo>
                  <a:lnTo>
                    <a:pt x="7564" y="2458"/>
                  </a:lnTo>
                  <a:lnTo>
                    <a:pt x="7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42;p39">
              <a:extLst>
                <a:ext uri="{FF2B5EF4-FFF2-40B4-BE49-F238E27FC236}">
                  <a16:creationId xmlns:a16="http://schemas.microsoft.com/office/drawing/2014/main" id="{F31EC0C1-2D0D-9936-3419-A058228FF54F}"/>
                </a:ext>
              </a:extLst>
            </p:cNvPr>
            <p:cNvSpPr/>
            <p:nvPr/>
          </p:nvSpPr>
          <p:spPr>
            <a:xfrm>
              <a:off x="3103333" y="2500355"/>
              <a:ext cx="125333" cy="471391"/>
            </a:xfrm>
            <a:custGeom>
              <a:avLst/>
              <a:gdLst/>
              <a:ahLst/>
              <a:cxnLst/>
              <a:rect l="l" t="t" r="r" b="b"/>
              <a:pathLst>
                <a:path w="4002" h="15052" extrusionOk="0">
                  <a:moveTo>
                    <a:pt x="1" y="1"/>
                  </a:moveTo>
                  <a:lnTo>
                    <a:pt x="1" y="15051"/>
                  </a:lnTo>
                  <a:lnTo>
                    <a:pt x="4001" y="15051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43;p39">
              <a:extLst>
                <a:ext uri="{FF2B5EF4-FFF2-40B4-BE49-F238E27FC236}">
                  <a16:creationId xmlns:a16="http://schemas.microsoft.com/office/drawing/2014/main" id="{BCCBCD82-2D35-4B1D-090F-44FF35562253}"/>
                </a:ext>
              </a:extLst>
            </p:cNvPr>
            <p:cNvSpPr/>
            <p:nvPr/>
          </p:nvSpPr>
          <p:spPr>
            <a:xfrm>
              <a:off x="3103333" y="2554064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4001" y="1124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44;p39">
              <a:extLst>
                <a:ext uri="{FF2B5EF4-FFF2-40B4-BE49-F238E27FC236}">
                  <a16:creationId xmlns:a16="http://schemas.microsoft.com/office/drawing/2014/main" id="{65638F7D-8759-37BF-F052-A0A3DA68DFC8}"/>
                </a:ext>
              </a:extLst>
            </p:cNvPr>
            <p:cNvSpPr/>
            <p:nvPr/>
          </p:nvSpPr>
          <p:spPr>
            <a:xfrm>
              <a:off x="3103333" y="2623275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0"/>
                  </a:moveTo>
                  <a:lnTo>
                    <a:pt x="1" y="1143"/>
                  </a:lnTo>
                  <a:lnTo>
                    <a:pt x="4001" y="114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45;p39">
              <a:extLst>
                <a:ext uri="{FF2B5EF4-FFF2-40B4-BE49-F238E27FC236}">
                  <a16:creationId xmlns:a16="http://schemas.microsoft.com/office/drawing/2014/main" id="{90EC5E5D-C8DF-E456-2682-B5C913CC9A41}"/>
                </a:ext>
              </a:extLst>
            </p:cNvPr>
            <p:cNvSpPr/>
            <p:nvPr/>
          </p:nvSpPr>
          <p:spPr>
            <a:xfrm>
              <a:off x="3103333" y="2812993"/>
              <a:ext cx="125333" cy="35827"/>
            </a:xfrm>
            <a:custGeom>
              <a:avLst/>
              <a:gdLst/>
              <a:ahLst/>
              <a:cxnLst/>
              <a:rect l="l" t="t" r="r" b="b"/>
              <a:pathLst>
                <a:path w="4002" h="1144" extrusionOk="0">
                  <a:moveTo>
                    <a:pt x="1" y="1"/>
                  </a:moveTo>
                  <a:lnTo>
                    <a:pt x="1" y="1144"/>
                  </a:lnTo>
                  <a:lnTo>
                    <a:pt x="4001" y="1144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46;p39">
              <a:extLst>
                <a:ext uri="{FF2B5EF4-FFF2-40B4-BE49-F238E27FC236}">
                  <a16:creationId xmlns:a16="http://schemas.microsoft.com/office/drawing/2014/main" id="{1B37EF48-7387-C1A4-238C-0D133CA7268D}"/>
                </a:ext>
              </a:extLst>
            </p:cNvPr>
            <p:cNvSpPr/>
            <p:nvPr/>
          </p:nvSpPr>
          <p:spPr>
            <a:xfrm>
              <a:off x="3103333" y="2882799"/>
              <a:ext cx="125333" cy="35232"/>
            </a:xfrm>
            <a:custGeom>
              <a:avLst/>
              <a:gdLst/>
              <a:ahLst/>
              <a:cxnLst/>
              <a:rect l="l" t="t" r="r" b="b"/>
              <a:pathLst>
                <a:path w="4002" h="1125" extrusionOk="0">
                  <a:moveTo>
                    <a:pt x="1" y="1"/>
                  </a:moveTo>
                  <a:lnTo>
                    <a:pt x="1" y="1125"/>
                  </a:lnTo>
                  <a:lnTo>
                    <a:pt x="4001" y="1125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47;p39">
              <a:extLst>
                <a:ext uri="{FF2B5EF4-FFF2-40B4-BE49-F238E27FC236}">
                  <a16:creationId xmlns:a16="http://schemas.microsoft.com/office/drawing/2014/main" id="{030EC5CD-7685-3B98-5146-6525AAC094C7}"/>
                </a:ext>
              </a:extLst>
            </p:cNvPr>
            <p:cNvSpPr/>
            <p:nvPr/>
          </p:nvSpPr>
          <p:spPr>
            <a:xfrm>
              <a:off x="3228632" y="2417428"/>
              <a:ext cx="86530" cy="554320"/>
            </a:xfrm>
            <a:custGeom>
              <a:avLst/>
              <a:gdLst/>
              <a:ahLst/>
              <a:cxnLst/>
              <a:rect l="l" t="t" r="r" b="b"/>
              <a:pathLst>
                <a:path w="2763" h="17700" extrusionOk="0">
                  <a:moveTo>
                    <a:pt x="0" y="0"/>
                  </a:moveTo>
                  <a:lnTo>
                    <a:pt x="0" y="17699"/>
                  </a:lnTo>
                  <a:lnTo>
                    <a:pt x="2763" y="17699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48;p39">
              <a:extLst>
                <a:ext uri="{FF2B5EF4-FFF2-40B4-BE49-F238E27FC236}">
                  <a16:creationId xmlns:a16="http://schemas.microsoft.com/office/drawing/2014/main" id="{751F8E7A-65BD-6906-ADCC-690E981BAD77}"/>
                </a:ext>
              </a:extLst>
            </p:cNvPr>
            <p:cNvSpPr/>
            <p:nvPr/>
          </p:nvSpPr>
          <p:spPr>
            <a:xfrm>
              <a:off x="3251306" y="2463965"/>
              <a:ext cx="41183" cy="49544"/>
            </a:xfrm>
            <a:custGeom>
              <a:avLst/>
              <a:gdLst/>
              <a:ahLst/>
              <a:cxnLst/>
              <a:rect l="l" t="t" r="r" b="b"/>
              <a:pathLst>
                <a:path w="1315" h="1582" extrusionOk="0">
                  <a:moveTo>
                    <a:pt x="0" y="0"/>
                  </a:moveTo>
                  <a:lnTo>
                    <a:pt x="0" y="1582"/>
                  </a:lnTo>
                  <a:lnTo>
                    <a:pt x="1315" y="1582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49;p39">
              <a:extLst>
                <a:ext uri="{FF2B5EF4-FFF2-40B4-BE49-F238E27FC236}">
                  <a16:creationId xmlns:a16="http://schemas.microsoft.com/office/drawing/2014/main" id="{47B4CAF8-7A28-5415-751A-89F712DA5FDC}"/>
                </a:ext>
              </a:extLst>
            </p:cNvPr>
            <p:cNvSpPr/>
            <p:nvPr/>
          </p:nvSpPr>
          <p:spPr>
            <a:xfrm>
              <a:off x="3315130" y="2554064"/>
              <a:ext cx="89537" cy="417681"/>
            </a:xfrm>
            <a:custGeom>
              <a:avLst/>
              <a:gdLst/>
              <a:ahLst/>
              <a:cxnLst/>
              <a:rect l="l" t="t" r="r" b="b"/>
              <a:pathLst>
                <a:path w="2859" h="13337" extrusionOk="0">
                  <a:moveTo>
                    <a:pt x="1" y="0"/>
                  </a:moveTo>
                  <a:lnTo>
                    <a:pt x="1" y="13336"/>
                  </a:lnTo>
                  <a:lnTo>
                    <a:pt x="2859" y="13336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50;p39">
              <a:extLst>
                <a:ext uri="{FF2B5EF4-FFF2-40B4-BE49-F238E27FC236}">
                  <a16:creationId xmlns:a16="http://schemas.microsoft.com/office/drawing/2014/main" id="{F7DBD6D5-AD37-4C3B-69AD-3E61510BB59C}"/>
                </a:ext>
              </a:extLst>
            </p:cNvPr>
            <p:cNvSpPr/>
            <p:nvPr/>
          </p:nvSpPr>
          <p:spPr>
            <a:xfrm>
              <a:off x="3404634" y="2431145"/>
              <a:ext cx="125333" cy="540603"/>
            </a:xfrm>
            <a:custGeom>
              <a:avLst/>
              <a:gdLst/>
              <a:ahLst/>
              <a:cxnLst/>
              <a:rect l="l" t="t" r="r" b="b"/>
              <a:pathLst>
                <a:path w="4002" h="17262" extrusionOk="0">
                  <a:moveTo>
                    <a:pt x="1" y="1"/>
                  </a:moveTo>
                  <a:lnTo>
                    <a:pt x="1" y="17261"/>
                  </a:lnTo>
                  <a:lnTo>
                    <a:pt x="4002" y="17261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51;p39">
              <a:extLst>
                <a:ext uri="{FF2B5EF4-FFF2-40B4-BE49-F238E27FC236}">
                  <a16:creationId xmlns:a16="http://schemas.microsoft.com/office/drawing/2014/main" id="{4764924A-8489-0E63-7B10-2D061F382D69}"/>
                </a:ext>
              </a:extLst>
            </p:cNvPr>
            <p:cNvSpPr/>
            <p:nvPr/>
          </p:nvSpPr>
          <p:spPr>
            <a:xfrm>
              <a:off x="3404634" y="2492589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6"/>
                  </a:lnTo>
                  <a:lnTo>
                    <a:pt x="4002" y="131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52;p39">
              <a:extLst>
                <a:ext uri="{FF2B5EF4-FFF2-40B4-BE49-F238E27FC236}">
                  <a16:creationId xmlns:a16="http://schemas.microsoft.com/office/drawing/2014/main" id="{03037FF6-0AC0-908D-3FD9-1ECB241ADDCC}"/>
                </a:ext>
              </a:extLst>
            </p:cNvPr>
            <p:cNvSpPr/>
            <p:nvPr/>
          </p:nvSpPr>
          <p:spPr>
            <a:xfrm>
              <a:off x="3404634" y="2572541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53;p39">
              <a:extLst>
                <a:ext uri="{FF2B5EF4-FFF2-40B4-BE49-F238E27FC236}">
                  <a16:creationId xmlns:a16="http://schemas.microsoft.com/office/drawing/2014/main" id="{142D185E-B969-5F63-DF75-936AF4991E16}"/>
                </a:ext>
              </a:extLst>
            </p:cNvPr>
            <p:cNvSpPr/>
            <p:nvPr/>
          </p:nvSpPr>
          <p:spPr>
            <a:xfrm>
              <a:off x="3404634" y="2789725"/>
              <a:ext cx="125333" cy="41214"/>
            </a:xfrm>
            <a:custGeom>
              <a:avLst/>
              <a:gdLst/>
              <a:ahLst/>
              <a:cxnLst/>
              <a:rect l="l" t="t" r="r" b="b"/>
              <a:pathLst>
                <a:path w="4002" h="1316" extrusionOk="0">
                  <a:moveTo>
                    <a:pt x="1" y="1"/>
                  </a:moveTo>
                  <a:lnTo>
                    <a:pt x="1" y="1315"/>
                  </a:lnTo>
                  <a:lnTo>
                    <a:pt x="4002" y="1315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54;p39">
              <a:extLst>
                <a:ext uri="{FF2B5EF4-FFF2-40B4-BE49-F238E27FC236}">
                  <a16:creationId xmlns:a16="http://schemas.microsoft.com/office/drawing/2014/main" id="{12ED4500-19E2-78E5-E6E6-3598B51D34C5}"/>
                </a:ext>
              </a:extLst>
            </p:cNvPr>
            <p:cNvSpPr/>
            <p:nvPr/>
          </p:nvSpPr>
          <p:spPr>
            <a:xfrm>
              <a:off x="3404634" y="2869677"/>
              <a:ext cx="125333" cy="40619"/>
            </a:xfrm>
            <a:custGeom>
              <a:avLst/>
              <a:gdLst/>
              <a:ahLst/>
              <a:cxnLst/>
              <a:rect l="l" t="t" r="r" b="b"/>
              <a:pathLst>
                <a:path w="4002" h="1297" extrusionOk="0">
                  <a:moveTo>
                    <a:pt x="1" y="1"/>
                  </a:moveTo>
                  <a:lnTo>
                    <a:pt x="1" y="1296"/>
                  </a:lnTo>
                  <a:lnTo>
                    <a:pt x="4002" y="1296"/>
                  </a:lnTo>
                  <a:lnTo>
                    <a:pt x="40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55;p39">
              <a:extLst>
                <a:ext uri="{FF2B5EF4-FFF2-40B4-BE49-F238E27FC236}">
                  <a16:creationId xmlns:a16="http://schemas.microsoft.com/office/drawing/2014/main" id="{BC7840A9-41E3-20F5-480F-DB1BEB7DBBB6}"/>
                </a:ext>
              </a:extLst>
            </p:cNvPr>
            <p:cNvSpPr/>
            <p:nvPr/>
          </p:nvSpPr>
          <p:spPr>
            <a:xfrm>
              <a:off x="3529933" y="2336881"/>
              <a:ext cx="86562" cy="634868"/>
            </a:xfrm>
            <a:custGeom>
              <a:avLst/>
              <a:gdLst/>
              <a:ahLst/>
              <a:cxnLst/>
              <a:rect l="l" t="t" r="r" b="b"/>
              <a:pathLst>
                <a:path w="2764" h="20272" extrusionOk="0">
                  <a:moveTo>
                    <a:pt x="1" y="0"/>
                  </a:moveTo>
                  <a:lnTo>
                    <a:pt x="1" y="20271"/>
                  </a:lnTo>
                  <a:lnTo>
                    <a:pt x="2763" y="20271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56;p39">
              <a:extLst>
                <a:ext uri="{FF2B5EF4-FFF2-40B4-BE49-F238E27FC236}">
                  <a16:creationId xmlns:a16="http://schemas.microsoft.com/office/drawing/2014/main" id="{A8CBBBC2-C924-884A-E680-AFA3DD8AED2E}"/>
                </a:ext>
              </a:extLst>
            </p:cNvPr>
            <p:cNvSpPr/>
            <p:nvPr/>
          </p:nvSpPr>
          <p:spPr>
            <a:xfrm>
              <a:off x="3552607" y="2389399"/>
              <a:ext cx="41214" cy="57280"/>
            </a:xfrm>
            <a:custGeom>
              <a:avLst/>
              <a:gdLst/>
              <a:ahLst/>
              <a:cxnLst/>
              <a:rect l="l" t="t" r="r" b="b"/>
              <a:pathLst>
                <a:path w="1316" h="1829" extrusionOk="0">
                  <a:moveTo>
                    <a:pt x="1" y="0"/>
                  </a:moveTo>
                  <a:lnTo>
                    <a:pt x="1" y="1829"/>
                  </a:lnTo>
                  <a:lnTo>
                    <a:pt x="1315" y="1829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57;p39">
              <a:extLst>
                <a:ext uri="{FF2B5EF4-FFF2-40B4-BE49-F238E27FC236}">
                  <a16:creationId xmlns:a16="http://schemas.microsoft.com/office/drawing/2014/main" id="{3040CDBB-5C74-7771-E9E4-EA6AF98941C0}"/>
                </a:ext>
              </a:extLst>
            </p:cNvPr>
            <p:cNvSpPr/>
            <p:nvPr/>
          </p:nvSpPr>
          <p:spPr>
            <a:xfrm>
              <a:off x="3229822" y="1558840"/>
              <a:ext cx="427233" cy="562086"/>
            </a:xfrm>
            <a:custGeom>
              <a:avLst/>
              <a:gdLst/>
              <a:ahLst/>
              <a:cxnLst/>
              <a:rect l="l" t="t" r="r" b="b"/>
              <a:pathLst>
                <a:path w="13642" h="17948" extrusionOk="0">
                  <a:moveTo>
                    <a:pt x="1" y="1"/>
                  </a:moveTo>
                  <a:lnTo>
                    <a:pt x="1" y="17948"/>
                  </a:lnTo>
                  <a:lnTo>
                    <a:pt x="13642" y="17948"/>
                  </a:lnTo>
                  <a:lnTo>
                    <a:pt x="136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58;p39">
              <a:extLst>
                <a:ext uri="{FF2B5EF4-FFF2-40B4-BE49-F238E27FC236}">
                  <a16:creationId xmlns:a16="http://schemas.microsoft.com/office/drawing/2014/main" id="{93065EAD-DE58-54DB-B8D9-565D8618498F}"/>
                </a:ext>
              </a:extLst>
            </p:cNvPr>
            <p:cNvSpPr/>
            <p:nvPr/>
          </p:nvSpPr>
          <p:spPr>
            <a:xfrm>
              <a:off x="3272194" y="1595262"/>
              <a:ext cx="343083" cy="489868"/>
            </a:xfrm>
            <a:custGeom>
              <a:avLst/>
              <a:gdLst/>
              <a:ahLst/>
              <a:cxnLst/>
              <a:rect l="l" t="t" r="r" b="b"/>
              <a:pathLst>
                <a:path w="10955" h="15642" extrusionOk="0">
                  <a:moveTo>
                    <a:pt x="0" y="0"/>
                  </a:moveTo>
                  <a:lnTo>
                    <a:pt x="0" y="15642"/>
                  </a:lnTo>
                  <a:lnTo>
                    <a:pt x="10955" y="15642"/>
                  </a:lnTo>
                  <a:lnTo>
                    <a:pt x="109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59;p39">
              <a:extLst>
                <a:ext uri="{FF2B5EF4-FFF2-40B4-BE49-F238E27FC236}">
                  <a16:creationId xmlns:a16="http://schemas.microsoft.com/office/drawing/2014/main" id="{B3F74C6A-A57D-DF42-2FDE-8C2A0A78E257}"/>
                </a:ext>
              </a:extLst>
            </p:cNvPr>
            <p:cNvSpPr/>
            <p:nvPr/>
          </p:nvSpPr>
          <p:spPr>
            <a:xfrm>
              <a:off x="3330068" y="1678189"/>
              <a:ext cx="226739" cy="323416"/>
            </a:xfrm>
            <a:custGeom>
              <a:avLst/>
              <a:gdLst/>
              <a:ahLst/>
              <a:cxnLst/>
              <a:rect l="l" t="t" r="r" b="b"/>
              <a:pathLst>
                <a:path w="7240" h="10327" extrusionOk="0">
                  <a:moveTo>
                    <a:pt x="0" y="0"/>
                  </a:moveTo>
                  <a:lnTo>
                    <a:pt x="0" y="10326"/>
                  </a:lnTo>
                  <a:lnTo>
                    <a:pt x="7240" y="10326"/>
                  </a:lnTo>
                  <a:lnTo>
                    <a:pt x="724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60;p39">
              <a:extLst>
                <a:ext uri="{FF2B5EF4-FFF2-40B4-BE49-F238E27FC236}">
                  <a16:creationId xmlns:a16="http://schemas.microsoft.com/office/drawing/2014/main" id="{D2E77981-C248-3690-4311-2E36EF595CEB}"/>
                </a:ext>
              </a:extLst>
            </p:cNvPr>
            <p:cNvSpPr/>
            <p:nvPr/>
          </p:nvSpPr>
          <p:spPr>
            <a:xfrm>
              <a:off x="3476225" y="1743203"/>
              <a:ext cx="287025" cy="377720"/>
            </a:xfrm>
            <a:custGeom>
              <a:avLst/>
              <a:gdLst/>
              <a:ahLst/>
              <a:cxnLst/>
              <a:rect l="l" t="t" r="r" b="b"/>
              <a:pathLst>
                <a:path w="9165" h="12061" extrusionOk="0">
                  <a:moveTo>
                    <a:pt x="1" y="1"/>
                  </a:moveTo>
                  <a:lnTo>
                    <a:pt x="1" y="12061"/>
                  </a:lnTo>
                  <a:lnTo>
                    <a:pt x="9165" y="12061"/>
                  </a:lnTo>
                  <a:lnTo>
                    <a:pt x="9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61;p39">
              <a:extLst>
                <a:ext uri="{FF2B5EF4-FFF2-40B4-BE49-F238E27FC236}">
                  <a16:creationId xmlns:a16="http://schemas.microsoft.com/office/drawing/2014/main" id="{E1591388-2218-2338-D719-E6BF0E0621D4}"/>
                </a:ext>
              </a:extLst>
            </p:cNvPr>
            <p:cNvSpPr/>
            <p:nvPr/>
          </p:nvSpPr>
          <p:spPr>
            <a:xfrm>
              <a:off x="3504880" y="1767693"/>
              <a:ext cx="230340" cy="329366"/>
            </a:xfrm>
            <a:custGeom>
              <a:avLst/>
              <a:gdLst/>
              <a:ahLst/>
              <a:cxnLst/>
              <a:rect l="l" t="t" r="r" b="b"/>
              <a:pathLst>
                <a:path w="7355" h="10517" extrusionOk="0">
                  <a:moveTo>
                    <a:pt x="0" y="0"/>
                  </a:moveTo>
                  <a:lnTo>
                    <a:pt x="0" y="10517"/>
                  </a:lnTo>
                  <a:lnTo>
                    <a:pt x="7354" y="10517"/>
                  </a:lnTo>
                  <a:lnTo>
                    <a:pt x="7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62;p39">
              <a:extLst>
                <a:ext uri="{FF2B5EF4-FFF2-40B4-BE49-F238E27FC236}">
                  <a16:creationId xmlns:a16="http://schemas.microsoft.com/office/drawing/2014/main" id="{3F635AC4-549F-7227-DC9C-CBCAF6688343}"/>
                </a:ext>
              </a:extLst>
            </p:cNvPr>
            <p:cNvSpPr/>
            <p:nvPr/>
          </p:nvSpPr>
          <p:spPr>
            <a:xfrm>
              <a:off x="3543650" y="1823751"/>
              <a:ext cx="152172" cy="217218"/>
            </a:xfrm>
            <a:custGeom>
              <a:avLst/>
              <a:gdLst/>
              <a:ahLst/>
              <a:cxnLst/>
              <a:rect l="l" t="t" r="r" b="b"/>
              <a:pathLst>
                <a:path w="4859" h="6936" extrusionOk="0">
                  <a:moveTo>
                    <a:pt x="1" y="1"/>
                  </a:moveTo>
                  <a:lnTo>
                    <a:pt x="1" y="6936"/>
                  </a:lnTo>
                  <a:lnTo>
                    <a:pt x="4859" y="6936"/>
                  </a:lnTo>
                  <a:lnTo>
                    <a:pt x="48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63;p39">
              <a:extLst>
                <a:ext uri="{FF2B5EF4-FFF2-40B4-BE49-F238E27FC236}">
                  <a16:creationId xmlns:a16="http://schemas.microsoft.com/office/drawing/2014/main" id="{ADF356D4-339B-12BD-7AE8-877CD6AFD498}"/>
                </a:ext>
              </a:extLst>
            </p:cNvPr>
            <p:cNvSpPr/>
            <p:nvPr/>
          </p:nvSpPr>
          <p:spPr>
            <a:xfrm>
              <a:off x="3158827" y="1894778"/>
              <a:ext cx="171275" cy="226144"/>
            </a:xfrm>
            <a:custGeom>
              <a:avLst/>
              <a:gdLst/>
              <a:ahLst/>
              <a:cxnLst/>
              <a:rect l="l" t="t" r="r" b="b"/>
              <a:pathLst>
                <a:path w="5469" h="7221" extrusionOk="0">
                  <a:moveTo>
                    <a:pt x="0" y="0"/>
                  </a:moveTo>
                  <a:lnTo>
                    <a:pt x="0" y="7221"/>
                  </a:lnTo>
                  <a:lnTo>
                    <a:pt x="5468" y="7221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64;p39">
              <a:extLst>
                <a:ext uri="{FF2B5EF4-FFF2-40B4-BE49-F238E27FC236}">
                  <a16:creationId xmlns:a16="http://schemas.microsoft.com/office/drawing/2014/main" id="{4AF6F797-D169-0E6B-ED9A-7F9896563747}"/>
                </a:ext>
              </a:extLst>
            </p:cNvPr>
            <p:cNvSpPr/>
            <p:nvPr/>
          </p:nvSpPr>
          <p:spPr>
            <a:xfrm>
              <a:off x="3175519" y="1909685"/>
              <a:ext cx="137860" cy="196924"/>
            </a:xfrm>
            <a:custGeom>
              <a:avLst/>
              <a:gdLst/>
              <a:ahLst/>
              <a:cxnLst/>
              <a:rect l="l" t="t" r="r" b="b"/>
              <a:pathLst>
                <a:path w="4402" h="6288" extrusionOk="0">
                  <a:moveTo>
                    <a:pt x="1" y="0"/>
                  </a:moveTo>
                  <a:lnTo>
                    <a:pt x="1" y="6287"/>
                  </a:lnTo>
                  <a:lnTo>
                    <a:pt x="4402" y="6287"/>
                  </a:lnTo>
                  <a:lnTo>
                    <a:pt x="4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65;p39">
              <a:extLst>
                <a:ext uri="{FF2B5EF4-FFF2-40B4-BE49-F238E27FC236}">
                  <a16:creationId xmlns:a16="http://schemas.microsoft.com/office/drawing/2014/main" id="{52B0D50C-952F-A404-D907-C7D9D15E7079}"/>
                </a:ext>
              </a:extLst>
            </p:cNvPr>
            <p:cNvSpPr/>
            <p:nvPr/>
          </p:nvSpPr>
          <p:spPr>
            <a:xfrm>
              <a:off x="3198787" y="1943100"/>
              <a:ext cx="91322" cy="130093"/>
            </a:xfrm>
            <a:custGeom>
              <a:avLst/>
              <a:gdLst/>
              <a:ahLst/>
              <a:cxnLst/>
              <a:rect l="l" t="t" r="r" b="b"/>
              <a:pathLst>
                <a:path w="2916" h="4154" extrusionOk="0">
                  <a:moveTo>
                    <a:pt x="1" y="0"/>
                  </a:moveTo>
                  <a:lnTo>
                    <a:pt x="1" y="4154"/>
                  </a:lnTo>
                  <a:lnTo>
                    <a:pt x="2916" y="4154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66;p39">
              <a:extLst>
                <a:ext uri="{FF2B5EF4-FFF2-40B4-BE49-F238E27FC236}">
                  <a16:creationId xmlns:a16="http://schemas.microsoft.com/office/drawing/2014/main" id="{92CF53D9-9C65-1519-3B52-C4CF95B92811}"/>
                </a:ext>
              </a:extLst>
            </p:cNvPr>
            <p:cNvSpPr/>
            <p:nvPr/>
          </p:nvSpPr>
          <p:spPr>
            <a:xfrm>
              <a:off x="1757704" y="2220379"/>
              <a:ext cx="933561" cy="2173338"/>
            </a:xfrm>
            <a:custGeom>
              <a:avLst/>
              <a:gdLst/>
              <a:ahLst/>
              <a:cxnLst/>
              <a:rect l="l" t="t" r="r" b="b"/>
              <a:pathLst>
                <a:path w="45746" h="106497" extrusionOk="0">
                  <a:moveTo>
                    <a:pt x="2879" y="1"/>
                  </a:moveTo>
                  <a:cubicBezTo>
                    <a:pt x="1467" y="7049"/>
                    <a:pt x="1" y="104063"/>
                    <a:pt x="1467" y="105701"/>
                  </a:cubicBezTo>
                  <a:cubicBezTo>
                    <a:pt x="1998" y="106269"/>
                    <a:pt x="2993" y="106497"/>
                    <a:pt x="4189" y="106497"/>
                  </a:cubicBezTo>
                  <a:cubicBezTo>
                    <a:pt x="6428" y="106497"/>
                    <a:pt x="9369" y="105700"/>
                    <a:pt x="11281" y="104852"/>
                  </a:cubicBezTo>
                  <a:cubicBezTo>
                    <a:pt x="14273" y="103557"/>
                    <a:pt x="13989" y="75469"/>
                    <a:pt x="14611" y="68641"/>
                  </a:cubicBezTo>
                  <a:cubicBezTo>
                    <a:pt x="15175" y="61760"/>
                    <a:pt x="23410" y="17711"/>
                    <a:pt x="23410" y="17711"/>
                  </a:cubicBezTo>
                  <a:cubicBezTo>
                    <a:pt x="23916" y="21547"/>
                    <a:pt x="31983" y="102484"/>
                    <a:pt x="33166" y="104347"/>
                  </a:cubicBezTo>
                  <a:cubicBezTo>
                    <a:pt x="33664" y="105152"/>
                    <a:pt x="35533" y="105699"/>
                    <a:pt x="37626" y="105699"/>
                  </a:cubicBezTo>
                  <a:cubicBezTo>
                    <a:pt x="40519" y="105699"/>
                    <a:pt x="43839" y="104655"/>
                    <a:pt x="44559" y="101807"/>
                  </a:cubicBezTo>
                  <a:cubicBezTo>
                    <a:pt x="45746" y="96902"/>
                    <a:pt x="45010" y="56630"/>
                    <a:pt x="44672" y="44726"/>
                  </a:cubicBezTo>
                  <a:cubicBezTo>
                    <a:pt x="44333" y="32828"/>
                    <a:pt x="44672" y="4003"/>
                    <a:pt x="44672" y="4003"/>
                  </a:cubicBezTo>
                  <a:lnTo>
                    <a:pt x="28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67;p39">
              <a:extLst>
                <a:ext uri="{FF2B5EF4-FFF2-40B4-BE49-F238E27FC236}">
                  <a16:creationId xmlns:a16="http://schemas.microsoft.com/office/drawing/2014/main" id="{55421640-1489-254E-4054-A048EA3E8557}"/>
                </a:ext>
              </a:extLst>
            </p:cNvPr>
            <p:cNvSpPr/>
            <p:nvPr/>
          </p:nvSpPr>
          <p:spPr>
            <a:xfrm>
              <a:off x="2227361" y="2506955"/>
              <a:ext cx="89793" cy="853013"/>
            </a:xfrm>
            <a:custGeom>
              <a:avLst/>
              <a:gdLst/>
              <a:ahLst/>
              <a:cxnLst/>
              <a:rect l="l" t="t" r="r" b="b"/>
              <a:pathLst>
                <a:path w="4400" h="41799" fill="none" extrusionOk="0">
                  <a:moveTo>
                    <a:pt x="0" y="1"/>
                  </a:moveTo>
                  <a:lnTo>
                    <a:pt x="4400" y="41798"/>
                  </a:lnTo>
                </a:path>
              </a:pathLst>
            </a:custGeom>
            <a:noFill/>
            <a:ln w="18375" cap="rnd" cmpd="sng">
              <a:solidFill>
                <a:srgbClr val="324F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68;p39">
              <a:extLst>
                <a:ext uri="{FF2B5EF4-FFF2-40B4-BE49-F238E27FC236}">
                  <a16:creationId xmlns:a16="http://schemas.microsoft.com/office/drawing/2014/main" id="{8BF844C0-2F96-E1A3-F754-6496CE72E831}"/>
                </a:ext>
              </a:extLst>
            </p:cNvPr>
            <p:cNvSpPr/>
            <p:nvPr/>
          </p:nvSpPr>
          <p:spPr>
            <a:xfrm>
              <a:off x="1800337" y="2220379"/>
              <a:ext cx="712487" cy="263563"/>
            </a:xfrm>
            <a:custGeom>
              <a:avLst/>
              <a:gdLst/>
              <a:ahLst/>
              <a:cxnLst/>
              <a:rect l="l" t="t" r="r" b="b"/>
              <a:pathLst>
                <a:path w="34913" h="12915" extrusionOk="0">
                  <a:moveTo>
                    <a:pt x="790" y="1"/>
                  </a:moveTo>
                  <a:cubicBezTo>
                    <a:pt x="506" y="1354"/>
                    <a:pt x="226" y="6146"/>
                    <a:pt x="1" y="12915"/>
                  </a:cubicBezTo>
                  <a:cubicBezTo>
                    <a:pt x="2595" y="12915"/>
                    <a:pt x="5190" y="12802"/>
                    <a:pt x="7726" y="12351"/>
                  </a:cubicBezTo>
                  <a:cubicBezTo>
                    <a:pt x="11845" y="11561"/>
                    <a:pt x="15568" y="9756"/>
                    <a:pt x="19403" y="8123"/>
                  </a:cubicBezTo>
                  <a:cubicBezTo>
                    <a:pt x="24421" y="5921"/>
                    <a:pt x="29723" y="4851"/>
                    <a:pt x="34912" y="3272"/>
                  </a:cubicBezTo>
                  <a:lnTo>
                    <a:pt x="790" y="1"/>
                  </a:lnTo>
                  <a:close/>
                </a:path>
              </a:pathLst>
            </a:custGeom>
            <a:solidFill>
              <a:srgbClr val="324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69;p39">
              <a:extLst>
                <a:ext uri="{FF2B5EF4-FFF2-40B4-BE49-F238E27FC236}">
                  <a16:creationId xmlns:a16="http://schemas.microsoft.com/office/drawing/2014/main" id="{AD85EF45-BD43-54B0-F532-EAD87A16EAEE}"/>
                </a:ext>
              </a:extLst>
            </p:cNvPr>
            <p:cNvSpPr/>
            <p:nvPr/>
          </p:nvSpPr>
          <p:spPr>
            <a:xfrm>
              <a:off x="1405354" y="934543"/>
              <a:ext cx="1655558" cy="1400424"/>
            </a:xfrm>
            <a:custGeom>
              <a:avLst/>
              <a:gdLst/>
              <a:ahLst/>
              <a:cxnLst/>
              <a:rect l="l" t="t" r="r" b="b"/>
              <a:pathLst>
                <a:path w="81125" h="68623" extrusionOk="0">
                  <a:moveTo>
                    <a:pt x="36555" y="1"/>
                  </a:moveTo>
                  <a:cubicBezTo>
                    <a:pt x="36555" y="1"/>
                    <a:pt x="19129" y="9197"/>
                    <a:pt x="15122" y="15117"/>
                  </a:cubicBezTo>
                  <a:cubicBezTo>
                    <a:pt x="12812" y="18501"/>
                    <a:pt x="11233" y="26059"/>
                    <a:pt x="9933" y="32828"/>
                  </a:cubicBezTo>
                  <a:cubicBezTo>
                    <a:pt x="9369" y="34407"/>
                    <a:pt x="7736" y="38806"/>
                    <a:pt x="5195" y="41175"/>
                  </a:cubicBezTo>
                  <a:cubicBezTo>
                    <a:pt x="2443" y="43731"/>
                    <a:pt x="0" y="56379"/>
                    <a:pt x="8330" y="56379"/>
                  </a:cubicBezTo>
                  <a:cubicBezTo>
                    <a:pt x="9382" y="56379"/>
                    <a:pt x="10605" y="56177"/>
                    <a:pt x="12022" y="55727"/>
                  </a:cubicBezTo>
                  <a:cubicBezTo>
                    <a:pt x="15686" y="54545"/>
                    <a:pt x="18339" y="51892"/>
                    <a:pt x="20257" y="48733"/>
                  </a:cubicBezTo>
                  <a:lnTo>
                    <a:pt x="20257" y="49523"/>
                  </a:lnTo>
                  <a:lnTo>
                    <a:pt x="20257" y="49582"/>
                  </a:lnTo>
                  <a:cubicBezTo>
                    <a:pt x="20257" y="49469"/>
                    <a:pt x="20311" y="49297"/>
                    <a:pt x="20370" y="49185"/>
                  </a:cubicBezTo>
                  <a:lnTo>
                    <a:pt x="20370" y="49185"/>
                  </a:lnTo>
                  <a:cubicBezTo>
                    <a:pt x="20311" y="49469"/>
                    <a:pt x="20257" y="49695"/>
                    <a:pt x="20198" y="49974"/>
                  </a:cubicBezTo>
                  <a:cubicBezTo>
                    <a:pt x="20144" y="50313"/>
                    <a:pt x="20086" y="50597"/>
                    <a:pt x="19973" y="50877"/>
                  </a:cubicBezTo>
                  <a:cubicBezTo>
                    <a:pt x="19919" y="51328"/>
                    <a:pt x="19806" y="51725"/>
                    <a:pt x="19693" y="52176"/>
                  </a:cubicBezTo>
                  <a:lnTo>
                    <a:pt x="19693" y="52289"/>
                  </a:lnTo>
                  <a:lnTo>
                    <a:pt x="19693" y="52343"/>
                  </a:lnTo>
                  <a:cubicBezTo>
                    <a:pt x="19580" y="52740"/>
                    <a:pt x="19522" y="53133"/>
                    <a:pt x="19468" y="53530"/>
                  </a:cubicBezTo>
                  <a:cubicBezTo>
                    <a:pt x="19522" y="53981"/>
                    <a:pt x="19468" y="54432"/>
                    <a:pt x="19296" y="54825"/>
                  </a:cubicBezTo>
                  <a:cubicBezTo>
                    <a:pt x="19242" y="55109"/>
                    <a:pt x="19129" y="55335"/>
                    <a:pt x="19070" y="55615"/>
                  </a:cubicBezTo>
                  <a:cubicBezTo>
                    <a:pt x="18168" y="60578"/>
                    <a:pt x="17775" y="64865"/>
                    <a:pt x="18565" y="66503"/>
                  </a:cubicBezTo>
                  <a:cubicBezTo>
                    <a:pt x="18565" y="66503"/>
                    <a:pt x="18300" y="68622"/>
                    <a:pt x="28251" y="68622"/>
                  </a:cubicBezTo>
                  <a:cubicBezTo>
                    <a:pt x="31286" y="68622"/>
                    <a:pt x="35271" y="68425"/>
                    <a:pt x="40504" y="67911"/>
                  </a:cubicBezTo>
                  <a:cubicBezTo>
                    <a:pt x="45750" y="68425"/>
                    <a:pt x="49746" y="68622"/>
                    <a:pt x="52789" y="68622"/>
                  </a:cubicBezTo>
                  <a:cubicBezTo>
                    <a:pt x="62766" y="68622"/>
                    <a:pt x="62501" y="66503"/>
                    <a:pt x="62501" y="66503"/>
                  </a:cubicBezTo>
                  <a:cubicBezTo>
                    <a:pt x="63629" y="64021"/>
                    <a:pt x="62221" y="55615"/>
                    <a:pt x="60358" y="47831"/>
                  </a:cubicBezTo>
                  <a:lnTo>
                    <a:pt x="60358" y="47831"/>
                  </a:lnTo>
                  <a:cubicBezTo>
                    <a:pt x="62334" y="51387"/>
                    <a:pt x="65095" y="54432"/>
                    <a:pt x="69102" y="55727"/>
                  </a:cubicBezTo>
                  <a:cubicBezTo>
                    <a:pt x="70519" y="56177"/>
                    <a:pt x="71743" y="56379"/>
                    <a:pt x="72795" y="56379"/>
                  </a:cubicBezTo>
                  <a:cubicBezTo>
                    <a:pt x="81124" y="56379"/>
                    <a:pt x="78681" y="43731"/>
                    <a:pt x="75925" y="41175"/>
                  </a:cubicBezTo>
                  <a:cubicBezTo>
                    <a:pt x="72766" y="38242"/>
                    <a:pt x="71020" y="32209"/>
                    <a:pt x="71020" y="32209"/>
                  </a:cubicBezTo>
                  <a:cubicBezTo>
                    <a:pt x="69102" y="27751"/>
                    <a:pt x="70005" y="21096"/>
                    <a:pt x="65944" y="15117"/>
                  </a:cubicBezTo>
                  <a:cubicBezTo>
                    <a:pt x="61937" y="9197"/>
                    <a:pt x="44511" y="1"/>
                    <a:pt x="44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70;p39">
              <a:extLst>
                <a:ext uri="{FF2B5EF4-FFF2-40B4-BE49-F238E27FC236}">
                  <a16:creationId xmlns:a16="http://schemas.microsoft.com/office/drawing/2014/main" id="{8CD96645-AB87-85F1-2D2D-59E7C8246913}"/>
                </a:ext>
              </a:extLst>
            </p:cNvPr>
            <p:cNvSpPr/>
            <p:nvPr/>
          </p:nvSpPr>
          <p:spPr>
            <a:xfrm>
              <a:off x="2068503" y="934543"/>
              <a:ext cx="348825" cy="263706"/>
            </a:xfrm>
            <a:custGeom>
              <a:avLst/>
              <a:gdLst/>
              <a:ahLst/>
              <a:cxnLst/>
              <a:rect l="l" t="t" r="r" b="b"/>
              <a:pathLst>
                <a:path w="17093" h="12922" extrusionOk="0">
                  <a:moveTo>
                    <a:pt x="4061" y="1"/>
                  </a:moveTo>
                  <a:cubicBezTo>
                    <a:pt x="4061" y="1"/>
                    <a:pt x="2369" y="849"/>
                    <a:pt x="0" y="2257"/>
                  </a:cubicBezTo>
                  <a:cubicBezTo>
                    <a:pt x="728" y="7563"/>
                    <a:pt x="4051" y="12921"/>
                    <a:pt x="9749" y="12921"/>
                  </a:cubicBezTo>
                  <a:cubicBezTo>
                    <a:pt x="9808" y="12921"/>
                    <a:pt x="9868" y="12921"/>
                    <a:pt x="9927" y="12920"/>
                  </a:cubicBezTo>
                  <a:cubicBezTo>
                    <a:pt x="17093" y="12807"/>
                    <a:pt x="16867" y="6544"/>
                    <a:pt x="14837" y="1580"/>
                  </a:cubicBezTo>
                  <a:cubicBezTo>
                    <a:pt x="13145" y="565"/>
                    <a:pt x="12017" y="1"/>
                    <a:pt x="12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71;p39">
              <a:extLst>
                <a:ext uri="{FF2B5EF4-FFF2-40B4-BE49-F238E27FC236}">
                  <a16:creationId xmlns:a16="http://schemas.microsoft.com/office/drawing/2014/main" id="{DF8BC9F9-32C9-CF27-7182-2C56751D2925}"/>
                </a:ext>
              </a:extLst>
            </p:cNvPr>
            <p:cNvSpPr/>
            <p:nvPr/>
          </p:nvSpPr>
          <p:spPr>
            <a:xfrm>
              <a:off x="2120524" y="763091"/>
              <a:ext cx="207034" cy="371151"/>
            </a:xfrm>
            <a:custGeom>
              <a:avLst/>
              <a:gdLst/>
              <a:ahLst/>
              <a:cxnLst/>
              <a:rect l="l" t="t" r="r" b="b"/>
              <a:pathLst>
                <a:path w="10145" h="18187" extrusionOk="0">
                  <a:moveTo>
                    <a:pt x="555" y="1"/>
                  </a:moveTo>
                  <a:cubicBezTo>
                    <a:pt x="196" y="1"/>
                    <a:pt x="0" y="167"/>
                    <a:pt x="46" y="564"/>
                  </a:cubicBezTo>
                  <a:cubicBezTo>
                    <a:pt x="384" y="2987"/>
                    <a:pt x="46" y="8853"/>
                    <a:pt x="669" y="11845"/>
                  </a:cubicBezTo>
                  <a:cubicBezTo>
                    <a:pt x="1233" y="14891"/>
                    <a:pt x="3263" y="17936"/>
                    <a:pt x="5799" y="18162"/>
                  </a:cubicBezTo>
                  <a:cubicBezTo>
                    <a:pt x="5954" y="18179"/>
                    <a:pt x="6105" y="18187"/>
                    <a:pt x="6253" y="18187"/>
                  </a:cubicBezTo>
                  <a:cubicBezTo>
                    <a:pt x="8577" y="18187"/>
                    <a:pt x="9980" y="16184"/>
                    <a:pt x="10086" y="14381"/>
                  </a:cubicBezTo>
                  <a:cubicBezTo>
                    <a:pt x="10144" y="12463"/>
                    <a:pt x="8506" y="4341"/>
                    <a:pt x="8506" y="4341"/>
                  </a:cubicBezTo>
                  <a:cubicBezTo>
                    <a:pt x="8506" y="4341"/>
                    <a:pt x="2392" y="1"/>
                    <a:pt x="555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72;p39">
              <a:extLst>
                <a:ext uri="{FF2B5EF4-FFF2-40B4-BE49-F238E27FC236}">
                  <a16:creationId xmlns:a16="http://schemas.microsoft.com/office/drawing/2014/main" id="{C957D85F-65DA-4B4B-9CB0-15750D203519}"/>
                </a:ext>
              </a:extLst>
            </p:cNvPr>
            <p:cNvSpPr/>
            <p:nvPr/>
          </p:nvSpPr>
          <p:spPr>
            <a:xfrm>
              <a:off x="2175606" y="777989"/>
              <a:ext cx="140444" cy="192300"/>
            </a:xfrm>
            <a:custGeom>
              <a:avLst/>
              <a:gdLst/>
              <a:ahLst/>
              <a:cxnLst/>
              <a:rect l="l" t="t" r="r" b="b"/>
              <a:pathLst>
                <a:path w="6882" h="9423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114"/>
                    <a:pt x="54" y="172"/>
                    <a:pt x="54" y="285"/>
                  </a:cubicBezTo>
                  <a:cubicBezTo>
                    <a:pt x="0" y="736"/>
                    <a:pt x="54" y="1242"/>
                    <a:pt x="113" y="1752"/>
                  </a:cubicBezTo>
                  <a:cubicBezTo>
                    <a:pt x="731" y="2032"/>
                    <a:pt x="1241" y="2654"/>
                    <a:pt x="1295" y="3669"/>
                  </a:cubicBezTo>
                  <a:cubicBezTo>
                    <a:pt x="1521" y="6769"/>
                    <a:pt x="4115" y="8520"/>
                    <a:pt x="6881" y="9423"/>
                  </a:cubicBezTo>
                  <a:cubicBezTo>
                    <a:pt x="6430" y="6602"/>
                    <a:pt x="5807" y="3611"/>
                    <a:pt x="5807" y="3611"/>
                  </a:cubicBezTo>
                  <a:cubicBezTo>
                    <a:pt x="5807" y="3611"/>
                    <a:pt x="2482" y="1242"/>
                    <a:pt x="0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73;p39">
              <a:extLst>
                <a:ext uri="{FF2B5EF4-FFF2-40B4-BE49-F238E27FC236}">
                  <a16:creationId xmlns:a16="http://schemas.microsoft.com/office/drawing/2014/main" id="{8D9E70D0-AEE7-2A72-19FA-A68CFB4FD002}"/>
                </a:ext>
              </a:extLst>
            </p:cNvPr>
            <p:cNvSpPr/>
            <p:nvPr/>
          </p:nvSpPr>
          <p:spPr>
            <a:xfrm>
              <a:off x="2092727" y="554680"/>
              <a:ext cx="320010" cy="360784"/>
            </a:xfrm>
            <a:custGeom>
              <a:avLst/>
              <a:gdLst/>
              <a:ahLst/>
              <a:cxnLst/>
              <a:rect l="l" t="t" r="r" b="b"/>
              <a:pathLst>
                <a:path w="15681" h="17679" extrusionOk="0">
                  <a:moveTo>
                    <a:pt x="10884" y="1"/>
                  </a:moveTo>
                  <a:cubicBezTo>
                    <a:pt x="10884" y="1"/>
                    <a:pt x="2256" y="1"/>
                    <a:pt x="1128" y="1526"/>
                  </a:cubicBezTo>
                  <a:cubicBezTo>
                    <a:pt x="0" y="2992"/>
                    <a:pt x="1805" y="12748"/>
                    <a:pt x="1805" y="12748"/>
                  </a:cubicBezTo>
                  <a:cubicBezTo>
                    <a:pt x="3937" y="15966"/>
                    <a:pt x="7270" y="17679"/>
                    <a:pt x="9971" y="17679"/>
                  </a:cubicBezTo>
                  <a:cubicBezTo>
                    <a:pt x="11770" y="17679"/>
                    <a:pt x="13289" y="16920"/>
                    <a:pt x="13988" y="15342"/>
                  </a:cubicBezTo>
                  <a:cubicBezTo>
                    <a:pt x="15680" y="11394"/>
                    <a:pt x="10884" y="1"/>
                    <a:pt x="10884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74;p39">
              <a:extLst>
                <a:ext uri="{FF2B5EF4-FFF2-40B4-BE49-F238E27FC236}">
                  <a16:creationId xmlns:a16="http://schemas.microsoft.com/office/drawing/2014/main" id="{F5458661-D2E0-AC29-951D-EB7F47321224}"/>
                </a:ext>
              </a:extLst>
            </p:cNvPr>
            <p:cNvSpPr/>
            <p:nvPr/>
          </p:nvSpPr>
          <p:spPr>
            <a:xfrm>
              <a:off x="2236566" y="713458"/>
              <a:ext cx="71385" cy="80712"/>
            </a:xfrm>
            <a:custGeom>
              <a:avLst/>
              <a:gdLst/>
              <a:ahLst/>
              <a:cxnLst/>
              <a:rect l="l" t="t" r="r" b="b"/>
              <a:pathLst>
                <a:path w="3498" h="3955" extrusionOk="0">
                  <a:moveTo>
                    <a:pt x="1726" y="1"/>
                  </a:moveTo>
                  <a:cubicBezTo>
                    <a:pt x="1675" y="1"/>
                    <a:pt x="1623" y="19"/>
                    <a:pt x="1580" y="63"/>
                  </a:cubicBezTo>
                  <a:cubicBezTo>
                    <a:pt x="1467" y="117"/>
                    <a:pt x="1413" y="289"/>
                    <a:pt x="1467" y="401"/>
                  </a:cubicBezTo>
                  <a:cubicBezTo>
                    <a:pt x="2144" y="1584"/>
                    <a:pt x="2879" y="2883"/>
                    <a:pt x="2933" y="3109"/>
                  </a:cubicBezTo>
                  <a:cubicBezTo>
                    <a:pt x="2933" y="3163"/>
                    <a:pt x="2879" y="3222"/>
                    <a:pt x="2820" y="3276"/>
                  </a:cubicBezTo>
                  <a:cubicBezTo>
                    <a:pt x="2737" y="3332"/>
                    <a:pt x="2568" y="3417"/>
                    <a:pt x="2201" y="3417"/>
                  </a:cubicBezTo>
                  <a:cubicBezTo>
                    <a:pt x="1835" y="3417"/>
                    <a:pt x="1270" y="3332"/>
                    <a:pt x="397" y="3050"/>
                  </a:cubicBezTo>
                  <a:cubicBezTo>
                    <a:pt x="377" y="3041"/>
                    <a:pt x="355" y="3036"/>
                    <a:pt x="333" y="3036"/>
                  </a:cubicBezTo>
                  <a:cubicBezTo>
                    <a:pt x="227" y="3036"/>
                    <a:pt x="103" y="3129"/>
                    <a:pt x="59" y="3222"/>
                  </a:cubicBezTo>
                  <a:cubicBezTo>
                    <a:pt x="0" y="3334"/>
                    <a:pt x="113" y="3501"/>
                    <a:pt x="226" y="3560"/>
                  </a:cubicBezTo>
                  <a:cubicBezTo>
                    <a:pt x="1079" y="3818"/>
                    <a:pt x="1761" y="3955"/>
                    <a:pt x="2272" y="3955"/>
                  </a:cubicBezTo>
                  <a:cubicBezTo>
                    <a:pt x="2539" y="3955"/>
                    <a:pt x="2760" y="3917"/>
                    <a:pt x="2933" y="3840"/>
                  </a:cubicBezTo>
                  <a:cubicBezTo>
                    <a:pt x="2992" y="3786"/>
                    <a:pt x="3105" y="3786"/>
                    <a:pt x="3159" y="3727"/>
                  </a:cubicBezTo>
                  <a:cubicBezTo>
                    <a:pt x="3272" y="3614"/>
                    <a:pt x="3443" y="3447"/>
                    <a:pt x="3497" y="3109"/>
                  </a:cubicBezTo>
                  <a:cubicBezTo>
                    <a:pt x="3497" y="2883"/>
                    <a:pt x="2992" y="1868"/>
                    <a:pt x="1918" y="117"/>
                  </a:cubicBezTo>
                  <a:cubicBezTo>
                    <a:pt x="1885" y="48"/>
                    <a:pt x="1807" y="1"/>
                    <a:pt x="1726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75;p39">
              <a:extLst>
                <a:ext uri="{FF2B5EF4-FFF2-40B4-BE49-F238E27FC236}">
                  <a16:creationId xmlns:a16="http://schemas.microsoft.com/office/drawing/2014/main" id="{7FC8C3AD-E55F-45DF-00C2-8849A8C6F7FB}"/>
                </a:ext>
              </a:extLst>
            </p:cNvPr>
            <p:cNvSpPr/>
            <p:nvPr/>
          </p:nvSpPr>
          <p:spPr>
            <a:xfrm>
              <a:off x="2184810" y="717029"/>
              <a:ext cx="20734" cy="25489"/>
            </a:xfrm>
            <a:custGeom>
              <a:avLst/>
              <a:gdLst/>
              <a:ahLst/>
              <a:cxnLst/>
              <a:rect l="l" t="t" r="r" b="b"/>
              <a:pathLst>
                <a:path w="1016" h="1249" extrusionOk="0">
                  <a:moveTo>
                    <a:pt x="393" y="1"/>
                  </a:moveTo>
                  <a:cubicBezTo>
                    <a:pt x="113" y="55"/>
                    <a:pt x="0" y="393"/>
                    <a:pt x="0" y="732"/>
                  </a:cubicBezTo>
                  <a:cubicBezTo>
                    <a:pt x="50" y="992"/>
                    <a:pt x="292" y="1249"/>
                    <a:pt x="506" y="1249"/>
                  </a:cubicBezTo>
                  <a:cubicBezTo>
                    <a:pt x="526" y="1249"/>
                    <a:pt x="545" y="1246"/>
                    <a:pt x="564" y="1242"/>
                  </a:cubicBezTo>
                  <a:cubicBezTo>
                    <a:pt x="844" y="1183"/>
                    <a:pt x="1016" y="903"/>
                    <a:pt x="957" y="565"/>
                  </a:cubicBezTo>
                  <a:cubicBezTo>
                    <a:pt x="903" y="226"/>
                    <a:pt x="677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76;p39">
              <a:extLst>
                <a:ext uri="{FF2B5EF4-FFF2-40B4-BE49-F238E27FC236}">
                  <a16:creationId xmlns:a16="http://schemas.microsoft.com/office/drawing/2014/main" id="{60F35ABE-D220-20DF-F9F5-5FBF93F1953D}"/>
                </a:ext>
              </a:extLst>
            </p:cNvPr>
            <p:cNvSpPr/>
            <p:nvPr/>
          </p:nvSpPr>
          <p:spPr>
            <a:xfrm>
              <a:off x="2281505" y="700764"/>
              <a:ext cx="20734" cy="25509"/>
            </a:xfrm>
            <a:custGeom>
              <a:avLst/>
              <a:gdLst/>
              <a:ahLst/>
              <a:cxnLst/>
              <a:rect l="l" t="t" r="r" b="b"/>
              <a:pathLst>
                <a:path w="1016" h="1250" extrusionOk="0">
                  <a:moveTo>
                    <a:pt x="513" y="1"/>
                  </a:moveTo>
                  <a:cubicBezTo>
                    <a:pt x="492" y="1"/>
                    <a:pt x="472" y="3"/>
                    <a:pt x="451" y="8"/>
                  </a:cubicBezTo>
                  <a:cubicBezTo>
                    <a:pt x="167" y="62"/>
                    <a:pt x="0" y="347"/>
                    <a:pt x="54" y="685"/>
                  </a:cubicBezTo>
                  <a:cubicBezTo>
                    <a:pt x="113" y="1023"/>
                    <a:pt x="339" y="1249"/>
                    <a:pt x="618" y="1249"/>
                  </a:cubicBezTo>
                  <a:cubicBezTo>
                    <a:pt x="903" y="1190"/>
                    <a:pt x="1016" y="852"/>
                    <a:pt x="1016" y="572"/>
                  </a:cubicBezTo>
                  <a:cubicBezTo>
                    <a:pt x="962" y="264"/>
                    <a:pt x="725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77;p39">
              <a:extLst>
                <a:ext uri="{FF2B5EF4-FFF2-40B4-BE49-F238E27FC236}">
                  <a16:creationId xmlns:a16="http://schemas.microsoft.com/office/drawing/2014/main" id="{A6DF282A-AA2A-AAFB-B23C-5A7B152EDDF0}"/>
                </a:ext>
              </a:extLst>
            </p:cNvPr>
            <p:cNvSpPr/>
            <p:nvPr/>
          </p:nvSpPr>
          <p:spPr>
            <a:xfrm>
              <a:off x="2254056" y="653579"/>
              <a:ext cx="57386" cy="17020"/>
            </a:xfrm>
            <a:custGeom>
              <a:avLst/>
              <a:gdLst/>
              <a:ahLst/>
              <a:cxnLst/>
              <a:rect l="l" t="t" r="r" b="b"/>
              <a:pathLst>
                <a:path w="2812" h="834" extrusionOk="0">
                  <a:moveTo>
                    <a:pt x="1243" y="1"/>
                  </a:moveTo>
                  <a:cubicBezTo>
                    <a:pt x="394" y="1"/>
                    <a:pt x="1" y="412"/>
                    <a:pt x="159" y="569"/>
                  </a:cubicBezTo>
                  <a:cubicBezTo>
                    <a:pt x="384" y="682"/>
                    <a:pt x="894" y="628"/>
                    <a:pt x="1399" y="682"/>
                  </a:cubicBezTo>
                  <a:cubicBezTo>
                    <a:pt x="1827" y="727"/>
                    <a:pt x="2223" y="833"/>
                    <a:pt x="2463" y="833"/>
                  </a:cubicBezTo>
                  <a:cubicBezTo>
                    <a:pt x="2539" y="833"/>
                    <a:pt x="2600" y="822"/>
                    <a:pt x="2640" y="795"/>
                  </a:cubicBezTo>
                  <a:cubicBezTo>
                    <a:pt x="2812" y="682"/>
                    <a:pt x="2361" y="118"/>
                    <a:pt x="1399" y="5"/>
                  </a:cubicBezTo>
                  <a:cubicBezTo>
                    <a:pt x="1346" y="2"/>
                    <a:pt x="1294" y="1"/>
                    <a:pt x="1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78;p39">
              <a:extLst>
                <a:ext uri="{FF2B5EF4-FFF2-40B4-BE49-F238E27FC236}">
                  <a16:creationId xmlns:a16="http://schemas.microsoft.com/office/drawing/2014/main" id="{BE03401E-5FA4-4330-8730-217CE8265A0E}"/>
                </a:ext>
              </a:extLst>
            </p:cNvPr>
            <p:cNvSpPr/>
            <p:nvPr/>
          </p:nvSpPr>
          <p:spPr>
            <a:xfrm>
              <a:off x="2152585" y="666110"/>
              <a:ext cx="52937" cy="25734"/>
            </a:xfrm>
            <a:custGeom>
              <a:avLst/>
              <a:gdLst/>
              <a:ahLst/>
              <a:cxnLst/>
              <a:rect l="l" t="t" r="r" b="b"/>
              <a:pathLst>
                <a:path w="2594" h="1261" extrusionOk="0">
                  <a:moveTo>
                    <a:pt x="1955" y="1"/>
                  </a:moveTo>
                  <a:cubicBezTo>
                    <a:pt x="1745" y="1"/>
                    <a:pt x="1482" y="51"/>
                    <a:pt x="1182" y="181"/>
                  </a:cubicBezTo>
                  <a:cubicBezTo>
                    <a:pt x="280" y="519"/>
                    <a:pt x="0" y="1196"/>
                    <a:pt x="226" y="1255"/>
                  </a:cubicBezTo>
                  <a:cubicBezTo>
                    <a:pt x="242" y="1259"/>
                    <a:pt x="259" y="1261"/>
                    <a:pt x="278" y="1261"/>
                  </a:cubicBezTo>
                  <a:cubicBezTo>
                    <a:pt x="509" y="1261"/>
                    <a:pt x="881" y="959"/>
                    <a:pt x="1354" y="804"/>
                  </a:cubicBezTo>
                  <a:cubicBezTo>
                    <a:pt x="1859" y="578"/>
                    <a:pt x="2369" y="519"/>
                    <a:pt x="2482" y="353"/>
                  </a:cubicBezTo>
                  <a:cubicBezTo>
                    <a:pt x="2593" y="202"/>
                    <a:pt x="2379" y="1"/>
                    <a:pt x="1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79;p39">
              <a:extLst>
                <a:ext uri="{FF2B5EF4-FFF2-40B4-BE49-F238E27FC236}">
                  <a16:creationId xmlns:a16="http://schemas.microsoft.com/office/drawing/2014/main" id="{9B47271F-AC73-F3CE-0123-B757BB34FD85}"/>
                </a:ext>
              </a:extLst>
            </p:cNvPr>
            <p:cNvSpPr/>
            <p:nvPr/>
          </p:nvSpPr>
          <p:spPr>
            <a:xfrm>
              <a:off x="2208933" y="818663"/>
              <a:ext cx="57365" cy="17020"/>
            </a:xfrm>
            <a:custGeom>
              <a:avLst/>
              <a:gdLst/>
              <a:ahLst/>
              <a:cxnLst/>
              <a:rect l="l" t="t" r="r" b="b"/>
              <a:pathLst>
                <a:path w="2811" h="834" extrusionOk="0">
                  <a:moveTo>
                    <a:pt x="402" y="1"/>
                  </a:moveTo>
                  <a:cubicBezTo>
                    <a:pt x="327" y="1"/>
                    <a:pt x="267" y="12"/>
                    <a:pt x="226" y="39"/>
                  </a:cubicBezTo>
                  <a:cubicBezTo>
                    <a:pt x="1" y="151"/>
                    <a:pt x="339" y="715"/>
                    <a:pt x="1300" y="828"/>
                  </a:cubicBezTo>
                  <a:cubicBezTo>
                    <a:pt x="1358" y="832"/>
                    <a:pt x="1415" y="833"/>
                    <a:pt x="1470" y="833"/>
                  </a:cubicBezTo>
                  <a:cubicBezTo>
                    <a:pt x="2322" y="833"/>
                    <a:pt x="2811" y="429"/>
                    <a:pt x="2654" y="323"/>
                  </a:cubicBezTo>
                  <a:cubicBezTo>
                    <a:pt x="2482" y="151"/>
                    <a:pt x="1977" y="210"/>
                    <a:pt x="1413" y="151"/>
                  </a:cubicBezTo>
                  <a:cubicBezTo>
                    <a:pt x="1025" y="110"/>
                    <a:pt x="639" y="1"/>
                    <a:pt x="402" y="1"/>
                  </a:cubicBezTo>
                  <a:close/>
                </a:path>
              </a:pathLst>
            </a:custGeom>
            <a:solidFill>
              <a:srgbClr val="D1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80;p39">
              <a:extLst>
                <a:ext uri="{FF2B5EF4-FFF2-40B4-BE49-F238E27FC236}">
                  <a16:creationId xmlns:a16="http://schemas.microsoft.com/office/drawing/2014/main" id="{1B157B62-246D-7D97-F0BC-2F2C88154077}"/>
                </a:ext>
              </a:extLst>
            </p:cNvPr>
            <p:cNvSpPr/>
            <p:nvPr/>
          </p:nvSpPr>
          <p:spPr>
            <a:xfrm>
              <a:off x="2044380" y="723784"/>
              <a:ext cx="111629" cy="95181"/>
            </a:xfrm>
            <a:custGeom>
              <a:avLst/>
              <a:gdLst/>
              <a:ahLst/>
              <a:cxnLst/>
              <a:rect l="l" t="t" r="r" b="b"/>
              <a:pathLst>
                <a:path w="5470" h="4664" extrusionOk="0">
                  <a:moveTo>
                    <a:pt x="2101" y="1"/>
                  </a:moveTo>
                  <a:cubicBezTo>
                    <a:pt x="1559" y="1"/>
                    <a:pt x="1065" y="188"/>
                    <a:pt x="731" y="572"/>
                  </a:cubicBezTo>
                  <a:cubicBezTo>
                    <a:pt x="0" y="1475"/>
                    <a:pt x="280" y="2941"/>
                    <a:pt x="1354" y="3898"/>
                  </a:cubicBezTo>
                  <a:cubicBezTo>
                    <a:pt x="1953" y="4408"/>
                    <a:pt x="2648" y="4663"/>
                    <a:pt x="3286" y="4663"/>
                  </a:cubicBezTo>
                  <a:cubicBezTo>
                    <a:pt x="3849" y="4663"/>
                    <a:pt x="4368" y="4465"/>
                    <a:pt x="4738" y="4069"/>
                  </a:cubicBezTo>
                  <a:cubicBezTo>
                    <a:pt x="5469" y="3221"/>
                    <a:pt x="5189" y="1700"/>
                    <a:pt x="4061" y="798"/>
                  </a:cubicBezTo>
                  <a:cubicBezTo>
                    <a:pt x="3474" y="273"/>
                    <a:pt x="2754" y="1"/>
                    <a:pt x="2101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81;p39">
              <a:extLst>
                <a:ext uri="{FF2B5EF4-FFF2-40B4-BE49-F238E27FC236}">
                  <a16:creationId xmlns:a16="http://schemas.microsoft.com/office/drawing/2014/main" id="{74C4F682-6736-E738-1493-36FA4B5F9FD1}"/>
                </a:ext>
              </a:extLst>
            </p:cNvPr>
            <p:cNvSpPr/>
            <p:nvPr/>
          </p:nvSpPr>
          <p:spPr>
            <a:xfrm>
              <a:off x="2074299" y="748826"/>
              <a:ext cx="59876" cy="47937"/>
            </a:xfrm>
            <a:custGeom>
              <a:avLst/>
              <a:gdLst/>
              <a:ahLst/>
              <a:cxnLst/>
              <a:rect l="l" t="t" r="r" b="b"/>
              <a:pathLst>
                <a:path w="2934" h="2349" extrusionOk="0">
                  <a:moveTo>
                    <a:pt x="300" y="0"/>
                  </a:moveTo>
                  <a:cubicBezTo>
                    <a:pt x="203" y="0"/>
                    <a:pt x="99" y="64"/>
                    <a:pt x="55" y="189"/>
                  </a:cubicBezTo>
                  <a:cubicBezTo>
                    <a:pt x="1" y="302"/>
                    <a:pt x="55" y="473"/>
                    <a:pt x="226" y="528"/>
                  </a:cubicBezTo>
                  <a:cubicBezTo>
                    <a:pt x="732" y="699"/>
                    <a:pt x="2085" y="1376"/>
                    <a:pt x="2370" y="2165"/>
                  </a:cubicBezTo>
                  <a:cubicBezTo>
                    <a:pt x="2414" y="2257"/>
                    <a:pt x="2496" y="2348"/>
                    <a:pt x="2617" y="2348"/>
                  </a:cubicBezTo>
                  <a:cubicBezTo>
                    <a:pt x="2645" y="2348"/>
                    <a:pt x="2676" y="2344"/>
                    <a:pt x="2708" y="2332"/>
                  </a:cubicBezTo>
                  <a:cubicBezTo>
                    <a:pt x="2875" y="2278"/>
                    <a:pt x="2934" y="2107"/>
                    <a:pt x="2875" y="1994"/>
                  </a:cubicBezTo>
                  <a:cubicBezTo>
                    <a:pt x="2482" y="812"/>
                    <a:pt x="506" y="22"/>
                    <a:pt x="393" y="22"/>
                  </a:cubicBezTo>
                  <a:cubicBezTo>
                    <a:pt x="365" y="7"/>
                    <a:pt x="333" y="0"/>
                    <a:pt x="300" y="0"/>
                  </a:cubicBezTo>
                  <a:close/>
                </a:path>
              </a:pathLst>
            </a:custGeom>
            <a:solidFill>
              <a:srgbClr val="421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82;p39">
              <a:extLst>
                <a:ext uri="{FF2B5EF4-FFF2-40B4-BE49-F238E27FC236}">
                  <a16:creationId xmlns:a16="http://schemas.microsoft.com/office/drawing/2014/main" id="{E2FC2964-D96E-3527-03DD-0B6C14BF4C6E}"/>
                </a:ext>
              </a:extLst>
            </p:cNvPr>
            <p:cNvSpPr/>
            <p:nvPr/>
          </p:nvSpPr>
          <p:spPr>
            <a:xfrm>
              <a:off x="2054686" y="444249"/>
              <a:ext cx="308500" cy="302888"/>
            </a:xfrm>
            <a:custGeom>
              <a:avLst/>
              <a:gdLst/>
              <a:ahLst/>
              <a:cxnLst/>
              <a:rect l="l" t="t" r="r" b="b"/>
              <a:pathLst>
                <a:path w="15117" h="14842" extrusionOk="0">
                  <a:moveTo>
                    <a:pt x="11378" y="0"/>
                  </a:moveTo>
                  <a:cubicBezTo>
                    <a:pt x="11064" y="0"/>
                    <a:pt x="10733" y="90"/>
                    <a:pt x="10379" y="281"/>
                  </a:cubicBezTo>
                  <a:cubicBezTo>
                    <a:pt x="8912" y="1071"/>
                    <a:pt x="8294" y="1522"/>
                    <a:pt x="6205" y="1576"/>
                  </a:cubicBezTo>
                  <a:cubicBezTo>
                    <a:pt x="4174" y="1635"/>
                    <a:pt x="2257" y="2989"/>
                    <a:pt x="1693" y="4568"/>
                  </a:cubicBezTo>
                  <a:cubicBezTo>
                    <a:pt x="1074" y="6147"/>
                    <a:pt x="1" y="8516"/>
                    <a:pt x="398" y="9134"/>
                  </a:cubicBezTo>
                  <a:cubicBezTo>
                    <a:pt x="790" y="9811"/>
                    <a:pt x="1805" y="13592"/>
                    <a:pt x="2203" y="14495"/>
                  </a:cubicBezTo>
                  <a:cubicBezTo>
                    <a:pt x="2296" y="14729"/>
                    <a:pt x="2425" y="14842"/>
                    <a:pt x="2556" y="14842"/>
                  </a:cubicBezTo>
                  <a:cubicBezTo>
                    <a:pt x="2896" y="14842"/>
                    <a:pt x="3252" y="14076"/>
                    <a:pt x="3046" y="12690"/>
                  </a:cubicBezTo>
                  <a:cubicBezTo>
                    <a:pt x="2821" y="10772"/>
                    <a:pt x="3105" y="8291"/>
                    <a:pt x="3610" y="7442"/>
                  </a:cubicBezTo>
                  <a:cubicBezTo>
                    <a:pt x="4174" y="6540"/>
                    <a:pt x="7671" y="6824"/>
                    <a:pt x="9535" y="6540"/>
                  </a:cubicBezTo>
                  <a:cubicBezTo>
                    <a:pt x="9698" y="6515"/>
                    <a:pt x="9865" y="6503"/>
                    <a:pt x="10034" y="6503"/>
                  </a:cubicBezTo>
                  <a:cubicBezTo>
                    <a:pt x="11787" y="6503"/>
                    <a:pt x="13758" y="7792"/>
                    <a:pt x="14273" y="9644"/>
                  </a:cubicBezTo>
                  <a:cubicBezTo>
                    <a:pt x="14273" y="9644"/>
                    <a:pt x="15117" y="4004"/>
                    <a:pt x="14047" y="2253"/>
                  </a:cubicBezTo>
                  <a:cubicBezTo>
                    <a:pt x="13191" y="884"/>
                    <a:pt x="12367" y="0"/>
                    <a:pt x="11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83;p39">
              <a:extLst>
                <a:ext uri="{FF2B5EF4-FFF2-40B4-BE49-F238E27FC236}">
                  <a16:creationId xmlns:a16="http://schemas.microsoft.com/office/drawing/2014/main" id="{DECFD8F6-0BA8-CD8D-0C3F-34D75DB552C7}"/>
                </a:ext>
              </a:extLst>
            </p:cNvPr>
            <p:cNvSpPr/>
            <p:nvPr/>
          </p:nvSpPr>
          <p:spPr>
            <a:xfrm>
              <a:off x="2495609" y="1434122"/>
              <a:ext cx="156566" cy="511106"/>
            </a:xfrm>
            <a:custGeom>
              <a:avLst/>
              <a:gdLst/>
              <a:ahLst/>
              <a:cxnLst/>
              <a:rect l="l" t="t" r="r" b="b"/>
              <a:pathLst>
                <a:path w="7672" h="25045" extrusionOk="0">
                  <a:moveTo>
                    <a:pt x="425" y="0"/>
                  </a:moveTo>
                  <a:cubicBezTo>
                    <a:pt x="305" y="0"/>
                    <a:pt x="186" y="62"/>
                    <a:pt x="113" y="172"/>
                  </a:cubicBezTo>
                  <a:cubicBezTo>
                    <a:pt x="0" y="285"/>
                    <a:pt x="54" y="511"/>
                    <a:pt x="167" y="624"/>
                  </a:cubicBezTo>
                  <a:cubicBezTo>
                    <a:pt x="790" y="1526"/>
                    <a:pt x="4567" y="15568"/>
                    <a:pt x="6936" y="24818"/>
                  </a:cubicBezTo>
                  <a:cubicBezTo>
                    <a:pt x="6994" y="24931"/>
                    <a:pt x="7107" y="25044"/>
                    <a:pt x="7274" y="25044"/>
                  </a:cubicBezTo>
                  <a:lnTo>
                    <a:pt x="7333" y="25044"/>
                  </a:lnTo>
                  <a:cubicBezTo>
                    <a:pt x="7558" y="24990"/>
                    <a:pt x="7671" y="24818"/>
                    <a:pt x="7612" y="24593"/>
                  </a:cubicBezTo>
                  <a:cubicBezTo>
                    <a:pt x="5302" y="15627"/>
                    <a:pt x="1295" y="511"/>
                    <a:pt x="618" y="60"/>
                  </a:cubicBezTo>
                  <a:cubicBezTo>
                    <a:pt x="559" y="19"/>
                    <a:pt x="492" y="0"/>
                    <a:pt x="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84;p39">
              <a:extLst>
                <a:ext uri="{FF2B5EF4-FFF2-40B4-BE49-F238E27FC236}">
                  <a16:creationId xmlns:a16="http://schemas.microsoft.com/office/drawing/2014/main" id="{DFCE70D8-FA55-43CA-782A-4CEE0B281108}"/>
                </a:ext>
              </a:extLst>
            </p:cNvPr>
            <p:cNvSpPr/>
            <p:nvPr/>
          </p:nvSpPr>
          <p:spPr>
            <a:xfrm>
              <a:off x="1809541" y="1470755"/>
              <a:ext cx="124343" cy="484862"/>
            </a:xfrm>
            <a:custGeom>
              <a:avLst/>
              <a:gdLst/>
              <a:ahLst/>
              <a:cxnLst/>
              <a:rect l="l" t="t" r="r" b="b"/>
              <a:pathLst>
                <a:path w="6093" h="23759" extrusionOk="0">
                  <a:moveTo>
                    <a:pt x="5685" y="0"/>
                  </a:moveTo>
                  <a:cubicBezTo>
                    <a:pt x="5527" y="0"/>
                    <a:pt x="5357" y="146"/>
                    <a:pt x="5357" y="295"/>
                  </a:cubicBezTo>
                  <a:lnTo>
                    <a:pt x="55" y="23362"/>
                  </a:lnTo>
                  <a:cubicBezTo>
                    <a:pt x="1" y="23533"/>
                    <a:pt x="114" y="23700"/>
                    <a:pt x="339" y="23759"/>
                  </a:cubicBezTo>
                  <a:lnTo>
                    <a:pt x="393" y="23759"/>
                  </a:lnTo>
                  <a:cubicBezTo>
                    <a:pt x="565" y="23759"/>
                    <a:pt x="678" y="23646"/>
                    <a:pt x="732" y="23475"/>
                  </a:cubicBezTo>
                  <a:lnTo>
                    <a:pt x="6034" y="462"/>
                  </a:lnTo>
                  <a:cubicBezTo>
                    <a:pt x="6092" y="236"/>
                    <a:pt x="5921" y="70"/>
                    <a:pt x="5754" y="11"/>
                  </a:cubicBezTo>
                  <a:cubicBezTo>
                    <a:pt x="5732" y="4"/>
                    <a:pt x="5708" y="0"/>
                    <a:pt x="56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5;p39">
              <a:extLst>
                <a:ext uri="{FF2B5EF4-FFF2-40B4-BE49-F238E27FC236}">
                  <a16:creationId xmlns:a16="http://schemas.microsoft.com/office/drawing/2014/main" id="{80BDDFC5-7989-6774-8A38-B4C5350A1026}"/>
                </a:ext>
              </a:extLst>
            </p:cNvPr>
            <p:cNvSpPr/>
            <p:nvPr/>
          </p:nvSpPr>
          <p:spPr>
            <a:xfrm>
              <a:off x="1917746" y="863174"/>
              <a:ext cx="29958" cy="1068210"/>
            </a:xfrm>
            <a:custGeom>
              <a:avLst/>
              <a:gdLst/>
              <a:ahLst/>
              <a:cxnLst/>
              <a:rect l="l" t="t" r="r" b="b"/>
              <a:pathLst>
                <a:path w="1468" h="52344" extrusionOk="0">
                  <a:moveTo>
                    <a:pt x="732" y="1"/>
                  </a:moveTo>
                  <a:cubicBezTo>
                    <a:pt x="339" y="1"/>
                    <a:pt x="1" y="339"/>
                    <a:pt x="1" y="736"/>
                  </a:cubicBezTo>
                  <a:lnTo>
                    <a:pt x="1" y="51666"/>
                  </a:lnTo>
                  <a:cubicBezTo>
                    <a:pt x="1" y="52063"/>
                    <a:pt x="339" y="52343"/>
                    <a:pt x="732" y="52343"/>
                  </a:cubicBezTo>
                  <a:cubicBezTo>
                    <a:pt x="1129" y="52343"/>
                    <a:pt x="1467" y="52063"/>
                    <a:pt x="1467" y="51666"/>
                  </a:cubicBezTo>
                  <a:lnTo>
                    <a:pt x="1467" y="736"/>
                  </a:lnTo>
                  <a:cubicBezTo>
                    <a:pt x="1467" y="339"/>
                    <a:pt x="1129" y="1"/>
                    <a:pt x="73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86;p39">
              <a:extLst>
                <a:ext uri="{FF2B5EF4-FFF2-40B4-BE49-F238E27FC236}">
                  <a16:creationId xmlns:a16="http://schemas.microsoft.com/office/drawing/2014/main" id="{35F6DF37-5104-E03A-B57B-A07516F9442C}"/>
                </a:ext>
              </a:extLst>
            </p:cNvPr>
            <p:cNvSpPr/>
            <p:nvPr/>
          </p:nvSpPr>
          <p:spPr>
            <a:xfrm>
              <a:off x="1718561" y="453392"/>
              <a:ext cx="428211" cy="584757"/>
            </a:xfrm>
            <a:custGeom>
              <a:avLst/>
              <a:gdLst/>
              <a:ahLst/>
              <a:cxnLst/>
              <a:rect l="l" t="t" r="r" b="b"/>
              <a:pathLst>
                <a:path w="20983" h="28654" extrusionOk="0">
                  <a:moveTo>
                    <a:pt x="10663" y="0"/>
                  </a:moveTo>
                  <a:cubicBezTo>
                    <a:pt x="4851" y="0"/>
                    <a:pt x="1" y="564"/>
                    <a:pt x="1" y="10550"/>
                  </a:cubicBezTo>
                  <a:cubicBezTo>
                    <a:pt x="1" y="20531"/>
                    <a:pt x="4685" y="28653"/>
                    <a:pt x="10492" y="28653"/>
                  </a:cubicBezTo>
                  <a:cubicBezTo>
                    <a:pt x="16304" y="28653"/>
                    <a:pt x="20983" y="20531"/>
                    <a:pt x="20983" y="10550"/>
                  </a:cubicBezTo>
                  <a:cubicBezTo>
                    <a:pt x="20983" y="564"/>
                    <a:pt x="16471" y="0"/>
                    <a:pt x="10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87;p39">
              <a:extLst>
                <a:ext uri="{FF2B5EF4-FFF2-40B4-BE49-F238E27FC236}">
                  <a16:creationId xmlns:a16="http://schemas.microsoft.com/office/drawing/2014/main" id="{C82DCC37-C484-7B99-3041-1B3897472227}"/>
                </a:ext>
              </a:extLst>
            </p:cNvPr>
            <p:cNvSpPr/>
            <p:nvPr/>
          </p:nvSpPr>
          <p:spPr>
            <a:xfrm>
              <a:off x="1718561" y="457984"/>
              <a:ext cx="272869" cy="580165"/>
            </a:xfrm>
            <a:custGeom>
              <a:avLst/>
              <a:gdLst/>
              <a:ahLst/>
              <a:cxnLst/>
              <a:rect l="l" t="t" r="r" b="b"/>
              <a:pathLst>
                <a:path w="13371" h="28429" extrusionOk="0">
                  <a:moveTo>
                    <a:pt x="6544" y="1"/>
                  </a:moveTo>
                  <a:cubicBezTo>
                    <a:pt x="2708" y="678"/>
                    <a:pt x="1" y="2880"/>
                    <a:pt x="1" y="10325"/>
                  </a:cubicBezTo>
                  <a:cubicBezTo>
                    <a:pt x="1" y="20306"/>
                    <a:pt x="4685" y="28428"/>
                    <a:pt x="10492" y="28428"/>
                  </a:cubicBezTo>
                  <a:cubicBezTo>
                    <a:pt x="11453" y="28428"/>
                    <a:pt x="12410" y="28203"/>
                    <a:pt x="13371" y="27751"/>
                  </a:cubicBezTo>
                  <a:cubicBezTo>
                    <a:pt x="6769" y="20590"/>
                    <a:pt x="4400" y="10041"/>
                    <a:pt x="6544" y="1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88;p39">
              <a:extLst>
                <a:ext uri="{FF2B5EF4-FFF2-40B4-BE49-F238E27FC236}">
                  <a16:creationId xmlns:a16="http://schemas.microsoft.com/office/drawing/2014/main" id="{8F8AAEA4-4854-BF06-FFB8-0C5FD4D790B5}"/>
                </a:ext>
              </a:extLst>
            </p:cNvPr>
            <p:cNvSpPr/>
            <p:nvPr/>
          </p:nvSpPr>
          <p:spPr>
            <a:xfrm>
              <a:off x="1977604" y="670049"/>
              <a:ext cx="123139" cy="78222"/>
            </a:xfrm>
            <a:custGeom>
              <a:avLst/>
              <a:gdLst/>
              <a:ahLst/>
              <a:cxnLst/>
              <a:rect l="l" t="t" r="r" b="b"/>
              <a:pathLst>
                <a:path w="6034" h="3833" extrusionOk="0">
                  <a:moveTo>
                    <a:pt x="2682" y="0"/>
                  </a:moveTo>
                  <a:cubicBezTo>
                    <a:pt x="1380" y="0"/>
                    <a:pt x="315" y="580"/>
                    <a:pt x="168" y="1455"/>
                  </a:cubicBezTo>
                  <a:cubicBezTo>
                    <a:pt x="1" y="2528"/>
                    <a:pt x="1129" y="3544"/>
                    <a:pt x="2708" y="3769"/>
                  </a:cubicBezTo>
                  <a:cubicBezTo>
                    <a:pt x="2951" y="3812"/>
                    <a:pt x="3190" y="3833"/>
                    <a:pt x="3421" y="3833"/>
                  </a:cubicBezTo>
                  <a:cubicBezTo>
                    <a:pt x="4691" y="3833"/>
                    <a:pt x="5722" y="3216"/>
                    <a:pt x="5867" y="2357"/>
                  </a:cubicBezTo>
                  <a:cubicBezTo>
                    <a:pt x="6034" y="1342"/>
                    <a:pt x="4851" y="272"/>
                    <a:pt x="3326" y="47"/>
                  </a:cubicBezTo>
                  <a:cubicBezTo>
                    <a:pt x="3107" y="15"/>
                    <a:pt x="2891" y="0"/>
                    <a:pt x="2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89;p39">
              <a:extLst>
                <a:ext uri="{FF2B5EF4-FFF2-40B4-BE49-F238E27FC236}">
                  <a16:creationId xmlns:a16="http://schemas.microsoft.com/office/drawing/2014/main" id="{568C4838-D80D-F617-881A-C05135F401E3}"/>
                </a:ext>
              </a:extLst>
            </p:cNvPr>
            <p:cNvSpPr/>
            <p:nvPr/>
          </p:nvSpPr>
          <p:spPr>
            <a:xfrm>
              <a:off x="1766908" y="670049"/>
              <a:ext cx="123241" cy="78222"/>
            </a:xfrm>
            <a:custGeom>
              <a:avLst/>
              <a:gdLst/>
              <a:ahLst/>
              <a:cxnLst/>
              <a:rect l="l" t="t" r="r" b="b"/>
              <a:pathLst>
                <a:path w="6039" h="3833" extrusionOk="0">
                  <a:moveTo>
                    <a:pt x="3353" y="0"/>
                  </a:moveTo>
                  <a:cubicBezTo>
                    <a:pt x="3143" y="0"/>
                    <a:pt x="2927" y="15"/>
                    <a:pt x="2708" y="47"/>
                  </a:cubicBezTo>
                  <a:cubicBezTo>
                    <a:pt x="1129" y="272"/>
                    <a:pt x="1" y="1342"/>
                    <a:pt x="172" y="2357"/>
                  </a:cubicBezTo>
                  <a:cubicBezTo>
                    <a:pt x="313" y="3216"/>
                    <a:pt x="1346" y="3833"/>
                    <a:pt x="2618" y="3833"/>
                  </a:cubicBezTo>
                  <a:cubicBezTo>
                    <a:pt x="2849" y="3833"/>
                    <a:pt x="3088" y="3812"/>
                    <a:pt x="3331" y="3769"/>
                  </a:cubicBezTo>
                  <a:cubicBezTo>
                    <a:pt x="4851" y="3544"/>
                    <a:pt x="6038" y="2528"/>
                    <a:pt x="5867" y="1455"/>
                  </a:cubicBezTo>
                  <a:cubicBezTo>
                    <a:pt x="5723" y="580"/>
                    <a:pt x="4655" y="0"/>
                    <a:pt x="3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90;p39">
              <a:extLst>
                <a:ext uri="{FF2B5EF4-FFF2-40B4-BE49-F238E27FC236}">
                  <a16:creationId xmlns:a16="http://schemas.microsoft.com/office/drawing/2014/main" id="{47DA27BC-0EB1-9C2D-7DFA-FAF5096C0328}"/>
                </a:ext>
              </a:extLst>
            </p:cNvPr>
            <p:cNvSpPr/>
            <p:nvPr/>
          </p:nvSpPr>
          <p:spPr>
            <a:xfrm>
              <a:off x="1823358" y="807337"/>
              <a:ext cx="221034" cy="84691"/>
            </a:xfrm>
            <a:custGeom>
              <a:avLst/>
              <a:gdLst/>
              <a:ahLst/>
              <a:cxnLst/>
              <a:rect l="l" t="t" r="r" b="b"/>
              <a:pathLst>
                <a:path w="10831" h="4150" extrusionOk="0">
                  <a:moveTo>
                    <a:pt x="1757" y="0"/>
                  </a:moveTo>
                  <a:cubicBezTo>
                    <a:pt x="1319" y="0"/>
                    <a:pt x="965" y="80"/>
                    <a:pt x="732" y="314"/>
                  </a:cubicBezTo>
                  <a:cubicBezTo>
                    <a:pt x="1" y="1045"/>
                    <a:pt x="1806" y="4149"/>
                    <a:pt x="5415" y="4149"/>
                  </a:cubicBezTo>
                  <a:cubicBezTo>
                    <a:pt x="9025" y="4149"/>
                    <a:pt x="10830" y="1045"/>
                    <a:pt x="10095" y="314"/>
                  </a:cubicBezTo>
                  <a:cubicBezTo>
                    <a:pt x="9862" y="80"/>
                    <a:pt x="9504" y="0"/>
                    <a:pt x="9061" y="0"/>
                  </a:cubicBezTo>
                  <a:cubicBezTo>
                    <a:pt x="8108" y="0"/>
                    <a:pt x="6761" y="368"/>
                    <a:pt x="5415" y="368"/>
                  </a:cubicBezTo>
                  <a:cubicBezTo>
                    <a:pt x="4030" y="368"/>
                    <a:pt x="2697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591;p39">
              <a:extLst>
                <a:ext uri="{FF2B5EF4-FFF2-40B4-BE49-F238E27FC236}">
                  <a16:creationId xmlns:a16="http://schemas.microsoft.com/office/drawing/2014/main" id="{788D471A-E57D-0137-D888-A68933595859}"/>
                </a:ext>
              </a:extLst>
            </p:cNvPr>
            <p:cNvSpPr/>
            <p:nvPr/>
          </p:nvSpPr>
          <p:spPr>
            <a:xfrm>
              <a:off x="1941971" y="708927"/>
              <a:ext cx="34468" cy="76406"/>
            </a:xfrm>
            <a:custGeom>
              <a:avLst/>
              <a:gdLst/>
              <a:ahLst/>
              <a:cxnLst/>
              <a:rect l="l" t="t" r="r" b="b"/>
              <a:pathLst>
                <a:path w="1689" h="3744" extrusionOk="0">
                  <a:moveTo>
                    <a:pt x="109" y="1"/>
                  </a:moveTo>
                  <a:lnTo>
                    <a:pt x="55" y="114"/>
                  </a:lnTo>
                  <a:cubicBezTo>
                    <a:pt x="55" y="114"/>
                    <a:pt x="1" y="3744"/>
                    <a:pt x="744" y="3744"/>
                  </a:cubicBezTo>
                  <a:cubicBezTo>
                    <a:pt x="776" y="3744"/>
                    <a:pt x="809" y="3737"/>
                    <a:pt x="844" y="3723"/>
                  </a:cubicBezTo>
                  <a:cubicBezTo>
                    <a:pt x="1688" y="3385"/>
                    <a:pt x="55" y="114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592;p39">
              <a:extLst>
                <a:ext uri="{FF2B5EF4-FFF2-40B4-BE49-F238E27FC236}">
                  <a16:creationId xmlns:a16="http://schemas.microsoft.com/office/drawing/2014/main" id="{67044929-0476-C2FA-BA97-25B153FEF64F}"/>
                </a:ext>
              </a:extLst>
            </p:cNvPr>
            <p:cNvSpPr/>
            <p:nvPr/>
          </p:nvSpPr>
          <p:spPr>
            <a:xfrm>
              <a:off x="1978808" y="563374"/>
              <a:ext cx="102425" cy="26387"/>
            </a:xfrm>
            <a:custGeom>
              <a:avLst/>
              <a:gdLst/>
              <a:ahLst/>
              <a:cxnLst/>
              <a:rect l="l" t="t" r="r" b="b"/>
              <a:pathLst>
                <a:path w="5019" h="1293" extrusionOk="0">
                  <a:moveTo>
                    <a:pt x="1633" y="1"/>
                  </a:moveTo>
                  <a:cubicBezTo>
                    <a:pt x="553" y="1"/>
                    <a:pt x="0" y="357"/>
                    <a:pt x="222" y="536"/>
                  </a:cubicBezTo>
                  <a:cubicBezTo>
                    <a:pt x="560" y="761"/>
                    <a:pt x="1521" y="761"/>
                    <a:pt x="2424" y="928"/>
                  </a:cubicBezTo>
                  <a:cubicBezTo>
                    <a:pt x="3227" y="1072"/>
                    <a:pt x="3954" y="1293"/>
                    <a:pt x="4399" y="1293"/>
                  </a:cubicBezTo>
                  <a:cubicBezTo>
                    <a:pt x="4484" y="1293"/>
                    <a:pt x="4558" y="1285"/>
                    <a:pt x="4621" y="1267"/>
                  </a:cubicBezTo>
                  <a:cubicBezTo>
                    <a:pt x="5018" y="1213"/>
                    <a:pt x="4283" y="423"/>
                    <a:pt x="2590" y="85"/>
                  </a:cubicBezTo>
                  <a:cubicBezTo>
                    <a:pt x="2238" y="25"/>
                    <a:pt x="1917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593;p39">
              <a:extLst>
                <a:ext uri="{FF2B5EF4-FFF2-40B4-BE49-F238E27FC236}">
                  <a16:creationId xmlns:a16="http://schemas.microsoft.com/office/drawing/2014/main" id="{72C6D97B-759E-C384-FC21-905EB1009DAC}"/>
                </a:ext>
              </a:extLst>
            </p:cNvPr>
            <p:cNvSpPr/>
            <p:nvPr/>
          </p:nvSpPr>
          <p:spPr>
            <a:xfrm>
              <a:off x="1786520" y="563374"/>
              <a:ext cx="102405" cy="26387"/>
            </a:xfrm>
            <a:custGeom>
              <a:avLst/>
              <a:gdLst/>
              <a:ahLst/>
              <a:cxnLst/>
              <a:rect l="l" t="t" r="r" b="b"/>
              <a:pathLst>
                <a:path w="5018" h="1293" extrusionOk="0">
                  <a:moveTo>
                    <a:pt x="3382" y="1"/>
                  </a:moveTo>
                  <a:cubicBezTo>
                    <a:pt x="3098" y="1"/>
                    <a:pt x="2777" y="25"/>
                    <a:pt x="2424" y="85"/>
                  </a:cubicBezTo>
                  <a:cubicBezTo>
                    <a:pt x="732" y="423"/>
                    <a:pt x="1" y="1213"/>
                    <a:pt x="393" y="1267"/>
                  </a:cubicBezTo>
                  <a:cubicBezTo>
                    <a:pt x="448" y="1285"/>
                    <a:pt x="516" y="1293"/>
                    <a:pt x="597" y="1293"/>
                  </a:cubicBezTo>
                  <a:cubicBezTo>
                    <a:pt x="1022" y="1293"/>
                    <a:pt x="1788" y="1072"/>
                    <a:pt x="2595" y="928"/>
                  </a:cubicBezTo>
                  <a:cubicBezTo>
                    <a:pt x="3498" y="761"/>
                    <a:pt x="4454" y="761"/>
                    <a:pt x="4793" y="536"/>
                  </a:cubicBezTo>
                  <a:cubicBezTo>
                    <a:pt x="5018" y="357"/>
                    <a:pt x="4463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594;p39">
              <a:extLst>
                <a:ext uri="{FF2B5EF4-FFF2-40B4-BE49-F238E27FC236}">
                  <a16:creationId xmlns:a16="http://schemas.microsoft.com/office/drawing/2014/main" id="{B037D003-399C-D17B-3CC9-CA28F8B66B77}"/>
                </a:ext>
              </a:extLst>
            </p:cNvPr>
            <p:cNvSpPr/>
            <p:nvPr/>
          </p:nvSpPr>
          <p:spPr>
            <a:xfrm>
              <a:off x="1672519" y="1037238"/>
              <a:ext cx="520289" cy="947520"/>
            </a:xfrm>
            <a:custGeom>
              <a:avLst/>
              <a:gdLst/>
              <a:ahLst/>
              <a:cxnLst/>
              <a:rect l="l" t="t" r="r" b="b"/>
              <a:pathLst>
                <a:path w="25495" h="46430" extrusionOk="0">
                  <a:moveTo>
                    <a:pt x="852" y="1"/>
                  </a:moveTo>
                  <a:cubicBezTo>
                    <a:pt x="735" y="1"/>
                    <a:pt x="617" y="33"/>
                    <a:pt x="511" y="104"/>
                  </a:cubicBezTo>
                  <a:cubicBezTo>
                    <a:pt x="113" y="271"/>
                    <a:pt x="1" y="722"/>
                    <a:pt x="172" y="1060"/>
                  </a:cubicBezTo>
                  <a:lnTo>
                    <a:pt x="24028" y="46016"/>
                  </a:lnTo>
                  <a:cubicBezTo>
                    <a:pt x="24149" y="46292"/>
                    <a:pt x="24407" y="46429"/>
                    <a:pt x="24667" y="46429"/>
                  </a:cubicBezTo>
                  <a:cubicBezTo>
                    <a:pt x="24778" y="46429"/>
                    <a:pt x="24889" y="46404"/>
                    <a:pt x="24990" y="46355"/>
                  </a:cubicBezTo>
                  <a:cubicBezTo>
                    <a:pt x="25382" y="46129"/>
                    <a:pt x="25495" y="45732"/>
                    <a:pt x="25328" y="45339"/>
                  </a:cubicBezTo>
                  <a:lnTo>
                    <a:pt x="1467" y="384"/>
                  </a:lnTo>
                  <a:cubicBezTo>
                    <a:pt x="1353" y="152"/>
                    <a:pt x="1105" y="1"/>
                    <a:pt x="852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595;p39">
              <a:extLst>
                <a:ext uri="{FF2B5EF4-FFF2-40B4-BE49-F238E27FC236}">
                  <a16:creationId xmlns:a16="http://schemas.microsoft.com/office/drawing/2014/main" id="{DAA09B43-6AB1-1215-EBD9-1A5BCB93C70F}"/>
                </a:ext>
              </a:extLst>
            </p:cNvPr>
            <p:cNvSpPr/>
            <p:nvPr/>
          </p:nvSpPr>
          <p:spPr>
            <a:xfrm>
              <a:off x="1306475" y="630538"/>
              <a:ext cx="569839" cy="578124"/>
            </a:xfrm>
            <a:custGeom>
              <a:avLst/>
              <a:gdLst/>
              <a:ahLst/>
              <a:cxnLst/>
              <a:rect l="l" t="t" r="r" b="b"/>
              <a:pathLst>
                <a:path w="27923" h="28329" extrusionOk="0">
                  <a:moveTo>
                    <a:pt x="15449" y="1"/>
                  </a:moveTo>
                  <a:cubicBezTo>
                    <a:pt x="13437" y="1"/>
                    <a:pt x="11367" y="974"/>
                    <a:pt x="9138" y="2150"/>
                  </a:cubicBezTo>
                  <a:cubicBezTo>
                    <a:pt x="4061" y="4857"/>
                    <a:pt x="0" y="7677"/>
                    <a:pt x="4684" y="16476"/>
                  </a:cubicBezTo>
                  <a:cubicBezTo>
                    <a:pt x="8498" y="23696"/>
                    <a:pt x="14489" y="28329"/>
                    <a:pt x="19352" y="28329"/>
                  </a:cubicBezTo>
                  <a:cubicBezTo>
                    <a:pt x="20455" y="28329"/>
                    <a:pt x="21500" y="28090"/>
                    <a:pt x="22449" y="27590"/>
                  </a:cubicBezTo>
                  <a:cubicBezTo>
                    <a:pt x="27584" y="24883"/>
                    <a:pt x="27922" y="15520"/>
                    <a:pt x="23239" y="6662"/>
                  </a:cubicBezTo>
                  <a:cubicBezTo>
                    <a:pt x="20591" y="1653"/>
                    <a:pt x="18069" y="1"/>
                    <a:pt x="154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596;p39">
              <a:extLst>
                <a:ext uri="{FF2B5EF4-FFF2-40B4-BE49-F238E27FC236}">
                  <a16:creationId xmlns:a16="http://schemas.microsoft.com/office/drawing/2014/main" id="{CB6BA192-D1F1-1481-48D8-C580D94142B0}"/>
                </a:ext>
              </a:extLst>
            </p:cNvPr>
            <p:cNvSpPr/>
            <p:nvPr/>
          </p:nvSpPr>
          <p:spPr>
            <a:xfrm>
              <a:off x="1330598" y="719335"/>
              <a:ext cx="478944" cy="489331"/>
            </a:xfrm>
            <a:custGeom>
              <a:avLst/>
              <a:gdLst/>
              <a:ahLst/>
              <a:cxnLst/>
              <a:rect l="l" t="t" r="r" b="b"/>
              <a:pathLst>
                <a:path w="23469" h="23978" extrusionOk="0">
                  <a:moveTo>
                    <a:pt x="4459" y="1"/>
                  </a:moveTo>
                  <a:cubicBezTo>
                    <a:pt x="1354" y="2311"/>
                    <a:pt x="1" y="5528"/>
                    <a:pt x="3502" y="12125"/>
                  </a:cubicBezTo>
                  <a:cubicBezTo>
                    <a:pt x="7316" y="19345"/>
                    <a:pt x="13307" y="23978"/>
                    <a:pt x="18170" y="23978"/>
                  </a:cubicBezTo>
                  <a:cubicBezTo>
                    <a:pt x="19273" y="23978"/>
                    <a:pt x="20318" y="23739"/>
                    <a:pt x="21267" y="23239"/>
                  </a:cubicBezTo>
                  <a:cubicBezTo>
                    <a:pt x="22115" y="22788"/>
                    <a:pt x="22846" y="22111"/>
                    <a:pt x="23469" y="21263"/>
                  </a:cubicBezTo>
                  <a:cubicBezTo>
                    <a:pt x="14273" y="18050"/>
                    <a:pt x="7279" y="9815"/>
                    <a:pt x="4459" y="1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597;p39">
              <a:extLst>
                <a:ext uri="{FF2B5EF4-FFF2-40B4-BE49-F238E27FC236}">
                  <a16:creationId xmlns:a16="http://schemas.microsoft.com/office/drawing/2014/main" id="{7F57840A-40FB-A7BF-FEEB-41A067FEABFF}"/>
                </a:ext>
              </a:extLst>
            </p:cNvPr>
            <p:cNvSpPr/>
            <p:nvPr/>
          </p:nvSpPr>
          <p:spPr>
            <a:xfrm>
              <a:off x="1641499" y="808663"/>
              <a:ext cx="123118" cy="89344"/>
            </a:xfrm>
            <a:custGeom>
              <a:avLst/>
              <a:gdLst/>
              <a:ahLst/>
              <a:cxnLst/>
              <a:rect l="l" t="t" r="r" b="b"/>
              <a:pathLst>
                <a:path w="6033" h="4378" extrusionOk="0">
                  <a:moveTo>
                    <a:pt x="3932" y="0"/>
                  </a:moveTo>
                  <a:cubicBezTo>
                    <a:pt x="3349" y="0"/>
                    <a:pt x="2694" y="173"/>
                    <a:pt x="2085" y="529"/>
                  </a:cubicBezTo>
                  <a:cubicBezTo>
                    <a:pt x="677" y="1318"/>
                    <a:pt x="0" y="2731"/>
                    <a:pt x="505" y="3633"/>
                  </a:cubicBezTo>
                  <a:cubicBezTo>
                    <a:pt x="810" y="4120"/>
                    <a:pt x="1394" y="4377"/>
                    <a:pt x="2081" y="4377"/>
                  </a:cubicBezTo>
                  <a:cubicBezTo>
                    <a:pt x="2666" y="4377"/>
                    <a:pt x="3325" y="4190"/>
                    <a:pt x="3948" y="3800"/>
                  </a:cubicBezTo>
                  <a:cubicBezTo>
                    <a:pt x="5356" y="3010"/>
                    <a:pt x="6033" y="1657"/>
                    <a:pt x="5528" y="754"/>
                  </a:cubicBezTo>
                  <a:cubicBezTo>
                    <a:pt x="5247" y="258"/>
                    <a:pt x="4644" y="0"/>
                    <a:pt x="3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598;p39">
              <a:extLst>
                <a:ext uri="{FF2B5EF4-FFF2-40B4-BE49-F238E27FC236}">
                  <a16:creationId xmlns:a16="http://schemas.microsoft.com/office/drawing/2014/main" id="{2CB7AFED-71E3-0C36-4CEF-34EEA15DCE46}"/>
                </a:ext>
              </a:extLst>
            </p:cNvPr>
            <p:cNvSpPr/>
            <p:nvPr/>
          </p:nvSpPr>
          <p:spPr>
            <a:xfrm>
              <a:off x="1576682" y="984033"/>
              <a:ext cx="185647" cy="65753"/>
            </a:xfrm>
            <a:custGeom>
              <a:avLst/>
              <a:gdLst/>
              <a:ahLst/>
              <a:cxnLst/>
              <a:rect l="l" t="t" r="r" b="b"/>
              <a:pathLst>
                <a:path w="9097" h="3222" extrusionOk="0">
                  <a:moveTo>
                    <a:pt x="8284" y="0"/>
                  </a:moveTo>
                  <a:cubicBezTo>
                    <a:pt x="7518" y="0"/>
                    <a:pt x="5991" y="754"/>
                    <a:pt x="4358" y="1298"/>
                  </a:cubicBezTo>
                  <a:cubicBezTo>
                    <a:pt x="2612" y="1808"/>
                    <a:pt x="861" y="2034"/>
                    <a:pt x="356" y="2539"/>
                  </a:cubicBezTo>
                  <a:cubicBezTo>
                    <a:pt x="0" y="2824"/>
                    <a:pt x="632" y="3222"/>
                    <a:pt x="1925" y="3222"/>
                  </a:cubicBezTo>
                  <a:cubicBezTo>
                    <a:pt x="2682" y="3222"/>
                    <a:pt x="3665" y="3086"/>
                    <a:pt x="4809" y="2711"/>
                  </a:cubicBezTo>
                  <a:cubicBezTo>
                    <a:pt x="7914" y="1750"/>
                    <a:pt x="9096" y="116"/>
                    <a:pt x="8365" y="3"/>
                  </a:cubicBezTo>
                  <a:cubicBezTo>
                    <a:pt x="8339" y="1"/>
                    <a:pt x="8312" y="0"/>
                    <a:pt x="8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599;p39">
              <a:extLst>
                <a:ext uri="{FF2B5EF4-FFF2-40B4-BE49-F238E27FC236}">
                  <a16:creationId xmlns:a16="http://schemas.microsoft.com/office/drawing/2014/main" id="{1DC1D8DA-14D2-8321-BABA-19FF262304CF}"/>
                </a:ext>
              </a:extLst>
            </p:cNvPr>
            <p:cNvSpPr/>
            <p:nvPr/>
          </p:nvSpPr>
          <p:spPr>
            <a:xfrm>
              <a:off x="1459619" y="923216"/>
              <a:ext cx="125527" cy="50447"/>
            </a:xfrm>
            <a:custGeom>
              <a:avLst/>
              <a:gdLst/>
              <a:ahLst/>
              <a:cxnLst/>
              <a:rect l="l" t="t" r="r" b="b"/>
              <a:pathLst>
                <a:path w="6151" h="2472" extrusionOk="0">
                  <a:moveTo>
                    <a:pt x="3712" y="0"/>
                  </a:moveTo>
                  <a:cubicBezTo>
                    <a:pt x="3417" y="0"/>
                    <a:pt x="3099" y="32"/>
                    <a:pt x="2762" y="105"/>
                  </a:cubicBezTo>
                  <a:cubicBezTo>
                    <a:pt x="731" y="615"/>
                    <a:pt x="0" y="2194"/>
                    <a:pt x="506" y="2419"/>
                  </a:cubicBezTo>
                  <a:cubicBezTo>
                    <a:pt x="587" y="2456"/>
                    <a:pt x="682" y="2471"/>
                    <a:pt x="788" y="2471"/>
                  </a:cubicBezTo>
                  <a:cubicBezTo>
                    <a:pt x="1344" y="2471"/>
                    <a:pt x="2212" y="2035"/>
                    <a:pt x="3159" y="1797"/>
                  </a:cubicBezTo>
                  <a:cubicBezTo>
                    <a:pt x="4341" y="1517"/>
                    <a:pt x="5528" y="1630"/>
                    <a:pt x="5866" y="1233"/>
                  </a:cubicBezTo>
                  <a:cubicBezTo>
                    <a:pt x="6150" y="854"/>
                    <a:pt x="524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600;p39">
              <a:extLst>
                <a:ext uri="{FF2B5EF4-FFF2-40B4-BE49-F238E27FC236}">
                  <a16:creationId xmlns:a16="http://schemas.microsoft.com/office/drawing/2014/main" id="{227AC97B-9CCD-7882-FFC7-FF5CC5DFB180}"/>
                </a:ext>
              </a:extLst>
            </p:cNvPr>
            <p:cNvSpPr/>
            <p:nvPr/>
          </p:nvSpPr>
          <p:spPr>
            <a:xfrm>
              <a:off x="1481681" y="918032"/>
              <a:ext cx="103384" cy="26203"/>
            </a:xfrm>
            <a:custGeom>
              <a:avLst/>
              <a:gdLst/>
              <a:ahLst/>
              <a:cxnLst/>
              <a:rect l="l" t="t" r="r" b="b"/>
              <a:pathLst>
                <a:path w="5066" h="1284" extrusionOk="0">
                  <a:moveTo>
                    <a:pt x="1679" y="0"/>
                  </a:moveTo>
                  <a:cubicBezTo>
                    <a:pt x="567" y="0"/>
                    <a:pt x="1" y="392"/>
                    <a:pt x="273" y="530"/>
                  </a:cubicBezTo>
                  <a:cubicBezTo>
                    <a:pt x="611" y="756"/>
                    <a:pt x="1514" y="756"/>
                    <a:pt x="2470" y="923"/>
                  </a:cubicBezTo>
                  <a:cubicBezTo>
                    <a:pt x="3297" y="1020"/>
                    <a:pt x="4037" y="1284"/>
                    <a:pt x="4481" y="1284"/>
                  </a:cubicBezTo>
                  <a:cubicBezTo>
                    <a:pt x="4553" y="1284"/>
                    <a:pt x="4617" y="1277"/>
                    <a:pt x="4672" y="1261"/>
                  </a:cubicBezTo>
                  <a:cubicBezTo>
                    <a:pt x="5065" y="1207"/>
                    <a:pt x="4275" y="359"/>
                    <a:pt x="2583" y="79"/>
                  </a:cubicBezTo>
                  <a:cubicBezTo>
                    <a:pt x="2252" y="23"/>
                    <a:pt x="1950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601;p39">
              <a:extLst>
                <a:ext uri="{FF2B5EF4-FFF2-40B4-BE49-F238E27FC236}">
                  <a16:creationId xmlns:a16="http://schemas.microsoft.com/office/drawing/2014/main" id="{8AC2E792-BE73-55EB-3669-076561C42A12}"/>
                </a:ext>
              </a:extLst>
            </p:cNvPr>
            <p:cNvSpPr/>
            <p:nvPr/>
          </p:nvSpPr>
          <p:spPr>
            <a:xfrm>
              <a:off x="1597743" y="762622"/>
              <a:ext cx="98078" cy="35101"/>
            </a:xfrm>
            <a:custGeom>
              <a:avLst/>
              <a:gdLst/>
              <a:ahLst/>
              <a:cxnLst/>
              <a:rect l="l" t="t" r="r" b="b"/>
              <a:pathLst>
                <a:path w="4806" h="1720" extrusionOk="0">
                  <a:moveTo>
                    <a:pt x="3738" y="0"/>
                  </a:moveTo>
                  <a:cubicBezTo>
                    <a:pt x="3344" y="0"/>
                    <a:pt x="2840" y="67"/>
                    <a:pt x="2257" y="249"/>
                  </a:cubicBezTo>
                  <a:cubicBezTo>
                    <a:pt x="619" y="813"/>
                    <a:pt x="1" y="1656"/>
                    <a:pt x="339" y="1715"/>
                  </a:cubicBezTo>
                  <a:cubicBezTo>
                    <a:pt x="361" y="1718"/>
                    <a:pt x="384" y="1720"/>
                    <a:pt x="409" y="1720"/>
                  </a:cubicBezTo>
                  <a:cubicBezTo>
                    <a:pt x="826" y="1720"/>
                    <a:pt x="1630" y="1302"/>
                    <a:pt x="2482" y="1038"/>
                  </a:cubicBezTo>
                  <a:cubicBezTo>
                    <a:pt x="3385" y="754"/>
                    <a:pt x="4342" y="641"/>
                    <a:pt x="4626" y="361"/>
                  </a:cubicBezTo>
                  <a:cubicBezTo>
                    <a:pt x="4806" y="216"/>
                    <a:pt x="4450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602;p39">
              <a:extLst>
                <a:ext uri="{FF2B5EF4-FFF2-40B4-BE49-F238E27FC236}">
                  <a16:creationId xmlns:a16="http://schemas.microsoft.com/office/drawing/2014/main" id="{4266FD3A-7B4F-33DA-8E29-861DF92AE75D}"/>
                </a:ext>
              </a:extLst>
            </p:cNvPr>
            <p:cNvSpPr/>
            <p:nvPr/>
          </p:nvSpPr>
          <p:spPr>
            <a:xfrm>
              <a:off x="1445803" y="878236"/>
              <a:ext cx="102670" cy="23530"/>
            </a:xfrm>
            <a:custGeom>
              <a:avLst/>
              <a:gdLst/>
              <a:ahLst/>
              <a:cxnLst/>
              <a:rect l="l" t="t" r="r" b="b"/>
              <a:pathLst>
                <a:path w="5031" h="1153" extrusionOk="0">
                  <a:moveTo>
                    <a:pt x="3239" y="0"/>
                  </a:moveTo>
                  <a:cubicBezTo>
                    <a:pt x="3008" y="0"/>
                    <a:pt x="2755" y="16"/>
                    <a:pt x="2482" y="52"/>
                  </a:cubicBezTo>
                  <a:cubicBezTo>
                    <a:pt x="731" y="278"/>
                    <a:pt x="1" y="1014"/>
                    <a:pt x="339" y="1126"/>
                  </a:cubicBezTo>
                  <a:cubicBezTo>
                    <a:pt x="402" y="1145"/>
                    <a:pt x="478" y="1152"/>
                    <a:pt x="565" y="1152"/>
                  </a:cubicBezTo>
                  <a:cubicBezTo>
                    <a:pt x="1021" y="1152"/>
                    <a:pt x="1779" y="937"/>
                    <a:pt x="2536" y="842"/>
                  </a:cubicBezTo>
                  <a:cubicBezTo>
                    <a:pt x="3498" y="729"/>
                    <a:pt x="4454" y="788"/>
                    <a:pt x="4793" y="617"/>
                  </a:cubicBezTo>
                  <a:cubicBezTo>
                    <a:pt x="5031" y="427"/>
                    <a:pt x="4435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603;p39">
              <a:extLst>
                <a:ext uri="{FF2B5EF4-FFF2-40B4-BE49-F238E27FC236}">
                  <a16:creationId xmlns:a16="http://schemas.microsoft.com/office/drawing/2014/main" id="{03DCDDA1-F4D0-3B3C-DBBF-B87C31283E68}"/>
                </a:ext>
              </a:extLst>
            </p:cNvPr>
            <p:cNvSpPr/>
            <p:nvPr/>
          </p:nvSpPr>
          <p:spPr>
            <a:xfrm>
              <a:off x="1619580" y="897706"/>
              <a:ext cx="61059" cy="60835"/>
            </a:xfrm>
            <a:custGeom>
              <a:avLst/>
              <a:gdLst/>
              <a:ahLst/>
              <a:cxnLst/>
              <a:rect l="l" t="t" r="r" b="b"/>
              <a:pathLst>
                <a:path w="2992" h="2981" extrusionOk="0">
                  <a:moveTo>
                    <a:pt x="0" y="1"/>
                  </a:moveTo>
                  <a:lnTo>
                    <a:pt x="0" y="114"/>
                  </a:lnTo>
                  <a:cubicBezTo>
                    <a:pt x="0" y="114"/>
                    <a:pt x="1480" y="2980"/>
                    <a:pt x="2222" y="2980"/>
                  </a:cubicBezTo>
                  <a:cubicBezTo>
                    <a:pt x="2299" y="2980"/>
                    <a:pt x="2369" y="2949"/>
                    <a:pt x="2428" y="2880"/>
                  </a:cubicBezTo>
                  <a:cubicBezTo>
                    <a:pt x="2992" y="2203"/>
                    <a:pt x="0" y="11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604;p39">
              <a:extLst>
                <a:ext uri="{FF2B5EF4-FFF2-40B4-BE49-F238E27FC236}">
                  <a16:creationId xmlns:a16="http://schemas.microsoft.com/office/drawing/2014/main" id="{2DEBE001-1D45-C584-AAA3-655E5E94910D}"/>
                </a:ext>
              </a:extLst>
            </p:cNvPr>
            <p:cNvSpPr/>
            <p:nvPr/>
          </p:nvSpPr>
          <p:spPr>
            <a:xfrm>
              <a:off x="2499017" y="1096198"/>
              <a:ext cx="356846" cy="1016559"/>
            </a:xfrm>
            <a:custGeom>
              <a:avLst/>
              <a:gdLst/>
              <a:ahLst/>
              <a:cxnLst/>
              <a:rect l="l" t="t" r="r" b="b"/>
              <a:pathLst>
                <a:path w="17486" h="49813" extrusionOk="0">
                  <a:moveTo>
                    <a:pt x="842" y="0"/>
                  </a:moveTo>
                  <a:cubicBezTo>
                    <a:pt x="767" y="0"/>
                    <a:pt x="692" y="12"/>
                    <a:pt x="623" y="35"/>
                  </a:cubicBezTo>
                  <a:cubicBezTo>
                    <a:pt x="226" y="148"/>
                    <a:pt x="0" y="540"/>
                    <a:pt x="172" y="937"/>
                  </a:cubicBezTo>
                  <a:lnTo>
                    <a:pt x="16019" y="49332"/>
                  </a:lnTo>
                  <a:cubicBezTo>
                    <a:pt x="16112" y="49610"/>
                    <a:pt x="16397" y="49812"/>
                    <a:pt x="16714" y="49812"/>
                  </a:cubicBezTo>
                  <a:cubicBezTo>
                    <a:pt x="16782" y="49812"/>
                    <a:pt x="16852" y="49803"/>
                    <a:pt x="16921" y="49783"/>
                  </a:cubicBezTo>
                  <a:cubicBezTo>
                    <a:pt x="17318" y="49670"/>
                    <a:pt x="17485" y="49273"/>
                    <a:pt x="17372" y="48880"/>
                  </a:cubicBezTo>
                  <a:lnTo>
                    <a:pt x="1525" y="486"/>
                  </a:lnTo>
                  <a:cubicBezTo>
                    <a:pt x="1436" y="171"/>
                    <a:pt x="1132" y="0"/>
                    <a:pt x="8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605;p39">
              <a:extLst>
                <a:ext uri="{FF2B5EF4-FFF2-40B4-BE49-F238E27FC236}">
                  <a16:creationId xmlns:a16="http://schemas.microsoft.com/office/drawing/2014/main" id="{F4665719-1060-354E-FD2C-B32F2FEAE6F0}"/>
                </a:ext>
              </a:extLst>
            </p:cNvPr>
            <p:cNvSpPr/>
            <p:nvPr/>
          </p:nvSpPr>
          <p:spPr>
            <a:xfrm>
              <a:off x="2183606" y="682212"/>
              <a:ext cx="534105" cy="586818"/>
            </a:xfrm>
            <a:custGeom>
              <a:avLst/>
              <a:gdLst/>
              <a:ahLst/>
              <a:cxnLst/>
              <a:rect l="l" t="t" r="r" b="b"/>
              <a:pathLst>
                <a:path w="26172" h="28755" extrusionOk="0">
                  <a:moveTo>
                    <a:pt x="15337" y="1"/>
                  </a:moveTo>
                  <a:cubicBezTo>
                    <a:pt x="13683" y="1"/>
                    <a:pt x="11893" y="514"/>
                    <a:pt x="9986" y="1143"/>
                  </a:cubicBezTo>
                  <a:cubicBezTo>
                    <a:pt x="4459" y="2948"/>
                    <a:pt x="1" y="5032"/>
                    <a:pt x="3105" y="14508"/>
                  </a:cubicBezTo>
                  <a:cubicBezTo>
                    <a:pt x="5843" y="22930"/>
                    <a:pt x="11620" y="28754"/>
                    <a:pt x="16741" y="28754"/>
                  </a:cubicBezTo>
                  <a:cubicBezTo>
                    <a:pt x="17417" y="28754"/>
                    <a:pt x="18082" y="28653"/>
                    <a:pt x="18727" y="28442"/>
                  </a:cubicBezTo>
                  <a:cubicBezTo>
                    <a:pt x="24254" y="26637"/>
                    <a:pt x="26172" y="17500"/>
                    <a:pt x="23072" y="7965"/>
                  </a:cubicBezTo>
                  <a:cubicBezTo>
                    <a:pt x="21050" y="1792"/>
                    <a:pt x="18430" y="1"/>
                    <a:pt x="153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606;p39">
              <a:extLst>
                <a:ext uri="{FF2B5EF4-FFF2-40B4-BE49-F238E27FC236}">
                  <a16:creationId xmlns:a16="http://schemas.microsoft.com/office/drawing/2014/main" id="{840D80CD-8CD9-8964-6778-86D9DEFB4275}"/>
                </a:ext>
              </a:extLst>
            </p:cNvPr>
            <p:cNvSpPr/>
            <p:nvPr/>
          </p:nvSpPr>
          <p:spPr>
            <a:xfrm>
              <a:off x="2199729" y="736560"/>
              <a:ext cx="416701" cy="532472"/>
            </a:xfrm>
            <a:custGeom>
              <a:avLst/>
              <a:gdLst/>
              <a:ahLst/>
              <a:cxnLst/>
              <a:rect l="l" t="t" r="r" b="b"/>
              <a:pathLst>
                <a:path w="20419" h="26092" extrusionOk="0">
                  <a:moveTo>
                    <a:pt x="5302" y="0"/>
                  </a:moveTo>
                  <a:cubicBezTo>
                    <a:pt x="1918" y="1805"/>
                    <a:pt x="0" y="4738"/>
                    <a:pt x="2315" y="11845"/>
                  </a:cubicBezTo>
                  <a:cubicBezTo>
                    <a:pt x="5053" y="20267"/>
                    <a:pt x="10830" y="26091"/>
                    <a:pt x="15951" y="26091"/>
                  </a:cubicBezTo>
                  <a:cubicBezTo>
                    <a:pt x="16627" y="26091"/>
                    <a:pt x="17292" y="25990"/>
                    <a:pt x="17937" y="25779"/>
                  </a:cubicBezTo>
                  <a:cubicBezTo>
                    <a:pt x="18898" y="25495"/>
                    <a:pt x="19742" y="24931"/>
                    <a:pt x="20418" y="24254"/>
                  </a:cubicBezTo>
                  <a:cubicBezTo>
                    <a:pt x="11958" y="19516"/>
                    <a:pt x="6430" y="10212"/>
                    <a:pt x="5302" y="0"/>
                  </a:cubicBezTo>
                  <a:close/>
                </a:path>
              </a:pathLst>
            </a:custGeom>
            <a:solidFill>
              <a:srgbClr val="E3D1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607;p39">
              <a:extLst>
                <a:ext uri="{FF2B5EF4-FFF2-40B4-BE49-F238E27FC236}">
                  <a16:creationId xmlns:a16="http://schemas.microsoft.com/office/drawing/2014/main" id="{4F98CBBD-E508-BC47-30FA-6900F625B457}"/>
                </a:ext>
              </a:extLst>
            </p:cNvPr>
            <p:cNvSpPr/>
            <p:nvPr/>
          </p:nvSpPr>
          <p:spPr>
            <a:xfrm>
              <a:off x="2501323" y="877930"/>
              <a:ext cx="123220" cy="78753"/>
            </a:xfrm>
            <a:custGeom>
              <a:avLst/>
              <a:gdLst/>
              <a:ahLst/>
              <a:cxnLst/>
              <a:rect l="l" t="t" r="r" b="b"/>
              <a:pathLst>
                <a:path w="6038" h="3859" extrusionOk="0">
                  <a:moveTo>
                    <a:pt x="3458" y="0"/>
                  </a:moveTo>
                  <a:cubicBezTo>
                    <a:pt x="3215" y="0"/>
                    <a:pt x="2964" y="22"/>
                    <a:pt x="2707" y="67"/>
                  </a:cubicBezTo>
                  <a:cubicBezTo>
                    <a:pt x="1187" y="352"/>
                    <a:pt x="0" y="1367"/>
                    <a:pt x="171" y="2382"/>
                  </a:cubicBezTo>
                  <a:cubicBezTo>
                    <a:pt x="311" y="3277"/>
                    <a:pt x="1360" y="3859"/>
                    <a:pt x="2592" y="3859"/>
                  </a:cubicBezTo>
                  <a:cubicBezTo>
                    <a:pt x="2833" y="3859"/>
                    <a:pt x="3081" y="3837"/>
                    <a:pt x="3330" y="3790"/>
                  </a:cubicBezTo>
                  <a:cubicBezTo>
                    <a:pt x="4909" y="3565"/>
                    <a:pt x="6037" y="2495"/>
                    <a:pt x="5866" y="1480"/>
                  </a:cubicBezTo>
                  <a:cubicBezTo>
                    <a:pt x="5726" y="580"/>
                    <a:pt x="4712" y="0"/>
                    <a:pt x="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608;p39">
              <a:extLst>
                <a:ext uri="{FF2B5EF4-FFF2-40B4-BE49-F238E27FC236}">
                  <a16:creationId xmlns:a16="http://schemas.microsoft.com/office/drawing/2014/main" id="{05F467AA-504B-D4D3-4323-A0C4C9D8AD3C}"/>
                </a:ext>
              </a:extLst>
            </p:cNvPr>
            <p:cNvSpPr/>
            <p:nvPr/>
          </p:nvSpPr>
          <p:spPr>
            <a:xfrm>
              <a:off x="2301015" y="939114"/>
              <a:ext cx="124343" cy="87630"/>
            </a:xfrm>
            <a:custGeom>
              <a:avLst/>
              <a:gdLst/>
              <a:ahLst/>
              <a:cxnLst/>
              <a:rect l="l" t="t" r="r" b="b"/>
              <a:pathLst>
                <a:path w="6093" h="4294" extrusionOk="0">
                  <a:moveTo>
                    <a:pt x="3943" y="0"/>
                  </a:moveTo>
                  <a:cubicBezTo>
                    <a:pt x="3398" y="0"/>
                    <a:pt x="2790" y="149"/>
                    <a:pt x="2203" y="454"/>
                  </a:cubicBezTo>
                  <a:cubicBezTo>
                    <a:pt x="791" y="1189"/>
                    <a:pt x="1" y="2543"/>
                    <a:pt x="452" y="3445"/>
                  </a:cubicBezTo>
                  <a:cubicBezTo>
                    <a:pt x="749" y="4003"/>
                    <a:pt x="1390" y="4294"/>
                    <a:pt x="2152" y="4294"/>
                  </a:cubicBezTo>
                  <a:cubicBezTo>
                    <a:pt x="2698" y="4294"/>
                    <a:pt x="3306" y="4145"/>
                    <a:pt x="3895" y="3838"/>
                  </a:cubicBezTo>
                  <a:cubicBezTo>
                    <a:pt x="5303" y="3107"/>
                    <a:pt x="6092" y="1753"/>
                    <a:pt x="5641" y="851"/>
                  </a:cubicBezTo>
                  <a:cubicBezTo>
                    <a:pt x="5347" y="291"/>
                    <a:pt x="4706" y="0"/>
                    <a:pt x="3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609;p39">
              <a:extLst>
                <a:ext uri="{FF2B5EF4-FFF2-40B4-BE49-F238E27FC236}">
                  <a16:creationId xmlns:a16="http://schemas.microsoft.com/office/drawing/2014/main" id="{6EECAA2D-70DC-BFCB-533E-2D0DAEAC2F51}"/>
                </a:ext>
              </a:extLst>
            </p:cNvPr>
            <p:cNvSpPr/>
            <p:nvPr/>
          </p:nvSpPr>
          <p:spPr>
            <a:xfrm>
              <a:off x="2398914" y="1040585"/>
              <a:ext cx="208748" cy="112241"/>
            </a:xfrm>
            <a:custGeom>
              <a:avLst/>
              <a:gdLst/>
              <a:ahLst/>
              <a:cxnLst/>
              <a:rect l="l" t="t" r="r" b="b"/>
              <a:pathLst>
                <a:path w="10229" h="5500" extrusionOk="0">
                  <a:moveTo>
                    <a:pt x="5960" y="0"/>
                  </a:moveTo>
                  <a:cubicBezTo>
                    <a:pt x="5399" y="0"/>
                    <a:pt x="4798" y="83"/>
                    <a:pt x="4174" y="278"/>
                  </a:cubicBezTo>
                  <a:cubicBezTo>
                    <a:pt x="790" y="1406"/>
                    <a:pt x="0" y="4903"/>
                    <a:pt x="957" y="5409"/>
                  </a:cubicBezTo>
                  <a:cubicBezTo>
                    <a:pt x="1082" y="5471"/>
                    <a:pt x="1221" y="5499"/>
                    <a:pt x="1373" y="5499"/>
                  </a:cubicBezTo>
                  <a:cubicBezTo>
                    <a:pt x="2317" y="5499"/>
                    <a:pt x="3755" y="4421"/>
                    <a:pt x="5356" y="3888"/>
                  </a:cubicBezTo>
                  <a:cubicBezTo>
                    <a:pt x="7274" y="3265"/>
                    <a:pt x="9363" y="3378"/>
                    <a:pt x="9815" y="2476"/>
                  </a:cubicBezTo>
                  <a:cubicBezTo>
                    <a:pt x="10228" y="1693"/>
                    <a:pt x="8490" y="0"/>
                    <a:pt x="5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610;p39">
              <a:extLst>
                <a:ext uri="{FF2B5EF4-FFF2-40B4-BE49-F238E27FC236}">
                  <a16:creationId xmlns:a16="http://schemas.microsoft.com/office/drawing/2014/main" id="{18E897FB-FBFA-EE45-A8A6-CEACFAACEA7C}"/>
                </a:ext>
              </a:extLst>
            </p:cNvPr>
            <p:cNvSpPr/>
            <p:nvPr/>
          </p:nvSpPr>
          <p:spPr>
            <a:xfrm>
              <a:off x="2473690" y="947257"/>
              <a:ext cx="51855" cy="67977"/>
            </a:xfrm>
            <a:custGeom>
              <a:avLst/>
              <a:gdLst/>
              <a:ahLst/>
              <a:cxnLst/>
              <a:rect l="l" t="t" r="r" b="b"/>
              <a:pathLst>
                <a:path w="2541" h="3331" extrusionOk="0">
                  <a:moveTo>
                    <a:pt x="0" y="1"/>
                  </a:moveTo>
                  <a:lnTo>
                    <a:pt x="0" y="113"/>
                  </a:lnTo>
                  <a:cubicBezTo>
                    <a:pt x="0" y="113"/>
                    <a:pt x="1026" y="3330"/>
                    <a:pt x="1714" y="3330"/>
                  </a:cubicBezTo>
                  <a:cubicBezTo>
                    <a:pt x="1766" y="3330"/>
                    <a:pt x="1816" y="3312"/>
                    <a:pt x="1864" y="3272"/>
                  </a:cubicBezTo>
                  <a:cubicBezTo>
                    <a:pt x="2541" y="2649"/>
                    <a:pt x="0" y="11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611;p39">
              <a:extLst>
                <a:ext uri="{FF2B5EF4-FFF2-40B4-BE49-F238E27FC236}">
                  <a16:creationId xmlns:a16="http://schemas.microsoft.com/office/drawing/2014/main" id="{7B262C9A-61CF-B10B-DC0A-894192AF7A26}"/>
                </a:ext>
              </a:extLst>
            </p:cNvPr>
            <p:cNvSpPr/>
            <p:nvPr/>
          </p:nvSpPr>
          <p:spPr>
            <a:xfrm>
              <a:off x="2299260" y="861705"/>
              <a:ext cx="67161" cy="71345"/>
            </a:xfrm>
            <a:custGeom>
              <a:avLst/>
              <a:gdLst/>
              <a:ahLst/>
              <a:cxnLst/>
              <a:rect l="l" t="t" r="r" b="b"/>
              <a:pathLst>
                <a:path w="3291" h="3496" extrusionOk="0">
                  <a:moveTo>
                    <a:pt x="3031" y="1"/>
                  </a:moveTo>
                  <a:cubicBezTo>
                    <a:pt x="3012" y="1"/>
                    <a:pt x="2990" y="7"/>
                    <a:pt x="2966" y="19"/>
                  </a:cubicBezTo>
                  <a:cubicBezTo>
                    <a:pt x="2569" y="132"/>
                    <a:pt x="2117" y="975"/>
                    <a:pt x="1499" y="1652"/>
                  </a:cubicBezTo>
                  <a:cubicBezTo>
                    <a:pt x="877" y="2388"/>
                    <a:pt x="146" y="2952"/>
                    <a:pt x="33" y="3344"/>
                  </a:cubicBezTo>
                  <a:cubicBezTo>
                    <a:pt x="1" y="3441"/>
                    <a:pt x="64" y="3496"/>
                    <a:pt x="198" y="3496"/>
                  </a:cubicBezTo>
                  <a:cubicBezTo>
                    <a:pt x="533" y="3496"/>
                    <a:pt x="1310" y="3146"/>
                    <a:pt x="2117" y="2216"/>
                  </a:cubicBezTo>
                  <a:cubicBezTo>
                    <a:pt x="3165" y="1013"/>
                    <a:pt x="3290" y="1"/>
                    <a:pt x="3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612;p39">
              <a:extLst>
                <a:ext uri="{FF2B5EF4-FFF2-40B4-BE49-F238E27FC236}">
                  <a16:creationId xmlns:a16="http://schemas.microsoft.com/office/drawing/2014/main" id="{6AB5F120-BA31-2F9D-DDF6-AF39C4EA37A4}"/>
                </a:ext>
              </a:extLst>
            </p:cNvPr>
            <p:cNvSpPr/>
            <p:nvPr/>
          </p:nvSpPr>
          <p:spPr>
            <a:xfrm>
              <a:off x="2474894" y="819317"/>
              <a:ext cx="104425" cy="18632"/>
            </a:xfrm>
            <a:custGeom>
              <a:avLst/>
              <a:gdLst/>
              <a:ahLst/>
              <a:cxnLst/>
              <a:rect l="l" t="t" r="r" b="b"/>
              <a:pathLst>
                <a:path w="5117" h="913" extrusionOk="0">
                  <a:moveTo>
                    <a:pt x="769" y="1"/>
                  </a:moveTo>
                  <a:cubicBezTo>
                    <a:pt x="593" y="1"/>
                    <a:pt x="447" y="18"/>
                    <a:pt x="338" y="65"/>
                  </a:cubicBezTo>
                  <a:cubicBezTo>
                    <a:pt x="0" y="232"/>
                    <a:pt x="844" y="909"/>
                    <a:pt x="2536" y="909"/>
                  </a:cubicBezTo>
                  <a:cubicBezTo>
                    <a:pt x="2608" y="911"/>
                    <a:pt x="2679" y="913"/>
                    <a:pt x="2748" y="913"/>
                  </a:cubicBezTo>
                  <a:cubicBezTo>
                    <a:pt x="4354" y="913"/>
                    <a:pt x="5116" y="284"/>
                    <a:pt x="4792" y="119"/>
                  </a:cubicBezTo>
                  <a:cubicBezTo>
                    <a:pt x="4679" y="64"/>
                    <a:pt x="4504" y="45"/>
                    <a:pt x="4284" y="45"/>
                  </a:cubicBezTo>
                  <a:cubicBezTo>
                    <a:pt x="3846" y="45"/>
                    <a:pt x="3232" y="119"/>
                    <a:pt x="2595" y="119"/>
                  </a:cubicBezTo>
                  <a:cubicBezTo>
                    <a:pt x="1898" y="119"/>
                    <a:pt x="1232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613;p39">
              <a:extLst>
                <a:ext uri="{FF2B5EF4-FFF2-40B4-BE49-F238E27FC236}">
                  <a16:creationId xmlns:a16="http://schemas.microsoft.com/office/drawing/2014/main" id="{111C831C-A986-8435-CA19-461ABE530B45}"/>
                </a:ext>
              </a:extLst>
            </p:cNvPr>
            <p:cNvSpPr/>
            <p:nvPr/>
          </p:nvSpPr>
          <p:spPr>
            <a:xfrm>
              <a:off x="2755754" y="1808291"/>
              <a:ext cx="163464" cy="169668"/>
            </a:xfrm>
            <a:custGeom>
              <a:avLst/>
              <a:gdLst/>
              <a:ahLst/>
              <a:cxnLst/>
              <a:rect l="l" t="t" r="r" b="b"/>
              <a:pathLst>
                <a:path w="8010" h="8314" extrusionOk="0">
                  <a:moveTo>
                    <a:pt x="2402" y="7060"/>
                  </a:moveTo>
                  <a:cubicBezTo>
                    <a:pt x="2448" y="7151"/>
                    <a:pt x="2504" y="7242"/>
                    <a:pt x="2595" y="7333"/>
                  </a:cubicBezTo>
                  <a:lnTo>
                    <a:pt x="2536" y="7333"/>
                  </a:lnTo>
                  <a:lnTo>
                    <a:pt x="2402" y="7060"/>
                  </a:lnTo>
                  <a:close/>
                  <a:moveTo>
                    <a:pt x="5302" y="0"/>
                  </a:moveTo>
                  <a:cubicBezTo>
                    <a:pt x="4454" y="54"/>
                    <a:pt x="3723" y="280"/>
                    <a:pt x="3100" y="844"/>
                  </a:cubicBezTo>
                  <a:cubicBezTo>
                    <a:pt x="2821" y="1128"/>
                    <a:pt x="2595" y="1408"/>
                    <a:pt x="2423" y="1747"/>
                  </a:cubicBezTo>
                  <a:cubicBezTo>
                    <a:pt x="2245" y="1640"/>
                    <a:pt x="2019" y="1602"/>
                    <a:pt x="1791" y="1602"/>
                  </a:cubicBezTo>
                  <a:cubicBezTo>
                    <a:pt x="1662" y="1602"/>
                    <a:pt x="1531" y="1614"/>
                    <a:pt x="1408" y="1634"/>
                  </a:cubicBezTo>
                  <a:cubicBezTo>
                    <a:pt x="1016" y="1692"/>
                    <a:pt x="564" y="2031"/>
                    <a:pt x="339" y="2369"/>
                  </a:cubicBezTo>
                  <a:cubicBezTo>
                    <a:pt x="0" y="2820"/>
                    <a:pt x="0" y="3213"/>
                    <a:pt x="55" y="3723"/>
                  </a:cubicBezTo>
                  <a:cubicBezTo>
                    <a:pt x="113" y="4625"/>
                    <a:pt x="506" y="5469"/>
                    <a:pt x="1016" y="6146"/>
                  </a:cubicBezTo>
                  <a:cubicBezTo>
                    <a:pt x="1295" y="6484"/>
                    <a:pt x="1634" y="6823"/>
                    <a:pt x="1972" y="7048"/>
                  </a:cubicBezTo>
                  <a:cubicBezTo>
                    <a:pt x="2198" y="7274"/>
                    <a:pt x="2482" y="7387"/>
                    <a:pt x="2762" y="7500"/>
                  </a:cubicBezTo>
                  <a:cubicBezTo>
                    <a:pt x="2988" y="7784"/>
                    <a:pt x="3326" y="8010"/>
                    <a:pt x="3723" y="8177"/>
                  </a:cubicBezTo>
                  <a:cubicBezTo>
                    <a:pt x="3940" y="8271"/>
                    <a:pt x="4227" y="8314"/>
                    <a:pt x="4516" y="8314"/>
                  </a:cubicBezTo>
                  <a:cubicBezTo>
                    <a:pt x="4751" y="8314"/>
                    <a:pt x="4987" y="8286"/>
                    <a:pt x="5189" y="8235"/>
                  </a:cubicBezTo>
                  <a:cubicBezTo>
                    <a:pt x="5582" y="8122"/>
                    <a:pt x="5920" y="8010"/>
                    <a:pt x="6259" y="7784"/>
                  </a:cubicBezTo>
                  <a:cubicBezTo>
                    <a:pt x="6656" y="7558"/>
                    <a:pt x="7107" y="7274"/>
                    <a:pt x="7387" y="6823"/>
                  </a:cubicBezTo>
                  <a:cubicBezTo>
                    <a:pt x="7784" y="6205"/>
                    <a:pt x="7897" y="5528"/>
                    <a:pt x="7951" y="4792"/>
                  </a:cubicBezTo>
                  <a:cubicBezTo>
                    <a:pt x="7951" y="4287"/>
                    <a:pt x="8010" y="3777"/>
                    <a:pt x="8010" y="3213"/>
                  </a:cubicBezTo>
                  <a:cubicBezTo>
                    <a:pt x="8010" y="2595"/>
                    <a:pt x="7951" y="1918"/>
                    <a:pt x="7613" y="1354"/>
                  </a:cubicBezTo>
                  <a:cubicBezTo>
                    <a:pt x="7161" y="564"/>
                    <a:pt x="6259" y="0"/>
                    <a:pt x="5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614;p39">
              <a:extLst>
                <a:ext uri="{FF2B5EF4-FFF2-40B4-BE49-F238E27FC236}">
                  <a16:creationId xmlns:a16="http://schemas.microsoft.com/office/drawing/2014/main" id="{763E1636-B873-E8C6-513C-112677670131}"/>
                </a:ext>
              </a:extLst>
            </p:cNvPr>
            <p:cNvSpPr/>
            <p:nvPr/>
          </p:nvSpPr>
          <p:spPr>
            <a:xfrm>
              <a:off x="2614120" y="1556042"/>
              <a:ext cx="291276" cy="348805"/>
            </a:xfrm>
            <a:custGeom>
              <a:avLst/>
              <a:gdLst/>
              <a:ahLst/>
              <a:cxnLst/>
              <a:rect l="l" t="t" r="r" b="b"/>
              <a:pathLst>
                <a:path w="14273" h="17092" extrusionOk="0">
                  <a:moveTo>
                    <a:pt x="292" y="0"/>
                  </a:moveTo>
                  <a:cubicBezTo>
                    <a:pt x="234" y="0"/>
                    <a:pt x="194" y="21"/>
                    <a:pt x="172" y="64"/>
                  </a:cubicBezTo>
                  <a:cubicBezTo>
                    <a:pt x="1" y="403"/>
                    <a:pt x="736" y="1869"/>
                    <a:pt x="1693" y="3503"/>
                  </a:cubicBezTo>
                  <a:cubicBezTo>
                    <a:pt x="1618" y="3494"/>
                    <a:pt x="1538" y="3488"/>
                    <a:pt x="1455" y="3488"/>
                  </a:cubicBezTo>
                  <a:cubicBezTo>
                    <a:pt x="1034" y="3488"/>
                    <a:pt x="546" y="3642"/>
                    <a:pt x="452" y="4351"/>
                  </a:cubicBezTo>
                  <a:cubicBezTo>
                    <a:pt x="339" y="4915"/>
                    <a:pt x="790" y="6097"/>
                    <a:pt x="1354" y="7225"/>
                  </a:cubicBezTo>
                  <a:cubicBezTo>
                    <a:pt x="1016" y="7902"/>
                    <a:pt x="790" y="8525"/>
                    <a:pt x="790" y="9030"/>
                  </a:cubicBezTo>
                  <a:cubicBezTo>
                    <a:pt x="849" y="10384"/>
                    <a:pt x="3895" y="13543"/>
                    <a:pt x="5361" y="14558"/>
                  </a:cubicBezTo>
                  <a:cubicBezTo>
                    <a:pt x="5587" y="14671"/>
                    <a:pt x="6092" y="15009"/>
                    <a:pt x="6602" y="15347"/>
                  </a:cubicBezTo>
                  <a:lnTo>
                    <a:pt x="7617" y="15857"/>
                  </a:lnTo>
                  <a:cubicBezTo>
                    <a:pt x="8791" y="16492"/>
                    <a:pt x="9876" y="17092"/>
                    <a:pt x="10872" y="17092"/>
                  </a:cubicBezTo>
                  <a:cubicBezTo>
                    <a:pt x="11645" y="17092"/>
                    <a:pt x="12365" y="16731"/>
                    <a:pt x="13032" y="15745"/>
                  </a:cubicBezTo>
                  <a:cubicBezTo>
                    <a:pt x="14273" y="13940"/>
                    <a:pt x="13763" y="12924"/>
                    <a:pt x="13032" y="11174"/>
                  </a:cubicBezTo>
                  <a:cubicBezTo>
                    <a:pt x="12973" y="11061"/>
                    <a:pt x="12919" y="10894"/>
                    <a:pt x="12860" y="10781"/>
                  </a:cubicBezTo>
                  <a:cubicBezTo>
                    <a:pt x="12694" y="10497"/>
                    <a:pt x="12522" y="10271"/>
                    <a:pt x="12522" y="10158"/>
                  </a:cubicBezTo>
                  <a:cubicBezTo>
                    <a:pt x="12355" y="9481"/>
                    <a:pt x="10889" y="6549"/>
                    <a:pt x="9815" y="6097"/>
                  </a:cubicBezTo>
                  <a:cubicBezTo>
                    <a:pt x="9102" y="5796"/>
                    <a:pt x="8162" y="5746"/>
                    <a:pt x="7615" y="5746"/>
                  </a:cubicBezTo>
                  <a:cubicBezTo>
                    <a:pt x="7341" y="5746"/>
                    <a:pt x="7166" y="5759"/>
                    <a:pt x="7166" y="5759"/>
                  </a:cubicBezTo>
                  <a:cubicBezTo>
                    <a:pt x="7166" y="5759"/>
                    <a:pt x="6882" y="5533"/>
                    <a:pt x="6489" y="5195"/>
                  </a:cubicBezTo>
                  <a:cubicBezTo>
                    <a:pt x="4145" y="2959"/>
                    <a:pt x="986" y="0"/>
                    <a:pt x="292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615;p39">
              <a:extLst>
                <a:ext uri="{FF2B5EF4-FFF2-40B4-BE49-F238E27FC236}">
                  <a16:creationId xmlns:a16="http://schemas.microsoft.com/office/drawing/2014/main" id="{52AB052A-F36D-AC80-1756-70687A03A004}"/>
                </a:ext>
              </a:extLst>
            </p:cNvPr>
            <p:cNvSpPr/>
            <p:nvPr/>
          </p:nvSpPr>
          <p:spPr>
            <a:xfrm>
              <a:off x="2772979" y="1694290"/>
              <a:ext cx="132424" cy="210565"/>
            </a:xfrm>
            <a:custGeom>
              <a:avLst/>
              <a:gdLst/>
              <a:ahLst/>
              <a:cxnLst/>
              <a:rect l="l" t="t" r="r" b="b"/>
              <a:pathLst>
                <a:path w="6489" h="10318" extrusionOk="0">
                  <a:moveTo>
                    <a:pt x="2820" y="0"/>
                  </a:moveTo>
                  <a:cubicBezTo>
                    <a:pt x="1467" y="2933"/>
                    <a:pt x="0" y="5925"/>
                    <a:pt x="451" y="8858"/>
                  </a:cubicBezTo>
                  <a:cubicBezTo>
                    <a:pt x="510" y="9083"/>
                    <a:pt x="510" y="9250"/>
                    <a:pt x="510" y="9422"/>
                  </a:cubicBezTo>
                  <a:cubicBezTo>
                    <a:pt x="1438" y="9914"/>
                    <a:pt x="2307" y="10317"/>
                    <a:pt x="3115" y="10317"/>
                  </a:cubicBezTo>
                  <a:cubicBezTo>
                    <a:pt x="3879" y="10317"/>
                    <a:pt x="4590" y="9957"/>
                    <a:pt x="5248" y="8971"/>
                  </a:cubicBezTo>
                  <a:cubicBezTo>
                    <a:pt x="6489" y="7166"/>
                    <a:pt x="5979" y="6150"/>
                    <a:pt x="5248" y="4400"/>
                  </a:cubicBezTo>
                  <a:cubicBezTo>
                    <a:pt x="5189" y="4287"/>
                    <a:pt x="5135" y="4120"/>
                    <a:pt x="5076" y="4007"/>
                  </a:cubicBezTo>
                  <a:cubicBezTo>
                    <a:pt x="4910" y="3723"/>
                    <a:pt x="4738" y="3497"/>
                    <a:pt x="4738" y="3384"/>
                  </a:cubicBezTo>
                  <a:cubicBezTo>
                    <a:pt x="4571" y="2879"/>
                    <a:pt x="3723" y="1015"/>
                    <a:pt x="2820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616;p39">
              <a:extLst>
                <a:ext uri="{FF2B5EF4-FFF2-40B4-BE49-F238E27FC236}">
                  <a16:creationId xmlns:a16="http://schemas.microsoft.com/office/drawing/2014/main" id="{5F2A245F-E728-7E49-FB6F-EDDDFC02735F}"/>
                </a:ext>
              </a:extLst>
            </p:cNvPr>
            <p:cNvSpPr/>
            <p:nvPr/>
          </p:nvSpPr>
          <p:spPr>
            <a:xfrm>
              <a:off x="1692132" y="1640778"/>
              <a:ext cx="177280" cy="167668"/>
            </a:xfrm>
            <a:custGeom>
              <a:avLst/>
              <a:gdLst/>
              <a:ahLst/>
              <a:cxnLst/>
              <a:rect l="l" t="t" r="r" b="b"/>
              <a:pathLst>
                <a:path w="8687" h="8216" extrusionOk="0">
                  <a:moveTo>
                    <a:pt x="903" y="3245"/>
                  </a:moveTo>
                  <a:lnTo>
                    <a:pt x="903" y="3245"/>
                  </a:lnTo>
                  <a:cubicBezTo>
                    <a:pt x="790" y="3358"/>
                    <a:pt x="732" y="3470"/>
                    <a:pt x="619" y="3525"/>
                  </a:cubicBezTo>
                  <a:lnTo>
                    <a:pt x="903" y="3245"/>
                  </a:lnTo>
                  <a:close/>
                  <a:moveTo>
                    <a:pt x="4349" y="1"/>
                  </a:moveTo>
                  <a:cubicBezTo>
                    <a:pt x="4052" y="1"/>
                    <a:pt x="3770" y="88"/>
                    <a:pt x="3439" y="199"/>
                  </a:cubicBezTo>
                  <a:cubicBezTo>
                    <a:pt x="2595" y="479"/>
                    <a:pt x="1919" y="1043"/>
                    <a:pt x="1354" y="1778"/>
                  </a:cubicBezTo>
                  <a:cubicBezTo>
                    <a:pt x="1070" y="2117"/>
                    <a:pt x="903" y="2509"/>
                    <a:pt x="732" y="2906"/>
                  </a:cubicBezTo>
                  <a:cubicBezTo>
                    <a:pt x="619" y="3186"/>
                    <a:pt x="506" y="3470"/>
                    <a:pt x="506" y="3750"/>
                  </a:cubicBezTo>
                  <a:cubicBezTo>
                    <a:pt x="281" y="4089"/>
                    <a:pt x="114" y="4427"/>
                    <a:pt x="55" y="4824"/>
                  </a:cubicBezTo>
                  <a:cubicBezTo>
                    <a:pt x="1" y="5329"/>
                    <a:pt x="168" y="5894"/>
                    <a:pt x="393" y="6291"/>
                  </a:cubicBezTo>
                  <a:cubicBezTo>
                    <a:pt x="565" y="6629"/>
                    <a:pt x="845" y="6967"/>
                    <a:pt x="1129" y="7193"/>
                  </a:cubicBezTo>
                  <a:cubicBezTo>
                    <a:pt x="1467" y="7586"/>
                    <a:pt x="1860" y="7924"/>
                    <a:pt x="2311" y="8037"/>
                  </a:cubicBezTo>
                  <a:cubicBezTo>
                    <a:pt x="2655" y="8170"/>
                    <a:pt x="2985" y="8216"/>
                    <a:pt x="3309" y="8216"/>
                  </a:cubicBezTo>
                  <a:cubicBezTo>
                    <a:pt x="3679" y="8216"/>
                    <a:pt x="4039" y="8156"/>
                    <a:pt x="4400" y="8096"/>
                  </a:cubicBezTo>
                  <a:cubicBezTo>
                    <a:pt x="4964" y="7983"/>
                    <a:pt x="5470" y="7870"/>
                    <a:pt x="5980" y="7757"/>
                  </a:cubicBezTo>
                  <a:cubicBezTo>
                    <a:pt x="6598" y="7586"/>
                    <a:pt x="7220" y="7360"/>
                    <a:pt x="7672" y="6909"/>
                  </a:cubicBezTo>
                  <a:cubicBezTo>
                    <a:pt x="8348" y="6232"/>
                    <a:pt x="8687" y="5217"/>
                    <a:pt x="8403" y="4314"/>
                  </a:cubicBezTo>
                  <a:cubicBezTo>
                    <a:pt x="8177" y="3525"/>
                    <a:pt x="7726" y="2848"/>
                    <a:pt x="6995" y="2397"/>
                  </a:cubicBezTo>
                  <a:cubicBezTo>
                    <a:pt x="6711" y="2171"/>
                    <a:pt x="6372" y="2058"/>
                    <a:pt x="5980" y="2004"/>
                  </a:cubicBezTo>
                  <a:cubicBezTo>
                    <a:pt x="6034" y="1666"/>
                    <a:pt x="5980" y="1268"/>
                    <a:pt x="5808" y="989"/>
                  </a:cubicBezTo>
                  <a:cubicBezTo>
                    <a:pt x="5641" y="592"/>
                    <a:pt x="5244" y="253"/>
                    <a:pt x="4851" y="86"/>
                  </a:cubicBezTo>
                  <a:cubicBezTo>
                    <a:pt x="4673" y="26"/>
                    <a:pt x="4509" y="1"/>
                    <a:pt x="43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617;p39">
              <a:extLst>
                <a:ext uri="{FF2B5EF4-FFF2-40B4-BE49-F238E27FC236}">
                  <a16:creationId xmlns:a16="http://schemas.microsoft.com/office/drawing/2014/main" id="{A9F7EFA3-ACF7-E6C5-4074-8B1A1D4DE1DF}"/>
                </a:ext>
              </a:extLst>
            </p:cNvPr>
            <p:cNvSpPr/>
            <p:nvPr/>
          </p:nvSpPr>
          <p:spPr>
            <a:xfrm>
              <a:off x="1780786" y="1350549"/>
              <a:ext cx="248584" cy="373253"/>
            </a:xfrm>
            <a:custGeom>
              <a:avLst/>
              <a:gdLst/>
              <a:ahLst/>
              <a:cxnLst/>
              <a:rect l="l" t="t" r="r" b="b"/>
              <a:pathLst>
                <a:path w="12181" h="18290" extrusionOk="0">
                  <a:moveTo>
                    <a:pt x="9794" y="1"/>
                  </a:moveTo>
                  <a:cubicBezTo>
                    <a:pt x="9228" y="1"/>
                    <a:pt x="6964" y="3859"/>
                    <a:pt x="5358" y="6749"/>
                  </a:cubicBezTo>
                  <a:cubicBezTo>
                    <a:pt x="5074" y="7200"/>
                    <a:pt x="4907" y="7539"/>
                    <a:pt x="4907" y="7539"/>
                  </a:cubicBezTo>
                  <a:cubicBezTo>
                    <a:pt x="4907" y="7539"/>
                    <a:pt x="3382" y="7877"/>
                    <a:pt x="2479" y="8608"/>
                  </a:cubicBezTo>
                  <a:cubicBezTo>
                    <a:pt x="1577" y="9344"/>
                    <a:pt x="1013" y="12615"/>
                    <a:pt x="1072" y="13292"/>
                  </a:cubicBezTo>
                  <a:cubicBezTo>
                    <a:pt x="1072" y="13630"/>
                    <a:pt x="674" y="14646"/>
                    <a:pt x="223" y="15661"/>
                  </a:cubicBezTo>
                  <a:cubicBezTo>
                    <a:pt x="169" y="15887"/>
                    <a:pt x="110" y="16112"/>
                    <a:pt x="110" y="16392"/>
                  </a:cubicBezTo>
                  <a:cubicBezTo>
                    <a:pt x="0" y="17953"/>
                    <a:pt x="1064" y="18290"/>
                    <a:pt x="2320" y="18290"/>
                  </a:cubicBezTo>
                  <a:cubicBezTo>
                    <a:pt x="2969" y="18290"/>
                    <a:pt x="3669" y="18200"/>
                    <a:pt x="4284" y="18143"/>
                  </a:cubicBezTo>
                  <a:cubicBezTo>
                    <a:pt x="6653" y="17917"/>
                    <a:pt x="7781" y="16618"/>
                    <a:pt x="9306" y="14871"/>
                  </a:cubicBezTo>
                  <a:cubicBezTo>
                    <a:pt x="9586" y="14533"/>
                    <a:pt x="9870" y="14249"/>
                    <a:pt x="10150" y="13910"/>
                  </a:cubicBezTo>
                  <a:cubicBezTo>
                    <a:pt x="11165" y="12164"/>
                    <a:pt x="12181" y="9736"/>
                    <a:pt x="11901" y="8780"/>
                  </a:cubicBezTo>
                  <a:cubicBezTo>
                    <a:pt x="11788" y="8270"/>
                    <a:pt x="11337" y="7764"/>
                    <a:pt x="10886" y="7200"/>
                  </a:cubicBezTo>
                  <a:cubicBezTo>
                    <a:pt x="11053" y="5960"/>
                    <a:pt x="11165" y="4719"/>
                    <a:pt x="10886" y="4209"/>
                  </a:cubicBezTo>
                  <a:cubicBezTo>
                    <a:pt x="10642" y="3724"/>
                    <a:pt x="10315" y="3580"/>
                    <a:pt x="10007" y="3580"/>
                  </a:cubicBezTo>
                  <a:cubicBezTo>
                    <a:pt x="9813" y="3580"/>
                    <a:pt x="9627" y="3637"/>
                    <a:pt x="9473" y="3703"/>
                  </a:cubicBezTo>
                  <a:cubicBezTo>
                    <a:pt x="9870" y="1898"/>
                    <a:pt x="10150" y="319"/>
                    <a:pt x="9870" y="35"/>
                  </a:cubicBezTo>
                  <a:cubicBezTo>
                    <a:pt x="9850" y="12"/>
                    <a:pt x="9825" y="1"/>
                    <a:pt x="9794" y="1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618;p39">
              <a:extLst>
                <a:ext uri="{FF2B5EF4-FFF2-40B4-BE49-F238E27FC236}">
                  <a16:creationId xmlns:a16="http://schemas.microsoft.com/office/drawing/2014/main" id="{9C01A8DA-F6D2-3758-484A-A73FFD9BE61D}"/>
                </a:ext>
              </a:extLst>
            </p:cNvPr>
            <p:cNvSpPr/>
            <p:nvPr/>
          </p:nvSpPr>
          <p:spPr>
            <a:xfrm>
              <a:off x="1780786" y="1591880"/>
              <a:ext cx="140383" cy="131934"/>
            </a:xfrm>
            <a:custGeom>
              <a:avLst/>
              <a:gdLst/>
              <a:ahLst/>
              <a:cxnLst/>
              <a:rect l="l" t="t" r="r" b="b"/>
              <a:pathLst>
                <a:path w="6879" h="6465" extrusionOk="0">
                  <a:moveTo>
                    <a:pt x="1238" y="0"/>
                  </a:moveTo>
                  <a:cubicBezTo>
                    <a:pt x="1126" y="677"/>
                    <a:pt x="1072" y="1241"/>
                    <a:pt x="1072" y="1467"/>
                  </a:cubicBezTo>
                  <a:cubicBezTo>
                    <a:pt x="1072" y="1805"/>
                    <a:pt x="674" y="2821"/>
                    <a:pt x="223" y="3836"/>
                  </a:cubicBezTo>
                  <a:cubicBezTo>
                    <a:pt x="169" y="4062"/>
                    <a:pt x="110" y="4287"/>
                    <a:pt x="110" y="4567"/>
                  </a:cubicBezTo>
                  <a:cubicBezTo>
                    <a:pt x="0" y="6128"/>
                    <a:pt x="1064" y="6465"/>
                    <a:pt x="2320" y="6465"/>
                  </a:cubicBezTo>
                  <a:cubicBezTo>
                    <a:pt x="2969" y="6465"/>
                    <a:pt x="3669" y="6375"/>
                    <a:pt x="4284" y="6318"/>
                  </a:cubicBezTo>
                  <a:cubicBezTo>
                    <a:pt x="5358" y="6205"/>
                    <a:pt x="6202" y="5866"/>
                    <a:pt x="6879" y="5415"/>
                  </a:cubicBezTo>
                  <a:cubicBezTo>
                    <a:pt x="6315" y="4851"/>
                    <a:pt x="5751" y="4228"/>
                    <a:pt x="5133" y="3664"/>
                  </a:cubicBezTo>
                  <a:cubicBezTo>
                    <a:pt x="3946" y="2595"/>
                    <a:pt x="2705" y="844"/>
                    <a:pt x="1238" y="0"/>
                  </a:cubicBezTo>
                  <a:close/>
                </a:path>
              </a:pathLst>
            </a:custGeom>
            <a:solidFill>
              <a:srgbClr val="ED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619;p39">
              <a:extLst>
                <a:ext uri="{FF2B5EF4-FFF2-40B4-BE49-F238E27FC236}">
                  <a16:creationId xmlns:a16="http://schemas.microsoft.com/office/drawing/2014/main" id="{797031D0-9448-7B75-23DF-882161B6BF44}"/>
                </a:ext>
              </a:extLst>
            </p:cNvPr>
            <p:cNvSpPr/>
            <p:nvPr/>
          </p:nvSpPr>
          <p:spPr>
            <a:xfrm>
              <a:off x="1049155" y="2348796"/>
              <a:ext cx="646625" cy="996015"/>
            </a:xfrm>
            <a:custGeom>
              <a:avLst/>
              <a:gdLst/>
              <a:ahLst/>
              <a:cxnLst/>
              <a:rect l="l" t="t" r="r" b="b"/>
              <a:pathLst>
                <a:path w="28044" h="43197" extrusionOk="0">
                  <a:moveTo>
                    <a:pt x="9796" y="0"/>
                  </a:moveTo>
                  <a:lnTo>
                    <a:pt x="9796" y="0"/>
                  </a:lnTo>
                  <a:cubicBezTo>
                    <a:pt x="7655" y="1713"/>
                    <a:pt x="6743" y="4761"/>
                    <a:pt x="7548" y="7330"/>
                  </a:cubicBezTo>
                  <a:cubicBezTo>
                    <a:pt x="7921" y="8456"/>
                    <a:pt x="8563" y="9471"/>
                    <a:pt x="8991" y="10541"/>
                  </a:cubicBezTo>
                  <a:cubicBezTo>
                    <a:pt x="9475" y="11611"/>
                    <a:pt x="9740" y="12844"/>
                    <a:pt x="9312" y="13915"/>
                  </a:cubicBezTo>
                  <a:cubicBezTo>
                    <a:pt x="8991" y="14664"/>
                    <a:pt x="8456" y="15251"/>
                    <a:pt x="8028" y="16000"/>
                  </a:cubicBezTo>
                  <a:cubicBezTo>
                    <a:pt x="7386" y="17177"/>
                    <a:pt x="7334" y="18676"/>
                    <a:pt x="7655" y="20016"/>
                  </a:cubicBezTo>
                  <a:cubicBezTo>
                    <a:pt x="7976" y="21352"/>
                    <a:pt x="8619" y="22636"/>
                    <a:pt x="9261" y="23813"/>
                  </a:cubicBezTo>
                  <a:cubicBezTo>
                    <a:pt x="9903" y="24939"/>
                    <a:pt x="10545" y="26117"/>
                    <a:pt x="10490" y="27346"/>
                  </a:cubicBezTo>
                  <a:cubicBezTo>
                    <a:pt x="10490" y="28044"/>
                    <a:pt x="10275" y="28737"/>
                    <a:pt x="10010" y="29435"/>
                  </a:cubicBezTo>
                  <a:cubicBezTo>
                    <a:pt x="9633" y="30612"/>
                    <a:pt x="9205" y="32004"/>
                    <a:pt x="8833" y="33181"/>
                  </a:cubicBezTo>
                  <a:cubicBezTo>
                    <a:pt x="7762" y="30826"/>
                    <a:pt x="8833" y="27936"/>
                    <a:pt x="8135" y="25419"/>
                  </a:cubicBezTo>
                  <a:cubicBezTo>
                    <a:pt x="7548" y="23278"/>
                    <a:pt x="5729" y="21621"/>
                    <a:pt x="5193" y="19481"/>
                  </a:cubicBezTo>
                  <a:cubicBezTo>
                    <a:pt x="4817" y="17875"/>
                    <a:pt x="5193" y="16214"/>
                    <a:pt x="5086" y="14557"/>
                  </a:cubicBezTo>
                  <a:cubicBezTo>
                    <a:pt x="5031" y="13380"/>
                    <a:pt x="4710" y="12254"/>
                    <a:pt x="4444" y="11132"/>
                  </a:cubicBezTo>
                  <a:cubicBezTo>
                    <a:pt x="4123" y="9899"/>
                    <a:pt x="3746" y="8670"/>
                    <a:pt x="3104" y="7600"/>
                  </a:cubicBezTo>
                  <a:cubicBezTo>
                    <a:pt x="2462" y="6474"/>
                    <a:pt x="1554" y="5673"/>
                    <a:pt x="270" y="5459"/>
                  </a:cubicBezTo>
                  <a:lnTo>
                    <a:pt x="270" y="5459"/>
                  </a:lnTo>
                  <a:cubicBezTo>
                    <a:pt x="1875" y="8242"/>
                    <a:pt x="2196" y="11774"/>
                    <a:pt x="1126" y="14822"/>
                  </a:cubicBezTo>
                  <a:cubicBezTo>
                    <a:pt x="805" y="15734"/>
                    <a:pt x="377" y="16591"/>
                    <a:pt x="214" y="17554"/>
                  </a:cubicBezTo>
                  <a:cubicBezTo>
                    <a:pt x="0" y="18838"/>
                    <a:pt x="377" y="20123"/>
                    <a:pt x="963" y="21245"/>
                  </a:cubicBezTo>
                  <a:cubicBezTo>
                    <a:pt x="1606" y="22371"/>
                    <a:pt x="2411" y="23385"/>
                    <a:pt x="3211" y="24404"/>
                  </a:cubicBezTo>
                  <a:cubicBezTo>
                    <a:pt x="3746" y="25047"/>
                    <a:pt x="4281" y="25689"/>
                    <a:pt x="4389" y="26489"/>
                  </a:cubicBezTo>
                  <a:cubicBezTo>
                    <a:pt x="4603" y="28095"/>
                    <a:pt x="3695" y="30022"/>
                    <a:pt x="3532" y="31576"/>
                  </a:cubicBezTo>
                  <a:cubicBezTo>
                    <a:pt x="3318" y="33233"/>
                    <a:pt x="4444" y="34731"/>
                    <a:pt x="5729" y="35694"/>
                  </a:cubicBezTo>
                  <a:cubicBezTo>
                    <a:pt x="6371" y="36230"/>
                    <a:pt x="7227" y="36658"/>
                    <a:pt x="7600" y="37407"/>
                  </a:cubicBezTo>
                  <a:cubicBezTo>
                    <a:pt x="8242" y="38747"/>
                    <a:pt x="7334" y="39869"/>
                    <a:pt x="7441" y="41153"/>
                  </a:cubicBezTo>
                  <a:cubicBezTo>
                    <a:pt x="7441" y="41530"/>
                    <a:pt x="7655" y="41902"/>
                    <a:pt x="7869" y="42172"/>
                  </a:cubicBezTo>
                  <a:cubicBezTo>
                    <a:pt x="8512" y="42814"/>
                    <a:pt x="9582" y="43136"/>
                    <a:pt x="10383" y="43187"/>
                  </a:cubicBezTo>
                  <a:cubicBezTo>
                    <a:pt x="10480" y="43194"/>
                    <a:pt x="10575" y="43197"/>
                    <a:pt x="10665" y="43197"/>
                  </a:cubicBezTo>
                  <a:cubicBezTo>
                    <a:pt x="12016" y="43197"/>
                    <a:pt x="12592" y="42457"/>
                    <a:pt x="12793" y="41153"/>
                  </a:cubicBezTo>
                  <a:cubicBezTo>
                    <a:pt x="13165" y="38854"/>
                    <a:pt x="16432" y="37784"/>
                    <a:pt x="16484" y="35536"/>
                  </a:cubicBezTo>
                  <a:cubicBezTo>
                    <a:pt x="16539" y="34838"/>
                    <a:pt x="16218" y="34145"/>
                    <a:pt x="16218" y="33502"/>
                  </a:cubicBezTo>
                  <a:cubicBezTo>
                    <a:pt x="16162" y="32376"/>
                    <a:pt x="16805" y="31362"/>
                    <a:pt x="17610" y="30557"/>
                  </a:cubicBezTo>
                  <a:cubicBezTo>
                    <a:pt x="18359" y="29700"/>
                    <a:pt x="19266" y="29007"/>
                    <a:pt x="19857" y="28095"/>
                  </a:cubicBezTo>
                  <a:cubicBezTo>
                    <a:pt x="20551" y="27080"/>
                    <a:pt x="20872" y="25796"/>
                    <a:pt x="20714" y="24563"/>
                  </a:cubicBezTo>
                  <a:cubicBezTo>
                    <a:pt x="20551" y="23334"/>
                    <a:pt x="19964" y="22208"/>
                    <a:pt x="19536" y="21086"/>
                  </a:cubicBezTo>
                  <a:cubicBezTo>
                    <a:pt x="19108" y="19909"/>
                    <a:pt x="18838" y="18624"/>
                    <a:pt x="19266" y="17498"/>
                  </a:cubicBezTo>
                  <a:cubicBezTo>
                    <a:pt x="19909" y="15679"/>
                    <a:pt x="23389" y="14930"/>
                    <a:pt x="22854" y="13059"/>
                  </a:cubicBezTo>
                  <a:cubicBezTo>
                    <a:pt x="21942" y="10062"/>
                    <a:pt x="25260" y="8828"/>
                    <a:pt x="28043" y="7600"/>
                  </a:cubicBezTo>
                  <a:cubicBezTo>
                    <a:pt x="27742" y="7537"/>
                    <a:pt x="27419" y="7509"/>
                    <a:pt x="27083" y="7509"/>
                  </a:cubicBezTo>
                  <a:cubicBezTo>
                    <a:pt x="24555" y="7509"/>
                    <a:pt x="21268" y="9105"/>
                    <a:pt x="20607" y="9578"/>
                  </a:cubicBezTo>
                  <a:cubicBezTo>
                    <a:pt x="19802" y="10113"/>
                    <a:pt x="19215" y="10969"/>
                    <a:pt x="19266" y="11933"/>
                  </a:cubicBezTo>
                  <a:cubicBezTo>
                    <a:pt x="19266" y="12254"/>
                    <a:pt x="19373" y="12630"/>
                    <a:pt x="19373" y="13003"/>
                  </a:cubicBezTo>
                  <a:cubicBezTo>
                    <a:pt x="19322" y="13859"/>
                    <a:pt x="18731" y="14608"/>
                    <a:pt x="18089" y="15144"/>
                  </a:cubicBezTo>
                  <a:cubicBezTo>
                    <a:pt x="17395" y="15734"/>
                    <a:pt x="16646" y="16214"/>
                    <a:pt x="16162" y="16912"/>
                  </a:cubicBezTo>
                  <a:cubicBezTo>
                    <a:pt x="15092" y="18517"/>
                    <a:pt x="15683" y="20602"/>
                    <a:pt x="16269" y="22478"/>
                  </a:cubicBezTo>
                  <a:cubicBezTo>
                    <a:pt x="16805" y="24297"/>
                    <a:pt x="17288" y="26489"/>
                    <a:pt x="16111" y="27936"/>
                  </a:cubicBezTo>
                  <a:cubicBezTo>
                    <a:pt x="15410" y="28785"/>
                    <a:pt x="14055" y="29402"/>
                    <a:pt x="13619" y="30353"/>
                  </a:cubicBezTo>
                  <a:lnTo>
                    <a:pt x="13619" y="30353"/>
                  </a:lnTo>
                  <a:cubicBezTo>
                    <a:pt x="14183" y="28862"/>
                    <a:pt x="14762" y="27271"/>
                    <a:pt x="14557" y="25633"/>
                  </a:cubicBezTo>
                  <a:cubicBezTo>
                    <a:pt x="14236" y="23492"/>
                    <a:pt x="12472" y="21673"/>
                    <a:pt x="12523" y="19481"/>
                  </a:cubicBezTo>
                  <a:cubicBezTo>
                    <a:pt x="12579" y="18248"/>
                    <a:pt x="13221" y="17070"/>
                    <a:pt x="13594" y="15841"/>
                  </a:cubicBezTo>
                  <a:cubicBezTo>
                    <a:pt x="14184" y="13701"/>
                    <a:pt x="13863" y="11346"/>
                    <a:pt x="12686" y="9471"/>
                  </a:cubicBezTo>
                  <a:cubicBezTo>
                    <a:pt x="11988" y="8400"/>
                    <a:pt x="11132" y="7544"/>
                    <a:pt x="10545" y="6422"/>
                  </a:cubicBezTo>
                  <a:cubicBezTo>
                    <a:pt x="9582" y="4547"/>
                    <a:pt x="9633" y="2141"/>
                    <a:pt x="9796" y="0"/>
                  </a:cubicBezTo>
                  <a:close/>
                </a:path>
              </a:pathLst>
            </a:custGeom>
            <a:solidFill>
              <a:srgbClr val="78CE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620;p39">
              <a:extLst>
                <a:ext uri="{FF2B5EF4-FFF2-40B4-BE49-F238E27FC236}">
                  <a16:creationId xmlns:a16="http://schemas.microsoft.com/office/drawing/2014/main" id="{438B961D-A55B-D4C0-4191-BF5E76064E69}"/>
                </a:ext>
              </a:extLst>
            </p:cNvPr>
            <p:cNvSpPr/>
            <p:nvPr/>
          </p:nvSpPr>
          <p:spPr>
            <a:xfrm>
              <a:off x="1068892" y="3301399"/>
              <a:ext cx="449183" cy="580011"/>
            </a:xfrm>
            <a:custGeom>
              <a:avLst/>
              <a:gdLst/>
              <a:ahLst/>
              <a:cxnLst/>
              <a:rect l="l" t="t" r="r" b="b"/>
              <a:pathLst>
                <a:path w="19481" h="25155" extrusionOk="0">
                  <a:moveTo>
                    <a:pt x="5301" y="1"/>
                  </a:moveTo>
                  <a:cubicBezTo>
                    <a:pt x="5301" y="1"/>
                    <a:pt x="0" y="7438"/>
                    <a:pt x="0" y="11668"/>
                  </a:cubicBezTo>
                  <a:cubicBezTo>
                    <a:pt x="0" y="15949"/>
                    <a:pt x="5301" y="25154"/>
                    <a:pt x="5301" y="25154"/>
                  </a:cubicBezTo>
                  <a:lnTo>
                    <a:pt x="14185" y="25154"/>
                  </a:lnTo>
                  <a:cubicBezTo>
                    <a:pt x="14185" y="25154"/>
                    <a:pt x="19481" y="15949"/>
                    <a:pt x="19481" y="11668"/>
                  </a:cubicBezTo>
                  <a:cubicBezTo>
                    <a:pt x="19481" y="7438"/>
                    <a:pt x="14185" y="1"/>
                    <a:pt x="14185" y="1"/>
                  </a:cubicBezTo>
                  <a:close/>
                </a:path>
              </a:pathLst>
            </a:custGeom>
            <a:solidFill>
              <a:srgbClr val="3858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621;p39">
              <a:extLst>
                <a:ext uri="{FF2B5EF4-FFF2-40B4-BE49-F238E27FC236}">
                  <a16:creationId xmlns:a16="http://schemas.microsoft.com/office/drawing/2014/main" id="{AB0A9C92-4349-4539-AA56-ECBE3047D764}"/>
                </a:ext>
              </a:extLst>
            </p:cNvPr>
            <p:cNvSpPr/>
            <p:nvPr/>
          </p:nvSpPr>
          <p:spPr>
            <a:xfrm>
              <a:off x="1142928" y="3342072"/>
              <a:ext cx="282662" cy="114849"/>
            </a:xfrm>
            <a:custGeom>
              <a:avLst/>
              <a:gdLst/>
              <a:ahLst/>
              <a:cxnLst/>
              <a:rect l="l" t="t" r="r" b="b"/>
              <a:pathLst>
                <a:path w="12259" h="4981" extrusionOk="0">
                  <a:moveTo>
                    <a:pt x="12095" y="1"/>
                  </a:moveTo>
                  <a:cubicBezTo>
                    <a:pt x="11509" y="643"/>
                    <a:pt x="10974" y="1341"/>
                    <a:pt x="10653" y="2142"/>
                  </a:cubicBezTo>
                  <a:cubicBezTo>
                    <a:pt x="10546" y="2463"/>
                    <a:pt x="10439" y="2784"/>
                    <a:pt x="10276" y="3105"/>
                  </a:cubicBezTo>
                  <a:cubicBezTo>
                    <a:pt x="10169" y="3426"/>
                    <a:pt x="10010" y="3696"/>
                    <a:pt x="9796" y="3961"/>
                  </a:cubicBezTo>
                  <a:cubicBezTo>
                    <a:pt x="9527" y="4231"/>
                    <a:pt x="9261" y="4445"/>
                    <a:pt x="8884" y="4603"/>
                  </a:cubicBezTo>
                  <a:cubicBezTo>
                    <a:pt x="8563" y="4710"/>
                    <a:pt x="8191" y="4766"/>
                    <a:pt x="7814" y="4766"/>
                  </a:cubicBezTo>
                  <a:cubicBezTo>
                    <a:pt x="7013" y="4766"/>
                    <a:pt x="6101" y="4496"/>
                    <a:pt x="5408" y="4068"/>
                  </a:cubicBezTo>
                  <a:cubicBezTo>
                    <a:pt x="4710" y="3696"/>
                    <a:pt x="4068" y="3212"/>
                    <a:pt x="3374" y="2732"/>
                  </a:cubicBezTo>
                  <a:cubicBezTo>
                    <a:pt x="2676" y="2249"/>
                    <a:pt x="1983" y="1820"/>
                    <a:pt x="1178" y="1606"/>
                  </a:cubicBezTo>
                  <a:cubicBezTo>
                    <a:pt x="805" y="1499"/>
                    <a:pt x="377" y="1392"/>
                    <a:pt x="0" y="1392"/>
                  </a:cubicBezTo>
                  <a:lnTo>
                    <a:pt x="0" y="1606"/>
                  </a:lnTo>
                  <a:cubicBezTo>
                    <a:pt x="377" y="1662"/>
                    <a:pt x="750" y="1713"/>
                    <a:pt x="1126" y="1820"/>
                  </a:cubicBezTo>
                  <a:cubicBezTo>
                    <a:pt x="1876" y="2035"/>
                    <a:pt x="2569" y="2463"/>
                    <a:pt x="3267" y="2891"/>
                  </a:cubicBezTo>
                  <a:cubicBezTo>
                    <a:pt x="3909" y="3375"/>
                    <a:pt x="4603" y="3854"/>
                    <a:pt x="5301" y="4282"/>
                  </a:cubicBezTo>
                  <a:cubicBezTo>
                    <a:pt x="6050" y="4710"/>
                    <a:pt x="6958" y="4980"/>
                    <a:pt x="7814" y="4980"/>
                  </a:cubicBezTo>
                  <a:cubicBezTo>
                    <a:pt x="8242" y="4980"/>
                    <a:pt x="8619" y="4925"/>
                    <a:pt x="8991" y="4766"/>
                  </a:cubicBezTo>
                  <a:cubicBezTo>
                    <a:pt x="9368" y="4659"/>
                    <a:pt x="9689" y="4445"/>
                    <a:pt x="9955" y="4124"/>
                  </a:cubicBezTo>
                  <a:cubicBezTo>
                    <a:pt x="10169" y="3854"/>
                    <a:pt x="10331" y="3533"/>
                    <a:pt x="10490" y="3212"/>
                  </a:cubicBezTo>
                  <a:cubicBezTo>
                    <a:pt x="10597" y="2891"/>
                    <a:pt x="10704" y="2570"/>
                    <a:pt x="10867" y="2249"/>
                  </a:cubicBezTo>
                  <a:cubicBezTo>
                    <a:pt x="11188" y="1448"/>
                    <a:pt x="11667" y="750"/>
                    <a:pt x="12258" y="164"/>
                  </a:cubicBezTo>
                  <a:lnTo>
                    <a:pt x="120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622;p39">
              <a:extLst>
                <a:ext uri="{FF2B5EF4-FFF2-40B4-BE49-F238E27FC236}">
                  <a16:creationId xmlns:a16="http://schemas.microsoft.com/office/drawing/2014/main" id="{64AD5594-3611-2110-37F8-8A2C78350A92}"/>
                </a:ext>
              </a:extLst>
            </p:cNvPr>
            <p:cNvSpPr/>
            <p:nvPr/>
          </p:nvSpPr>
          <p:spPr>
            <a:xfrm>
              <a:off x="1067693" y="3506238"/>
              <a:ext cx="451673" cy="178903"/>
            </a:xfrm>
            <a:custGeom>
              <a:avLst/>
              <a:gdLst/>
              <a:ahLst/>
              <a:cxnLst/>
              <a:rect l="l" t="t" r="r" b="b"/>
              <a:pathLst>
                <a:path w="19589" h="7759" extrusionOk="0">
                  <a:moveTo>
                    <a:pt x="3263" y="1"/>
                  </a:moveTo>
                  <a:cubicBezTo>
                    <a:pt x="3049" y="1"/>
                    <a:pt x="2835" y="1"/>
                    <a:pt x="2570" y="52"/>
                  </a:cubicBezTo>
                  <a:cubicBezTo>
                    <a:pt x="2035" y="159"/>
                    <a:pt x="1551" y="429"/>
                    <a:pt x="1123" y="750"/>
                  </a:cubicBezTo>
                  <a:cubicBezTo>
                    <a:pt x="695" y="1123"/>
                    <a:pt x="322" y="1499"/>
                    <a:pt x="1" y="1979"/>
                  </a:cubicBezTo>
                  <a:lnTo>
                    <a:pt x="215" y="2086"/>
                  </a:lnTo>
                  <a:cubicBezTo>
                    <a:pt x="480" y="1658"/>
                    <a:pt x="857" y="1230"/>
                    <a:pt x="1230" y="964"/>
                  </a:cubicBezTo>
                  <a:cubicBezTo>
                    <a:pt x="1658" y="643"/>
                    <a:pt x="2086" y="373"/>
                    <a:pt x="2621" y="266"/>
                  </a:cubicBezTo>
                  <a:cubicBezTo>
                    <a:pt x="2835" y="215"/>
                    <a:pt x="3049" y="215"/>
                    <a:pt x="3263" y="215"/>
                  </a:cubicBezTo>
                  <a:cubicBezTo>
                    <a:pt x="4120" y="215"/>
                    <a:pt x="4976" y="587"/>
                    <a:pt x="5725" y="1123"/>
                  </a:cubicBezTo>
                  <a:cubicBezTo>
                    <a:pt x="6474" y="1658"/>
                    <a:pt x="7172" y="2407"/>
                    <a:pt x="7708" y="3156"/>
                  </a:cubicBezTo>
                  <a:cubicBezTo>
                    <a:pt x="8350" y="3961"/>
                    <a:pt x="8936" y="4869"/>
                    <a:pt x="9686" y="5674"/>
                  </a:cubicBezTo>
                  <a:cubicBezTo>
                    <a:pt x="10383" y="6474"/>
                    <a:pt x="11184" y="7172"/>
                    <a:pt x="12203" y="7493"/>
                  </a:cubicBezTo>
                  <a:cubicBezTo>
                    <a:pt x="12683" y="7652"/>
                    <a:pt x="13166" y="7759"/>
                    <a:pt x="13646" y="7759"/>
                  </a:cubicBezTo>
                  <a:cubicBezTo>
                    <a:pt x="14609" y="7759"/>
                    <a:pt x="15572" y="7438"/>
                    <a:pt x="16429" y="6958"/>
                  </a:cubicBezTo>
                  <a:cubicBezTo>
                    <a:pt x="17341" y="6474"/>
                    <a:pt x="18090" y="5781"/>
                    <a:pt x="18677" y="4976"/>
                  </a:cubicBezTo>
                  <a:cubicBezTo>
                    <a:pt x="19053" y="4496"/>
                    <a:pt x="19374" y="3961"/>
                    <a:pt x="19588" y="3426"/>
                  </a:cubicBezTo>
                  <a:lnTo>
                    <a:pt x="19426" y="3319"/>
                  </a:lnTo>
                  <a:cubicBezTo>
                    <a:pt x="19160" y="3854"/>
                    <a:pt x="18839" y="4389"/>
                    <a:pt x="18518" y="4869"/>
                  </a:cubicBezTo>
                  <a:cubicBezTo>
                    <a:pt x="17927" y="5618"/>
                    <a:pt x="17178" y="6316"/>
                    <a:pt x="16322" y="6795"/>
                  </a:cubicBezTo>
                  <a:cubicBezTo>
                    <a:pt x="15521" y="7224"/>
                    <a:pt x="14558" y="7545"/>
                    <a:pt x="13646" y="7545"/>
                  </a:cubicBezTo>
                  <a:cubicBezTo>
                    <a:pt x="13166" y="7545"/>
                    <a:pt x="12738" y="7438"/>
                    <a:pt x="12254" y="7331"/>
                  </a:cubicBezTo>
                  <a:cubicBezTo>
                    <a:pt x="11291" y="6958"/>
                    <a:pt x="10542" y="6316"/>
                    <a:pt x="9848" y="5567"/>
                  </a:cubicBezTo>
                  <a:cubicBezTo>
                    <a:pt x="9150" y="4762"/>
                    <a:pt x="8508" y="3854"/>
                    <a:pt x="7922" y="2998"/>
                  </a:cubicBezTo>
                  <a:cubicBezTo>
                    <a:pt x="7331" y="2249"/>
                    <a:pt x="6637" y="1499"/>
                    <a:pt x="5832" y="964"/>
                  </a:cubicBezTo>
                  <a:cubicBezTo>
                    <a:pt x="5083" y="373"/>
                    <a:pt x="4175" y="1"/>
                    <a:pt x="3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623;p39">
              <a:extLst>
                <a:ext uri="{FF2B5EF4-FFF2-40B4-BE49-F238E27FC236}">
                  <a16:creationId xmlns:a16="http://schemas.microsoft.com/office/drawing/2014/main" id="{93B64798-6A79-D0BD-8D2F-81A8715E1BE8}"/>
                </a:ext>
              </a:extLst>
            </p:cNvPr>
            <p:cNvSpPr/>
            <p:nvPr/>
          </p:nvSpPr>
          <p:spPr>
            <a:xfrm>
              <a:off x="1096030" y="3681472"/>
              <a:ext cx="377636" cy="117201"/>
            </a:xfrm>
            <a:custGeom>
              <a:avLst/>
              <a:gdLst/>
              <a:ahLst/>
              <a:cxnLst/>
              <a:rect l="l" t="t" r="r" b="b"/>
              <a:pathLst>
                <a:path w="16378" h="5083" extrusionOk="0">
                  <a:moveTo>
                    <a:pt x="1555" y="0"/>
                  </a:moveTo>
                  <a:cubicBezTo>
                    <a:pt x="1020" y="0"/>
                    <a:pt x="485" y="107"/>
                    <a:pt x="1" y="322"/>
                  </a:cubicBezTo>
                  <a:lnTo>
                    <a:pt x="108" y="536"/>
                  </a:lnTo>
                  <a:cubicBezTo>
                    <a:pt x="536" y="322"/>
                    <a:pt x="1020" y="214"/>
                    <a:pt x="1555" y="214"/>
                  </a:cubicBezTo>
                  <a:cubicBezTo>
                    <a:pt x="2411" y="214"/>
                    <a:pt x="3319" y="536"/>
                    <a:pt x="4017" y="1071"/>
                  </a:cubicBezTo>
                  <a:cubicBezTo>
                    <a:pt x="4552" y="1499"/>
                    <a:pt x="4980" y="1978"/>
                    <a:pt x="5408" y="2514"/>
                  </a:cubicBezTo>
                  <a:cubicBezTo>
                    <a:pt x="5836" y="3104"/>
                    <a:pt x="6264" y="3640"/>
                    <a:pt x="6800" y="4119"/>
                  </a:cubicBezTo>
                  <a:cubicBezTo>
                    <a:pt x="7121" y="4389"/>
                    <a:pt x="7493" y="4654"/>
                    <a:pt x="7870" y="4817"/>
                  </a:cubicBezTo>
                  <a:cubicBezTo>
                    <a:pt x="8298" y="4975"/>
                    <a:pt x="8726" y="5082"/>
                    <a:pt x="9154" y="5082"/>
                  </a:cubicBezTo>
                  <a:cubicBezTo>
                    <a:pt x="9420" y="5082"/>
                    <a:pt x="9690" y="5082"/>
                    <a:pt x="9955" y="4975"/>
                  </a:cubicBezTo>
                  <a:cubicBezTo>
                    <a:pt x="10225" y="4868"/>
                    <a:pt x="10439" y="4710"/>
                    <a:pt x="10653" y="4496"/>
                  </a:cubicBezTo>
                  <a:cubicBezTo>
                    <a:pt x="10918" y="4226"/>
                    <a:pt x="11081" y="3905"/>
                    <a:pt x="11239" y="3584"/>
                  </a:cubicBezTo>
                  <a:cubicBezTo>
                    <a:pt x="11346" y="3263"/>
                    <a:pt x="11509" y="2890"/>
                    <a:pt x="11723" y="2621"/>
                  </a:cubicBezTo>
                  <a:cubicBezTo>
                    <a:pt x="11989" y="2248"/>
                    <a:pt x="12365" y="1927"/>
                    <a:pt x="12794" y="1764"/>
                  </a:cubicBezTo>
                  <a:cubicBezTo>
                    <a:pt x="13222" y="1550"/>
                    <a:pt x="13701" y="1499"/>
                    <a:pt x="14185" y="1499"/>
                  </a:cubicBezTo>
                  <a:cubicBezTo>
                    <a:pt x="14613" y="1499"/>
                    <a:pt x="15041" y="1550"/>
                    <a:pt x="15414" y="1657"/>
                  </a:cubicBezTo>
                  <a:cubicBezTo>
                    <a:pt x="15735" y="1764"/>
                    <a:pt x="16005" y="1871"/>
                    <a:pt x="16326" y="2034"/>
                  </a:cubicBezTo>
                  <a:lnTo>
                    <a:pt x="16377" y="1820"/>
                  </a:lnTo>
                  <a:cubicBezTo>
                    <a:pt x="16112" y="1657"/>
                    <a:pt x="15791" y="1550"/>
                    <a:pt x="15521" y="1443"/>
                  </a:cubicBezTo>
                  <a:cubicBezTo>
                    <a:pt x="15093" y="1336"/>
                    <a:pt x="14613" y="1285"/>
                    <a:pt x="14185" y="1285"/>
                  </a:cubicBezTo>
                  <a:cubicBezTo>
                    <a:pt x="13650" y="1285"/>
                    <a:pt x="13166" y="1336"/>
                    <a:pt x="12687" y="1550"/>
                  </a:cubicBezTo>
                  <a:cubicBezTo>
                    <a:pt x="12203" y="1764"/>
                    <a:pt x="11830" y="2085"/>
                    <a:pt x="11509" y="2514"/>
                  </a:cubicBezTo>
                  <a:cubicBezTo>
                    <a:pt x="11295" y="2783"/>
                    <a:pt x="11188" y="3156"/>
                    <a:pt x="11025" y="3477"/>
                  </a:cubicBezTo>
                  <a:cubicBezTo>
                    <a:pt x="10867" y="3798"/>
                    <a:pt x="10704" y="4119"/>
                    <a:pt x="10490" y="4389"/>
                  </a:cubicBezTo>
                  <a:cubicBezTo>
                    <a:pt x="10276" y="4547"/>
                    <a:pt x="10118" y="4654"/>
                    <a:pt x="9904" y="4761"/>
                  </a:cubicBezTo>
                  <a:cubicBezTo>
                    <a:pt x="9634" y="4868"/>
                    <a:pt x="9420" y="4868"/>
                    <a:pt x="9154" y="4868"/>
                  </a:cubicBezTo>
                  <a:cubicBezTo>
                    <a:pt x="8778" y="4868"/>
                    <a:pt x="8350" y="4761"/>
                    <a:pt x="7977" y="4603"/>
                  </a:cubicBezTo>
                  <a:cubicBezTo>
                    <a:pt x="7600" y="4440"/>
                    <a:pt x="7228" y="4226"/>
                    <a:pt x="6907" y="3961"/>
                  </a:cubicBezTo>
                  <a:cubicBezTo>
                    <a:pt x="6423" y="3477"/>
                    <a:pt x="5995" y="2942"/>
                    <a:pt x="5567" y="2407"/>
                  </a:cubicBezTo>
                  <a:cubicBezTo>
                    <a:pt x="5138" y="1871"/>
                    <a:pt x="4710" y="1336"/>
                    <a:pt x="4175" y="908"/>
                  </a:cubicBezTo>
                  <a:cubicBezTo>
                    <a:pt x="3426" y="322"/>
                    <a:pt x="2463" y="0"/>
                    <a:pt x="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624;p39">
              <a:extLst>
                <a:ext uri="{FF2B5EF4-FFF2-40B4-BE49-F238E27FC236}">
                  <a16:creationId xmlns:a16="http://schemas.microsoft.com/office/drawing/2014/main" id="{477AB0F3-73C1-A6A1-A7E8-843E581EC8D7}"/>
                </a:ext>
              </a:extLst>
            </p:cNvPr>
            <p:cNvSpPr/>
            <p:nvPr/>
          </p:nvSpPr>
          <p:spPr>
            <a:xfrm>
              <a:off x="1145395" y="3793714"/>
              <a:ext cx="281371" cy="64192"/>
            </a:xfrm>
            <a:custGeom>
              <a:avLst/>
              <a:gdLst/>
              <a:ahLst/>
              <a:cxnLst/>
              <a:rect l="l" t="t" r="r" b="b"/>
              <a:pathLst>
                <a:path w="12203" h="2784" extrusionOk="0">
                  <a:moveTo>
                    <a:pt x="107" y="0"/>
                  </a:moveTo>
                  <a:lnTo>
                    <a:pt x="0" y="214"/>
                  </a:lnTo>
                  <a:cubicBezTo>
                    <a:pt x="536" y="484"/>
                    <a:pt x="1126" y="857"/>
                    <a:pt x="1713" y="1233"/>
                  </a:cubicBezTo>
                  <a:cubicBezTo>
                    <a:pt x="2248" y="1606"/>
                    <a:pt x="2890" y="1983"/>
                    <a:pt x="3426" y="2248"/>
                  </a:cubicBezTo>
                  <a:cubicBezTo>
                    <a:pt x="4175" y="2625"/>
                    <a:pt x="4980" y="2783"/>
                    <a:pt x="5780" y="2783"/>
                  </a:cubicBezTo>
                  <a:cubicBezTo>
                    <a:pt x="6799" y="2783"/>
                    <a:pt x="7763" y="2518"/>
                    <a:pt x="8619" y="2034"/>
                  </a:cubicBezTo>
                  <a:cubicBezTo>
                    <a:pt x="8884" y="1876"/>
                    <a:pt x="9154" y="1662"/>
                    <a:pt x="9420" y="1499"/>
                  </a:cubicBezTo>
                  <a:cubicBezTo>
                    <a:pt x="9689" y="1392"/>
                    <a:pt x="9955" y="1233"/>
                    <a:pt x="10224" y="1126"/>
                  </a:cubicBezTo>
                  <a:cubicBezTo>
                    <a:pt x="10383" y="1126"/>
                    <a:pt x="10546" y="1071"/>
                    <a:pt x="10760" y="1071"/>
                  </a:cubicBezTo>
                  <a:cubicBezTo>
                    <a:pt x="11188" y="1071"/>
                    <a:pt x="11667" y="1233"/>
                    <a:pt x="12095" y="1499"/>
                  </a:cubicBezTo>
                  <a:lnTo>
                    <a:pt x="12202" y="1285"/>
                  </a:lnTo>
                  <a:cubicBezTo>
                    <a:pt x="11774" y="1019"/>
                    <a:pt x="11239" y="857"/>
                    <a:pt x="10760" y="857"/>
                  </a:cubicBezTo>
                  <a:cubicBezTo>
                    <a:pt x="10546" y="857"/>
                    <a:pt x="10332" y="912"/>
                    <a:pt x="10169" y="964"/>
                  </a:cubicBezTo>
                  <a:cubicBezTo>
                    <a:pt x="9848" y="1019"/>
                    <a:pt x="9582" y="1178"/>
                    <a:pt x="9313" y="1340"/>
                  </a:cubicBezTo>
                  <a:lnTo>
                    <a:pt x="8512" y="1820"/>
                  </a:lnTo>
                  <a:cubicBezTo>
                    <a:pt x="7707" y="2304"/>
                    <a:pt x="6744" y="2569"/>
                    <a:pt x="5780" y="2569"/>
                  </a:cubicBezTo>
                  <a:cubicBezTo>
                    <a:pt x="5031" y="2569"/>
                    <a:pt x="4230" y="2411"/>
                    <a:pt x="3533" y="2034"/>
                  </a:cubicBezTo>
                  <a:cubicBezTo>
                    <a:pt x="2997" y="1820"/>
                    <a:pt x="2411" y="1448"/>
                    <a:pt x="1820" y="1071"/>
                  </a:cubicBezTo>
                  <a:cubicBezTo>
                    <a:pt x="1233" y="698"/>
                    <a:pt x="643" y="321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625;p39">
              <a:extLst>
                <a:ext uri="{FF2B5EF4-FFF2-40B4-BE49-F238E27FC236}">
                  <a16:creationId xmlns:a16="http://schemas.microsoft.com/office/drawing/2014/main" id="{1C67328B-ECBB-86A4-5280-8E8AA48DF353}"/>
                </a:ext>
              </a:extLst>
            </p:cNvPr>
            <p:cNvSpPr/>
            <p:nvPr/>
          </p:nvSpPr>
          <p:spPr>
            <a:xfrm>
              <a:off x="1321898" y="3425999"/>
              <a:ext cx="188772" cy="192507"/>
            </a:xfrm>
            <a:custGeom>
              <a:avLst/>
              <a:gdLst/>
              <a:ahLst/>
              <a:cxnLst/>
              <a:rect l="l" t="t" r="r" b="b"/>
              <a:pathLst>
                <a:path w="8187" h="8349" extrusionOk="0">
                  <a:moveTo>
                    <a:pt x="6367" y="0"/>
                  </a:moveTo>
                  <a:cubicBezTo>
                    <a:pt x="6316" y="214"/>
                    <a:pt x="6316" y="484"/>
                    <a:pt x="6260" y="698"/>
                  </a:cubicBezTo>
                  <a:cubicBezTo>
                    <a:pt x="6209" y="1285"/>
                    <a:pt x="6153" y="1927"/>
                    <a:pt x="5939" y="2462"/>
                  </a:cubicBezTo>
                  <a:cubicBezTo>
                    <a:pt x="5888" y="2783"/>
                    <a:pt x="5781" y="3053"/>
                    <a:pt x="5618" y="3267"/>
                  </a:cubicBezTo>
                  <a:cubicBezTo>
                    <a:pt x="5459" y="3532"/>
                    <a:pt x="5297" y="3746"/>
                    <a:pt x="5031" y="3909"/>
                  </a:cubicBezTo>
                  <a:cubicBezTo>
                    <a:pt x="4655" y="4174"/>
                    <a:pt x="4226" y="4337"/>
                    <a:pt x="3747" y="4444"/>
                  </a:cubicBezTo>
                  <a:cubicBezTo>
                    <a:pt x="3263" y="4496"/>
                    <a:pt x="2728" y="4551"/>
                    <a:pt x="2248" y="4603"/>
                  </a:cubicBezTo>
                  <a:cubicBezTo>
                    <a:pt x="1765" y="4710"/>
                    <a:pt x="1229" y="4924"/>
                    <a:pt x="801" y="5193"/>
                  </a:cubicBezTo>
                  <a:cubicBezTo>
                    <a:pt x="587" y="5352"/>
                    <a:pt x="373" y="5515"/>
                    <a:pt x="266" y="5729"/>
                  </a:cubicBezTo>
                  <a:cubicBezTo>
                    <a:pt x="108" y="5943"/>
                    <a:pt x="52" y="6208"/>
                    <a:pt x="1" y="6478"/>
                  </a:cubicBezTo>
                  <a:lnTo>
                    <a:pt x="1" y="6585"/>
                  </a:lnTo>
                  <a:cubicBezTo>
                    <a:pt x="1" y="6799"/>
                    <a:pt x="52" y="7064"/>
                    <a:pt x="215" y="7278"/>
                  </a:cubicBezTo>
                  <a:cubicBezTo>
                    <a:pt x="373" y="7600"/>
                    <a:pt x="643" y="7814"/>
                    <a:pt x="964" y="8028"/>
                  </a:cubicBezTo>
                  <a:cubicBezTo>
                    <a:pt x="1336" y="8190"/>
                    <a:pt x="1713" y="8349"/>
                    <a:pt x="2086" y="8349"/>
                  </a:cubicBezTo>
                  <a:lnTo>
                    <a:pt x="2248" y="8349"/>
                  </a:lnTo>
                  <a:cubicBezTo>
                    <a:pt x="2514" y="8349"/>
                    <a:pt x="2835" y="8297"/>
                    <a:pt x="3105" y="8190"/>
                  </a:cubicBezTo>
                  <a:cubicBezTo>
                    <a:pt x="3533" y="8028"/>
                    <a:pt x="3854" y="7814"/>
                    <a:pt x="4119" y="7493"/>
                  </a:cubicBezTo>
                  <a:cubicBezTo>
                    <a:pt x="4440" y="7171"/>
                    <a:pt x="4655" y="6850"/>
                    <a:pt x="4869" y="6478"/>
                  </a:cubicBezTo>
                  <a:cubicBezTo>
                    <a:pt x="5245" y="5780"/>
                    <a:pt x="5618" y="5031"/>
                    <a:pt x="6153" y="4496"/>
                  </a:cubicBezTo>
                  <a:cubicBezTo>
                    <a:pt x="6316" y="4337"/>
                    <a:pt x="6474" y="4230"/>
                    <a:pt x="6688" y="4174"/>
                  </a:cubicBezTo>
                  <a:cubicBezTo>
                    <a:pt x="6851" y="4067"/>
                    <a:pt x="7065" y="4016"/>
                    <a:pt x="7279" y="4016"/>
                  </a:cubicBezTo>
                  <a:cubicBezTo>
                    <a:pt x="7544" y="4016"/>
                    <a:pt x="7814" y="4123"/>
                    <a:pt x="8135" y="4230"/>
                  </a:cubicBezTo>
                  <a:lnTo>
                    <a:pt x="8187" y="4016"/>
                  </a:lnTo>
                  <a:cubicBezTo>
                    <a:pt x="7866" y="3909"/>
                    <a:pt x="7544" y="3802"/>
                    <a:pt x="7279" y="3802"/>
                  </a:cubicBezTo>
                  <a:cubicBezTo>
                    <a:pt x="7009" y="3802"/>
                    <a:pt x="6795" y="3853"/>
                    <a:pt x="6581" y="3960"/>
                  </a:cubicBezTo>
                  <a:cubicBezTo>
                    <a:pt x="6367" y="4016"/>
                    <a:pt x="6153" y="4174"/>
                    <a:pt x="5995" y="4337"/>
                  </a:cubicBezTo>
                  <a:cubicBezTo>
                    <a:pt x="5404" y="4924"/>
                    <a:pt x="5083" y="5673"/>
                    <a:pt x="4655" y="6371"/>
                  </a:cubicBezTo>
                  <a:cubicBezTo>
                    <a:pt x="4496" y="6743"/>
                    <a:pt x="4226" y="7064"/>
                    <a:pt x="3961" y="7334"/>
                  </a:cubicBezTo>
                  <a:cubicBezTo>
                    <a:pt x="3691" y="7655"/>
                    <a:pt x="3426" y="7869"/>
                    <a:pt x="3049" y="7976"/>
                  </a:cubicBezTo>
                  <a:cubicBezTo>
                    <a:pt x="2784" y="8083"/>
                    <a:pt x="2514" y="8135"/>
                    <a:pt x="2248" y="8135"/>
                  </a:cubicBezTo>
                  <a:lnTo>
                    <a:pt x="2086" y="8135"/>
                  </a:lnTo>
                  <a:cubicBezTo>
                    <a:pt x="1606" y="8083"/>
                    <a:pt x="1178" y="7921"/>
                    <a:pt x="801" y="7655"/>
                  </a:cubicBezTo>
                  <a:cubicBezTo>
                    <a:pt x="643" y="7493"/>
                    <a:pt x="480" y="7334"/>
                    <a:pt x="373" y="7171"/>
                  </a:cubicBezTo>
                  <a:cubicBezTo>
                    <a:pt x="266" y="6957"/>
                    <a:pt x="215" y="6799"/>
                    <a:pt x="215" y="6585"/>
                  </a:cubicBezTo>
                  <a:lnTo>
                    <a:pt x="215" y="6478"/>
                  </a:lnTo>
                  <a:cubicBezTo>
                    <a:pt x="266" y="6264"/>
                    <a:pt x="322" y="6050"/>
                    <a:pt x="429" y="5887"/>
                  </a:cubicBezTo>
                  <a:cubicBezTo>
                    <a:pt x="643" y="5566"/>
                    <a:pt x="908" y="5352"/>
                    <a:pt x="1229" y="5193"/>
                  </a:cubicBezTo>
                  <a:cubicBezTo>
                    <a:pt x="1550" y="5031"/>
                    <a:pt x="1927" y="4924"/>
                    <a:pt x="2300" y="4817"/>
                  </a:cubicBezTo>
                  <a:cubicBezTo>
                    <a:pt x="2784" y="4765"/>
                    <a:pt x="3263" y="4710"/>
                    <a:pt x="3798" y="4658"/>
                  </a:cubicBezTo>
                  <a:cubicBezTo>
                    <a:pt x="4282" y="4551"/>
                    <a:pt x="4762" y="4389"/>
                    <a:pt x="5190" y="4067"/>
                  </a:cubicBezTo>
                  <a:cubicBezTo>
                    <a:pt x="5459" y="3909"/>
                    <a:pt x="5618" y="3639"/>
                    <a:pt x="5781" y="3374"/>
                  </a:cubicBezTo>
                  <a:cubicBezTo>
                    <a:pt x="6046" y="2997"/>
                    <a:pt x="6209" y="2569"/>
                    <a:pt x="6316" y="2089"/>
                  </a:cubicBezTo>
                  <a:cubicBezTo>
                    <a:pt x="6367" y="1606"/>
                    <a:pt x="6474" y="1126"/>
                    <a:pt x="6474" y="698"/>
                  </a:cubicBezTo>
                  <a:cubicBezTo>
                    <a:pt x="6530" y="484"/>
                    <a:pt x="6530" y="270"/>
                    <a:pt x="6581" y="56"/>
                  </a:cubicBezTo>
                  <a:lnTo>
                    <a:pt x="63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626;p39">
              <a:extLst>
                <a:ext uri="{FF2B5EF4-FFF2-40B4-BE49-F238E27FC236}">
                  <a16:creationId xmlns:a16="http://schemas.microsoft.com/office/drawing/2014/main" id="{9069CB3A-8E04-5183-887F-0ED711EBD304}"/>
                </a:ext>
              </a:extLst>
            </p:cNvPr>
            <p:cNvSpPr/>
            <p:nvPr/>
          </p:nvSpPr>
          <p:spPr>
            <a:xfrm>
              <a:off x="1084986" y="3407531"/>
              <a:ext cx="157967" cy="81462"/>
            </a:xfrm>
            <a:custGeom>
              <a:avLst/>
              <a:gdLst/>
              <a:ahLst/>
              <a:cxnLst/>
              <a:rect l="l" t="t" r="r" b="b"/>
              <a:pathLst>
                <a:path w="6851" h="3533" extrusionOk="0">
                  <a:moveTo>
                    <a:pt x="3639" y="0"/>
                  </a:moveTo>
                  <a:cubicBezTo>
                    <a:pt x="2890" y="0"/>
                    <a:pt x="2141" y="159"/>
                    <a:pt x="1443" y="373"/>
                  </a:cubicBezTo>
                  <a:lnTo>
                    <a:pt x="1499" y="587"/>
                  </a:lnTo>
                  <a:cubicBezTo>
                    <a:pt x="2192" y="373"/>
                    <a:pt x="2942" y="215"/>
                    <a:pt x="3639" y="215"/>
                  </a:cubicBezTo>
                  <a:cubicBezTo>
                    <a:pt x="4012" y="215"/>
                    <a:pt x="4333" y="266"/>
                    <a:pt x="4710" y="373"/>
                  </a:cubicBezTo>
                  <a:cubicBezTo>
                    <a:pt x="5189" y="480"/>
                    <a:pt x="5724" y="801"/>
                    <a:pt x="6046" y="1178"/>
                  </a:cubicBezTo>
                  <a:cubicBezTo>
                    <a:pt x="6422" y="1550"/>
                    <a:pt x="6636" y="2034"/>
                    <a:pt x="6636" y="2569"/>
                  </a:cubicBezTo>
                  <a:lnTo>
                    <a:pt x="6636" y="2783"/>
                  </a:lnTo>
                  <a:cubicBezTo>
                    <a:pt x="6581" y="2835"/>
                    <a:pt x="6581" y="2890"/>
                    <a:pt x="6529" y="2890"/>
                  </a:cubicBezTo>
                  <a:cubicBezTo>
                    <a:pt x="6474" y="2942"/>
                    <a:pt x="6422" y="2942"/>
                    <a:pt x="6367" y="2997"/>
                  </a:cubicBezTo>
                  <a:cubicBezTo>
                    <a:pt x="6208" y="2997"/>
                    <a:pt x="6101" y="3049"/>
                    <a:pt x="5994" y="3049"/>
                  </a:cubicBezTo>
                  <a:cubicBezTo>
                    <a:pt x="5724" y="3049"/>
                    <a:pt x="5459" y="2942"/>
                    <a:pt x="5138" y="2835"/>
                  </a:cubicBezTo>
                  <a:cubicBezTo>
                    <a:pt x="4868" y="2783"/>
                    <a:pt x="4603" y="2621"/>
                    <a:pt x="4282" y="2569"/>
                  </a:cubicBezTo>
                  <a:cubicBezTo>
                    <a:pt x="3853" y="2407"/>
                    <a:pt x="3370" y="2355"/>
                    <a:pt x="2942" y="2355"/>
                  </a:cubicBezTo>
                  <a:cubicBezTo>
                    <a:pt x="1871" y="2355"/>
                    <a:pt x="801" y="2676"/>
                    <a:pt x="0" y="3370"/>
                  </a:cubicBezTo>
                  <a:lnTo>
                    <a:pt x="159" y="3533"/>
                  </a:lnTo>
                  <a:cubicBezTo>
                    <a:pt x="908" y="2890"/>
                    <a:pt x="1927" y="2569"/>
                    <a:pt x="2942" y="2569"/>
                  </a:cubicBezTo>
                  <a:cubicBezTo>
                    <a:pt x="3370" y="2569"/>
                    <a:pt x="3798" y="2621"/>
                    <a:pt x="4226" y="2783"/>
                  </a:cubicBezTo>
                  <a:cubicBezTo>
                    <a:pt x="4496" y="2835"/>
                    <a:pt x="4817" y="2942"/>
                    <a:pt x="5082" y="3049"/>
                  </a:cubicBezTo>
                  <a:cubicBezTo>
                    <a:pt x="5352" y="3156"/>
                    <a:pt x="5673" y="3263"/>
                    <a:pt x="5994" y="3263"/>
                  </a:cubicBezTo>
                  <a:cubicBezTo>
                    <a:pt x="6101" y="3263"/>
                    <a:pt x="6260" y="3212"/>
                    <a:pt x="6422" y="3156"/>
                  </a:cubicBezTo>
                  <a:cubicBezTo>
                    <a:pt x="6474" y="3156"/>
                    <a:pt x="6581" y="3156"/>
                    <a:pt x="6636" y="3104"/>
                  </a:cubicBezTo>
                  <a:cubicBezTo>
                    <a:pt x="6688" y="3049"/>
                    <a:pt x="6743" y="2997"/>
                    <a:pt x="6795" y="2890"/>
                  </a:cubicBezTo>
                  <a:cubicBezTo>
                    <a:pt x="6850" y="2783"/>
                    <a:pt x="6850" y="2676"/>
                    <a:pt x="6850" y="2569"/>
                  </a:cubicBezTo>
                  <a:cubicBezTo>
                    <a:pt x="6850" y="1978"/>
                    <a:pt x="6581" y="1443"/>
                    <a:pt x="6208" y="1015"/>
                  </a:cubicBezTo>
                  <a:cubicBezTo>
                    <a:pt x="5832" y="587"/>
                    <a:pt x="5296" y="266"/>
                    <a:pt x="4761" y="159"/>
                  </a:cubicBezTo>
                  <a:cubicBezTo>
                    <a:pt x="4389" y="52"/>
                    <a:pt x="4012" y="0"/>
                    <a:pt x="3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627;p39">
              <a:extLst>
                <a:ext uri="{FF2B5EF4-FFF2-40B4-BE49-F238E27FC236}">
                  <a16:creationId xmlns:a16="http://schemas.microsoft.com/office/drawing/2014/main" id="{322C680C-1E39-1965-C1B6-673E83E019FB}"/>
                </a:ext>
              </a:extLst>
            </p:cNvPr>
            <p:cNvSpPr/>
            <p:nvPr/>
          </p:nvSpPr>
          <p:spPr>
            <a:xfrm>
              <a:off x="1237993" y="3332203"/>
              <a:ext cx="135763" cy="69126"/>
            </a:xfrm>
            <a:custGeom>
              <a:avLst/>
              <a:gdLst/>
              <a:ahLst/>
              <a:cxnLst/>
              <a:rect l="l" t="t" r="r" b="b"/>
              <a:pathLst>
                <a:path w="5888" h="2998" extrusionOk="0">
                  <a:moveTo>
                    <a:pt x="5138" y="215"/>
                  </a:moveTo>
                  <a:cubicBezTo>
                    <a:pt x="5189" y="215"/>
                    <a:pt x="5245" y="215"/>
                    <a:pt x="5297" y="270"/>
                  </a:cubicBezTo>
                  <a:cubicBezTo>
                    <a:pt x="5352" y="270"/>
                    <a:pt x="5404" y="322"/>
                    <a:pt x="5511" y="377"/>
                  </a:cubicBezTo>
                  <a:cubicBezTo>
                    <a:pt x="5566" y="429"/>
                    <a:pt x="5566" y="536"/>
                    <a:pt x="5618" y="592"/>
                  </a:cubicBezTo>
                  <a:lnTo>
                    <a:pt x="5618" y="857"/>
                  </a:lnTo>
                  <a:lnTo>
                    <a:pt x="5618" y="1178"/>
                  </a:lnTo>
                  <a:cubicBezTo>
                    <a:pt x="5459" y="1662"/>
                    <a:pt x="5189" y="2034"/>
                    <a:pt x="4817" y="2304"/>
                  </a:cubicBezTo>
                  <a:cubicBezTo>
                    <a:pt x="4389" y="2570"/>
                    <a:pt x="3905" y="2732"/>
                    <a:pt x="3477" y="2784"/>
                  </a:cubicBezTo>
                  <a:lnTo>
                    <a:pt x="3156" y="2784"/>
                  </a:lnTo>
                  <a:cubicBezTo>
                    <a:pt x="2300" y="2784"/>
                    <a:pt x="1443" y="2463"/>
                    <a:pt x="694" y="2034"/>
                  </a:cubicBezTo>
                  <a:cubicBezTo>
                    <a:pt x="373" y="1876"/>
                    <a:pt x="266" y="1606"/>
                    <a:pt x="266" y="1392"/>
                  </a:cubicBezTo>
                  <a:cubicBezTo>
                    <a:pt x="266" y="1285"/>
                    <a:pt x="266" y="1178"/>
                    <a:pt x="373" y="1071"/>
                  </a:cubicBezTo>
                  <a:cubicBezTo>
                    <a:pt x="429" y="1020"/>
                    <a:pt x="587" y="964"/>
                    <a:pt x="801" y="964"/>
                  </a:cubicBezTo>
                  <a:lnTo>
                    <a:pt x="857" y="964"/>
                  </a:lnTo>
                  <a:cubicBezTo>
                    <a:pt x="1229" y="964"/>
                    <a:pt x="1657" y="1020"/>
                    <a:pt x="2085" y="1020"/>
                  </a:cubicBezTo>
                  <a:cubicBezTo>
                    <a:pt x="2676" y="1020"/>
                    <a:pt x="3319" y="964"/>
                    <a:pt x="3905" y="750"/>
                  </a:cubicBezTo>
                  <a:cubicBezTo>
                    <a:pt x="4012" y="750"/>
                    <a:pt x="4119" y="699"/>
                    <a:pt x="4226" y="643"/>
                  </a:cubicBezTo>
                  <a:cubicBezTo>
                    <a:pt x="4389" y="536"/>
                    <a:pt x="4547" y="429"/>
                    <a:pt x="4654" y="377"/>
                  </a:cubicBezTo>
                  <a:cubicBezTo>
                    <a:pt x="4817" y="270"/>
                    <a:pt x="4975" y="215"/>
                    <a:pt x="5138" y="215"/>
                  </a:cubicBezTo>
                  <a:close/>
                  <a:moveTo>
                    <a:pt x="5138" y="1"/>
                  </a:moveTo>
                  <a:cubicBezTo>
                    <a:pt x="4975" y="1"/>
                    <a:pt x="4868" y="56"/>
                    <a:pt x="4761" y="56"/>
                  </a:cubicBezTo>
                  <a:cubicBezTo>
                    <a:pt x="4603" y="163"/>
                    <a:pt x="4389" y="270"/>
                    <a:pt x="4226" y="322"/>
                  </a:cubicBezTo>
                  <a:cubicBezTo>
                    <a:pt x="4119" y="429"/>
                    <a:pt x="3961" y="536"/>
                    <a:pt x="3854" y="592"/>
                  </a:cubicBezTo>
                  <a:cubicBezTo>
                    <a:pt x="3319" y="750"/>
                    <a:pt x="2676" y="806"/>
                    <a:pt x="2085" y="806"/>
                  </a:cubicBezTo>
                  <a:cubicBezTo>
                    <a:pt x="1657" y="806"/>
                    <a:pt x="1229" y="750"/>
                    <a:pt x="857" y="750"/>
                  </a:cubicBezTo>
                  <a:lnTo>
                    <a:pt x="801" y="750"/>
                  </a:lnTo>
                  <a:cubicBezTo>
                    <a:pt x="536" y="750"/>
                    <a:pt x="373" y="806"/>
                    <a:pt x="214" y="913"/>
                  </a:cubicBezTo>
                  <a:cubicBezTo>
                    <a:pt x="107" y="1071"/>
                    <a:pt x="0" y="1234"/>
                    <a:pt x="0" y="1392"/>
                  </a:cubicBezTo>
                  <a:cubicBezTo>
                    <a:pt x="0" y="1713"/>
                    <a:pt x="214" y="2034"/>
                    <a:pt x="587" y="2248"/>
                  </a:cubicBezTo>
                  <a:cubicBezTo>
                    <a:pt x="1392" y="2677"/>
                    <a:pt x="2248" y="2998"/>
                    <a:pt x="3156" y="2998"/>
                  </a:cubicBezTo>
                  <a:lnTo>
                    <a:pt x="3477" y="2998"/>
                  </a:lnTo>
                  <a:cubicBezTo>
                    <a:pt x="3961" y="2946"/>
                    <a:pt x="4496" y="2784"/>
                    <a:pt x="4924" y="2463"/>
                  </a:cubicBezTo>
                  <a:cubicBezTo>
                    <a:pt x="5352" y="2141"/>
                    <a:pt x="5673" y="1769"/>
                    <a:pt x="5832" y="1234"/>
                  </a:cubicBezTo>
                  <a:cubicBezTo>
                    <a:pt x="5832" y="1127"/>
                    <a:pt x="5887" y="1020"/>
                    <a:pt x="5887" y="857"/>
                  </a:cubicBezTo>
                  <a:cubicBezTo>
                    <a:pt x="5887" y="750"/>
                    <a:pt x="5832" y="643"/>
                    <a:pt x="5832" y="536"/>
                  </a:cubicBezTo>
                  <a:cubicBezTo>
                    <a:pt x="5780" y="429"/>
                    <a:pt x="5725" y="322"/>
                    <a:pt x="5673" y="270"/>
                  </a:cubicBezTo>
                  <a:cubicBezTo>
                    <a:pt x="5566" y="163"/>
                    <a:pt x="5459" y="108"/>
                    <a:pt x="5404" y="56"/>
                  </a:cubicBezTo>
                  <a:cubicBezTo>
                    <a:pt x="5297" y="1"/>
                    <a:pt x="5189" y="1"/>
                    <a:pt x="5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628;p39">
              <a:extLst>
                <a:ext uri="{FF2B5EF4-FFF2-40B4-BE49-F238E27FC236}">
                  <a16:creationId xmlns:a16="http://schemas.microsoft.com/office/drawing/2014/main" id="{54923D78-7F8A-8D80-BA94-DFB040AF1975}"/>
                </a:ext>
              </a:extLst>
            </p:cNvPr>
            <p:cNvSpPr/>
            <p:nvPr/>
          </p:nvSpPr>
          <p:spPr>
            <a:xfrm>
              <a:off x="1081227" y="3571605"/>
              <a:ext cx="198756" cy="145631"/>
            </a:xfrm>
            <a:custGeom>
              <a:avLst/>
              <a:gdLst/>
              <a:ahLst/>
              <a:cxnLst/>
              <a:rect l="l" t="t" r="r" b="b"/>
              <a:pathLst>
                <a:path w="8620" h="6316" extrusionOk="0">
                  <a:moveTo>
                    <a:pt x="964" y="214"/>
                  </a:moveTo>
                  <a:cubicBezTo>
                    <a:pt x="1178" y="214"/>
                    <a:pt x="1448" y="270"/>
                    <a:pt x="1713" y="377"/>
                  </a:cubicBezTo>
                  <a:cubicBezTo>
                    <a:pt x="2141" y="591"/>
                    <a:pt x="2625" y="805"/>
                    <a:pt x="3053" y="1071"/>
                  </a:cubicBezTo>
                  <a:cubicBezTo>
                    <a:pt x="3481" y="1285"/>
                    <a:pt x="3961" y="1499"/>
                    <a:pt x="4445" y="1661"/>
                  </a:cubicBezTo>
                  <a:cubicBezTo>
                    <a:pt x="4817" y="1820"/>
                    <a:pt x="5194" y="1875"/>
                    <a:pt x="5566" y="1982"/>
                  </a:cubicBezTo>
                  <a:cubicBezTo>
                    <a:pt x="5943" y="2034"/>
                    <a:pt x="6316" y="2141"/>
                    <a:pt x="6637" y="2304"/>
                  </a:cubicBezTo>
                  <a:cubicBezTo>
                    <a:pt x="7442" y="2676"/>
                    <a:pt x="7977" y="3425"/>
                    <a:pt x="8191" y="4230"/>
                  </a:cubicBezTo>
                  <a:cubicBezTo>
                    <a:pt x="8242" y="4389"/>
                    <a:pt x="8298" y="4603"/>
                    <a:pt x="8349" y="4817"/>
                  </a:cubicBezTo>
                  <a:cubicBezTo>
                    <a:pt x="8405" y="5031"/>
                    <a:pt x="8405" y="5245"/>
                    <a:pt x="8405" y="5459"/>
                  </a:cubicBezTo>
                  <a:cubicBezTo>
                    <a:pt x="8405" y="5622"/>
                    <a:pt x="8405" y="5780"/>
                    <a:pt x="8349" y="5887"/>
                  </a:cubicBezTo>
                  <a:cubicBezTo>
                    <a:pt x="8349" y="5943"/>
                    <a:pt x="8298" y="5994"/>
                    <a:pt x="8242" y="5994"/>
                  </a:cubicBezTo>
                  <a:cubicBezTo>
                    <a:pt x="8242" y="6050"/>
                    <a:pt x="8191" y="6101"/>
                    <a:pt x="8135" y="6101"/>
                  </a:cubicBezTo>
                  <a:lnTo>
                    <a:pt x="8028" y="6101"/>
                  </a:lnTo>
                  <a:cubicBezTo>
                    <a:pt x="7977" y="6101"/>
                    <a:pt x="7921" y="6101"/>
                    <a:pt x="7814" y="6050"/>
                  </a:cubicBezTo>
                  <a:cubicBezTo>
                    <a:pt x="7707" y="5994"/>
                    <a:pt x="7600" y="5887"/>
                    <a:pt x="7493" y="5780"/>
                  </a:cubicBezTo>
                  <a:cubicBezTo>
                    <a:pt x="7279" y="5566"/>
                    <a:pt x="7121" y="5301"/>
                    <a:pt x="6958" y="5087"/>
                  </a:cubicBezTo>
                  <a:cubicBezTo>
                    <a:pt x="6851" y="4924"/>
                    <a:pt x="6799" y="4817"/>
                    <a:pt x="6692" y="4710"/>
                  </a:cubicBezTo>
                  <a:cubicBezTo>
                    <a:pt x="6637" y="4658"/>
                    <a:pt x="6585" y="4551"/>
                    <a:pt x="6530" y="4496"/>
                  </a:cubicBezTo>
                  <a:cubicBezTo>
                    <a:pt x="6209" y="4123"/>
                    <a:pt x="5887" y="3695"/>
                    <a:pt x="5515" y="3374"/>
                  </a:cubicBezTo>
                  <a:cubicBezTo>
                    <a:pt x="5138" y="2997"/>
                    <a:pt x="4766" y="2676"/>
                    <a:pt x="4282" y="2462"/>
                  </a:cubicBezTo>
                  <a:cubicBezTo>
                    <a:pt x="3640" y="2141"/>
                    <a:pt x="2890" y="2034"/>
                    <a:pt x="2197" y="2034"/>
                  </a:cubicBezTo>
                  <a:cubicBezTo>
                    <a:pt x="1927" y="1982"/>
                    <a:pt x="1662" y="1982"/>
                    <a:pt x="1392" y="1927"/>
                  </a:cubicBezTo>
                  <a:cubicBezTo>
                    <a:pt x="1127" y="1875"/>
                    <a:pt x="912" y="1820"/>
                    <a:pt x="698" y="1713"/>
                  </a:cubicBezTo>
                  <a:cubicBezTo>
                    <a:pt x="536" y="1606"/>
                    <a:pt x="429" y="1447"/>
                    <a:pt x="322" y="1340"/>
                  </a:cubicBezTo>
                  <a:cubicBezTo>
                    <a:pt x="270" y="1178"/>
                    <a:pt x="215" y="1019"/>
                    <a:pt x="215" y="856"/>
                  </a:cubicBezTo>
                  <a:cubicBezTo>
                    <a:pt x="215" y="698"/>
                    <a:pt x="215" y="591"/>
                    <a:pt x="322" y="484"/>
                  </a:cubicBezTo>
                  <a:cubicBezTo>
                    <a:pt x="429" y="377"/>
                    <a:pt x="484" y="321"/>
                    <a:pt x="591" y="270"/>
                  </a:cubicBezTo>
                  <a:cubicBezTo>
                    <a:pt x="698" y="214"/>
                    <a:pt x="805" y="214"/>
                    <a:pt x="964" y="214"/>
                  </a:cubicBezTo>
                  <a:close/>
                  <a:moveTo>
                    <a:pt x="964" y="0"/>
                  </a:moveTo>
                  <a:cubicBezTo>
                    <a:pt x="805" y="0"/>
                    <a:pt x="643" y="0"/>
                    <a:pt x="536" y="56"/>
                  </a:cubicBezTo>
                  <a:cubicBezTo>
                    <a:pt x="377" y="107"/>
                    <a:pt x="270" y="214"/>
                    <a:pt x="163" y="321"/>
                  </a:cubicBezTo>
                  <a:cubicBezTo>
                    <a:pt x="56" y="484"/>
                    <a:pt x="1" y="642"/>
                    <a:pt x="1" y="856"/>
                  </a:cubicBezTo>
                  <a:cubicBezTo>
                    <a:pt x="1" y="1071"/>
                    <a:pt x="56" y="1233"/>
                    <a:pt x="163" y="1447"/>
                  </a:cubicBezTo>
                  <a:cubicBezTo>
                    <a:pt x="270" y="1606"/>
                    <a:pt x="377" y="1768"/>
                    <a:pt x="536" y="1875"/>
                  </a:cubicBezTo>
                  <a:cubicBezTo>
                    <a:pt x="805" y="2034"/>
                    <a:pt x="1071" y="2090"/>
                    <a:pt x="1341" y="2141"/>
                  </a:cubicBezTo>
                  <a:cubicBezTo>
                    <a:pt x="1662" y="2197"/>
                    <a:pt x="1927" y="2197"/>
                    <a:pt x="2197" y="2248"/>
                  </a:cubicBezTo>
                  <a:cubicBezTo>
                    <a:pt x="2890" y="2304"/>
                    <a:pt x="3588" y="2355"/>
                    <a:pt x="4175" y="2676"/>
                  </a:cubicBezTo>
                  <a:cubicBezTo>
                    <a:pt x="4659" y="2839"/>
                    <a:pt x="5031" y="3160"/>
                    <a:pt x="5352" y="3532"/>
                  </a:cubicBezTo>
                  <a:cubicBezTo>
                    <a:pt x="5729" y="3853"/>
                    <a:pt x="6050" y="4230"/>
                    <a:pt x="6371" y="4603"/>
                  </a:cubicBezTo>
                  <a:cubicBezTo>
                    <a:pt x="6423" y="4658"/>
                    <a:pt x="6423" y="4710"/>
                    <a:pt x="6478" y="4765"/>
                  </a:cubicBezTo>
                  <a:cubicBezTo>
                    <a:pt x="6637" y="5031"/>
                    <a:pt x="6851" y="5408"/>
                    <a:pt x="7121" y="5729"/>
                  </a:cubicBezTo>
                  <a:cubicBezTo>
                    <a:pt x="7279" y="5887"/>
                    <a:pt x="7386" y="6050"/>
                    <a:pt x="7549" y="6157"/>
                  </a:cubicBezTo>
                  <a:cubicBezTo>
                    <a:pt x="7600" y="6208"/>
                    <a:pt x="7707" y="6264"/>
                    <a:pt x="7763" y="6264"/>
                  </a:cubicBezTo>
                  <a:cubicBezTo>
                    <a:pt x="7870" y="6315"/>
                    <a:pt x="7921" y="6315"/>
                    <a:pt x="8028" y="6315"/>
                  </a:cubicBezTo>
                  <a:lnTo>
                    <a:pt x="8191" y="6315"/>
                  </a:lnTo>
                  <a:cubicBezTo>
                    <a:pt x="8298" y="6264"/>
                    <a:pt x="8349" y="6208"/>
                    <a:pt x="8405" y="6157"/>
                  </a:cubicBezTo>
                  <a:cubicBezTo>
                    <a:pt x="8512" y="6101"/>
                    <a:pt x="8563" y="5994"/>
                    <a:pt x="8619" y="5836"/>
                  </a:cubicBezTo>
                  <a:lnTo>
                    <a:pt x="8619" y="5459"/>
                  </a:lnTo>
                  <a:cubicBezTo>
                    <a:pt x="8619" y="5245"/>
                    <a:pt x="8619" y="4979"/>
                    <a:pt x="8563" y="4765"/>
                  </a:cubicBezTo>
                  <a:cubicBezTo>
                    <a:pt x="8512" y="4551"/>
                    <a:pt x="8456" y="4337"/>
                    <a:pt x="8405" y="4175"/>
                  </a:cubicBezTo>
                  <a:cubicBezTo>
                    <a:pt x="8191" y="3318"/>
                    <a:pt x="7600" y="2518"/>
                    <a:pt x="6744" y="2090"/>
                  </a:cubicBezTo>
                  <a:cubicBezTo>
                    <a:pt x="6371" y="1927"/>
                    <a:pt x="5995" y="1820"/>
                    <a:pt x="5622" y="1768"/>
                  </a:cubicBezTo>
                  <a:cubicBezTo>
                    <a:pt x="5245" y="1661"/>
                    <a:pt x="4873" y="1606"/>
                    <a:pt x="4552" y="1447"/>
                  </a:cubicBezTo>
                  <a:cubicBezTo>
                    <a:pt x="4068" y="1340"/>
                    <a:pt x="3588" y="1071"/>
                    <a:pt x="3160" y="856"/>
                  </a:cubicBezTo>
                  <a:cubicBezTo>
                    <a:pt x="2676" y="591"/>
                    <a:pt x="2248" y="377"/>
                    <a:pt x="1769" y="163"/>
                  </a:cubicBezTo>
                  <a:cubicBezTo>
                    <a:pt x="1499" y="56"/>
                    <a:pt x="1234" y="0"/>
                    <a:pt x="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629;p39">
              <a:extLst>
                <a:ext uri="{FF2B5EF4-FFF2-40B4-BE49-F238E27FC236}">
                  <a16:creationId xmlns:a16="http://schemas.microsoft.com/office/drawing/2014/main" id="{4F8D2430-9382-7B32-395D-B8A45C97E0D9}"/>
                </a:ext>
              </a:extLst>
            </p:cNvPr>
            <p:cNvSpPr/>
            <p:nvPr/>
          </p:nvSpPr>
          <p:spPr>
            <a:xfrm>
              <a:off x="1267598" y="3359364"/>
              <a:ext cx="193706" cy="183930"/>
            </a:xfrm>
            <a:custGeom>
              <a:avLst/>
              <a:gdLst/>
              <a:ahLst/>
              <a:cxnLst/>
              <a:rect l="l" t="t" r="r" b="b"/>
              <a:pathLst>
                <a:path w="8401" h="7977" extrusionOk="0">
                  <a:moveTo>
                    <a:pt x="7117" y="0"/>
                  </a:moveTo>
                  <a:cubicBezTo>
                    <a:pt x="6958" y="377"/>
                    <a:pt x="6851" y="912"/>
                    <a:pt x="6688" y="1447"/>
                  </a:cubicBezTo>
                  <a:cubicBezTo>
                    <a:pt x="6581" y="1927"/>
                    <a:pt x="6474" y="2411"/>
                    <a:pt x="6316" y="2839"/>
                  </a:cubicBezTo>
                  <a:cubicBezTo>
                    <a:pt x="6209" y="3267"/>
                    <a:pt x="6046" y="3746"/>
                    <a:pt x="5832" y="4123"/>
                  </a:cubicBezTo>
                  <a:cubicBezTo>
                    <a:pt x="5618" y="4496"/>
                    <a:pt x="5353" y="4872"/>
                    <a:pt x="4976" y="5086"/>
                  </a:cubicBezTo>
                  <a:cubicBezTo>
                    <a:pt x="4710" y="5245"/>
                    <a:pt x="4441" y="5352"/>
                    <a:pt x="4120" y="5408"/>
                  </a:cubicBezTo>
                  <a:cubicBezTo>
                    <a:pt x="3798" y="5459"/>
                    <a:pt x="3477" y="5459"/>
                    <a:pt x="3156" y="5459"/>
                  </a:cubicBezTo>
                  <a:cubicBezTo>
                    <a:pt x="2835" y="5459"/>
                    <a:pt x="2514" y="5459"/>
                    <a:pt x="2193" y="5515"/>
                  </a:cubicBezTo>
                  <a:cubicBezTo>
                    <a:pt x="1820" y="5515"/>
                    <a:pt x="1499" y="5566"/>
                    <a:pt x="1178" y="5673"/>
                  </a:cubicBezTo>
                  <a:cubicBezTo>
                    <a:pt x="909" y="5780"/>
                    <a:pt x="587" y="5994"/>
                    <a:pt x="373" y="6264"/>
                  </a:cubicBezTo>
                  <a:cubicBezTo>
                    <a:pt x="159" y="6529"/>
                    <a:pt x="1" y="6850"/>
                    <a:pt x="1" y="7171"/>
                  </a:cubicBezTo>
                  <a:lnTo>
                    <a:pt x="1" y="7227"/>
                  </a:lnTo>
                  <a:cubicBezTo>
                    <a:pt x="52" y="7386"/>
                    <a:pt x="108" y="7600"/>
                    <a:pt x="215" y="7707"/>
                  </a:cubicBezTo>
                  <a:cubicBezTo>
                    <a:pt x="266" y="7762"/>
                    <a:pt x="322" y="7869"/>
                    <a:pt x="429" y="7869"/>
                  </a:cubicBezTo>
                  <a:cubicBezTo>
                    <a:pt x="480" y="7921"/>
                    <a:pt x="587" y="7976"/>
                    <a:pt x="643" y="7976"/>
                  </a:cubicBezTo>
                  <a:cubicBezTo>
                    <a:pt x="750" y="7976"/>
                    <a:pt x="857" y="7921"/>
                    <a:pt x="909" y="7869"/>
                  </a:cubicBezTo>
                  <a:lnTo>
                    <a:pt x="1071" y="7707"/>
                  </a:lnTo>
                  <a:cubicBezTo>
                    <a:pt x="1071" y="7655"/>
                    <a:pt x="1123" y="7600"/>
                    <a:pt x="1123" y="7548"/>
                  </a:cubicBezTo>
                  <a:cubicBezTo>
                    <a:pt x="1285" y="7334"/>
                    <a:pt x="1499" y="7120"/>
                    <a:pt x="1820" y="7013"/>
                  </a:cubicBezTo>
                  <a:cubicBezTo>
                    <a:pt x="2086" y="6906"/>
                    <a:pt x="2407" y="6850"/>
                    <a:pt x="2677" y="6799"/>
                  </a:cubicBezTo>
                  <a:lnTo>
                    <a:pt x="3533" y="6799"/>
                  </a:lnTo>
                  <a:cubicBezTo>
                    <a:pt x="3905" y="6799"/>
                    <a:pt x="4227" y="6799"/>
                    <a:pt x="4603" y="6743"/>
                  </a:cubicBezTo>
                  <a:cubicBezTo>
                    <a:pt x="5353" y="6529"/>
                    <a:pt x="5995" y="5994"/>
                    <a:pt x="6423" y="5408"/>
                  </a:cubicBezTo>
                  <a:cubicBezTo>
                    <a:pt x="6902" y="4765"/>
                    <a:pt x="7172" y="4067"/>
                    <a:pt x="7438" y="3318"/>
                  </a:cubicBezTo>
                  <a:cubicBezTo>
                    <a:pt x="7545" y="3053"/>
                    <a:pt x="7652" y="2783"/>
                    <a:pt x="7814" y="2569"/>
                  </a:cubicBezTo>
                  <a:cubicBezTo>
                    <a:pt x="7921" y="2462"/>
                    <a:pt x="7973" y="2355"/>
                    <a:pt x="8080" y="2248"/>
                  </a:cubicBezTo>
                  <a:lnTo>
                    <a:pt x="8401" y="2089"/>
                  </a:lnTo>
                  <a:lnTo>
                    <a:pt x="8350" y="1875"/>
                  </a:lnTo>
                  <a:cubicBezTo>
                    <a:pt x="8187" y="1927"/>
                    <a:pt x="8029" y="1982"/>
                    <a:pt x="7921" y="2089"/>
                  </a:cubicBezTo>
                  <a:cubicBezTo>
                    <a:pt x="7759" y="2248"/>
                    <a:pt x="7652" y="2462"/>
                    <a:pt x="7545" y="2625"/>
                  </a:cubicBezTo>
                  <a:cubicBezTo>
                    <a:pt x="7438" y="2839"/>
                    <a:pt x="7331" y="3053"/>
                    <a:pt x="7279" y="3267"/>
                  </a:cubicBezTo>
                  <a:cubicBezTo>
                    <a:pt x="7010" y="3960"/>
                    <a:pt x="6688" y="4658"/>
                    <a:pt x="6260" y="5245"/>
                  </a:cubicBezTo>
                  <a:cubicBezTo>
                    <a:pt x="5832" y="5836"/>
                    <a:pt x="5246" y="6315"/>
                    <a:pt x="4548" y="6529"/>
                  </a:cubicBezTo>
                  <a:cubicBezTo>
                    <a:pt x="4227" y="6585"/>
                    <a:pt x="3854" y="6585"/>
                    <a:pt x="3533" y="6585"/>
                  </a:cubicBezTo>
                  <a:lnTo>
                    <a:pt x="2677" y="6585"/>
                  </a:lnTo>
                  <a:cubicBezTo>
                    <a:pt x="2356" y="6636"/>
                    <a:pt x="2035" y="6692"/>
                    <a:pt x="1713" y="6799"/>
                  </a:cubicBezTo>
                  <a:cubicBezTo>
                    <a:pt x="1392" y="6957"/>
                    <a:pt x="1123" y="7171"/>
                    <a:pt x="964" y="7441"/>
                  </a:cubicBezTo>
                  <a:cubicBezTo>
                    <a:pt x="909" y="7493"/>
                    <a:pt x="909" y="7548"/>
                    <a:pt x="857" y="7600"/>
                  </a:cubicBezTo>
                  <a:cubicBezTo>
                    <a:pt x="857" y="7655"/>
                    <a:pt x="801" y="7655"/>
                    <a:pt x="801" y="7707"/>
                  </a:cubicBezTo>
                  <a:cubicBezTo>
                    <a:pt x="750" y="7707"/>
                    <a:pt x="694" y="7762"/>
                    <a:pt x="643" y="7762"/>
                  </a:cubicBezTo>
                  <a:cubicBezTo>
                    <a:pt x="643" y="7762"/>
                    <a:pt x="587" y="7707"/>
                    <a:pt x="536" y="7707"/>
                  </a:cubicBezTo>
                  <a:cubicBezTo>
                    <a:pt x="429" y="7655"/>
                    <a:pt x="373" y="7600"/>
                    <a:pt x="322" y="7493"/>
                  </a:cubicBezTo>
                  <a:cubicBezTo>
                    <a:pt x="266" y="7386"/>
                    <a:pt x="266" y="7334"/>
                    <a:pt x="215" y="7227"/>
                  </a:cubicBezTo>
                  <a:lnTo>
                    <a:pt x="215" y="7171"/>
                  </a:lnTo>
                  <a:cubicBezTo>
                    <a:pt x="215" y="6906"/>
                    <a:pt x="373" y="6636"/>
                    <a:pt x="536" y="6422"/>
                  </a:cubicBezTo>
                  <a:cubicBezTo>
                    <a:pt x="750" y="6157"/>
                    <a:pt x="1016" y="5994"/>
                    <a:pt x="1285" y="5887"/>
                  </a:cubicBezTo>
                  <a:cubicBezTo>
                    <a:pt x="1551" y="5780"/>
                    <a:pt x="1872" y="5729"/>
                    <a:pt x="2193" y="5729"/>
                  </a:cubicBezTo>
                  <a:cubicBezTo>
                    <a:pt x="2514" y="5673"/>
                    <a:pt x="2835" y="5673"/>
                    <a:pt x="3156" y="5673"/>
                  </a:cubicBezTo>
                  <a:cubicBezTo>
                    <a:pt x="3477" y="5673"/>
                    <a:pt x="3798" y="5673"/>
                    <a:pt x="4120" y="5622"/>
                  </a:cubicBezTo>
                  <a:cubicBezTo>
                    <a:pt x="4496" y="5566"/>
                    <a:pt x="4817" y="5459"/>
                    <a:pt x="5083" y="5301"/>
                  </a:cubicBezTo>
                  <a:cubicBezTo>
                    <a:pt x="5511" y="5031"/>
                    <a:pt x="5781" y="4658"/>
                    <a:pt x="5995" y="4230"/>
                  </a:cubicBezTo>
                  <a:cubicBezTo>
                    <a:pt x="6209" y="3802"/>
                    <a:pt x="6367" y="3374"/>
                    <a:pt x="6530" y="2890"/>
                  </a:cubicBezTo>
                  <a:cubicBezTo>
                    <a:pt x="6688" y="2518"/>
                    <a:pt x="6795" y="1982"/>
                    <a:pt x="6902" y="1447"/>
                  </a:cubicBezTo>
                  <a:cubicBezTo>
                    <a:pt x="7065" y="963"/>
                    <a:pt x="7172" y="428"/>
                    <a:pt x="7279" y="56"/>
                  </a:cubicBezTo>
                  <a:lnTo>
                    <a:pt x="71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630;p39">
              <a:extLst>
                <a:ext uri="{FF2B5EF4-FFF2-40B4-BE49-F238E27FC236}">
                  <a16:creationId xmlns:a16="http://schemas.microsoft.com/office/drawing/2014/main" id="{47BE42EA-037F-FECF-831D-FD099B529964}"/>
                </a:ext>
              </a:extLst>
            </p:cNvPr>
            <p:cNvSpPr/>
            <p:nvPr/>
          </p:nvSpPr>
          <p:spPr>
            <a:xfrm>
              <a:off x="1159022" y="3300131"/>
              <a:ext cx="103667" cy="51833"/>
            </a:xfrm>
            <a:custGeom>
              <a:avLst/>
              <a:gdLst/>
              <a:ahLst/>
              <a:cxnLst/>
              <a:rect l="l" t="t" r="r" b="b"/>
              <a:pathLst>
                <a:path w="4496" h="2248" extrusionOk="0">
                  <a:moveTo>
                    <a:pt x="4175" y="0"/>
                  </a:moveTo>
                  <a:lnTo>
                    <a:pt x="3961" y="56"/>
                  </a:lnTo>
                  <a:cubicBezTo>
                    <a:pt x="4012" y="214"/>
                    <a:pt x="4068" y="377"/>
                    <a:pt x="4175" y="535"/>
                  </a:cubicBezTo>
                  <a:cubicBezTo>
                    <a:pt x="4226" y="698"/>
                    <a:pt x="4282" y="857"/>
                    <a:pt x="4282" y="1019"/>
                  </a:cubicBezTo>
                  <a:cubicBezTo>
                    <a:pt x="4282" y="1071"/>
                    <a:pt x="4282" y="1126"/>
                    <a:pt x="4226" y="1178"/>
                  </a:cubicBezTo>
                  <a:cubicBezTo>
                    <a:pt x="4175" y="1233"/>
                    <a:pt x="4119" y="1340"/>
                    <a:pt x="4012" y="1392"/>
                  </a:cubicBezTo>
                  <a:cubicBezTo>
                    <a:pt x="3961" y="1447"/>
                    <a:pt x="3854" y="1499"/>
                    <a:pt x="3747" y="1554"/>
                  </a:cubicBezTo>
                  <a:cubicBezTo>
                    <a:pt x="3477" y="1661"/>
                    <a:pt x="3263" y="1713"/>
                    <a:pt x="3049" y="1713"/>
                  </a:cubicBezTo>
                  <a:lnTo>
                    <a:pt x="2997" y="1713"/>
                  </a:lnTo>
                  <a:cubicBezTo>
                    <a:pt x="2783" y="1713"/>
                    <a:pt x="2621" y="1661"/>
                    <a:pt x="2462" y="1606"/>
                  </a:cubicBezTo>
                  <a:cubicBezTo>
                    <a:pt x="2248" y="1554"/>
                    <a:pt x="2085" y="1499"/>
                    <a:pt x="1871" y="1447"/>
                  </a:cubicBezTo>
                  <a:cubicBezTo>
                    <a:pt x="1820" y="1447"/>
                    <a:pt x="1764" y="1392"/>
                    <a:pt x="1713" y="1392"/>
                  </a:cubicBezTo>
                  <a:cubicBezTo>
                    <a:pt x="1606" y="1447"/>
                    <a:pt x="1443" y="1447"/>
                    <a:pt x="1285" y="1499"/>
                  </a:cubicBezTo>
                  <a:cubicBezTo>
                    <a:pt x="1071" y="1554"/>
                    <a:pt x="801" y="1661"/>
                    <a:pt x="587" y="1768"/>
                  </a:cubicBezTo>
                  <a:cubicBezTo>
                    <a:pt x="321" y="1876"/>
                    <a:pt x="159" y="1983"/>
                    <a:pt x="0" y="2034"/>
                  </a:cubicBezTo>
                  <a:lnTo>
                    <a:pt x="52" y="2248"/>
                  </a:lnTo>
                  <a:cubicBezTo>
                    <a:pt x="159" y="2197"/>
                    <a:pt x="321" y="2141"/>
                    <a:pt x="428" y="2090"/>
                  </a:cubicBezTo>
                  <a:cubicBezTo>
                    <a:pt x="642" y="1983"/>
                    <a:pt x="908" y="1876"/>
                    <a:pt x="1122" y="1768"/>
                  </a:cubicBezTo>
                  <a:cubicBezTo>
                    <a:pt x="1229" y="1768"/>
                    <a:pt x="1336" y="1713"/>
                    <a:pt x="1443" y="1661"/>
                  </a:cubicBezTo>
                  <a:lnTo>
                    <a:pt x="1820" y="1661"/>
                  </a:lnTo>
                  <a:cubicBezTo>
                    <a:pt x="1978" y="1713"/>
                    <a:pt x="2192" y="1768"/>
                    <a:pt x="2355" y="1820"/>
                  </a:cubicBezTo>
                  <a:cubicBezTo>
                    <a:pt x="2569" y="1876"/>
                    <a:pt x="2783" y="1927"/>
                    <a:pt x="2997" y="1927"/>
                  </a:cubicBezTo>
                  <a:lnTo>
                    <a:pt x="3049" y="1927"/>
                  </a:lnTo>
                  <a:cubicBezTo>
                    <a:pt x="3318" y="1927"/>
                    <a:pt x="3584" y="1876"/>
                    <a:pt x="3798" y="1768"/>
                  </a:cubicBezTo>
                  <a:cubicBezTo>
                    <a:pt x="3905" y="1713"/>
                    <a:pt x="4068" y="1661"/>
                    <a:pt x="4175" y="1554"/>
                  </a:cubicBezTo>
                  <a:cubicBezTo>
                    <a:pt x="4282" y="1499"/>
                    <a:pt x="4389" y="1392"/>
                    <a:pt x="4440" y="1285"/>
                  </a:cubicBezTo>
                  <a:cubicBezTo>
                    <a:pt x="4496" y="1178"/>
                    <a:pt x="4496" y="1071"/>
                    <a:pt x="4496" y="1019"/>
                  </a:cubicBezTo>
                  <a:cubicBezTo>
                    <a:pt x="4496" y="805"/>
                    <a:pt x="4440" y="642"/>
                    <a:pt x="4333" y="484"/>
                  </a:cubicBezTo>
                  <a:lnTo>
                    <a:pt x="4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rderline Personality Disorder by Slidesgo">
  <a:themeElements>
    <a:clrScheme name="Simple Light">
      <a:dk1>
        <a:srgbClr val="3B3F42"/>
      </a:dk1>
      <a:lt1>
        <a:srgbClr val="FFFFFF"/>
      </a:lt1>
      <a:dk2>
        <a:srgbClr val="87AFC3"/>
      </a:dk2>
      <a:lt2>
        <a:srgbClr val="93B8CC"/>
      </a:lt2>
      <a:accent1>
        <a:srgbClr val="668899"/>
      </a:accent1>
      <a:accent2>
        <a:srgbClr val="445968"/>
      </a:accent2>
      <a:accent3>
        <a:srgbClr val="314651"/>
      </a:accent3>
      <a:accent4>
        <a:srgbClr val="83BCDB"/>
      </a:accent4>
      <a:accent5>
        <a:srgbClr val="B8DFF4"/>
      </a:accent5>
      <a:accent6>
        <a:srgbClr val="C4EB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918</Words>
  <Application>Microsoft Office PowerPoint</Application>
  <PresentationFormat>On-screen Show (16:9)</PresentationFormat>
  <Paragraphs>136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Poppins</vt:lpstr>
      <vt:lpstr>Fredoka One</vt:lpstr>
      <vt:lpstr>Baloo Thambi 2</vt:lpstr>
      <vt:lpstr>Pontano Sans</vt:lpstr>
      <vt:lpstr>Arial</vt:lpstr>
      <vt:lpstr>Cambria Math</vt:lpstr>
      <vt:lpstr>Open Sans</vt:lpstr>
      <vt:lpstr>Roboto Condensed</vt:lpstr>
      <vt:lpstr>Convergence</vt:lpstr>
      <vt:lpstr>Borderline Personality Disorder by Slidesgo</vt:lpstr>
      <vt:lpstr>Inovasi Penutup Keran Otomatis Dengan Total Putaran Turbin Sebagai Batas Waktu Kran Berputar </vt:lpstr>
      <vt:lpstr>Kelompok A</vt:lpstr>
      <vt:lpstr>Pendahuluan</vt:lpstr>
      <vt:lpstr>Latar Belakang</vt:lpstr>
      <vt:lpstr>Perumusan Masalah</vt:lpstr>
      <vt:lpstr>Tujuan</vt:lpstr>
      <vt:lpstr>Manfaat</vt:lpstr>
      <vt:lpstr>Landasan Teori</vt:lpstr>
      <vt:lpstr>Landasan Teori</vt:lpstr>
      <vt:lpstr>Metode Penelitian</vt:lpstr>
      <vt:lpstr>Metode Penelitian</vt:lpstr>
      <vt:lpstr>Desain Alat &amp; Fungsi</vt:lpstr>
      <vt:lpstr>Pengukuran &amp; Pengujian</vt:lpstr>
      <vt:lpstr>Flowchart</vt:lpstr>
      <vt:lpstr>Cara Kerja Alat</vt:lpstr>
      <vt:lpstr>Analisis</vt:lpstr>
      <vt:lpstr>Kesimpulan</vt:lpstr>
      <vt:lpstr>Saran</vt:lpstr>
      <vt:lpstr>Tabel Kontribusi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Inovasi Penutup Keran Otomatis Dengan Total Putaran Turbin Sebagai Batas Waktu Kran Berputar </dc:title>
  <dc:creator>Lenovo</dc:creator>
  <cp:lastModifiedBy>Ariski Myardi</cp:lastModifiedBy>
  <cp:revision>3</cp:revision>
  <dcterms:modified xsi:type="dcterms:W3CDTF">2023-05-27T15:26:06Z</dcterms:modified>
</cp:coreProperties>
</file>