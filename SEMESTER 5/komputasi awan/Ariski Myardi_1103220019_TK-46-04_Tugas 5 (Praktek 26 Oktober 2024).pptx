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37" r:id="rId6"/>
    <p:sldId id="338" r:id="rId7"/>
    <p:sldId id="348" r:id="rId8"/>
    <p:sldId id="339" r:id="rId9"/>
    <p:sldId id="349" r:id="rId10"/>
    <p:sldId id="35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B223D-3C9C-4E25-8439-B0AC56FC4433}" v="6" dt="2024-10-27T00:12:53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>
        <p:scale>
          <a:sx n="150" d="100"/>
          <a:sy n="150" d="100"/>
        </p:scale>
        <p:origin x="108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5CF2-BC91-E683-AEC7-A3C37E1A8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8DFA2-9F9F-8229-5087-D600CD229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8E482-AC26-9825-A76F-912A4B2E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0EEAE-1CC9-C477-2973-27EF23F2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FA362-0E6A-D071-5218-7DFE1B81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6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E64B-23E0-9017-25E1-0C6E38A3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83843-E508-D83B-05BA-6F23BA83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E9D2-B7FC-2CF8-A2EC-F2A98DFD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01D3C-7DD6-B59D-0463-5D818544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50C0B-D0AA-8A3F-FF34-E856780B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7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7072-518C-C6AB-985C-2534DC7F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67C88-8372-525B-1E1B-C87EE1752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DEF81-B162-0368-C8AE-2D07F850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9A60E-E2B9-BEC4-C3FA-0EE32267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4C9AB-59FF-D02F-E344-974D91ED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90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5F7A-2358-1937-5734-446F7F62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3426-0973-AF5A-09B0-EF227A6DE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058E2-B31B-5A98-30A6-36397BCD3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71CD9-D316-9FBC-E300-B1F119A3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E309E-7B3B-80EB-032C-E4E330E2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57F5-DD1E-0506-EA6E-B1324A5D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6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6EE7-52D7-B5FF-CD99-A7518E5F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B41F4-6675-5BA2-FC9F-CCFFEF336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91E60-8923-9836-6AC7-47EA389AC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EA820-60DE-3747-B2C3-27D0FFF62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D2E8FE-11DC-3CB2-200A-D8ED0BB73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17A1B-1B0C-0C3A-1E7F-8AAD8E6E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383E6-D500-595E-6F94-BB013BA5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58628-8372-D4B6-C8F7-8C6572ED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0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D229-2AC4-AB84-274B-448AC958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EE724-AEE6-F35D-3644-9B79EC03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AAF92-BD3E-6E6D-B044-D5DB78E8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2A2DA-C11E-FAE0-8DEB-D721D7BF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4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D9D28-7C5F-9F64-F1B8-30943E9A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618BA-A48E-C404-154A-9ABE36E1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61596-11E6-E2CD-50C0-AB450C6F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1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6579-83F9-2147-E157-40D0EDAC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39921-0502-14CE-9F14-C20EB0642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D98BF-05CA-2054-2308-C85EBE574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9D241-6AD3-40CB-FF39-CBFC9A0D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47322-7762-14E1-AD55-7C723BF1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D519B-1213-0A56-C143-4C3BBB1B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8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28F0-6CC6-A63B-70F5-C89F88A1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91AC0-8E07-D82C-05BB-8FC2375EF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A5A48-B90A-2ACD-72EC-28D316B6F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87E7F-9109-6704-2C24-58F420B7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0DD06-6BB0-9007-7C37-965FC888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01CBF-3AF0-0F04-C26E-BC6954C9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5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66BF-D528-84D0-D68C-5430B0CF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A806F-8945-D34E-9228-09E3AABF3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8C374-BA99-474A-2F13-4E34EBD4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BF35C-C553-6AE0-D569-73218BA8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9D7C7-1726-3A41-8794-D9C05BAF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B0AB0-8B92-8F80-BD44-4B5C29C91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C67F0-F8E8-4DE3-158A-56CD3B443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BE8E8-667F-97D9-3DF8-CE5B704A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F43C7-8594-75B4-FE0E-0A9620D6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9B68-B969-8D73-E8D3-C8FA640B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5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6CF4C-1CB1-6A3B-C170-396DA50A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87A2E-E101-CB25-FB74-4A0807FC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1544C-22EB-D652-C2D9-0878E525E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1F680-9BA6-4B36-978A-CB3F4F8DBFA2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6543C-A4C0-D243-0295-2FB957C0A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E4E38-2BA7-9571-6D29-4F0C53F51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ECC0A-61CC-45DB-A13D-66F36E215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32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76C1-195F-0EA2-5DC5-83D482615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50D62-A11C-CD12-BF8E-448AFF067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0163"/>
            <a:ext cx="9144000" cy="23875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26 Oktober 2024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Ariski</a:t>
            </a:r>
            <a:r>
              <a:rPr lang="en-US" dirty="0"/>
              <a:t> </a:t>
            </a:r>
            <a:r>
              <a:rPr lang="en-US" dirty="0" err="1"/>
              <a:t>Myardi</a:t>
            </a:r>
            <a:endParaRPr lang="en-US" dirty="0"/>
          </a:p>
          <a:p>
            <a:r>
              <a:rPr lang="en-US" dirty="0"/>
              <a:t>1103220019</a:t>
            </a:r>
          </a:p>
          <a:p>
            <a:r>
              <a:rPr lang="en-US" dirty="0"/>
              <a:t>TK-46-04</a:t>
            </a:r>
          </a:p>
        </p:txBody>
      </p:sp>
    </p:spTree>
    <p:extLst>
      <p:ext uri="{BB962C8B-B14F-4D97-AF65-F5344CB8AC3E}">
        <p14:creationId xmlns:p14="http://schemas.microsoft.com/office/powerpoint/2010/main" val="421097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D2DC0-7FF1-CE25-A211-0C952652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9" y="-170797"/>
            <a:ext cx="5011473" cy="177393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Hands-on 1: Virtual Disk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11C9-CCA4-EE76-7C90-3A51453A8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A5432-1111-4028-0D04-08774806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23" y="1499871"/>
            <a:ext cx="6678800" cy="416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8C7C-1385-42F7-47B8-7FA6B8FE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" y="-167641"/>
            <a:ext cx="10515600" cy="1325563"/>
          </a:xfrm>
        </p:spPr>
        <p:txBody>
          <a:bodyPr/>
          <a:lstStyle/>
          <a:p>
            <a:r>
              <a:rPr lang="en-US" dirty="0"/>
              <a:t>Hands-on 2: Persistent Storage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7574F1-1B27-5A01-1EC0-5E4771C5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4136"/>
            <a:ext cx="4644167" cy="3329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45AF43-7AE9-432F-1712-9AE94E920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326" y="4230613"/>
            <a:ext cx="5683514" cy="173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6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70C12CE-77FE-FA16-27A6-58824B294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 the new disk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(assuming it's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/dev/sdb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):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312045B-D880-4EFE-C97C-B469BC56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64" y="-4465"/>
            <a:ext cx="10515600" cy="1325563"/>
          </a:xfrm>
        </p:spPr>
        <p:txBody>
          <a:bodyPr/>
          <a:lstStyle/>
          <a:p>
            <a:r>
              <a:rPr lang="en-US" dirty="0"/>
              <a:t>Mounting  dan Partisi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98441-EE49-ED81-B15B-13C74376A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062612"/>
            <a:ext cx="5263291" cy="3729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8F7B90-4DE6-DF01-2384-B8FC9C58C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0" y="2062612"/>
            <a:ext cx="5273336" cy="37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A3CE-4D21-7A31-F608-156A3938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27" y="-67645"/>
            <a:ext cx="10515600" cy="1325563"/>
          </a:xfrm>
        </p:spPr>
        <p:txBody>
          <a:bodyPr/>
          <a:lstStyle/>
          <a:p>
            <a:r>
              <a:rPr lang="en-US" dirty="0"/>
              <a:t>Hands-on 3: Accessing Remote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906D-C62A-BFF0-F4AA-2225AD39D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27" y="9238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Menggunakan</a:t>
            </a:r>
            <a:r>
              <a:rPr lang="en-US" dirty="0"/>
              <a:t> NFS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69A3-7AB1-A70B-CE14-67965A58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752220"/>
            <a:ext cx="4882097" cy="34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3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13B6-9C8A-32F2-4BD2-CDC195D4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1625-A07D-E5F3-094B-C0B03F28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27" y="-67645"/>
            <a:ext cx="10515600" cy="1325563"/>
          </a:xfrm>
        </p:spPr>
        <p:txBody>
          <a:bodyPr/>
          <a:lstStyle/>
          <a:p>
            <a:r>
              <a:rPr lang="en-US"/>
              <a:t>Hands-on 3: Accessing Remote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D926-49BE-A221-0E06-C955BD4D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27" y="9238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Tambahkan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F1482-36B8-FEB2-9AFE-9ACB27AF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1997930"/>
            <a:ext cx="5562600" cy="39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5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6148-4EDB-EDEE-98AE-5B68B542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7E73-5068-03E2-857C-A9561F2F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27" y="-67645"/>
            <a:ext cx="10515600" cy="1325563"/>
          </a:xfrm>
        </p:spPr>
        <p:txBody>
          <a:bodyPr/>
          <a:lstStyle/>
          <a:p>
            <a:r>
              <a:rPr lang="en-US" dirty="0"/>
              <a:t>Hands-on 3: Accessing Remote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01594-FD9C-5566-7D6B-D63E8284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27" y="9238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Client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9142B-5734-BC12-DDC5-52FF5B20A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1" y="2050699"/>
            <a:ext cx="4116338" cy="2946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6E0B4-B112-E210-8B2E-E349FF34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877" y="2191954"/>
            <a:ext cx="3962702" cy="280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6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4E063D39EEA241959918905FC1E4A3" ma:contentTypeVersion="5" ma:contentTypeDescription="Create a new document." ma:contentTypeScope="" ma:versionID="ecbcf328783b98f4d8e1fe49f7a98fb5">
  <xsd:schema xmlns:xsd="http://www.w3.org/2001/XMLSchema" xmlns:xs="http://www.w3.org/2001/XMLSchema" xmlns:p="http://schemas.microsoft.com/office/2006/metadata/properties" xmlns:ns2="58df1400-0915-4908-ac8e-1c59d680ea1d" targetNamespace="http://schemas.microsoft.com/office/2006/metadata/properties" ma:root="true" ma:fieldsID="f3879b82c56dcf4a6f57fd44816bfa55" ns2:_="">
    <xsd:import namespace="58df1400-0915-4908-ac8e-1c59d680ea1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f1400-0915-4908-ac8e-1c59d680ea1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8df1400-0915-4908-ac8e-1c59d680ea1d" xsi:nil="true"/>
  </documentManagement>
</p:properties>
</file>

<file path=customXml/itemProps1.xml><?xml version="1.0" encoding="utf-8"?>
<ds:datastoreItem xmlns:ds="http://schemas.openxmlformats.org/officeDocument/2006/customXml" ds:itemID="{CCD1F744-BFC0-4A36-9679-09A32FA7CF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df1400-0915-4908-ac8e-1c59d680ea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9C1836-563D-401F-9C06-3BD2EC7678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2B45B9-D4FF-4C6C-91A6-B8DDA8A24C10}">
  <ds:schemaRefs>
    <ds:schemaRef ds:uri="http://schemas.microsoft.com/office/2006/metadata/properties"/>
    <ds:schemaRef ds:uri="http://schemas.microsoft.com/office/infopath/2007/PartnerControls"/>
    <ds:schemaRef ds:uri="58df1400-0915-4908-ac8e-1c59d680ea1d"/>
  </ds:schemaRefs>
</ds:datastoreItem>
</file>

<file path=docMetadata/LabelInfo.xml><?xml version="1.0" encoding="utf-8"?>
<clbl:labelList xmlns:clbl="http://schemas.microsoft.com/office/2020/mipLabelMetadata">
  <clbl:label id="{90affe0f-c2a3-4108-bb98-6ceb4e94ef15}" enabled="0" method="" siteId="{90affe0f-c2a3-4108-bb98-6ceb4e94ef1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58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Unicode MS</vt:lpstr>
      <vt:lpstr>Office Theme</vt:lpstr>
      <vt:lpstr>Tugas 5</vt:lpstr>
      <vt:lpstr>Hands-on 1: Virtual Disk</vt:lpstr>
      <vt:lpstr>Hands-on 2: Persistent Storage</vt:lpstr>
      <vt:lpstr>Mounting  dan Partisi</vt:lpstr>
      <vt:lpstr>Hands-on 3: Accessing Remote Storage</vt:lpstr>
      <vt:lpstr>Hands-on 3: Accessing Remote Storage</vt:lpstr>
      <vt:lpstr>Hands-on 3: Accessing Remote Storage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WENDI HARJUPA</dc:creator>
  <cp:lastModifiedBy>DWI AGUS CAHYO ILAHI</cp:lastModifiedBy>
  <cp:revision>3</cp:revision>
  <dcterms:created xsi:type="dcterms:W3CDTF">2024-10-26T01:40:23Z</dcterms:created>
  <dcterms:modified xsi:type="dcterms:W3CDTF">2024-11-03T18:59:13Z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0x010100B44E063D39EEA241959918905FC1E4A3</vt:lpwstr>
  </property>
</Properties>
</file>