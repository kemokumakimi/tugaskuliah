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0"/>
  </p:notesMasterIdLst>
  <p:sldIdLst>
    <p:sldId id="256" r:id="rId2"/>
    <p:sldId id="258" r:id="rId3"/>
    <p:sldId id="259" r:id="rId4"/>
    <p:sldId id="260" r:id="rId5"/>
    <p:sldId id="261" r:id="rId6"/>
    <p:sldId id="262" r:id="rId7"/>
    <p:sldId id="263" r:id="rId8"/>
    <p:sldId id="265" r:id="rId9"/>
  </p:sldIdLst>
  <p:sldSz cx="9144000" cy="6858000" type="screen4x3"/>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60"/>
  </p:normalViewPr>
  <p:slideViewPr>
    <p:cSldViewPr snapToGrid="0">
      <p:cViewPr varScale="1">
        <p:scale>
          <a:sx n="79" d="100"/>
          <a:sy n="79" d="100"/>
        </p:scale>
        <p:origin x="102" y="67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48641" name="Rectangle 2"/>
          <p:cNvSpPr>
            <a:spLocks noGrp="1" noChangeArrowheads="1"/>
          </p:cNvSpPr>
          <p:nvPr>
            <p:ph type="hdr" sz="quarter"/>
          </p:nvPr>
        </p:nvSpPr>
        <p:spPr bwMode="auto">
          <a:xfrm>
            <a:off x="2" y="1"/>
            <a:ext cx="3076575" cy="512763"/>
          </a:xfrm>
          <a:prstGeom prst="rect">
            <a:avLst/>
          </a:prstGeom>
          <a:noFill/>
          <a:ln w="9525">
            <a:noFill/>
            <a:miter lim="800000"/>
            <a:headEnd/>
            <a:tailEnd/>
          </a:ln>
          <a:effectLst/>
        </p:spPr>
        <p:txBody>
          <a:bodyPr vert="horz" wrap="square" lIns="91492" tIns="45745" rIns="91492" bIns="45745" numCol="1" anchor="t" anchorCtr="0" compatLnSpc="1">
            <a:prstTxWarp prst="textNoShape">
              <a:avLst/>
            </a:prstTxWarp>
          </a:bodyPr>
          <a:lstStyle>
            <a:lvl1pPr algn="l">
              <a:defRPr sz="1100"/>
            </a:lvl1pPr>
          </a:lstStyle>
          <a:p>
            <a:endParaRPr lang="en-US"/>
          </a:p>
        </p:txBody>
      </p:sp>
      <p:sp>
        <p:nvSpPr>
          <p:cNvPr id="1048642" name="Rectangle 3"/>
          <p:cNvSpPr>
            <a:spLocks noGrp="1" noChangeArrowheads="1"/>
          </p:cNvSpPr>
          <p:nvPr>
            <p:ph type="dt" idx="1"/>
          </p:nvPr>
        </p:nvSpPr>
        <p:spPr bwMode="auto">
          <a:xfrm>
            <a:off x="4021139" y="1"/>
            <a:ext cx="3076575" cy="512763"/>
          </a:xfrm>
          <a:prstGeom prst="rect">
            <a:avLst/>
          </a:prstGeom>
          <a:noFill/>
          <a:ln w="9525">
            <a:noFill/>
            <a:miter lim="800000"/>
            <a:headEnd/>
            <a:tailEnd/>
          </a:ln>
          <a:effectLst/>
        </p:spPr>
        <p:txBody>
          <a:bodyPr vert="horz" wrap="square" lIns="91492" tIns="45745" rIns="91492" bIns="45745" numCol="1" anchor="t" anchorCtr="0" compatLnSpc="1">
            <a:prstTxWarp prst="textNoShape">
              <a:avLst/>
            </a:prstTxWarp>
          </a:bodyPr>
          <a:lstStyle>
            <a:lvl1pPr algn="r">
              <a:defRPr sz="1100"/>
            </a:lvl1pPr>
          </a:lstStyle>
          <a:p>
            <a:endParaRPr lang="en-US"/>
          </a:p>
        </p:txBody>
      </p:sp>
      <p:sp>
        <p:nvSpPr>
          <p:cNvPr id="1048643" name="Rectangle 4"/>
          <p:cNvSpPr>
            <a:spLocks noGrp="1" noRot="1" noChangeAspect="1" noChangeArrowheads="1" noTextEdit="1"/>
          </p:cNvSpPr>
          <p:nvPr>
            <p:ph type="sldImg" idx="2"/>
          </p:nvPr>
        </p:nvSpPr>
        <p:spPr bwMode="auto">
          <a:xfrm>
            <a:off x="990600" y="766763"/>
            <a:ext cx="5118100" cy="3838575"/>
          </a:xfrm>
          <a:prstGeom prst="rect">
            <a:avLst/>
          </a:prstGeom>
          <a:noFill/>
          <a:ln w="9525">
            <a:solidFill>
              <a:srgbClr val="000000"/>
            </a:solidFill>
            <a:miter lim="800000"/>
            <a:headEnd/>
            <a:tailEnd/>
          </a:ln>
          <a:effectLst/>
        </p:spPr>
      </p:sp>
      <p:sp>
        <p:nvSpPr>
          <p:cNvPr id="1048644" name="Rectangle 5"/>
          <p:cNvSpPr>
            <a:spLocks noGrp="1" noChangeArrowheads="1"/>
          </p:cNvSpPr>
          <p:nvPr>
            <p:ph type="body" sz="quarter" idx="3"/>
          </p:nvPr>
        </p:nvSpPr>
        <p:spPr bwMode="auto">
          <a:xfrm>
            <a:off x="709614" y="4862514"/>
            <a:ext cx="5680075" cy="4605337"/>
          </a:xfrm>
          <a:prstGeom prst="rect">
            <a:avLst/>
          </a:prstGeom>
          <a:noFill/>
          <a:ln w="9525">
            <a:noFill/>
            <a:miter lim="800000"/>
            <a:headEnd/>
            <a:tailEnd/>
          </a:ln>
          <a:effectLst/>
        </p:spPr>
        <p:txBody>
          <a:bodyPr vert="horz" wrap="square" lIns="91492" tIns="45745" rIns="91492" bIns="45745"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645" name="Rectangle 6"/>
          <p:cNvSpPr>
            <a:spLocks noGrp="1" noChangeArrowheads="1"/>
          </p:cNvSpPr>
          <p:nvPr>
            <p:ph type="ftr" sz="quarter" idx="4"/>
          </p:nvPr>
        </p:nvSpPr>
        <p:spPr bwMode="auto">
          <a:xfrm>
            <a:off x="2" y="9720264"/>
            <a:ext cx="3076575" cy="512762"/>
          </a:xfrm>
          <a:prstGeom prst="rect">
            <a:avLst/>
          </a:prstGeom>
          <a:noFill/>
          <a:ln w="9525">
            <a:noFill/>
            <a:miter lim="800000"/>
            <a:headEnd/>
            <a:tailEnd/>
          </a:ln>
          <a:effectLst/>
        </p:spPr>
        <p:txBody>
          <a:bodyPr vert="horz" wrap="square" lIns="91492" tIns="45745" rIns="91492" bIns="45745" numCol="1" anchor="b" anchorCtr="0" compatLnSpc="1">
            <a:prstTxWarp prst="textNoShape">
              <a:avLst/>
            </a:prstTxWarp>
          </a:bodyPr>
          <a:lstStyle>
            <a:lvl1pPr algn="l">
              <a:defRPr sz="1100"/>
            </a:lvl1pPr>
          </a:lstStyle>
          <a:p>
            <a:endParaRPr lang="en-US"/>
          </a:p>
        </p:txBody>
      </p:sp>
      <p:sp>
        <p:nvSpPr>
          <p:cNvPr id="1048646" name="Rectangle 7"/>
          <p:cNvSpPr>
            <a:spLocks noGrp="1" noChangeArrowheads="1"/>
          </p:cNvSpPr>
          <p:nvPr>
            <p:ph type="sldNum" sz="quarter" idx="5"/>
          </p:nvPr>
        </p:nvSpPr>
        <p:spPr bwMode="auto">
          <a:xfrm>
            <a:off x="4021139" y="9720264"/>
            <a:ext cx="3076575" cy="512762"/>
          </a:xfrm>
          <a:prstGeom prst="rect">
            <a:avLst/>
          </a:prstGeom>
          <a:noFill/>
          <a:ln w="9525">
            <a:noFill/>
            <a:miter lim="800000"/>
            <a:headEnd/>
            <a:tailEnd/>
          </a:ln>
          <a:effectLst/>
        </p:spPr>
        <p:txBody>
          <a:bodyPr vert="horz" wrap="square" lIns="91492" tIns="45745" rIns="91492" bIns="45745" numCol="1" anchor="b" anchorCtr="0" compatLnSpc="1">
            <a:prstTxWarp prst="textNoShape">
              <a:avLst/>
            </a:prstTxWarp>
          </a:bodyPr>
          <a:lstStyle>
            <a:lvl1pPr algn="r">
              <a:defRPr sz="1100"/>
            </a:lvl1pPr>
          </a:lstStyle>
          <a:p>
            <a:fld id="{A9A0EA98-5831-4853-B862-C702E6EB345C}" type="slidenum">
              <a:rPr lang="en-US"/>
              <a:t>‹#›</a:t>
            </a:fld>
            <a:endParaRPr lang="en-US"/>
          </a:p>
        </p:txBody>
      </p:sp>
    </p:spTree>
  </p:cSld>
  <p:clrMap bg1="lt1" tx1="dk1" bg2="lt2" tx2="dk2" accent1="accent1" accent2="accent2" accent3="accent3" accent4="accent4" accent5="accent5" accent6="accent6" hlink="hlink" folHlink="folHlink"/>
  <p:notesStyle>
    <a:lvl1pPr algn="l" rtl="0" fontAlgn="base">
      <a:spcBef>
        <a:spcPct val="30000"/>
      </a:spcBef>
      <a:spcAft>
        <a:spcPct val="0"/>
      </a:spcAft>
      <a:defRPr sz="1200" kern="1200">
        <a:solidFill>
          <a:schemeClr val="tx1"/>
        </a:solidFill>
        <a:latin typeface="Arial" charset="0"/>
        <a:ea typeface="+mn-ea"/>
        <a:cs typeface="+mn-cs"/>
      </a:defRPr>
    </a:lvl1pPr>
    <a:lvl2pPr marL="457200" algn="l" rtl="0" fontAlgn="base">
      <a:spcBef>
        <a:spcPct val="30000"/>
      </a:spcBef>
      <a:spcAft>
        <a:spcPct val="0"/>
      </a:spcAft>
      <a:defRPr sz="1200" kern="1200">
        <a:solidFill>
          <a:schemeClr val="tx1"/>
        </a:solidFill>
        <a:latin typeface="Arial" charset="0"/>
        <a:ea typeface="+mn-ea"/>
        <a:cs typeface="+mn-cs"/>
      </a:defRPr>
    </a:lvl2pPr>
    <a:lvl3pPr marL="914400" algn="l" rtl="0" fontAlgn="base">
      <a:spcBef>
        <a:spcPct val="30000"/>
      </a:spcBef>
      <a:spcAft>
        <a:spcPct val="0"/>
      </a:spcAft>
      <a:defRPr sz="1200" kern="1200">
        <a:solidFill>
          <a:schemeClr val="tx1"/>
        </a:solidFill>
        <a:latin typeface="Arial" charset="0"/>
        <a:ea typeface="+mn-ea"/>
        <a:cs typeface="+mn-cs"/>
      </a:defRPr>
    </a:lvl3pPr>
    <a:lvl4pPr marL="1371600" algn="l" rtl="0" fontAlgn="base">
      <a:spcBef>
        <a:spcPct val="30000"/>
      </a:spcBef>
      <a:spcAft>
        <a:spcPct val="0"/>
      </a:spcAft>
      <a:defRPr sz="1200" kern="1200">
        <a:solidFill>
          <a:schemeClr val="tx1"/>
        </a:solidFill>
        <a:latin typeface="Arial" charset="0"/>
        <a:ea typeface="+mn-ea"/>
        <a:cs typeface="+mn-cs"/>
      </a:defRPr>
    </a:lvl4pPr>
    <a:lvl5pPr marL="1828800" algn="l" rtl="0" fontAlgn="base">
      <a:spcBef>
        <a:spcPct val="30000"/>
      </a:spcBef>
      <a:spcAft>
        <a:spcPct val="0"/>
      </a:spcAft>
      <a:defRPr sz="120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1048581" name="Title 1"/>
          <p:cNvSpPr>
            <a:spLocks noGrp="1"/>
          </p:cNvSpPr>
          <p:nvPr>
            <p:ph type="ctrTitle"/>
          </p:nvPr>
        </p:nvSpPr>
        <p:spPr>
          <a:xfrm>
            <a:off x="685800" y="1122363"/>
            <a:ext cx="7772400" cy="2387600"/>
          </a:xfrm>
        </p:spPr>
        <p:txBody>
          <a:bodyPr anchor="b"/>
          <a:lstStyle>
            <a:lvl1pPr algn="ctr">
              <a:defRPr sz="6000"/>
            </a:lvl1pPr>
          </a:lstStyle>
          <a:p>
            <a:r>
              <a:rPr lang="en-US" altLang="zh-CN"/>
              <a:t>Click to edit Master title style</a:t>
            </a:r>
            <a:endParaRPr lang="en-US" dirty="0"/>
          </a:p>
        </p:txBody>
      </p:sp>
      <p:sp>
        <p:nvSpPr>
          <p:cNvPr id="1048582"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ltLang="zh-CN"/>
              <a:t>Click to edit Master subtitle style</a:t>
            </a:r>
            <a:endParaRPr lang="en-US" dirty="0"/>
          </a:p>
        </p:txBody>
      </p:sp>
      <p:sp>
        <p:nvSpPr>
          <p:cNvPr id="1048583" name="Date Placeholder 3"/>
          <p:cNvSpPr>
            <a:spLocks noGrp="1"/>
          </p:cNvSpPr>
          <p:nvPr>
            <p:ph type="dt" sz="half" idx="10"/>
          </p:nvPr>
        </p:nvSpPr>
        <p:spPr/>
        <p:txBody>
          <a:bodyPr/>
          <a:lstStyle/>
          <a:p>
            <a:fld id="{70BC1078-46ED-40F9-8930-935BAD7C2B02}" type="datetimeFigureOut">
              <a:rPr lang="zh-CN" altLang="en-US" smtClean="0"/>
              <a:t>2024/12/7</a:t>
            </a:fld>
            <a:endParaRPr lang="zh-CN" altLang="en-US"/>
          </a:p>
        </p:txBody>
      </p:sp>
      <p:sp>
        <p:nvSpPr>
          <p:cNvPr id="1048584" name="Footer Placeholder 4"/>
          <p:cNvSpPr>
            <a:spLocks noGrp="1"/>
          </p:cNvSpPr>
          <p:nvPr>
            <p:ph type="ftr" sz="quarter" idx="11"/>
          </p:nvPr>
        </p:nvSpPr>
        <p:spPr/>
        <p:txBody>
          <a:bodyPr/>
          <a:lstStyle/>
          <a:p>
            <a:endParaRPr lang="zh-CN" altLang="en-US"/>
          </a:p>
        </p:txBody>
      </p:sp>
      <p:sp>
        <p:nvSpPr>
          <p:cNvPr id="1048585" name="Slide Number Placeholder 5"/>
          <p:cNvSpPr>
            <a:spLocks noGrp="1"/>
          </p:cNvSpPr>
          <p:nvPr>
            <p:ph type="sldNum" sz="quarter" idx="12"/>
          </p:nvPr>
        </p:nvSpPr>
        <p:spPr/>
        <p:txBody>
          <a:bodyPr/>
          <a:lstStyle/>
          <a:p>
            <a:fld id="{D5B52ADC-5BFA-4FBD-BEE2-16096B7F4166}" type="slidenum">
              <a:rPr lang="zh-CN" altLang="en-US" smtClean="0"/>
              <a:t>‹#›</a:t>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1048597" name="Title 1"/>
          <p:cNvSpPr>
            <a:spLocks noGrp="1"/>
          </p:cNvSpPr>
          <p:nvPr>
            <p:ph type="title"/>
          </p:nvPr>
        </p:nvSpPr>
        <p:spPr/>
        <p:txBody>
          <a:bodyPr/>
          <a:lstStyle/>
          <a:p>
            <a:r>
              <a:rPr lang="en-US" altLang="zh-CN"/>
              <a:t>Click to edit Master title style</a:t>
            </a:r>
            <a:endParaRPr lang="en-US" dirty="0"/>
          </a:p>
        </p:txBody>
      </p:sp>
      <p:sp>
        <p:nvSpPr>
          <p:cNvPr id="1048598" name="Content Placeholder 2"/>
          <p:cNvSpPr>
            <a:spLocks noGrp="1"/>
          </p:cNvSpPr>
          <p:nvPr>
            <p:ph idx="1"/>
          </p:nvPr>
        </p:nvSpPr>
        <p:spPr/>
        <p:txBody>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1048599" name="Date Placeholder 3"/>
          <p:cNvSpPr>
            <a:spLocks noGrp="1"/>
          </p:cNvSpPr>
          <p:nvPr>
            <p:ph type="dt" sz="half" idx="10"/>
          </p:nvPr>
        </p:nvSpPr>
        <p:spPr/>
        <p:txBody>
          <a:bodyPr/>
          <a:lstStyle/>
          <a:p>
            <a:fld id="{70BC1078-46ED-40F9-8930-935BAD7C2B02}" type="datetimeFigureOut">
              <a:rPr lang="zh-CN" altLang="en-US" smtClean="0"/>
              <a:t>2024/12/7</a:t>
            </a:fld>
            <a:endParaRPr lang="zh-CN" altLang="en-US"/>
          </a:p>
        </p:txBody>
      </p:sp>
      <p:sp>
        <p:nvSpPr>
          <p:cNvPr id="1048600" name="Footer Placeholder 4"/>
          <p:cNvSpPr>
            <a:spLocks noGrp="1"/>
          </p:cNvSpPr>
          <p:nvPr>
            <p:ph type="ftr" sz="quarter" idx="11"/>
          </p:nvPr>
        </p:nvSpPr>
        <p:spPr/>
        <p:txBody>
          <a:bodyPr/>
          <a:lstStyle/>
          <a:p>
            <a:endParaRPr lang="zh-CN" altLang="en-US"/>
          </a:p>
        </p:txBody>
      </p:sp>
      <p:sp>
        <p:nvSpPr>
          <p:cNvPr id="1048601" name="Slide Number Placeholder 5"/>
          <p:cNvSpPr>
            <a:spLocks noGrp="1"/>
          </p:cNvSpPr>
          <p:nvPr>
            <p:ph type="sldNum" sz="quarter" idx="12"/>
          </p:nvPr>
        </p:nvSpPr>
        <p:spPr/>
        <p:txBody>
          <a:bodyPr/>
          <a:lstStyle/>
          <a:p>
            <a:fld id="{D5B52ADC-5BFA-4FBD-BEE2-16096B7F4166}" type="slidenum">
              <a:rPr lang="zh-CN" altLang="en-US" smtClean="0"/>
              <a:t>‹#›</a:t>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1048613" name="Title 1"/>
          <p:cNvSpPr>
            <a:spLocks noGrp="1"/>
          </p:cNvSpPr>
          <p:nvPr>
            <p:ph type="title"/>
          </p:nvPr>
        </p:nvSpPr>
        <p:spPr>
          <a:xfrm>
            <a:off x="623888" y="1709739"/>
            <a:ext cx="7886700" cy="2852737"/>
          </a:xfrm>
        </p:spPr>
        <p:txBody>
          <a:bodyPr anchor="b"/>
          <a:lstStyle>
            <a:lvl1pPr>
              <a:defRPr sz="6000"/>
            </a:lvl1pPr>
          </a:lstStyle>
          <a:p>
            <a:r>
              <a:rPr lang="en-US" altLang="zh-CN"/>
              <a:t>Click to edit Master title style</a:t>
            </a:r>
            <a:endParaRPr lang="en-US" dirty="0"/>
          </a:p>
        </p:txBody>
      </p:sp>
      <p:sp>
        <p:nvSpPr>
          <p:cNvPr id="1048614"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ltLang="zh-CN"/>
              <a:t>Click to edit Master text styles</a:t>
            </a:r>
          </a:p>
        </p:txBody>
      </p:sp>
      <p:sp>
        <p:nvSpPr>
          <p:cNvPr id="1048615" name="Date Placeholder 3"/>
          <p:cNvSpPr>
            <a:spLocks noGrp="1"/>
          </p:cNvSpPr>
          <p:nvPr>
            <p:ph type="dt" sz="half" idx="10"/>
          </p:nvPr>
        </p:nvSpPr>
        <p:spPr/>
        <p:txBody>
          <a:bodyPr/>
          <a:lstStyle/>
          <a:p>
            <a:fld id="{70BC1078-46ED-40F9-8930-935BAD7C2B02}" type="datetimeFigureOut">
              <a:rPr lang="zh-CN" altLang="en-US" smtClean="0"/>
              <a:t>2024/12/7</a:t>
            </a:fld>
            <a:endParaRPr lang="zh-CN" altLang="en-US"/>
          </a:p>
        </p:txBody>
      </p:sp>
      <p:sp>
        <p:nvSpPr>
          <p:cNvPr id="1048616" name="Footer Placeholder 4"/>
          <p:cNvSpPr>
            <a:spLocks noGrp="1"/>
          </p:cNvSpPr>
          <p:nvPr>
            <p:ph type="ftr" sz="quarter" idx="11"/>
          </p:nvPr>
        </p:nvSpPr>
        <p:spPr/>
        <p:txBody>
          <a:bodyPr/>
          <a:lstStyle/>
          <a:p>
            <a:endParaRPr lang="zh-CN" altLang="en-US"/>
          </a:p>
        </p:txBody>
      </p:sp>
      <p:sp>
        <p:nvSpPr>
          <p:cNvPr id="1048617" name="Slide Number Placeholder 5"/>
          <p:cNvSpPr>
            <a:spLocks noGrp="1"/>
          </p:cNvSpPr>
          <p:nvPr>
            <p:ph type="sldNum" sz="quarter" idx="12"/>
          </p:nvPr>
        </p:nvSpPr>
        <p:spPr/>
        <p:txBody>
          <a:bodyPr/>
          <a:lstStyle/>
          <a:p>
            <a:fld id="{D5B52ADC-5BFA-4FBD-BEE2-16096B7F4166}" type="slidenum">
              <a:rPr lang="zh-CN" altLang="en-US" smtClean="0"/>
              <a:t>‹#›</a:t>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1048618" name="Title 1"/>
          <p:cNvSpPr>
            <a:spLocks noGrp="1"/>
          </p:cNvSpPr>
          <p:nvPr>
            <p:ph type="title"/>
          </p:nvPr>
        </p:nvSpPr>
        <p:spPr/>
        <p:txBody>
          <a:bodyPr/>
          <a:lstStyle/>
          <a:p>
            <a:r>
              <a:rPr lang="en-US" altLang="zh-CN"/>
              <a:t>Click to edit Master title style</a:t>
            </a:r>
            <a:endParaRPr lang="en-US" dirty="0"/>
          </a:p>
        </p:txBody>
      </p:sp>
      <p:sp>
        <p:nvSpPr>
          <p:cNvPr id="1048619" name="Content Placeholder 2"/>
          <p:cNvSpPr>
            <a:spLocks noGrp="1"/>
          </p:cNvSpPr>
          <p:nvPr>
            <p:ph sz="half" idx="1"/>
          </p:nvPr>
        </p:nvSpPr>
        <p:spPr>
          <a:xfrm>
            <a:off x="628650" y="1825625"/>
            <a:ext cx="3886200" cy="4351338"/>
          </a:xfrm>
        </p:spPr>
        <p:txBody>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1048620" name="Content Placeholder 3"/>
          <p:cNvSpPr>
            <a:spLocks noGrp="1"/>
          </p:cNvSpPr>
          <p:nvPr>
            <p:ph sz="half" idx="2"/>
          </p:nvPr>
        </p:nvSpPr>
        <p:spPr>
          <a:xfrm>
            <a:off x="4629150" y="1825625"/>
            <a:ext cx="3886200" cy="4351338"/>
          </a:xfrm>
        </p:spPr>
        <p:txBody>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1048621" name="Date Placeholder 4"/>
          <p:cNvSpPr>
            <a:spLocks noGrp="1"/>
          </p:cNvSpPr>
          <p:nvPr>
            <p:ph type="dt" sz="half" idx="10"/>
          </p:nvPr>
        </p:nvSpPr>
        <p:spPr/>
        <p:txBody>
          <a:bodyPr/>
          <a:lstStyle/>
          <a:p>
            <a:fld id="{70BC1078-46ED-40F9-8930-935BAD7C2B02}" type="datetimeFigureOut">
              <a:rPr lang="zh-CN" altLang="en-US" smtClean="0"/>
              <a:t>2024/12/7</a:t>
            </a:fld>
            <a:endParaRPr lang="zh-CN" altLang="en-US"/>
          </a:p>
        </p:txBody>
      </p:sp>
      <p:sp>
        <p:nvSpPr>
          <p:cNvPr id="1048622" name="Footer Placeholder 5"/>
          <p:cNvSpPr>
            <a:spLocks noGrp="1"/>
          </p:cNvSpPr>
          <p:nvPr>
            <p:ph type="ftr" sz="quarter" idx="11"/>
          </p:nvPr>
        </p:nvSpPr>
        <p:spPr/>
        <p:txBody>
          <a:bodyPr/>
          <a:lstStyle/>
          <a:p>
            <a:endParaRPr lang="zh-CN" altLang="en-US"/>
          </a:p>
        </p:txBody>
      </p:sp>
      <p:sp>
        <p:nvSpPr>
          <p:cNvPr id="1048623" name="Slide Number Placeholder 6"/>
          <p:cNvSpPr>
            <a:spLocks noGrp="1"/>
          </p:cNvSpPr>
          <p:nvPr>
            <p:ph type="sldNum" sz="quarter" idx="12"/>
          </p:nvPr>
        </p:nvSpPr>
        <p:spPr/>
        <p:txBody>
          <a:bodyPr/>
          <a:lstStyle/>
          <a:p>
            <a:fld id="{D5B52ADC-5BFA-4FBD-BEE2-16096B7F4166}" type="slidenum">
              <a:rPr lang="zh-CN" altLang="en-US" smtClean="0"/>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48624" name="Title 1"/>
          <p:cNvSpPr>
            <a:spLocks noGrp="1"/>
          </p:cNvSpPr>
          <p:nvPr>
            <p:ph type="title"/>
          </p:nvPr>
        </p:nvSpPr>
        <p:spPr>
          <a:xfrm>
            <a:off x="629841" y="365126"/>
            <a:ext cx="7886700" cy="1325563"/>
          </a:xfrm>
        </p:spPr>
        <p:txBody>
          <a:bodyPr/>
          <a:lstStyle/>
          <a:p>
            <a:r>
              <a:rPr lang="en-US" altLang="zh-CN"/>
              <a:t>Click to edit Master title style</a:t>
            </a:r>
            <a:endParaRPr lang="en-US" dirty="0"/>
          </a:p>
        </p:txBody>
      </p:sp>
      <p:sp>
        <p:nvSpPr>
          <p:cNvPr id="1048625"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ltLang="zh-CN"/>
              <a:t>Click to edit Master text styles</a:t>
            </a:r>
          </a:p>
        </p:txBody>
      </p:sp>
      <p:sp>
        <p:nvSpPr>
          <p:cNvPr id="1048626" name="Content Placeholder 3"/>
          <p:cNvSpPr>
            <a:spLocks noGrp="1"/>
          </p:cNvSpPr>
          <p:nvPr>
            <p:ph sz="half" idx="2"/>
          </p:nvPr>
        </p:nvSpPr>
        <p:spPr>
          <a:xfrm>
            <a:off x="629842" y="2505075"/>
            <a:ext cx="3868340" cy="3684588"/>
          </a:xfrm>
        </p:spPr>
        <p:txBody>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1048627"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ltLang="zh-CN"/>
              <a:t>Click to edit Master text styles</a:t>
            </a:r>
          </a:p>
        </p:txBody>
      </p:sp>
      <p:sp>
        <p:nvSpPr>
          <p:cNvPr id="1048628" name="Content Placeholder 5"/>
          <p:cNvSpPr>
            <a:spLocks noGrp="1"/>
          </p:cNvSpPr>
          <p:nvPr>
            <p:ph sz="quarter" idx="4"/>
          </p:nvPr>
        </p:nvSpPr>
        <p:spPr>
          <a:xfrm>
            <a:off x="4629150" y="2505075"/>
            <a:ext cx="3887391" cy="3684588"/>
          </a:xfrm>
        </p:spPr>
        <p:txBody>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1048629" name="Date Placeholder 6"/>
          <p:cNvSpPr>
            <a:spLocks noGrp="1"/>
          </p:cNvSpPr>
          <p:nvPr>
            <p:ph type="dt" sz="half" idx="10"/>
          </p:nvPr>
        </p:nvSpPr>
        <p:spPr/>
        <p:txBody>
          <a:bodyPr/>
          <a:lstStyle/>
          <a:p>
            <a:fld id="{70BC1078-46ED-40F9-8930-935BAD7C2B02}" type="datetimeFigureOut">
              <a:rPr lang="zh-CN" altLang="en-US" smtClean="0"/>
              <a:t>2024/12/7</a:t>
            </a:fld>
            <a:endParaRPr lang="zh-CN" altLang="en-US"/>
          </a:p>
        </p:txBody>
      </p:sp>
      <p:sp>
        <p:nvSpPr>
          <p:cNvPr id="1048630" name="Footer Placeholder 7"/>
          <p:cNvSpPr>
            <a:spLocks noGrp="1"/>
          </p:cNvSpPr>
          <p:nvPr>
            <p:ph type="ftr" sz="quarter" idx="11"/>
          </p:nvPr>
        </p:nvSpPr>
        <p:spPr/>
        <p:txBody>
          <a:bodyPr/>
          <a:lstStyle/>
          <a:p>
            <a:endParaRPr lang="zh-CN" altLang="en-US"/>
          </a:p>
        </p:txBody>
      </p:sp>
      <p:sp>
        <p:nvSpPr>
          <p:cNvPr id="1048631" name="Slide Number Placeholder 8"/>
          <p:cNvSpPr>
            <a:spLocks noGrp="1"/>
          </p:cNvSpPr>
          <p:nvPr>
            <p:ph type="sldNum" sz="quarter" idx="12"/>
          </p:nvPr>
        </p:nvSpPr>
        <p:spPr/>
        <p:txBody>
          <a:bodyPr/>
          <a:lstStyle/>
          <a:p>
            <a:fld id="{D5B52ADC-5BFA-4FBD-BEE2-16096B7F4166}" type="slidenum">
              <a:rPr lang="zh-CN" altLang="en-US" smtClean="0"/>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1048588" name="Title 1"/>
          <p:cNvSpPr>
            <a:spLocks noGrp="1"/>
          </p:cNvSpPr>
          <p:nvPr>
            <p:ph type="title"/>
          </p:nvPr>
        </p:nvSpPr>
        <p:spPr/>
        <p:txBody>
          <a:bodyPr/>
          <a:lstStyle/>
          <a:p>
            <a:r>
              <a:rPr lang="en-US" altLang="zh-CN"/>
              <a:t>Click to edit Master title style</a:t>
            </a:r>
            <a:endParaRPr lang="en-US" dirty="0"/>
          </a:p>
        </p:txBody>
      </p:sp>
      <p:sp>
        <p:nvSpPr>
          <p:cNvPr id="1048589" name="Date Placeholder 2"/>
          <p:cNvSpPr>
            <a:spLocks noGrp="1"/>
          </p:cNvSpPr>
          <p:nvPr>
            <p:ph type="dt" sz="half" idx="10"/>
          </p:nvPr>
        </p:nvSpPr>
        <p:spPr/>
        <p:txBody>
          <a:bodyPr/>
          <a:lstStyle/>
          <a:p>
            <a:fld id="{70BC1078-46ED-40F9-8930-935BAD7C2B02}" type="datetimeFigureOut">
              <a:rPr lang="zh-CN" altLang="en-US" smtClean="0"/>
              <a:t>2024/12/7</a:t>
            </a:fld>
            <a:endParaRPr lang="zh-CN" altLang="en-US"/>
          </a:p>
        </p:txBody>
      </p:sp>
      <p:sp>
        <p:nvSpPr>
          <p:cNvPr id="1048590" name="Footer Placeholder 3"/>
          <p:cNvSpPr>
            <a:spLocks noGrp="1"/>
          </p:cNvSpPr>
          <p:nvPr>
            <p:ph type="ftr" sz="quarter" idx="11"/>
          </p:nvPr>
        </p:nvSpPr>
        <p:spPr/>
        <p:txBody>
          <a:bodyPr/>
          <a:lstStyle/>
          <a:p>
            <a:endParaRPr lang="zh-CN" altLang="en-US"/>
          </a:p>
        </p:txBody>
      </p:sp>
      <p:sp>
        <p:nvSpPr>
          <p:cNvPr id="1048591" name="Slide Number Placeholder 4"/>
          <p:cNvSpPr>
            <a:spLocks noGrp="1"/>
          </p:cNvSpPr>
          <p:nvPr>
            <p:ph type="sldNum" sz="quarter" idx="12"/>
          </p:nvPr>
        </p:nvSpPr>
        <p:spPr/>
        <p:txBody>
          <a:bodyPr/>
          <a:lstStyle/>
          <a:p>
            <a:fld id="{D5B52ADC-5BFA-4FBD-BEE2-16096B7F4166}" type="slidenum">
              <a:rPr lang="zh-CN" altLang="en-US" smtClean="0"/>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1048632" name="Date Placeholder 1"/>
          <p:cNvSpPr>
            <a:spLocks noGrp="1"/>
          </p:cNvSpPr>
          <p:nvPr>
            <p:ph type="dt" sz="half" idx="10"/>
          </p:nvPr>
        </p:nvSpPr>
        <p:spPr/>
        <p:txBody>
          <a:bodyPr/>
          <a:lstStyle/>
          <a:p>
            <a:fld id="{70BC1078-46ED-40F9-8930-935BAD7C2B02}" type="datetimeFigureOut">
              <a:rPr lang="zh-CN" altLang="en-US" smtClean="0"/>
              <a:t>2024/12/7</a:t>
            </a:fld>
            <a:endParaRPr lang="zh-CN" altLang="en-US"/>
          </a:p>
        </p:txBody>
      </p:sp>
      <p:sp>
        <p:nvSpPr>
          <p:cNvPr id="1048633" name="Footer Placeholder 2"/>
          <p:cNvSpPr>
            <a:spLocks noGrp="1"/>
          </p:cNvSpPr>
          <p:nvPr>
            <p:ph type="ftr" sz="quarter" idx="11"/>
          </p:nvPr>
        </p:nvSpPr>
        <p:spPr/>
        <p:txBody>
          <a:bodyPr/>
          <a:lstStyle/>
          <a:p>
            <a:endParaRPr lang="zh-CN" altLang="en-US"/>
          </a:p>
        </p:txBody>
      </p:sp>
      <p:sp>
        <p:nvSpPr>
          <p:cNvPr id="1048634" name="Slide Number Placeholder 3"/>
          <p:cNvSpPr>
            <a:spLocks noGrp="1"/>
          </p:cNvSpPr>
          <p:nvPr>
            <p:ph type="sldNum" sz="quarter" idx="12"/>
          </p:nvPr>
        </p:nvSpPr>
        <p:spPr/>
        <p:txBody>
          <a:bodyPr/>
          <a:lstStyle/>
          <a:p>
            <a:fld id="{D5B52ADC-5BFA-4FBD-BEE2-16096B7F4166}" type="slidenum">
              <a:rPr lang="zh-CN" altLang="en-US" smtClean="0"/>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1048635" name="Title 1"/>
          <p:cNvSpPr>
            <a:spLocks noGrp="1"/>
          </p:cNvSpPr>
          <p:nvPr>
            <p:ph type="title"/>
          </p:nvPr>
        </p:nvSpPr>
        <p:spPr>
          <a:xfrm>
            <a:off x="629841" y="457200"/>
            <a:ext cx="2949178" cy="1600200"/>
          </a:xfrm>
        </p:spPr>
        <p:txBody>
          <a:bodyPr anchor="b"/>
          <a:lstStyle>
            <a:lvl1pPr>
              <a:defRPr sz="3200"/>
            </a:lvl1pPr>
          </a:lstStyle>
          <a:p>
            <a:r>
              <a:rPr lang="en-US" altLang="zh-CN"/>
              <a:t>Click to edit Master title style</a:t>
            </a:r>
            <a:endParaRPr lang="en-US" dirty="0"/>
          </a:p>
        </p:txBody>
      </p:sp>
      <p:sp>
        <p:nvSpPr>
          <p:cNvPr id="1048636"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1048637"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ltLang="zh-CN"/>
              <a:t>Click to edit Master text styles</a:t>
            </a:r>
          </a:p>
        </p:txBody>
      </p:sp>
      <p:sp>
        <p:nvSpPr>
          <p:cNvPr id="1048638" name="Date Placeholder 4"/>
          <p:cNvSpPr>
            <a:spLocks noGrp="1"/>
          </p:cNvSpPr>
          <p:nvPr>
            <p:ph type="dt" sz="half" idx="10"/>
          </p:nvPr>
        </p:nvSpPr>
        <p:spPr/>
        <p:txBody>
          <a:bodyPr/>
          <a:lstStyle/>
          <a:p>
            <a:fld id="{70BC1078-46ED-40F9-8930-935BAD7C2B02}" type="datetimeFigureOut">
              <a:rPr lang="zh-CN" altLang="en-US" smtClean="0"/>
              <a:t>2024/12/7</a:t>
            </a:fld>
            <a:endParaRPr lang="zh-CN" altLang="en-US"/>
          </a:p>
        </p:txBody>
      </p:sp>
      <p:sp>
        <p:nvSpPr>
          <p:cNvPr id="1048639" name="Footer Placeholder 5"/>
          <p:cNvSpPr>
            <a:spLocks noGrp="1"/>
          </p:cNvSpPr>
          <p:nvPr>
            <p:ph type="ftr" sz="quarter" idx="11"/>
          </p:nvPr>
        </p:nvSpPr>
        <p:spPr/>
        <p:txBody>
          <a:bodyPr/>
          <a:lstStyle/>
          <a:p>
            <a:endParaRPr lang="zh-CN" altLang="en-US"/>
          </a:p>
        </p:txBody>
      </p:sp>
      <p:sp>
        <p:nvSpPr>
          <p:cNvPr id="1048640" name="Slide Number Placeholder 6"/>
          <p:cNvSpPr>
            <a:spLocks noGrp="1"/>
          </p:cNvSpPr>
          <p:nvPr>
            <p:ph type="sldNum" sz="quarter" idx="12"/>
          </p:nvPr>
        </p:nvSpPr>
        <p:spPr/>
        <p:txBody>
          <a:bodyPr/>
          <a:lstStyle/>
          <a:p>
            <a:fld id="{D5B52ADC-5BFA-4FBD-BEE2-16096B7F4166}" type="slidenum">
              <a:rPr lang="zh-CN" altLang="en-US" smtClean="0"/>
              <a:t>‹#›</a:t>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1048602" name="Title 1"/>
          <p:cNvSpPr>
            <a:spLocks noGrp="1"/>
          </p:cNvSpPr>
          <p:nvPr>
            <p:ph type="title"/>
          </p:nvPr>
        </p:nvSpPr>
        <p:spPr>
          <a:xfrm>
            <a:off x="629841" y="457200"/>
            <a:ext cx="2949178" cy="1600200"/>
          </a:xfrm>
        </p:spPr>
        <p:txBody>
          <a:bodyPr anchor="b"/>
          <a:lstStyle>
            <a:lvl1pPr>
              <a:defRPr sz="3200"/>
            </a:lvl1pPr>
          </a:lstStyle>
          <a:p>
            <a:r>
              <a:rPr lang="en-US" altLang="zh-CN"/>
              <a:t>Click to edit Master title style</a:t>
            </a:r>
            <a:endParaRPr lang="en-US" dirty="0"/>
          </a:p>
        </p:txBody>
      </p:sp>
      <p:sp>
        <p:nvSpPr>
          <p:cNvPr id="104860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ltLang="zh-CN"/>
              <a:t>Click icon to add picture</a:t>
            </a:r>
            <a:endParaRPr lang="en-US" dirty="0"/>
          </a:p>
        </p:txBody>
      </p:sp>
      <p:sp>
        <p:nvSpPr>
          <p:cNvPr id="104860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ltLang="zh-CN"/>
              <a:t>Click to edit Master text styles</a:t>
            </a:r>
          </a:p>
        </p:txBody>
      </p:sp>
      <p:sp>
        <p:nvSpPr>
          <p:cNvPr id="1048605" name="Date Placeholder 4"/>
          <p:cNvSpPr>
            <a:spLocks noGrp="1"/>
          </p:cNvSpPr>
          <p:nvPr>
            <p:ph type="dt" sz="half" idx="10"/>
          </p:nvPr>
        </p:nvSpPr>
        <p:spPr/>
        <p:txBody>
          <a:bodyPr/>
          <a:lstStyle/>
          <a:p>
            <a:fld id="{70BC1078-46ED-40F9-8930-935BAD7C2B02}" type="datetimeFigureOut">
              <a:rPr lang="zh-CN" altLang="en-US" smtClean="0"/>
              <a:t>2024/12/7</a:t>
            </a:fld>
            <a:endParaRPr lang="zh-CN" altLang="en-US"/>
          </a:p>
        </p:txBody>
      </p:sp>
      <p:sp>
        <p:nvSpPr>
          <p:cNvPr id="1048606" name="Footer Placeholder 5"/>
          <p:cNvSpPr>
            <a:spLocks noGrp="1"/>
          </p:cNvSpPr>
          <p:nvPr>
            <p:ph type="ftr" sz="quarter" idx="11"/>
          </p:nvPr>
        </p:nvSpPr>
        <p:spPr/>
        <p:txBody>
          <a:bodyPr/>
          <a:lstStyle/>
          <a:p>
            <a:endParaRPr lang="zh-CN" altLang="en-US"/>
          </a:p>
        </p:txBody>
      </p:sp>
      <p:sp>
        <p:nvSpPr>
          <p:cNvPr id="1048607" name="Slide Number Placeholder 6"/>
          <p:cNvSpPr>
            <a:spLocks noGrp="1"/>
          </p:cNvSpPr>
          <p:nvPr>
            <p:ph type="sldNum" sz="quarter" idx="12"/>
          </p:nvPr>
        </p:nvSpPr>
        <p:spPr/>
        <p:txBody>
          <a:bodyPr/>
          <a:lstStyle/>
          <a:p>
            <a:fld id="{D5B52ADC-5BFA-4FBD-BEE2-16096B7F4166}" type="slidenum">
              <a:rPr lang="zh-CN" altLang="en-US" smtClean="0"/>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1048608" name="Title 1"/>
          <p:cNvSpPr>
            <a:spLocks noGrp="1"/>
          </p:cNvSpPr>
          <p:nvPr>
            <p:ph type="title"/>
          </p:nvPr>
        </p:nvSpPr>
        <p:spPr/>
        <p:txBody>
          <a:bodyPr/>
          <a:lstStyle/>
          <a:p>
            <a:r>
              <a:rPr lang="en-US" altLang="zh-CN"/>
              <a:t>Click to edit Master title style</a:t>
            </a:r>
            <a:endParaRPr lang="en-US" dirty="0"/>
          </a:p>
        </p:txBody>
      </p:sp>
      <p:sp>
        <p:nvSpPr>
          <p:cNvPr id="1048609" name="Vertical Text Placeholder 2"/>
          <p:cNvSpPr>
            <a:spLocks noGrp="1"/>
          </p:cNvSpPr>
          <p:nvPr>
            <p:ph type="body" orient="vert" idx="1"/>
          </p:nvPr>
        </p:nvSpPr>
        <p:spPr/>
        <p:txBody>
          <a:bodyPr vert="eaVert"/>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1048610" name="Date Placeholder 3"/>
          <p:cNvSpPr>
            <a:spLocks noGrp="1"/>
          </p:cNvSpPr>
          <p:nvPr>
            <p:ph type="dt" sz="half" idx="10"/>
          </p:nvPr>
        </p:nvSpPr>
        <p:spPr/>
        <p:txBody>
          <a:bodyPr/>
          <a:lstStyle/>
          <a:p>
            <a:fld id="{70BC1078-46ED-40F9-8930-935BAD7C2B02}" type="datetimeFigureOut">
              <a:rPr lang="zh-CN" altLang="en-US" smtClean="0"/>
              <a:t>2024/12/7</a:t>
            </a:fld>
            <a:endParaRPr lang="zh-CN" altLang="en-US"/>
          </a:p>
        </p:txBody>
      </p:sp>
      <p:sp>
        <p:nvSpPr>
          <p:cNvPr id="1048611" name="Footer Placeholder 4"/>
          <p:cNvSpPr>
            <a:spLocks noGrp="1"/>
          </p:cNvSpPr>
          <p:nvPr>
            <p:ph type="ftr" sz="quarter" idx="11"/>
          </p:nvPr>
        </p:nvSpPr>
        <p:spPr/>
        <p:txBody>
          <a:bodyPr/>
          <a:lstStyle/>
          <a:p>
            <a:endParaRPr lang="zh-CN" altLang="en-US"/>
          </a:p>
        </p:txBody>
      </p:sp>
      <p:sp>
        <p:nvSpPr>
          <p:cNvPr id="1048612" name="Slide Number Placeholder 5"/>
          <p:cNvSpPr>
            <a:spLocks noGrp="1"/>
          </p:cNvSpPr>
          <p:nvPr>
            <p:ph type="sldNum" sz="quarter" idx="12"/>
          </p:nvPr>
        </p:nvSpPr>
        <p:spPr/>
        <p:txBody>
          <a:bodyPr/>
          <a:lstStyle/>
          <a:p>
            <a:fld id="{D5B52ADC-5BFA-4FBD-BEE2-16096B7F4166}" type="slidenum">
              <a:rPr lang="zh-CN" altLang="en-US" smtClean="0"/>
              <a:t>‹#›</a:t>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1048592" name="Vertical Title 1"/>
          <p:cNvSpPr>
            <a:spLocks noGrp="1"/>
          </p:cNvSpPr>
          <p:nvPr>
            <p:ph type="title" orient="vert"/>
          </p:nvPr>
        </p:nvSpPr>
        <p:spPr>
          <a:xfrm>
            <a:off x="6543675" y="365125"/>
            <a:ext cx="1971675" cy="5811838"/>
          </a:xfrm>
        </p:spPr>
        <p:txBody>
          <a:bodyPr vert="eaVert"/>
          <a:lstStyle/>
          <a:p>
            <a:r>
              <a:rPr lang="en-US" altLang="zh-CN"/>
              <a:t>Click to edit Master title style</a:t>
            </a:r>
            <a:endParaRPr lang="en-US" dirty="0"/>
          </a:p>
        </p:txBody>
      </p:sp>
      <p:sp>
        <p:nvSpPr>
          <p:cNvPr id="1048593" name="Vertical Text Placeholder 2"/>
          <p:cNvSpPr>
            <a:spLocks noGrp="1"/>
          </p:cNvSpPr>
          <p:nvPr>
            <p:ph type="body" orient="vert" idx="1"/>
          </p:nvPr>
        </p:nvSpPr>
        <p:spPr>
          <a:xfrm>
            <a:off x="628650" y="365125"/>
            <a:ext cx="5800725" cy="5811838"/>
          </a:xfrm>
        </p:spPr>
        <p:txBody>
          <a:bodyPr vert="eaVert"/>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1048594" name="Date Placeholder 3"/>
          <p:cNvSpPr>
            <a:spLocks noGrp="1"/>
          </p:cNvSpPr>
          <p:nvPr>
            <p:ph type="dt" sz="half" idx="10"/>
          </p:nvPr>
        </p:nvSpPr>
        <p:spPr/>
        <p:txBody>
          <a:bodyPr/>
          <a:lstStyle/>
          <a:p>
            <a:fld id="{70BC1078-46ED-40F9-8930-935BAD7C2B02}" type="datetimeFigureOut">
              <a:rPr lang="zh-CN" altLang="en-US" smtClean="0"/>
              <a:t>2024/12/7</a:t>
            </a:fld>
            <a:endParaRPr lang="zh-CN" altLang="en-US"/>
          </a:p>
        </p:txBody>
      </p:sp>
      <p:sp>
        <p:nvSpPr>
          <p:cNvPr id="1048595" name="Footer Placeholder 4"/>
          <p:cNvSpPr>
            <a:spLocks noGrp="1"/>
          </p:cNvSpPr>
          <p:nvPr>
            <p:ph type="ftr" sz="quarter" idx="11"/>
          </p:nvPr>
        </p:nvSpPr>
        <p:spPr/>
        <p:txBody>
          <a:bodyPr/>
          <a:lstStyle/>
          <a:p>
            <a:endParaRPr lang="zh-CN" altLang="en-US"/>
          </a:p>
        </p:txBody>
      </p:sp>
      <p:sp>
        <p:nvSpPr>
          <p:cNvPr id="1048596" name="Slide Number Placeholder 5"/>
          <p:cNvSpPr>
            <a:spLocks noGrp="1"/>
          </p:cNvSpPr>
          <p:nvPr>
            <p:ph type="sldNum" sz="quarter" idx="12"/>
          </p:nvPr>
        </p:nvSpPr>
        <p:spPr/>
        <p:txBody>
          <a:bodyPr/>
          <a:lstStyle/>
          <a:p>
            <a:fld id="{D5B52ADC-5BFA-4FBD-BEE2-16096B7F4166}" type="slidenum">
              <a:rPr lang="zh-CN" altLang="en-US" smtClean="0"/>
              <a:t>‹#›</a:t>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48576"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ltLang="zh-CN"/>
              <a:t>Click to edit Master title style</a:t>
            </a:r>
            <a:endParaRPr lang="en-US" dirty="0"/>
          </a:p>
        </p:txBody>
      </p:sp>
      <p:sp>
        <p:nvSpPr>
          <p:cNvPr id="1048577"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dirty="0"/>
          </a:p>
        </p:txBody>
      </p:sp>
      <p:sp>
        <p:nvSpPr>
          <p:cNvPr id="1048578"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0BC1078-46ED-40F9-8930-935BAD7C2B02}" type="datetimeFigureOut">
              <a:rPr lang="zh-CN" altLang="en-US" smtClean="0"/>
              <a:t>2024/12/7</a:t>
            </a:fld>
            <a:endParaRPr lang="zh-CN" altLang="en-US"/>
          </a:p>
        </p:txBody>
      </p:sp>
      <p:sp>
        <p:nvSpPr>
          <p:cNvPr id="1048579"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1048580"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5B52ADC-5BFA-4FBD-BEE2-16096B7F4166}"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586" name="Title 1"/>
          <p:cNvSpPr>
            <a:spLocks noGrp="1"/>
          </p:cNvSpPr>
          <p:nvPr>
            <p:ph type="ctrTitle"/>
          </p:nvPr>
        </p:nvSpPr>
        <p:spPr/>
        <p:txBody>
          <a:bodyPr/>
          <a:lstStyle/>
          <a:p>
            <a:r>
              <a:rPr lang="en-US" altLang="zh-CN" dirty="0" err="1"/>
              <a:t>Tugas</a:t>
            </a:r>
            <a:r>
              <a:rPr lang="en-US" altLang="zh-CN" dirty="0"/>
              <a:t> 6</a:t>
            </a:r>
          </a:p>
        </p:txBody>
      </p:sp>
      <p:sp>
        <p:nvSpPr>
          <p:cNvPr id="1048587" name="Subtitle 2"/>
          <p:cNvSpPr>
            <a:spLocks noGrp="1"/>
          </p:cNvSpPr>
          <p:nvPr>
            <p:ph type="subTitle" idx="1"/>
          </p:nvPr>
        </p:nvSpPr>
        <p:spPr/>
        <p:txBody>
          <a:bodyPr/>
          <a:lstStyle/>
          <a:p>
            <a:r>
              <a:rPr lang="en-US" altLang="zh-CN" dirty="0"/>
              <a:t>Ariski Myardi</a:t>
            </a:r>
          </a:p>
          <a:p>
            <a:r>
              <a:rPr lang="en-US" altLang="zh-CN" dirty="0"/>
              <a:t>1103220019</a:t>
            </a:r>
          </a:p>
          <a:p>
            <a:r>
              <a:rPr lang="en-US" altLang="zh-CN" dirty="0"/>
              <a:t>Tk-46-04</a:t>
            </a:r>
          </a:p>
          <a:p>
            <a:endParaRPr lang="en-US" altLang="zh-CN"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47" name="Title 1048646"/>
          <p:cNvSpPr>
            <a:spLocks noGrp="1"/>
          </p:cNvSpPr>
          <p:nvPr>
            <p:ph type="ctrTitle"/>
          </p:nvPr>
        </p:nvSpPr>
        <p:spPr/>
        <p:txBody>
          <a:bodyPr/>
          <a:lstStyle/>
          <a:p>
            <a:endParaRPr lang="in-ID"/>
          </a:p>
        </p:txBody>
      </p:sp>
      <p:sp>
        <p:nvSpPr>
          <p:cNvPr id="1048648" name="Subtitle 1048647"/>
          <p:cNvSpPr>
            <a:spLocks noGrp="1"/>
          </p:cNvSpPr>
          <p:nvPr>
            <p:ph type="subTitle" idx="1"/>
          </p:nvPr>
        </p:nvSpPr>
        <p:spPr/>
        <p:txBody>
          <a:bodyPr/>
          <a:lstStyle/>
          <a:p>
            <a:endParaRPr lang="in-ID"/>
          </a:p>
        </p:txBody>
      </p:sp>
      <p:pic>
        <p:nvPicPr>
          <p:cNvPr id="3" name="Picture 2">
            <a:extLst>
              <a:ext uri="{FF2B5EF4-FFF2-40B4-BE49-F238E27FC236}">
                <a16:creationId xmlns:a16="http://schemas.microsoft.com/office/drawing/2014/main" id="{B6C06A4A-3603-A3F5-63C7-883B03DD696A}"/>
              </a:ext>
            </a:extLst>
          </p:cNvPr>
          <p:cNvPicPr>
            <a:picLocks noChangeAspect="1"/>
          </p:cNvPicPr>
          <p:nvPr/>
        </p:nvPicPr>
        <p:blipFill>
          <a:blip r:embed="rId2"/>
          <a:stretch>
            <a:fillRect/>
          </a:stretch>
        </p:blipFill>
        <p:spPr>
          <a:xfrm>
            <a:off x="0" y="565258"/>
            <a:ext cx="9144000" cy="5727483"/>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49" name="Title 1048648"/>
          <p:cNvSpPr>
            <a:spLocks noGrp="1"/>
          </p:cNvSpPr>
          <p:nvPr>
            <p:ph type="ctrTitle"/>
          </p:nvPr>
        </p:nvSpPr>
        <p:spPr/>
        <p:txBody>
          <a:bodyPr/>
          <a:lstStyle/>
          <a:p>
            <a:endParaRPr lang="in-ID" dirty="0"/>
          </a:p>
        </p:txBody>
      </p:sp>
      <p:sp>
        <p:nvSpPr>
          <p:cNvPr id="1048650" name="Subtitle 1048649"/>
          <p:cNvSpPr>
            <a:spLocks noGrp="1"/>
          </p:cNvSpPr>
          <p:nvPr>
            <p:ph type="subTitle" idx="1"/>
          </p:nvPr>
        </p:nvSpPr>
        <p:spPr/>
        <p:txBody>
          <a:bodyPr/>
          <a:lstStyle/>
          <a:p>
            <a:endParaRPr lang="in-ID"/>
          </a:p>
        </p:txBody>
      </p:sp>
      <p:pic>
        <p:nvPicPr>
          <p:cNvPr id="3" name="Picture 2">
            <a:extLst>
              <a:ext uri="{FF2B5EF4-FFF2-40B4-BE49-F238E27FC236}">
                <a16:creationId xmlns:a16="http://schemas.microsoft.com/office/drawing/2014/main" id="{61444518-2B1F-153E-E70F-824DD6F252C7}"/>
              </a:ext>
            </a:extLst>
          </p:cNvPr>
          <p:cNvPicPr>
            <a:picLocks noChangeAspect="1"/>
          </p:cNvPicPr>
          <p:nvPr/>
        </p:nvPicPr>
        <p:blipFill>
          <a:blip r:embed="rId2"/>
          <a:stretch>
            <a:fillRect/>
          </a:stretch>
        </p:blipFill>
        <p:spPr>
          <a:xfrm>
            <a:off x="0" y="570161"/>
            <a:ext cx="9144000" cy="5717677"/>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51" name="Title 1048650"/>
          <p:cNvSpPr>
            <a:spLocks noGrp="1"/>
          </p:cNvSpPr>
          <p:nvPr>
            <p:ph type="ctrTitle"/>
          </p:nvPr>
        </p:nvSpPr>
        <p:spPr/>
        <p:txBody>
          <a:bodyPr/>
          <a:lstStyle/>
          <a:p>
            <a:endParaRPr lang="in-ID"/>
          </a:p>
        </p:txBody>
      </p:sp>
      <p:sp>
        <p:nvSpPr>
          <p:cNvPr id="1048652" name="Subtitle 1048651"/>
          <p:cNvSpPr>
            <a:spLocks noGrp="1"/>
          </p:cNvSpPr>
          <p:nvPr>
            <p:ph type="subTitle" idx="1"/>
          </p:nvPr>
        </p:nvSpPr>
        <p:spPr/>
        <p:txBody>
          <a:bodyPr/>
          <a:lstStyle/>
          <a:p>
            <a:endParaRPr lang="in-ID"/>
          </a:p>
        </p:txBody>
      </p:sp>
      <p:pic>
        <p:nvPicPr>
          <p:cNvPr id="3" name="Picture 2">
            <a:extLst>
              <a:ext uri="{FF2B5EF4-FFF2-40B4-BE49-F238E27FC236}">
                <a16:creationId xmlns:a16="http://schemas.microsoft.com/office/drawing/2014/main" id="{F458B5BD-FDA4-FBFB-D555-06AA823E02E7}"/>
              </a:ext>
            </a:extLst>
          </p:cNvPr>
          <p:cNvPicPr>
            <a:picLocks noChangeAspect="1"/>
          </p:cNvPicPr>
          <p:nvPr/>
        </p:nvPicPr>
        <p:blipFill>
          <a:blip r:embed="rId2"/>
          <a:stretch>
            <a:fillRect/>
          </a:stretch>
        </p:blipFill>
        <p:spPr>
          <a:xfrm>
            <a:off x="704310" y="685417"/>
            <a:ext cx="7735380" cy="5487166"/>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53" name="Title 1048652"/>
          <p:cNvSpPr>
            <a:spLocks noGrp="1"/>
          </p:cNvSpPr>
          <p:nvPr>
            <p:ph type="ctrTitle"/>
          </p:nvPr>
        </p:nvSpPr>
        <p:spPr/>
        <p:txBody>
          <a:bodyPr/>
          <a:lstStyle/>
          <a:p>
            <a:endParaRPr lang="in-ID"/>
          </a:p>
        </p:txBody>
      </p:sp>
      <p:sp>
        <p:nvSpPr>
          <p:cNvPr id="1048654" name="Subtitle 1048653"/>
          <p:cNvSpPr>
            <a:spLocks noGrp="1"/>
          </p:cNvSpPr>
          <p:nvPr>
            <p:ph type="subTitle" idx="1"/>
          </p:nvPr>
        </p:nvSpPr>
        <p:spPr/>
        <p:txBody>
          <a:bodyPr/>
          <a:lstStyle/>
          <a:p>
            <a:endParaRPr lang="in-ID"/>
          </a:p>
        </p:txBody>
      </p:sp>
      <p:pic>
        <p:nvPicPr>
          <p:cNvPr id="3" name="Picture 2">
            <a:extLst>
              <a:ext uri="{FF2B5EF4-FFF2-40B4-BE49-F238E27FC236}">
                <a16:creationId xmlns:a16="http://schemas.microsoft.com/office/drawing/2014/main" id="{61DBD2E7-2D2D-5E94-E6BE-42A279759B21}"/>
              </a:ext>
            </a:extLst>
          </p:cNvPr>
          <p:cNvPicPr>
            <a:picLocks noChangeAspect="1"/>
          </p:cNvPicPr>
          <p:nvPr/>
        </p:nvPicPr>
        <p:blipFill>
          <a:blip r:embed="rId2"/>
          <a:stretch>
            <a:fillRect/>
          </a:stretch>
        </p:blipFill>
        <p:spPr>
          <a:xfrm>
            <a:off x="699547" y="694943"/>
            <a:ext cx="7744906" cy="5468113"/>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55" name="Title 1048654"/>
          <p:cNvSpPr>
            <a:spLocks noGrp="1"/>
          </p:cNvSpPr>
          <p:nvPr>
            <p:ph type="ctrTitle"/>
          </p:nvPr>
        </p:nvSpPr>
        <p:spPr/>
        <p:txBody>
          <a:bodyPr/>
          <a:lstStyle/>
          <a:p>
            <a:endParaRPr lang="in-ID"/>
          </a:p>
        </p:txBody>
      </p:sp>
      <p:sp>
        <p:nvSpPr>
          <p:cNvPr id="1048656" name="Subtitle 1048655"/>
          <p:cNvSpPr>
            <a:spLocks noGrp="1"/>
          </p:cNvSpPr>
          <p:nvPr>
            <p:ph type="subTitle" idx="1"/>
          </p:nvPr>
        </p:nvSpPr>
        <p:spPr/>
        <p:txBody>
          <a:bodyPr/>
          <a:lstStyle/>
          <a:p>
            <a:endParaRPr lang="in-ID"/>
          </a:p>
        </p:txBody>
      </p:sp>
      <p:pic>
        <p:nvPicPr>
          <p:cNvPr id="3" name="Picture 2">
            <a:extLst>
              <a:ext uri="{FF2B5EF4-FFF2-40B4-BE49-F238E27FC236}">
                <a16:creationId xmlns:a16="http://schemas.microsoft.com/office/drawing/2014/main" id="{417ACCF0-CEA5-71BD-573E-8CC9558934B0}"/>
              </a:ext>
            </a:extLst>
          </p:cNvPr>
          <p:cNvPicPr>
            <a:picLocks noChangeAspect="1"/>
          </p:cNvPicPr>
          <p:nvPr/>
        </p:nvPicPr>
        <p:blipFill>
          <a:blip r:embed="rId2"/>
          <a:stretch>
            <a:fillRect/>
          </a:stretch>
        </p:blipFill>
        <p:spPr>
          <a:xfrm>
            <a:off x="680494" y="685417"/>
            <a:ext cx="7783011" cy="5487166"/>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57" name="Title 1048656"/>
          <p:cNvSpPr>
            <a:spLocks noGrp="1"/>
          </p:cNvSpPr>
          <p:nvPr>
            <p:ph type="ctrTitle"/>
          </p:nvPr>
        </p:nvSpPr>
        <p:spPr/>
        <p:txBody>
          <a:bodyPr/>
          <a:lstStyle/>
          <a:p>
            <a:endParaRPr lang="in-ID"/>
          </a:p>
        </p:txBody>
      </p:sp>
      <p:sp>
        <p:nvSpPr>
          <p:cNvPr id="1048658" name="Subtitle 1048657"/>
          <p:cNvSpPr>
            <a:spLocks noGrp="1"/>
          </p:cNvSpPr>
          <p:nvPr>
            <p:ph type="subTitle" idx="1"/>
          </p:nvPr>
        </p:nvSpPr>
        <p:spPr/>
        <p:txBody>
          <a:bodyPr/>
          <a:lstStyle/>
          <a:p>
            <a:endParaRPr lang="in-ID"/>
          </a:p>
        </p:txBody>
      </p:sp>
      <p:pic>
        <p:nvPicPr>
          <p:cNvPr id="7" name="Picture 6">
            <a:extLst>
              <a:ext uri="{FF2B5EF4-FFF2-40B4-BE49-F238E27FC236}">
                <a16:creationId xmlns:a16="http://schemas.microsoft.com/office/drawing/2014/main" id="{54E4C509-999D-FB38-B2E9-2C4F17AB4D3B}"/>
              </a:ext>
            </a:extLst>
          </p:cNvPr>
          <p:cNvPicPr>
            <a:picLocks noChangeAspect="1"/>
          </p:cNvPicPr>
          <p:nvPr/>
        </p:nvPicPr>
        <p:blipFill>
          <a:blip r:embed="rId2"/>
          <a:stretch>
            <a:fillRect/>
          </a:stretch>
        </p:blipFill>
        <p:spPr>
          <a:xfrm>
            <a:off x="694784" y="675891"/>
            <a:ext cx="7754432" cy="5506218"/>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61" name="Title 1048660"/>
          <p:cNvSpPr>
            <a:spLocks noGrp="1"/>
          </p:cNvSpPr>
          <p:nvPr>
            <p:ph type="title"/>
          </p:nvPr>
        </p:nvSpPr>
        <p:spPr/>
        <p:txBody>
          <a:bodyPr/>
          <a:lstStyle/>
          <a:p>
            <a:r>
              <a:rPr lang="en-US"/>
              <a:t>Perbedaan </a:t>
            </a:r>
            <a:endParaRPr lang="in-ID"/>
          </a:p>
        </p:txBody>
      </p:sp>
      <p:sp>
        <p:nvSpPr>
          <p:cNvPr id="1048662" name="Content Placeholder 1048661"/>
          <p:cNvSpPr>
            <a:spLocks noGrp="1"/>
          </p:cNvSpPr>
          <p:nvPr>
            <p:ph idx="1"/>
          </p:nvPr>
        </p:nvSpPr>
        <p:spPr>
          <a:xfrm>
            <a:off x="628650" y="1825625"/>
            <a:ext cx="7886700" cy="4593895"/>
          </a:xfrm>
        </p:spPr>
        <p:txBody>
          <a:bodyPr>
            <a:normAutofit/>
          </a:bodyPr>
          <a:lstStyle/>
          <a:p>
            <a:r>
              <a:rPr lang="en-US"/>
              <a:t>Apa perbedaan antara penggunaan otomasi dengan manual?</a:t>
            </a:r>
            <a:endParaRPr lang="in-ID"/>
          </a:p>
          <a:p>
            <a:r>
              <a:rPr lang="en-US" sz="1600"/>
              <a:t>Memakai otomatisasi untuk menginstal Ansible memiliki banyak keunggulan dibandingkan cara yang manual. Otomatisasi mengurangi waktu pengeksekusi, meningkatkan konsistensi konfigurasi, dan mengurangi kesalahan manusia. Proses instalasinya sederhana jika diinstal dengan manual, namun sangat tidak efisien dan rawan terjadinya human error jika diterapkan pada banyak server.</a:t>
            </a:r>
            <a:endParaRPr lang="in-ID" sz="1600"/>
          </a:p>
          <a:p>
            <a:r>
              <a:rPr lang="in-ID"/>
              <a:t>Keuntungan menggunakan Ansible dalam mengelola konfigurasi.</a:t>
            </a:r>
          </a:p>
          <a:p>
            <a:r>
              <a:rPr lang="en-US" sz="1728"/>
              <a:t>Ansible menawarkan berbagai manfaat manajemen konfigurasi, termasuk otomatisasi untuk memastikan konsistensi. Karena hanya memerlukan akses SSH, fleksibilitasnya memungkinkannya digunakan untuk berbagai tugas otomatisasi dan mendukung pengorganisasian playbook. </a:t>
            </a:r>
            <a:endParaRPr lang="in-ID"/>
          </a:p>
          <a:p>
            <a:endParaRPr lang="in-ID"/>
          </a:p>
        </p:txBody>
      </p:sp>
    </p:spTree>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TH Sarabun PSK"/>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TH Sarabun PSK"/>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TH Sarabun PSK"/>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TH Sarabun PSK"/>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103</Words>
  <Application>Microsoft Office PowerPoint</Application>
  <PresentationFormat>On-screen Show (4:3)</PresentationFormat>
  <Paragraphs>9</Paragraphs>
  <Slides>8</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8</vt:i4>
      </vt:variant>
    </vt:vector>
  </HeadingPairs>
  <TitlesOfParts>
    <vt:vector size="12" baseType="lpstr">
      <vt:lpstr>Arial</vt:lpstr>
      <vt:lpstr>Calibri</vt:lpstr>
      <vt:lpstr>Calibri Light</vt:lpstr>
      <vt:lpstr>Office Theme</vt:lpstr>
      <vt:lpstr>Tugas 6</vt:lpstr>
      <vt:lpstr>PowerPoint Presentation</vt:lpstr>
      <vt:lpstr>PowerPoint Presentation</vt:lpstr>
      <vt:lpstr>PowerPoint Presentation</vt:lpstr>
      <vt:lpstr>PowerPoint Presentation</vt:lpstr>
      <vt:lpstr>PowerPoint Presentation</vt:lpstr>
      <vt:lpstr>PowerPoint Presentation</vt:lpstr>
      <vt:lpstr>Perbedaan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M2101K9AG</dc:creator>
  <cp:lastModifiedBy>Ariski Myardi</cp:lastModifiedBy>
  <cp:revision>1</cp:revision>
  <dcterms:created xsi:type="dcterms:W3CDTF">2015-05-11T19:30:45Z</dcterms:created>
  <dcterms:modified xsi:type="dcterms:W3CDTF">2024-12-06T22:32:15Z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06e27b2859654550ad238038c8ba8a0b</vt:lpwstr>
  </property>
</Properties>
</file>