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9C7AB4-5A21-FA75-2F4F-43C90148C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CB69C-6A0A-3ABE-7175-DA1F2B7BE8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6F137-8097-4588-AE5C-22614F48A072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FB9512-7D24-FC81-9618-FA0669F9A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9272EC0-DB0C-B6F4-8FEE-BABF5FD2A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91EBD-EBB5-F9F6-8852-E4D22CD7AA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A77C7-E59C-5E4C-87C6-6572D826F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5731E-22A3-4A40-91F7-C0DB30A494A0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9B3EF9-9691-4952-9876-359DC5B5E5F4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351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2EEE-8287-CB6C-0B3E-AF9928DCC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2D559-4B5C-585C-7A84-44C7C9B8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E918B-E63B-1E8B-9DBA-28C3D681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475AE-6180-791A-E034-C1743AEE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222ED-0EFA-3C5D-6776-ABA4FF40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989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6F3AE-A499-4F64-500F-A2DACDC1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29FC6-20F1-ED3B-57FD-72070AD7F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934D6-C990-2EB8-8735-DF5D05EF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A5BB-0999-76CB-AA33-BAB62F20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3D8D9-79ED-9548-DEBB-D7C1F0A3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077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2283-456A-3C4F-8D32-DC90C9E9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60D87-CBEB-8785-9A79-75F6B15B1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8E088-5292-7E6B-E37C-153B615A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31041-50A9-C140-B405-76514FD2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B430-93B0-95B5-596B-874C18A1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557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B66B-7428-1AE7-F859-6C791E13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73F-DD9E-AD54-D75A-857EE800A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BFB17-3FDF-C17F-6854-A51218AC5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E4A58-6B45-F3A6-E188-060C8DC2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B2CD8-F569-4818-F437-3803E07D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D05A7-3CCA-2549-DDA7-AFA04837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858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C9DF-0E25-68BD-33B4-0B99AB69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C588-533D-3FA8-E700-FE893703E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08C5E-B2A6-0A0B-8049-F566587DC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320B8-1835-AD70-BBEB-29F213D1D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18D45-7AC8-10A5-CE7B-2010ECC2E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D1F75-6941-6F68-6795-DF22C298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5AB11-DEC0-9A63-53BE-186B4D753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72804-E216-4991-AA82-F0D51358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23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B336-A159-E32A-B8EA-8A90A359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38C3-4ECE-EA9B-F411-D809C645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39DA5-6431-CB2F-A3BD-E6F99447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DC44E-8D04-E8DB-39C4-250C8C64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11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31A6A-2884-0BC6-BE84-F1ACE550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11C7B-9CBD-8614-D66F-1E98823F9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E5A78-8AD4-3BA3-2CCC-4D157483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040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674B-7C6E-368C-7983-AC14947B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40BA5-8E68-2ABE-B86C-722ACFE0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46ED4-EAA3-B81C-061D-30D303AD7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BEB1D-3E63-3842-285A-9B2AE02A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AD5CE-89F5-F22D-A139-046F9C12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D5924-7A79-EBF7-5BE1-5C7D4B9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702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E7BF-AD7F-97A5-5119-A5CB4C84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A5802-97AA-2B2F-7085-0DBE4C62D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C7731-4A95-2002-E48D-5B1DAFFA1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30146-E962-E0A3-7B6C-9402DB50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066E5-5EAD-2AEC-F832-6CF3D34F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83B78-54EA-B7D7-CB42-E36B0D48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324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62BE-F0AB-8DF8-CAD2-0FCE0802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6A372-870D-744B-A19D-CF8616873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05BBF-E03A-7AAD-DB13-31AEE134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993A9-C126-68E8-D925-3ED681DC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15571-51E3-C333-891F-50C92466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310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9C122-1E77-51E5-A5D3-A568EC812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B7127-95A0-76AF-BAEA-F48F30CFD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0968-5D4C-3670-6A5D-3F0CDB06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0A36-2193-1DFB-4D06-A5E3F166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D54B-A44B-CB8A-91D1-D008238F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989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0BE5B-4703-41D6-C313-522143B5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B799A-E1AE-B927-F2E9-971AFE965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7389F-C92A-7CC3-D94D-8A59A37A5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9EA67-314C-4F97-A598-34CF8F28A416}" type="datetimeFigureOut">
              <a:rPr lang="en-ID" smtClean="0"/>
              <a:t>07/12/2024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6166B-BB73-AFF1-8885-7040616E6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66FCF-1069-3AF0-1AF5-43E9EA732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B8FCB-78EB-4051-AFD8-EF9CCFE9A3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831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581FF-6CCD-3B15-3FF4-876874AD5C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7 Kubernetes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80562-2488-AA80-BA63-7237ED721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Ariski Myardi</a:t>
            </a:r>
          </a:p>
          <a:p>
            <a:r>
              <a:rPr lang="en-US" dirty="0"/>
              <a:t>1103220019</a:t>
            </a:r>
          </a:p>
          <a:p>
            <a:r>
              <a:rPr lang="en-US" dirty="0"/>
              <a:t>TK-46-04</a:t>
            </a:r>
          </a:p>
        </p:txBody>
      </p:sp>
    </p:spTree>
    <p:extLst>
      <p:ext uri="{BB962C8B-B14F-4D97-AF65-F5344CB8AC3E}">
        <p14:creationId xmlns:p14="http://schemas.microsoft.com/office/powerpoint/2010/main" val="401734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24D0-2FA2-2C22-B3B9-DE9C64D1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C5B65-55F0-1BD9-53B4-4CDA34ED4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15C34C-69F4-5953-A6BD-AC90CC9D1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91" y="1485900"/>
            <a:ext cx="7658384" cy="480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8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12B1-035D-5290-4168-78A7EF9E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252"/>
            <a:ext cx="10515600" cy="84557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Instalasi</a:t>
            </a:r>
            <a:r>
              <a:rPr lang="en-US" dirty="0"/>
              <a:t> Kubernetes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Minikube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Instalasi</a:t>
            </a:r>
            <a:r>
              <a:rPr lang="en-US" dirty="0"/>
              <a:t> </a:t>
            </a:r>
            <a:r>
              <a:rPr lang="en-US" dirty="0" err="1"/>
              <a:t>Kubectl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43CB5-72FF-D769-AA09-99190913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D0F3D-12C3-4932-8583-948C4DAFD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49" y="1825625"/>
            <a:ext cx="6444202" cy="461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6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B0F4-E388-4AC9-2EA7-36E2BF7C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Kubernetes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Minikube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C391-37A2-4952-0E08-29FAE92F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361"/>
            <a:ext cx="10515600" cy="4351338"/>
          </a:xfrm>
        </p:spPr>
        <p:txBody>
          <a:bodyPr/>
          <a:lstStyle/>
          <a:p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minikube</a:t>
            </a:r>
            <a:endParaRPr lang="en-US" dirty="0"/>
          </a:p>
          <a:p>
            <a:endParaRPr lang="en-ID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7F88E-F423-3244-95F9-F9C539AA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4" y="1566602"/>
            <a:ext cx="11545911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0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D49-ED02-2EED-D3DC-47C2035E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Kubernetes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Minikube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66613-5A2F-67DC-1B32-C01F3FCE6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Verifikasi</a:t>
            </a:r>
            <a:r>
              <a:rPr lang="en-US" dirty="0"/>
              <a:t> </a:t>
            </a:r>
            <a:r>
              <a:rPr lang="en-US" dirty="0" err="1"/>
              <a:t>Instalasi</a:t>
            </a:r>
            <a:endParaRPr lang="en-ID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E90D1-48EF-6F57-1AF5-11F3CD369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971" y="2290987"/>
            <a:ext cx="6961330" cy="44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8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C16A-EF2F-DDE9-823F-A24A63C0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kubernetes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BB836-D6D8-D453-7BAF-9DB0496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/>
          <a:lstStyle/>
          <a:p>
            <a:r>
              <a:rPr lang="en-US"/>
              <a:t>Membuat deployment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47BB-FC44-CA83-88F0-94889176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86" y="2001149"/>
            <a:ext cx="768774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5032-0DB3-53DE-A7FB-EC639541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6310"/>
            <a:ext cx="10515600" cy="344130"/>
          </a:xfrm>
        </p:spPr>
        <p:txBody>
          <a:bodyPr>
            <a:normAutofit fontScale="90000"/>
          </a:bodyPr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DFCD-29E7-B62B-7D4F-89F4C27C6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961"/>
            <a:ext cx="10515600" cy="5823002"/>
          </a:xfrm>
        </p:spPr>
        <p:txBody>
          <a:bodyPr/>
          <a:lstStyle/>
          <a:p>
            <a:r>
              <a:rPr lang="en-US" dirty="0" err="1"/>
              <a:t>Memeriksa</a:t>
            </a:r>
            <a:r>
              <a:rPr lang="en-US" dirty="0"/>
              <a:t> deployment dan pods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CA624-DC58-9B88-85CE-599A15801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10" y="675891"/>
            <a:ext cx="7735380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8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5C26-5FCA-AC05-4B83-2D553596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45718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+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E62B-0AAE-6769-1214-7905CEC2B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8674"/>
            <a:ext cx="10515600" cy="5718289"/>
          </a:xfrm>
        </p:spPr>
        <p:txBody>
          <a:bodyPr/>
          <a:lstStyle/>
          <a:p>
            <a:r>
              <a:rPr lang="en-US" dirty="0"/>
              <a:t>Expose deployment </a:t>
            </a:r>
            <a:r>
              <a:rPr lang="en-US" dirty="0" err="1"/>
              <a:t>sebagai</a:t>
            </a:r>
            <a:r>
              <a:rPr lang="en-US" dirty="0"/>
              <a:t> service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A14C0-A81A-02D4-20EE-97ACA632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1" y="2304893"/>
            <a:ext cx="1155543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4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5863-7C2D-D6A6-4DF5-1F204A0D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6644"/>
            <a:ext cx="10515600" cy="383458"/>
          </a:xfrm>
        </p:spPr>
        <p:txBody>
          <a:bodyPr>
            <a:normAutofit fontScale="90000"/>
          </a:bodyPr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EA2D-7D25-CF41-2048-86FADDA90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2"/>
            <a:ext cx="10515600" cy="5695182"/>
          </a:xfrm>
        </p:spPr>
        <p:txBody>
          <a:bodyPr/>
          <a:lstStyle/>
          <a:p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D0F7A-926A-6088-AAB0-B14AFF1A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14" y="1901132"/>
            <a:ext cx="5106205" cy="1137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2B87D4-A607-B609-9480-2E89169F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069" y="1067832"/>
            <a:ext cx="5625281" cy="356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7AD4-AB43-A1E3-A5DE-8A986247F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1494503"/>
          </a:xfrm>
        </p:spPr>
        <p:txBody>
          <a:bodyPr/>
          <a:lstStyle/>
          <a:p>
            <a:r>
              <a:rPr lang="en-US" dirty="0" err="1"/>
              <a:t>Skalabilitas</a:t>
            </a:r>
            <a:r>
              <a:rPr lang="en-US" dirty="0"/>
              <a:t> dan </a:t>
            </a:r>
            <a:r>
              <a:rPr lang="en-US" dirty="0" err="1"/>
              <a:t>Manajemen</a:t>
            </a:r>
            <a:r>
              <a:rPr lang="en-US" dirty="0"/>
              <a:t> Pod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FFB45-FAE5-BAB6-3B81-AF92AB0E1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6"/>
            <a:ext cx="10515600" cy="4977428"/>
          </a:xfrm>
        </p:spPr>
        <p:txBody>
          <a:bodyPr/>
          <a:lstStyle/>
          <a:p>
            <a:r>
              <a:rPr lang="en-US" dirty="0"/>
              <a:t>Scaling Deployment</a:t>
            </a:r>
            <a:endParaRPr lang="en-ID" dirty="0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5480F-083B-9819-6550-71799573B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784050"/>
            <a:ext cx="7859201" cy="498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44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0AA52B-9B35-4F08-3E45-83607BCF3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013"/>
            <a:ext cx="10515600" cy="5822950"/>
          </a:xfrm>
        </p:spPr>
        <p:txBody>
          <a:bodyPr/>
          <a:lstStyle/>
          <a:p>
            <a:r>
              <a:rPr lang="en-US"/>
              <a:t>Update Deployment</a:t>
            </a:r>
          </a:p>
          <a:p>
            <a:endParaRPr lang="en-ID"/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167385-007B-9050-1168-1C06F465E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1580"/>
            <a:ext cx="8060464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18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0C35-BA9C-3911-CC77-1826F65E7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35"/>
            <a:ext cx="10515600" cy="5891828"/>
          </a:xfrm>
        </p:spPr>
        <p:txBody>
          <a:bodyPr/>
          <a:lstStyle/>
          <a:p>
            <a:r>
              <a:rPr lang="en-US" dirty="0"/>
              <a:t>Rollback Deployment</a:t>
            </a:r>
            <a:endParaRPr lang="en-ID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C5226-3B3F-FA3E-E334-24519909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59180"/>
            <a:ext cx="8304999" cy="525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1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B8AD4-DD2C-2D47-F063-8F57B6FE8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465"/>
            <a:ext cx="10515600" cy="5852498"/>
          </a:xfrm>
        </p:spPr>
        <p:txBody>
          <a:bodyPr/>
          <a:lstStyle/>
          <a:p>
            <a:r>
              <a:rPr lang="en-US" dirty="0" err="1"/>
              <a:t>Menghapus</a:t>
            </a:r>
            <a:r>
              <a:rPr lang="en-US" dirty="0"/>
              <a:t> resource</a:t>
            </a:r>
          </a:p>
          <a:p>
            <a:endParaRPr lang="en-US" dirty="0"/>
          </a:p>
          <a:p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744EF-9DB0-C621-BE7A-498C0F9C2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87" y="1428059"/>
            <a:ext cx="5279977" cy="3340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61793A-C954-86DC-238A-BBB29FACB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765" y="3098389"/>
            <a:ext cx="6235348" cy="218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4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89E456CBA6644689E9863B356BAA95" ma:contentTypeVersion="12" ma:contentTypeDescription="Create a new document." ma:contentTypeScope="" ma:versionID="882fa6e8b97d474c626c51f00c2ed9dd">
  <xsd:schema xmlns:xsd="http://www.w3.org/2001/XMLSchema" xmlns:xs="http://www.w3.org/2001/XMLSchema" xmlns:p="http://schemas.microsoft.com/office/2006/metadata/properties" xmlns:ns2="18b80084-ab61-4e39-8f5a-60d7a0c85702" xmlns:ns3="cdbb7375-e78f-4df2-a81d-fdcced8e61a3" targetNamespace="http://schemas.microsoft.com/office/2006/metadata/properties" ma:root="true" ma:fieldsID="cb3f699013c70aba2fc1413e0a474aa0" ns2:_="" ns3:_="">
    <xsd:import namespace="18b80084-ab61-4e39-8f5a-60d7a0c85702"/>
    <xsd:import namespace="cdbb7375-e78f-4df2-a81d-fdcced8e61a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b80084-ab61-4e39-8f5a-60d7a0c8570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fd36bd76-decb-4dd1-ad12-0d0eb5e8b8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b7375-e78f-4df2-a81d-fdcced8e61a3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4199f8b-fcdd-4080-bee9-864657a46662}" ma:internalName="TaxCatchAll" ma:showField="CatchAllData" ma:web="cdbb7375-e78f-4df2-a81d-fdcced8e61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b80084-ab61-4e39-8f5a-60d7a0c85702">
      <Terms xmlns="http://schemas.microsoft.com/office/infopath/2007/PartnerControls"/>
    </lcf76f155ced4ddcb4097134ff3c332f>
    <TaxCatchAll xmlns="cdbb7375-e78f-4df2-a81d-fdcced8e61a3" xsi:nil="true"/>
    <ReferenceId xmlns="18b80084-ab61-4e39-8f5a-60d7a0c8570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5356E3-2D65-4237-B2C3-3AA2BFC44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b80084-ab61-4e39-8f5a-60d7a0c85702"/>
    <ds:schemaRef ds:uri="cdbb7375-e78f-4df2-a81d-fdcced8e61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7B096F-5616-48E6-8406-C8E1E78DAC75}">
  <ds:schemaRefs>
    <ds:schemaRef ds:uri="http://schemas.microsoft.com/office/2006/metadata/properties"/>
    <ds:schemaRef ds:uri="http://schemas.microsoft.com/office/infopath/2007/PartnerControls"/>
    <ds:schemaRef ds:uri="18b80084-ab61-4e39-8f5a-60d7a0c85702"/>
    <ds:schemaRef ds:uri="cdbb7375-e78f-4df2-a81d-fdcced8e61a3"/>
  </ds:schemaRefs>
</ds:datastoreItem>
</file>

<file path=customXml/itemProps3.xml><?xml version="1.0" encoding="utf-8"?>
<ds:datastoreItem xmlns:ds="http://schemas.openxmlformats.org/officeDocument/2006/customXml" ds:itemID="{869BC31F-6175-4E28-8463-ECBFB1FC23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59</Words>
  <Application>Microsoft Office PowerPoint</Application>
  <PresentationFormat>Widescreen</PresentationFormat>
  <Paragraphs>22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 Theme</vt:lpstr>
      <vt:lpstr>Tugas 7 Kubernetes</vt:lpstr>
      <vt:lpstr>Hands On </vt:lpstr>
      <vt:lpstr>Instalasi Kubernetes dengan Minikube - Instalasi Kubectl</vt:lpstr>
      <vt:lpstr>Instalasi Kubernetes dengan Minikube</vt:lpstr>
      <vt:lpstr>Instalasi Kubernetes dengan Minikube</vt:lpstr>
      <vt:lpstr>Menjalankan aplikasi dalam kubernetes</vt:lpstr>
      <vt:lpstr>PowerPoint Presentation</vt:lpstr>
      <vt:lpstr>+</vt:lpstr>
      <vt:lpstr>PowerPoint Presentation</vt:lpstr>
      <vt:lpstr>Skalabilitas dan Manajemen Pod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bimo ajikusuma</dc:creator>
  <cp:lastModifiedBy>Ariski Myardi</cp:lastModifiedBy>
  <cp:revision>8</cp:revision>
  <dcterms:created xsi:type="dcterms:W3CDTF">2024-11-21T15:20:23Z</dcterms:created>
  <dcterms:modified xsi:type="dcterms:W3CDTF">2024-12-07T00:49:41Z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0x010100C189E456CBA6644689E9863B356BAA95</vt:lpwstr>
  </property>
</Properties>
</file>