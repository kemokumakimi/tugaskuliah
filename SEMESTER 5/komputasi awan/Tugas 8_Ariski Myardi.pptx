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83" autoAdjust="0"/>
  </p:normalViewPr>
  <p:slideViewPr>
    <p:cSldViewPr snapToGrid="0">
      <p:cViewPr varScale="1">
        <p:scale>
          <a:sx n="99" d="100"/>
          <a:sy n="99" d="100"/>
        </p:scale>
        <p:origin x="10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51535-7690-4008-80CE-9813C5D0B2F3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C5E24-63A0-40A2-B906-F42DA8F0C6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072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C5E24-63A0-40A2-B906-F42DA8F0C655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1224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C5E24-63A0-40A2-B906-F42DA8F0C655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4374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570BA-4A1E-6D1E-BD0E-B5C206CFB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2CDAC-501A-2374-E19D-ABB1AD118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98BC6-9B44-6FD7-900D-2F6C9253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4E4D-EFA3-1E77-810D-00A50996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1603-4292-1239-4D0D-7B0081F5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787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B705-8955-B59C-A2FE-A0F42841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2EC2F-43A2-46B7-9AF7-00C2296F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8813F-1A04-96F1-6157-5C98D1EE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FBBE9-61B4-7362-54BE-B5D4EC6C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D1A02-6361-150C-312D-9EDBBB80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903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0436-7B2A-7FB5-C238-B82A40568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10E2A-3071-B767-ED02-1DF74374D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4DA06-6C19-ADCC-5E0E-61E87423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C29B3-DD41-B44D-0171-BF86799E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ED767-1B1F-DA5C-3296-BAEEE18A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239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BCF8-1689-5D8B-38F8-E650F459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B9E2-CBFD-9459-27BD-097238023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E0400-D1A6-3AE2-4EBA-877C5A527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3CF25-3969-5AAE-6C7B-DA01BCFA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7203D-4993-4466-1A57-F63C1BFED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40C55-433A-F0F3-E05C-1AE78BB7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969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CD32-7ABC-7D83-37B4-1CB8D52C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63367-FF14-2CA7-B288-50FEBCB7E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65312-F720-E412-32A7-497192CD6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30973-20AC-93BA-5CBB-E1EC91589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A29F2-BF8F-0160-D03C-909B8FFCB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33DBD-26BD-BBF9-E70A-8FD6B8C9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5D8D0-4263-2EB9-87DC-3364823E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A9754-D984-FDBD-CFA3-7D85F7431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234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3B6E-F697-5707-ADDF-C2A88594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33A4D-56E9-6FEF-1242-7DBF412E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2926E-6234-751E-0A57-2D6C4985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5CA8C-E888-37E5-1187-AC3DA6C7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657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9EDA5-2B54-C407-A5B4-A5DCCB57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6D316-6994-A603-2A57-12C7D3C9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FF38B-6C5C-F8B8-4193-AC847377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231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976B9-5395-1E69-D513-514399D7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58355-88AF-8C7B-0241-D235566BD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B988D-1722-80FE-4577-297BBDDB1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2C77F-4D51-8CAA-4147-E8333003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0A46B-F600-5BAC-ABA9-6E2C0AA4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9E317-3919-884B-4FA2-48B207FE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4667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467F-8F4C-94DF-7EF2-0E21FDB86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EB594-3DB9-D557-23BA-6F601CC3D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AE453-939D-F841-21D1-758D37D41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6101F-FD37-27D5-3528-EF7E1163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07DBB-2F5D-9CD4-87CE-1141070D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2FDC7-FC85-CB37-D21A-82F72EA0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421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4DE2-9E3A-274B-44CF-D64938CC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C3B55-EBA9-A36F-BF06-E8EB091CF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2DAB6-85C1-0A51-E20F-A42D341C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84E8A-0742-F9E6-AED7-33252D14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579F1-8D1C-730F-E67E-B50A08D7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5772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0083E-0211-89E0-FC3A-09B831ABF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0168E-F3BE-D657-38DB-395956CFA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9294B-33F4-7F4B-1D91-7686EE37F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4A5A-8F22-DDD4-12AA-72B5AB00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8B42-EEC6-AA3B-ECD8-0967DE91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857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14F3C-2E0B-4F77-0AEB-41F38A27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D62D9-2BE3-2D04-9FC5-CE67C2762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B6549-57E7-555F-8509-BEB714AB7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A8789-8AAD-4A73-8BBF-058CF6191D07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9A805-C2A3-C175-EC5F-DE33A6F43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D9CCC-F60F-3E53-3C2B-95999A78E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82FA0-042D-44B7-BEA4-FE41C9F1E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348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0047-B49E-6806-2378-19F6D7F1B6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Microservices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505F1-566E-9DB2-A5FF-163AB13E7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19 November 2024</a:t>
            </a:r>
            <a:endParaRPr lang="id-ID" dirty="0"/>
          </a:p>
          <a:p>
            <a:r>
              <a:rPr lang="id-ID" dirty="0"/>
              <a:t>Nama:	</a:t>
            </a:r>
            <a:r>
              <a:rPr lang="en-US" dirty="0"/>
              <a:t>Ariski Myardi</a:t>
            </a:r>
            <a:endParaRPr lang="id-ID" dirty="0"/>
          </a:p>
          <a:p>
            <a:r>
              <a:rPr lang="id-ID" dirty="0"/>
              <a:t>NIM:</a:t>
            </a:r>
            <a:r>
              <a:rPr lang="en-US" dirty="0"/>
              <a:t> 1103220019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38244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8311-DFC7-D032-9763-EAE597F2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Hands-on</a:t>
            </a:r>
            <a:r>
              <a:rPr lang="id-ID" dirty="0"/>
              <a:t> </a:t>
            </a:r>
            <a:r>
              <a:rPr lang="id-ID" dirty="0" err="1"/>
              <a:t>Microservices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13BB1-8BBD-3AC2-890C-A265DE6C5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Node.js </a:t>
            </a:r>
            <a:r>
              <a:rPr lang="en-ID" dirty="0" err="1"/>
              <a:t>atau</a:t>
            </a:r>
            <a:r>
              <a:rPr lang="en-ID" dirty="0"/>
              <a:t> Python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Membuat</a:t>
            </a:r>
            <a:r>
              <a:rPr lang="en-ID" dirty="0"/>
              <a:t> Docker Image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Layanan</a:t>
            </a:r>
            <a:endParaRPr lang="en-ID" dirty="0"/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Mendeploy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Kubernetes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Kubernetes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510094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6892-4362-B23E-CACF-09D4F36F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Membangun Layanan </a:t>
            </a:r>
            <a:r>
              <a:rPr lang="id-ID" dirty="0" err="1"/>
              <a:t>app.js</a:t>
            </a:r>
            <a:endParaRPr lang="id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20B470-54FB-3A1F-BA95-50689B8047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324953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dirty="0" err="1"/>
                        <a:t>const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express</a:t>
                      </a:r>
                      <a:r>
                        <a:rPr lang="id-ID" dirty="0"/>
                        <a:t> = </a:t>
                      </a:r>
                      <a:r>
                        <a:rPr lang="id-ID" dirty="0" err="1"/>
                        <a:t>require</a:t>
                      </a:r>
                      <a:r>
                        <a:rPr lang="id-ID" dirty="0"/>
                        <a:t>('</a:t>
                      </a:r>
                      <a:r>
                        <a:rPr lang="id-ID" dirty="0" err="1"/>
                        <a:t>express</a:t>
                      </a:r>
                      <a:r>
                        <a:rPr lang="id-ID" dirty="0"/>
                        <a:t>');</a:t>
                      </a:r>
                    </a:p>
                    <a:p>
                      <a:r>
                        <a:rPr lang="id-ID" dirty="0" err="1"/>
                        <a:t>const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app</a:t>
                      </a:r>
                      <a:r>
                        <a:rPr lang="id-ID" dirty="0"/>
                        <a:t> = </a:t>
                      </a:r>
                      <a:r>
                        <a:rPr lang="id-ID" dirty="0" err="1"/>
                        <a:t>express</a:t>
                      </a:r>
                      <a:r>
                        <a:rPr lang="id-ID" dirty="0"/>
                        <a:t>();</a:t>
                      </a:r>
                    </a:p>
                    <a:p>
                      <a:r>
                        <a:rPr lang="id-ID" dirty="0" err="1"/>
                        <a:t>const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port</a:t>
                      </a:r>
                      <a:r>
                        <a:rPr lang="id-ID" dirty="0"/>
                        <a:t> = 3000;</a:t>
                      </a:r>
                    </a:p>
                    <a:p>
                      <a:endParaRPr lang="id-ID" dirty="0"/>
                    </a:p>
                    <a:p>
                      <a:r>
                        <a:rPr lang="id-ID" dirty="0" err="1"/>
                        <a:t>app.get</a:t>
                      </a:r>
                      <a:r>
                        <a:rPr lang="id-ID" dirty="0"/>
                        <a:t>('/', (</a:t>
                      </a:r>
                      <a:r>
                        <a:rPr lang="id-ID" dirty="0" err="1"/>
                        <a:t>req</a:t>
                      </a:r>
                      <a:r>
                        <a:rPr lang="id-ID" dirty="0"/>
                        <a:t>, </a:t>
                      </a:r>
                      <a:r>
                        <a:rPr lang="id-ID" dirty="0" err="1"/>
                        <a:t>res</a:t>
                      </a:r>
                      <a:r>
                        <a:rPr lang="id-ID" dirty="0"/>
                        <a:t>) =&gt; {</a:t>
                      </a:r>
                    </a:p>
                    <a:p>
                      <a:r>
                        <a:rPr lang="id-ID" dirty="0"/>
                        <a:t>  </a:t>
                      </a:r>
                      <a:r>
                        <a:rPr lang="id-ID" dirty="0" err="1"/>
                        <a:t>res.send</a:t>
                      </a:r>
                      <a:r>
                        <a:rPr lang="id-ID" dirty="0"/>
                        <a:t>('</a:t>
                      </a:r>
                      <a:r>
                        <a:rPr lang="id-ID" dirty="0" err="1"/>
                        <a:t>Hello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from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Microservice</a:t>
                      </a:r>
                      <a:r>
                        <a:rPr lang="id-ID" dirty="0"/>
                        <a:t>!');</a:t>
                      </a:r>
                    </a:p>
                    <a:p>
                      <a:r>
                        <a:rPr lang="id-ID" dirty="0"/>
                        <a:t>});</a:t>
                      </a:r>
                    </a:p>
                    <a:p>
                      <a:endParaRPr lang="id-ID" dirty="0"/>
                    </a:p>
                    <a:p>
                      <a:r>
                        <a:rPr lang="id-ID" dirty="0" err="1"/>
                        <a:t>app.listen</a:t>
                      </a:r>
                      <a:r>
                        <a:rPr lang="id-ID" dirty="0"/>
                        <a:t>(</a:t>
                      </a:r>
                      <a:r>
                        <a:rPr lang="id-ID" dirty="0" err="1"/>
                        <a:t>port</a:t>
                      </a:r>
                      <a:r>
                        <a:rPr lang="id-ID" dirty="0"/>
                        <a:t>, () =&gt; {</a:t>
                      </a:r>
                    </a:p>
                    <a:p>
                      <a:r>
                        <a:rPr lang="id-ID" dirty="0"/>
                        <a:t>  </a:t>
                      </a:r>
                      <a:r>
                        <a:rPr lang="id-ID" dirty="0" err="1"/>
                        <a:t>console.log</a:t>
                      </a:r>
                      <a:r>
                        <a:rPr lang="id-ID" dirty="0"/>
                        <a:t>(`</a:t>
                      </a:r>
                      <a:r>
                        <a:rPr lang="id-ID" dirty="0" err="1"/>
                        <a:t>App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listening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at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http</a:t>
                      </a:r>
                      <a:r>
                        <a:rPr lang="id-ID" dirty="0"/>
                        <a:t>://</a:t>
                      </a:r>
                      <a:r>
                        <a:rPr lang="id-ID" dirty="0" err="1"/>
                        <a:t>localhost</a:t>
                      </a:r>
                      <a:r>
                        <a:rPr lang="id-ID" dirty="0"/>
                        <a:t>:${</a:t>
                      </a:r>
                      <a:r>
                        <a:rPr lang="id-ID" dirty="0" err="1"/>
                        <a:t>port</a:t>
                      </a:r>
                      <a:r>
                        <a:rPr lang="id-ID" dirty="0"/>
                        <a:t>}`);</a:t>
                      </a:r>
                    </a:p>
                    <a:p>
                      <a:r>
                        <a:rPr lang="id-ID" dirty="0"/>
                        <a:t>});</a:t>
                      </a:r>
                    </a:p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83635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13C0E73-E4AF-6C55-574E-E1B80FD1C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525" y="1553238"/>
            <a:ext cx="5551471" cy="3534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DC57C9-E131-6D24-35D9-2810D01AC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96" y="1545185"/>
            <a:ext cx="5551472" cy="349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5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E36F-4E35-B099-0BEF-4070AA06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Inisialisasi</a:t>
            </a:r>
            <a:r>
              <a:rPr lang="id-ID" dirty="0"/>
              <a:t>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7E06-430A-73D1-F967-94158ED15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npm</a:t>
            </a:r>
            <a:r>
              <a:rPr lang="id-ID" dirty="0"/>
              <a:t> </a:t>
            </a:r>
            <a:r>
              <a:rPr lang="id-ID" dirty="0" err="1"/>
              <a:t>init</a:t>
            </a:r>
            <a:r>
              <a:rPr lang="id-ID" dirty="0"/>
              <a:t> -</a:t>
            </a:r>
            <a:r>
              <a:rPr lang="id-ID" dirty="0" err="1"/>
              <a:t>y</a:t>
            </a:r>
            <a:endParaRPr lang="id-ID" dirty="0"/>
          </a:p>
          <a:p>
            <a:r>
              <a:rPr lang="id-ID" dirty="0" err="1"/>
              <a:t>npm</a:t>
            </a:r>
            <a:r>
              <a:rPr lang="id-ID" dirty="0"/>
              <a:t> </a:t>
            </a:r>
            <a:r>
              <a:rPr lang="id-ID" dirty="0" err="1"/>
              <a:t>install</a:t>
            </a:r>
            <a:r>
              <a:rPr lang="id-ID" dirty="0"/>
              <a:t> </a:t>
            </a:r>
            <a:r>
              <a:rPr lang="id-ID" dirty="0" err="1"/>
              <a:t>express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122C68-DCE5-E9BF-D8EC-FC05CE34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65" y="1307160"/>
            <a:ext cx="9587719" cy="504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2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85FA-5460-D3DE-EC56-B18415A8E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Buat </a:t>
            </a:r>
            <a:r>
              <a:rPr lang="id-ID" dirty="0" err="1"/>
              <a:t>Dockerfile</a:t>
            </a:r>
            <a:endParaRPr lang="id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65299A-45B6-FFAD-BC72-23725E797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9382574"/>
              </p:ext>
            </p:extLst>
          </p:nvPr>
        </p:nvGraphicFramePr>
        <p:xfrm>
          <a:off x="838200" y="1825625"/>
          <a:ext cx="105156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706703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FROM node:14</a:t>
                      </a:r>
                    </a:p>
                    <a:p>
                      <a:r>
                        <a:rPr lang="id-ID" dirty="0"/>
                        <a:t>WORKDIR</a:t>
                      </a:r>
                      <a:r>
                        <a:rPr lang="en-US" dirty="0"/>
                        <a:t> </a:t>
                      </a:r>
                      <a:r>
                        <a:rPr lang="id-ID" dirty="0"/>
                        <a:t>/</a:t>
                      </a:r>
                      <a:r>
                        <a:rPr lang="id-ID" dirty="0" err="1"/>
                        <a:t>app</a:t>
                      </a:r>
                      <a:endParaRPr lang="id-ID" dirty="0"/>
                    </a:p>
                    <a:p>
                      <a:r>
                        <a:rPr lang="id-ID" dirty="0"/>
                        <a:t>COPY </a:t>
                      </a:r>
                      <a:r>
                        <a:rPr lang="id-ID" dirty="0" err="1"/>
                        <a:t>package</a:t>
                      </a:r>
                      <a:r>
                        <a:rPr lang="id-ID" dirty="0"/>
                        <a:t>*.</a:t>
                      </a:r>
                      <a:r>
                        <a:rPr lang="id-ID" dirty="0" err="1"/>
                        <a:t>json</a:t>
                      </a:r>
                      <a:r>
                        <a:rPr lang="id-ID" dirty="0"/>
                        <a:t> ./</a:t>
                      </a:r>
                    </a:p>
                    <a:p>
                      <a:r>
                        <a:rPr lang="id-ID" dirty="0"/>
                        <a:t>RUN </a:t>
                      </a:r>
                      <a:r>
                        <a:rPr lang="id-ID" dirty="0" err="1"/>
                        <a:t>npm</a:t>
                      </a:r>
                      <a:r>
                        <a:rPr lang="id-ID" dirty="0"/>
                        <a:t> </a:t>
                      </a:r>
                      <a:r>
                        <a:rPr lang="id-ID" dirty="0" err="1"/>
                        <a:t>install</a:t>
                      </a:r>
                      <a:endParaRPr lang="id-ID" dirty="0"/>
                    </a:p>
                    <a:p>
                      <a:r>
                        <a:rPr lang="id-ID" dirty="0"/>
                        <a:t>COPY</a:t>
                      </a:r>
                      <a:r>
                        <a:rPr lang="en-US" dirty="0"/>
                        <a:t> </a:t>
                      </a:r>
                      <a:r>
                        <a:rPr lang="id-ID" dirty="0"/>
                        <a:t>.</a:t>
                      </a:r>
                      <a:r>
                        <a:rPr lang="en-US" dirty="0"/>
                        <a:t> </a:t>
                      </a:r>
                      <a:r>
                        <a:rPr lang="id-ID" dirty="0"/>
                        <a:t>.</a:t>
                      </a:r>
                    </a:p>
                    <a:p>
                      <a:r>
                        <a:rPr lang="id-ID" dirty="0"/>
                        <a:t>EXPOSE 3000</a:t>
                      </a:r>
                    </a:p>
                    <a:p>
                      <a:r>
                        <a:rPr lang="id-ID" dirty="0"/>
                        <a:t>CMD ["</a:t>
                      </a:r>
                      <a:r>
                        <a:rPr lang="id-ID" dirty="0" err="1"/>
                        <a:t>node</a:t>
                      </a:r>
                      <a:r>
                        <a:rPr lang="id-ID" dirty="0"/>
                        <a:t>", "</a:t>
                      </a:r>
                      <a:r>
                        <a:rPr lang="id-ID" dirty="0" err="1"/>
                        <a:t>app.js</a:t>
                      </a:r>
                      <a:r>
                        <a:rPr lang="id-ID" dirty="0"/>
                        <a:t>"]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25991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AC3D881-06F2-3390-CF07-6D0511D8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03" y="1350471"/>
            <a:ext cx="8344497" cy="521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A671-2F89-CD0D-4B7D-44338B9E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Membangun dan Menjalankan </a:t>
            </a:r>
            <a:r>
              <a:rPr lang="id-ID" dirty="0" err="1"/>
              <a:t>Docker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3B970-6938-092E-918C-FA19050A0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Bangun</a:t>
            </a:r>
            <a:r>
              <a:rPr lang="en-ID" dirty="0"/>
              <a:t> Image Docker:</a:t>
            </a:r>
            <a:endParaRPr lang="id-ID" dirty="0"/>
          </a:p>
          <a:p>
            <a:pPr lvl="1"/>
            <a:r>
              <a:rPr lang="id-ID" dirty="0" err="1"/>
              <a:t>docker</a:t>
            </a:r>
            <a:r>
              <a:rPr lang="id-ID" dirty="0"/>
              <a:t> </a:t>
            </a:r>
            <a:r>
              <a:rPr lang="id-ID" dirty="0" err="1"/>
              <a:t>build</a:t>
            </a:r>
            <a:r>
              <a:rPr lang="id-ID" dirty="0"/>
              <a:t> -</a:t>
            </a:r>
            <a:r>
              <a:rPr lang="id-ID" dirty="0" err="1"/>
              <a:t>t</a:t>
            </a:r>
            <a:r>
              <a:rPr lang="id-ID" dirty="0"/>
              <a:t> </a:t>
            </a:r>
            <a:r>
              <a:rPr lang="id-ID" dirty="0" err="1"/>
              <a:t>my-microservice</a:t>
            </a:r>
            <a:r>
              <a:rPr lang="id-ID" dirty="0"/>
              <a:t> . (jangan lupa ada titik di belakang)</a:t>
            </a:r>
          </a:p>
          <a:p>
            <a:r>
              <a:rPr lang="id-ID" dirty="0"/>
              <a:t>Menjalankan </a:t>
            </a:r>
            <a:r>
              <a:rPr lang="id-ID" dirty="0" err="1"/>
              <a:t>Container</a:t>
            </a:r>
            <a:endParaRPr lang="id-ID" dirty="0"/>
          </a:p>
          <a:p>
            <a:pPr lvl="1"/>
            <a:r>
              <a:rPr lang="id-ID" dirty="0" err="1"/>
              <a:t>docker</a:t>
            </a:r>
            <a:r>
              <a:rPr lang="id-ID" dirty="0"/>
              <a:t> </a:t>
            </a:r>
            <a:r>
              <a:rPr lang="id-ID" dirty="0" err="1"/>
              <a:t>run</a:t>
            </a:r>
            <a:r>
              <a:rPr lang="id-ID" dirty="0"/>
              <a:t> -</a:t>
            </a:r>
            <a:r>
              <a:rPr lang="id-ID" dirty="0" err="1"/>
              <a:t>p</a:t>
            </a:r>
            <a:r>
              <a:rPr lang="id-ID" dirty="0"/>
              <a:t> 3000:3000 </a:t>
            </a:r>
            <a:r>
              <a:rPr lang="id-ID" dirty="0" err="1"/>
              <a:t>my-microservice</a:t>
            </a:r>
            <a:endParaRPr lang="id-ID" dirty="0"/>
          </a:p>
          <a:p>
            <a:r>
              <a:rPr lang="id-ID" dirty="0"/>
              <a:t>Verifikasi</a:t>
            </a:r>
            <a:endParaRPr lang="en-ID" dirty="0"/>
          </a:p>
          <a:p>
            <a:pPr lvl="1"/>
            <a:r>
              <a:rPr lang="en-ID" dirty="0" err="1"/>
              <a:t>Akses</a:t>
            </a:r>
            <a:r>
              <a:rPr lang="en-ID" dirty="0"/>
              <a:t> http://localhost:3000 di browser.</a:t>
            </a:r>
          </a:p>
          <a:p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B6D8A0-DDB5-ADC1-7704-6FE87E951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401" y="1338798"/>
            <a:ext cx="8380200" cy="525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5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0327-520D-0AC2-4FF9-915384DC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Pembuatan </a:t>
            </a:r>
            <a:r>
              <a:rPr lang="id-ID" dirty="0" err="1"/>
              <a:t>Manifest</a:t>
            </a:r>
            <a:r>
              <a:rPr lang="id-ID" dirty="0"/>
              <a:t> </a:t>
            </a:r>
            <a:r>
              <a:rPr lang="id-ID" dirty="0" err="1"/>
              <a:t>Kubernetes</a:t>
            </a:r>
            <a:r>
              <a:rPr lang="id-ID" dirty="0"/>
              <a:t> </a:t>
            </a:r>
            <a:r>
              <a:rPr lang="id-ID" dirty="0" err="1"/>
              <a:t>deployment.yaml</a:t>
            </a:r>
            <a:endParaRPr lang="id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9677EE-328C-D61E-2E41-0F3A4B3A2A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14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810874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sz="1400" dirty="0" err="1"/>
                        <a:t>apiVersion</a:t>
                      </a:r>
                      <a:r>
                        <a:rPr lang="id-ID" sz="1400" dirty="0"/>
                        <a:t>: </a:t>
                      </a:r>
                      <a:r>
                        <a:rPr lang="id-ID" sz="1400" dirty="0" err="1"/>
                        <a:t>apps</a:t>
                      </a:r>
                      <a:r>
                        <a:rPr lang="id-ID" sz="1400" dirty="0"/>
                        <a:t>/v1</a:t>
                      </a:r>
                    </a:p>
                    <a:p>
                      <a:r>
                        <a:rPr lang="id-ID" sz="1400" dirty="0" err="1"/>
                        <a:t>kind</a:t>
                      </a:r>
                      <a:r>
                        <a:rPr lang="id-ID" sz="1400" dirty="0"/>
                        <a:t>: </a:t>
                      </a:r>
                      <a:r>
                        <a:rPr lang="id-ID" sz="1400" dirty="0" err="1"/>
                        <a:t>Deployment</a:t>
                      </a:r>
                      <a:endParaRPr lang="id-ID" sz="1400" dirty="0"/>
                    </a:p>
                    <a:p>
                      <a:r>
                        <a:rPr lang="id-ID" sz="1400" dirty="0" err="1"/>
                        <a:t>metadata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</a:t>
                      </a:r>
                      <a:r>
                        <a:rPr lang="id-ID" sz="1400" dirty="0" err="1"/>
                        <a:t>name</a:t>
                      </a:r>
                      <a:r>
                        <a:rPr lang="id-ID" sz="1400" dirty="0"/>
                        <a:t>: </a:t>
                      </a:r>
                      <a:r>
                        <a:rPr lang="id-ID" sz="1400" dirty="0" err="1"/>
                        <a:t>microservice-deployment</a:t>
                      </a:r>
                      <a:endParaRPr lang="id-ID" sz="1400" dirty="0"/>
                    </a:p>
                    <a:p>
                      <a:r>
                        <a:rPr lang="id-ID" sz="1400" dirty="0" err="1"/>
                        <a:t>spec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</a:t>
                      </a:r>
                      <a:r>
                        <a:rPr lang="id-ID" sz="1400" dirty="0" err="1"/>
                        <a:t>replicas</a:t>
                      </a:r>
                      <a:r>
                        <a:rPr lang="id-ID" sz="1400" dirty="0"/>
                        <a:t>: 2</a:t>
                      </a:r>
                    </a:p>
                    <a:p>
                      <a:r>
                        <a:rPr lang="id-ID" sz="1400" dirty="0"/>
                        <a:t>  </a:t>
                      </a:r>
                      <a:r>
                        <a:rPr lang="id-ID" sz="1400" dirty="0" err="1"/>
                        <a:t>selector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  </a:t>
                      </a:r>
                      <a:r>
                        <a:rPr lang="id-ID" sz="1400" dirty="0" err="1"/>
                        <a:t>matchLabels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    </a:t>
                      </a:r>
                      <a:r>
                        <a:rPr lang="id-ID" sz="1400" dirty="0" err="1"/>
                        <a:t>app</a:t>
                      </a:r>
                      <a:r>
                        <a:rPr lang="id-ID" sz="1400" dirty="0"/>
                        <a:t>: </a:t>
                      </a:r>
                      <a:r>
                        <a:rPr lang="id-ID" sz="1400" dirty="0" err="1"/>
                        <a:t>microservice</a:t>
                      </a:r>
                      <a:endParaRPr lang="id-ID" sz="1400" dirty="0"/>
                    </a:p>
                    <a:p>
                      <a:r>
                        <a:rPr lang="id-ID" sz="1400" dirty="0"/>
                        <a:t>  </a:t>
                      </a:r>
                      <a:r>
                        <a:rPr lang="id-ID" sz="1400" dirty="0" err="1"/>
                        <a:t>template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  </a:t>
                      </a:r>
                      <a:r>
                        <a:rPr lang="id-ID" sz="1400" dirty="0" err="1"/>
                        <a:t>metadata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    </a:t>
                      </a:r>
                      <a:r>
                        <a:rPr lang="id-ID" sz="1400" dirty="0" err="1"/>
                        <a:t>labels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      </a:t>
                      </a:r>
                      <a:r>
                        <a:rPr lang="id-ID" sz="1400" dirty="0" err="1"/>
                        <a:t>app</a:t>
                      </a:r>
                      <a:r>
                        <a:rPr lang="id-ID" sz="1400" dirty="0"/>
                        <a:t>: </a:t>
                      </a:r>
                      <a:r>
                        <a:rPr lang="id-ID" sz="1400" dirty="0" err="1"/>
                        <a:t>microservice</a:t>
                      </a:r>
                      <a:endParaRPr lang="id-ID" sz="1400" dirty="0"/>
                    </a:p>
                    <a:p>
                      <a:r>
                        <a:rPr lang="id-ID" sz="1400" dirty="0"/>
                        <a:t>    </a:t>
                      </a:r>
                      <a:r>
                        <a:rPr lang="id-ID" sz="1400" dirty="0" err="1"/>
                        <a:t>spec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    </a:t>
                      </a:r>
                      <a:r>
                        <a:rPr lang="id-ID" sz="1400" dirty="0" err="1"/>
                        <a:t>containers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    - </a:t>
                      </a:r>
                      <a:r>
                        <a:rPr lang="id-ID" sz="1400" dirty="0" err="1"/>
                        <a:t>name</a:t>
                      </a:r>
                      <a:r>
                        <a:rPr lang="id-ID" sz="1400" dirty="0"/>
                        <a:t>: </a:t>
                      </a:r>
                      <a:r>
                        <a:rPr lang="id-ID" sz="1400" dirty="0" err="1"/>
                        <a:t>microservice</a:t>
                      </a:r>
                      <a:endParaRPr lang="id-ID" sz="1400" dirty="0"/>
                    </a:p>
                    <a:p>
                      <a:r>
                        <a:rPr lang="id-ID" sz="1400" dirty="0"/>
                        <a:t>        </a:t>
                      </a:r>
                      <a:r>
                        <a:rPr lang="id-ID" sz="1400" dirty="0" err="1"/>
                        <a:t>image</a:t>
                      </a:r>
                      <a:r>
                        <a:rPr lang="id-ID" sz="1400" dirty="0"/>
                        <a:t>: </a:t>
                      </a:r>
                      <a:r>
                        <a:rPr lang="id-ID" sz="1400" dirty="0" err="1"/>
                        <a:t>my-microservice</a:t>
                      </a:r>
                      <a:endParaRPr lang="id-ID" sz="1400" dirty="0"/>
                    </a:p>
                    <a:p>
                      <a:r>
                        <a:rPr lang="id-ID" sz="1400" dirty="0"/>
                        <a:t>        </a:t>
                      </a:r>
                      <a:r>
                        <a:rPr lang="id-ID" sz="1400" dirty="0" err="1"/>
                        <a:t>ports</a:t>
                      </a:r>
                      <a:r>
                        <a:rPr lang="id-ID" sz="1400" dirty="0"/>
                        <a:t>:</a:t>
                      </a:r>
                    </a:p>
                    <a:p>
                      <a:r>
                        <a:rPr lang="id-ID" sz="1400" dirty="0"/>
                        <a:t>        - </a:t>
                      </a:r>
                      <a:r>
                        <a:rPr lang="id-ID" sz="1400" dirty="0" err="1"/>
                        <a:t>containerPort</a:t>
                      </a:r>
                      <a:r>
                        <a:rPr lang="id-ID" sz="1400" dirty="0"/>
                        <a:t>: 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03660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3BB30BD-CBED-51AB-1E5B-AA78AA8F6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6586"/>
            <a:ext cx="8299961" cy="525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19D3-3A3A-730D-89A3-D70514A2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Pembuatan Service </a:t>
            </a:r>
            <a:r>
              <a:rPr lang="id-ID" dirty="0" err="1"/>
              <a:t>Manifest</a:t>
            </a:r>
            <a:r>
              <a:rPr lang="id-ID" dirty="0"/>
              <a:t> </a:t>
            </a:r>
            <a:r>
              <a:rPr lang="id-ID" dirty="0" err="1"/>
              <a:t>service.yaml</a:t>
            </a:r>
            <a:endParaRPr lang="id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357EF8-0B1E-B37F-A58F-B2B236BE85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1394254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dirty="0" err="1"/>
                        <a:t>apiVersion</a:t>
                      </a:r>
                      <a:r>
                        <a:rPr lang="id-ID" dirty="0"/>
                        <a:t>: v1</a:t>
                      </a:r>
                    </a:p>
                    <a:p>
                      <a:r>
                        <a:rPr lang="id-ID" dirty="0" err="1"/>
                        <a:t>kind</a:t>
                      </a:r>
                      <a:r>
                        <a:rPr lang="id-ID" dirty="0"/>
                        <a:t>: Service</a:t>
                      </a:r>
                    </a:p>
                    <a:p>
                      <a:r>
                        <a:rPr lang="id-ID" dirty="0" err="1"/>
                        <a:t>metadata</a:t>
                      </a:r>
                      <a:r>
                        <a:rPr lang="id-ID" dirty="0"/>
                        <a:t>:</a:t>
                      </a:r>
                    </a:p>
                    <a:p>
                      <a:r>
                        <a:rPr lang="id-ID" dirty="0"/>
                        <a:t>  </a:t>
                      </a:r>
                      <a:r>
                        <a:rPr lang="id-ID" dirty="0" err="1"/>
                        <a:t>name</a:t>
                      </a:r>
                      <a:r>
                        <a:rPr lang="id-ID" dirty="0"/>
                        <a:t>: </a:t>
                      </a:r>
                      <a:r>
                        <a:rPr lang="id-ID" dirty="0" err="1"/>
                        <a:t>microservice-service</a:t>
                      </a:r>
                      <a:endParaRPr lang="id-ID" dirty="0"/>
                    </a:p>
                    <a:p>
                      <a:r>
                        <a:rPr lang="id-ID" dirty="0" err="1"/>
                        <a:t>spec</a:t>
                      </a:r>
                      <a:r>
                        <a:rPr lang="id-ID" dirty="0"/>
                        <a:t>:</a:t>
                      </a:r>
                    </a:p>
                    <a:p>
                      <a:r>
                        <a:rPr lang="id-ID" dirty="0"/>
                        <a:t>  </a:t>
                      </a:r>
                      <a:r>
                        <a:rPr lang="id-ID" dirty="0" err="1"/>
                        <a:t>type</a:t>
                      </a:r>
                      <a:r>
                        <a:rPr lang="id-ID" dirty="0"/>
                        <a:t>: </a:t>
                      </a:r>
                      <a:r>
                        <a:rPr lang="id-ID" dirty="0" err="1"/>
                        <a:t>NodePort</a:t>
                      </a:r>
                      <a:endParaRPr lang="id-ID" dirty="0"/>
                    </a:p>
                    <a:p>
                      <a:r>
                        <a:rPr lang="id-ID" dirty="0"/>
                        <a:t>  </a:t>
                      </a:r>
                      <a:r>
                        <a:rPr lang="id-ID" dirty="0" err="1"/>
                        <a:t>selector</a:t>
                      </a:r>
                      <a:r>
                        <a:rPr lang="id-ID" dirty="0"/>
                        <a:t>:</a:t>
                      </a:r>
                    </a:p>
                    <a:p>
                      <a:r>
                        <a:rPr lang="id-ID" dirty="0"/>
                        <a:t>    </a:t>
                      </a:r>
                      <a:r>
                        <a:rPr lang="id-ID" dirty="0" err="1"/>
                        <a:t>app</a:t>
                      </a:r>
                      <a:r>
                        <a:rPr lang="id-ID" dirty="0"/>
                        <a:t>: </a:t>
                      </a:r>
                      <a:r>
                        <a:rPr lang="id-ID" dirty="0" err="1"/>
                        <a:t>microservice</a:t>
                      </a:r>
                      <a:endParaRPr lang="id-ID" dirty="0"/>
                    </a:p>
                    <a:p>
                      <a:r>
                        <a:rPr lang="id-ID" dirty="0"/>
                        <a:t>  </a:t>
                      </a:r>
                      <a:r>
                        <a:rPr lang="id-ID" dirty="0" err="1"/>
                        <a:t>ports</a:t>
                      </a:r>
                      <a:r>
                        <a:rPr lang="id-ID" dirty="0"/>
                        <a:t>:</a:t>
                      </a:r>
                    </a:p>
                    <a:p>
                      <a:r>
                        <a:rPr lang="id-ID" dirty="0"/>
                        <a:t>  - </a:t>
                      </a:r>
                      <a:r>
                        <a:rPr lang="id-ID" dirty="0" err="1"/>
                        <a:t>protocol</a:t>
                      </a:r>
                      <a:r>
                        <a:rPr lang="id-ID" dirty="0"/>
                        <a:t>: TCP</a:t>
                      </a:r>
                    </a:p>
                    <a:p>
                      <a:r>
                        <a:rPr lang="id-ID" dirty="0"/>
                        <a:t>    </a:t>
                      </a:r>
                      <a:r>
                        <a:rPr lang="id-ID" dirty="0" err="1"/>
                        <a:t>port</a:t>
                      </a:r>
                      <a:r>
                        <a:rPr lang="id-ID" dirty="0"/>
                        <a:t>: 3000</a:t>
                      </a:r>
                    </a:p>
                    <a:p>
                      <a:r>
                        <a:rPr lang="id-ID" dirty="0"/>
                        <a:t>    </a:t>
                      </a:r>
                      <a:r>
                        <a:rPr lang="id-ID" dirty="0" err="1"/>
                        <a:t>targetPort</a:t>
                      </a:r>
                      <a:r>
                        <a:rPr lang="id-ID" dirty="0"/>
                        <a:t>: 3000</a:t>
                      </a:r>
                    </a:p>
                    <a:p>
                      <a:r>
                        <a:rPr lang="id-ID" dirty="0"/>
                        <a:t>    </a:t>
                      </a:r>
                      <a:r>
                        <a:rPr lang="id-ID" dirty="0" err="1"/>
                        <a:t>nodePort</a:t>
                      </a:r>
                      <a:r>
                        <a:rPr lang="id-ID" dirty="0"/>
                        <a:t>: 30001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40758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580145B-D4CD-B4E4-9693-AE29A5E46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72" y="1321435"/>
            <a:ext cx="7165683" cy="455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8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C89B-138D-2AA9-F1A3-312088B4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Deployment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42DAC-91DA-43E3-6772-645A7E395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Deploy</a:t>
            </a:r>
            <a:r>
              <a:rPr lang="id-ID" dirty="0"/>
              <a:t> ke </a:t>
            </a:r>
            <a:r>
              <a:rPr lang="id-ID" dirty="0" err="1"/>
              <a:t>Kubernetes</a:t>
            </a:r>
            <a:endParaRPr lang="id-ID" dirty="0"/>
          </a:p>
          <a:p>
            <a:pPr lvl="1"/>
            <a:r>
              <a:rPr lang="id-ID" dirty="0" err="1"/>
              <a:t>kubectl</a:t>
            </a:r>
            <a:r>
              <a:rPr lang="id-ID" dirty="0"/>
              <a:t> </a:t>
            </a:r>
            <a:r>
              <a:rPr lang="id-ID" dirty="0" err="1"/>
              <a:t>apply</a:t>
            </a:r>
            <a:r>
              <a:rPr lang="id-ID" dirty="0"/>
              <a:t> -</a:t>
            </a:r>
            <a:r>
              <a:rPr lang="id-ID" dirty="0" err="1"/>
              <a:t>f</a:t>
            </a:r>
            <a:r>
              <a:rPr lang="id-ID" dirty="0"/>
              <a:t> </a:t>
            </a:r>
            <a:r>
              <a:rPr lang="id-ID" dirty="0" err="1"/>
              <a:t>deployment.yaml</a:t>
            </a:r>
            <a:endParaRPr lang="id-ID" dirty="0"/>
          </a:p>
          <a:p>
            <a:pPr lvl="1"/>
            <a:r>
              <a:rPr lang="id-ID" dirty="0" err="1"/>
              <a:t>kubectl</a:t>
            </a:r>
            <a:r>
              <a:rPr lang="id-ID" dirty="0"/>
              <a:t> </a:t>
            </a:r>
            <a:r>
              <a:rPr lang="id-ID" dirty="0" err="1"/>
              <a:t>apply</a:t>
            </a:r>
            <a:r>
              <a:rPr lang="id-ID" dirty="0"/>
              <a:t> -</a:t>
            </a:r>
            <a:r>
              <a:rPr lang="id-ID" dirty="0" err="1"/>
              <a:t>f</a:t>
            </a:r>
            <a:r>
              <a:rPr lang="id-ID" dirty="0"/>
              <a:t> </a:t>
            </a:r>
            <a:r>
              <a:rPr lang="id-ID" dirty="0" err="1"/>
              <a:t>service.yaml</a:t>
            </a:r>
            <a:endParaRPr lang="id-ID" dirty="0"/>
          </a:p>
          <a:p>
            <a:r>
              <a:rPr lang="id-ID" dirty="0"/>
              <a:t>Verifikasi </a:t>
            </a:r>
            <a:r>
              <a:rPr lang="id-ID" dirty="0" err="1"/>
              <a:t>deployment</a:t>
            </a:r>
            <a:endParaRPr lang="id-ID" dirty="0"/>
          </a:p>
          <a:p>
            <a:pPr lvl="1"/>
            <a:r>
              <a:rPr lang="id-ID" dirty="0" err="1"/>
              <a:t>kubectl</a:t>
            </a:r>
            <a:r>
              <a:rPr lang="id-ID" dirty="0"/>
              <a:t> </a:t>
            </a:r>
            <a:r>
              <a:rPr lang="id-ID" dirty="0" err="1"/>
              <a:t>get</a:t>
            </a:r>
            <a:r>
              <a:rPr lang="id-ID" dirty="0"/>
              <a:t> </a:t>
            </a:r>
            <a:r>
              <a:rPr lang="id-ID" dirty="0" err="1"/>
              <a:t>deployments</a:t>
            </a:r>
            <a:endParaRPr lang="id-ID" dirty="0"/>
          </a:p>
          <a:p>
            <a:pPr lvl="1"/>
            <a:r>
              <a:rPr lang="id-ID" dirty="0" err="1"/>
              <a:t>kubectl</a:t>
            </a:r>
            <a:r>
              <a:rPr lang="id-ID" dirty="0"/>
              <a:t> </a:t>
            </a:r>
            <a:r>
              <a:rPr lang="id-ID" dirty="0" err="1"/>
              <a:t>get</a:t>
            </a:r>
            <a:r>
              <a:rPr lang="id-ID" dirty="0"/>
              <a:t> </a:t>
            </a:r>
            <a:r>
              <a:rPr lang="id-ID" dirty="0" err="1"/>
              <a:t>services</a:t>
            </a:r>
            <a:endParaRPr lang="id-ID" dirty="0"/>
          </a:p>
          <a:p>
            <a:r>
              <a:rPr lang="id-ID" dirty="0"/>
              <a:t>Akses</a:t>
            </a:r>
          </a:p>
          <a:p>
            <a:pPr lvl="1"/>
            <a:r>
              <a:rPr lang="en-ID" dirty="0"/>
              <a:t>http://&lt;</a:t>
            </a:r>
            <a:r>
              <a:rPr lang="en-ID" dirty="0" err="1"/>
              <a:t>minikube_ip</a:t>
            </a:r>
            <a:r>
              <a:rPr lang="en-ID" dirty="0"/>
              <a:t>&gt;:30001</a:t>
            </a:r>
            <a:endParaRPr lang="id-ID" dirty="0"/>
          </a:p>
          <a:p>
            <a:pPr lvl="1"/>
            <a:r>
              <a:rPr lang="id-ID" dirty="0"/>
              <a:t>Alamat IP: jalankan </a:t>
            </a:r>
            <a:r>
              <a:rPr lang="id-ID" dirty="0" err="1"/>
              <a:t>command</a:t>
            </a:r>
            <a:r>
              <a:rPr lang="id-ID" dirty="0"/>
              <a:t> berikut</a:t>
            </a:r>
          </a:p>
          <a:p>
            <a:pPr lvl="2"/>
            <a:r>
              <a:rPr lang="id-ID" dirty="0" err="1"/>
              <a:t>minikube</a:t>
            </a:r>
            <a:r>
              <a:rPr lang="id-ID" dirty="0"/>
              <a:t> </a:t>
            </a:r>
            <a:r>
              <a:rPr lang="id-ID" dirty="0" err="1"/>
              <a:t>ip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C7432-227E-52E9-4EF2-265758C9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3890"/>
            <a:ext cx="5920795" cy="3737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92CDBA-701C-56D5-3D76-5E5C4831C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33" y="1782423"/>
            <a:ext cx="5920795" cy="374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60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B5ADA-2F2A-6850-3222-C5B22A7E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Pengelolaan Layanan </a:t>
            </a:r>
            <a:r>
              <a:rPr lang="id-ID" dirty="0" err="1"/>
              <a:t>Kubernetes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F7CA-9F95-EB8F-7179-8F00276E0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Skalabilitas</a:t>
            </a:r>
            <a:endParaRPr lang="id-ID" dirty="0"/>
          </a:p>
          <a:p>
            <a:pPr lvl="1"/>
            <a:r>
              <a:rPr lang="id-ID" dirty="0"/>
              <a:t>Mengubah jumlah replika</a:t>
            </a:r>
          </a:p>
          <a:p>
            <a:pPr lvl="2"/>
            <a:r>
              <a:rPr lang="id-ID" dirty="0" err="1"/>
              <a:t>kubectl</a:t>
            </a:r>
            <a:r>
              <a:rPr lang="id-ID" dirty="0"/>
              <a:t> </a:t>
            </a:r>
            <a:r>
              <a:rPr lang="id-ID" dirty="0" err="1"/>
              <a:t>scale</a:t>
            </a:r>
            <a:r>
              <a:rPr lang="id-ID" dirty="0"/>
              <a:t> </a:t>
            </a:r>
            <a:r>
              <a:rPr lang="id-ID" dirty="0" err="1"/>
              <a:t>deployment</a:t>
            </a:r>
            <a:r>
              <a:rPr lang="id-ID" dirty="0"/>
              <a:t> </a:t>
            </a:r>
            <a:r>
              <a:rPr lang="id-ID" dirty="0" err="1"/>
              <a:t>microservice-deployment</a:t>
            </a:r>
            <a:r>
              <a:rPr lang="id-ID" dirty="0"/>
              <a:t> --</a:t>
            </a:r>
            <a:r>
              <a:rPr lang="id-ID" dirty="0" err="1"/>
              <a:t>replicas</a:t>
            </a:r>
            <a:r>
              <a:rPr lang="id-ID" dirty="0"/>
              <a:t>=4</a:t>
            </a:r>
          </a:p>
          <a:p>
            <a:pPr lvl="1"/>
            <a:r>
              <a:rPr lang="id-ID" dirty="0"/>
              <a:t>Verifikasi jumlah </a:t>
            </a:r>
            <a:r>
              <a:rPr lang="id-ID" dirty="0" err="1"/>
              <a:t>pods</a:t>
            </a:r>
            <a:endParaRPr lang="id-ID" dirty="0"/>
          </a:p>
          <a:p>
            <a:pPr lvl="2"/>
            <a:r>
              <a:rPr lang="id-ID" dirty="0" err="1"/>
              <a:t>kubectl</a:t>
            </a:r>
            <a:r>
              <a:rPr lang="id-ID" dirty="0"/>
              <a:t> </a:t>
            </a:r>
            <a:r>
              <a:rPr lang="id-ID" dirty="0" err="1"/>
              <a:t>get</a:t>
            </a:r>
            <a:r>
              <a:rPr lang="id-ID" dirty="0"/>
              <a:t> </a:t>
            </a:r>
            <a:r>
              <a:rPr lang="id-ID" dirty="0" err="1"/>
              <a:t>pods</a:t>
            </a:r>
            <a:endParaRPr lang="id-ID" dirty="0"/>
          </a:p>
          <a:p>
            <a:r>
              <a:rPr lang="id-ID" dirty="0" err="1"/>
              <a:t>Update</a:t>
            </a:r>
            <a:endParaRPr lang="id-ID" dirty="0"/>
          </a:p>
          <a:p>
            <a:pPr lvl="1"/>
            <a:r>
              <a:rPr lang="id-ID" dirty="0" err="1"/>
              <a:t>Update</a:t>
            </a:r>
            <a:r>
              <a:rPr lang="id-ID" dirty="0"/>
              <a:t> </a:t>
            </a:r>
            <a:r>
              <a:rPr lang="id-ID" dirty="0" err="1"/>
              <a:t>image</a:t>
            </a:r>
            <a:endParaRPr lang="id-ID" dirty="0"/>
          </a:p>
          <a:p>
            <a:pPr lvl="2"/>
            <a:r>
              <a:rPr lang="id-ID" dirty="0" err="1"/>
              <a:t>kubectl</a:t>
            </a:r>
            <a:r>
              <a:rPr lang="id-ID" dirty="0"/>
              <a:t> set </a:t>
            </a:r>
            <a:r>
              <a:rPr lang="id-ID" dirty="0" err="1"/>
              <a:t>image</a:t>
            </a:r>
            <a:r>
              <a:rPr lang="id-ID" dirty="0"/>
              <a:t> </a:t>
            </a:r>
            <a:r>
              <a:rPr lang="id-ID" dirty="0" err="1"/>
              <a:t>deployment</a:t>
            </a:r>
            <a:r>
              <a:rPr lang="id-ID" dirty="0"/>
              <a:t>/</a:t>
            </a:r>
            <a:r>
              <a:rPr lang="id-ID" dirty="0" err="1"/>
              <a:t>microservice-deployment</a:t>
            </a:r>
            <a:r>
              <a:rPr lang="id-ID" dirty="0"/>
              <a:t> </a:t>
            </a:r>
            <a:r>
              <a:rPr lang="id-ID" dirty="0" err="1"/>
              <a:t>microservice</a:t>
            </a:r>
            <a:r>
              <a:rPr lang="id-ID" dirty="0"/>
              <a:t>=my-microservice:v2</a:t>
            </a:r>
          </a:p>
          <a:p>
            <a:pPr lvl="1"/>
            <a:r>
              <a:rPr lang="id-ID" dirty="0"/>
              <a:t>Cek status </a:t>
            </a:r>
            <a:r>
              <a:rPr lang="id-ID" dirty="0" err="1"/>
              <a:t>rollout</a:t>
            </a:r>
            <a:endParaRPr lang="id-ID" dirty="0"/>
          </a:p>
          <a:p>
            <a:pPr lvl="2"/>
            <a:r>
              <a:rPr lang="id-ID" dirty="0" err="1"/>
              <a:t>kubectl</a:t>
            </a:r>
            <a:r>
              <a:rPr lang="id-ID" dirty="0"/>
              <a:t> </a:t>
            </a:r>
            <a:r>
              <a:rPr lang="id-ID" dirty="0" err="1"/>
              <a:t>rollout</a:t>
            </a:r>
            <a:r>
              <a:rPr lang="id-ID" dirty="0"/>
              <a:t> status </a:t>
            </a:r>
            <a:r>
              <a:rPr lang="id-ID" dirty="0" err="1"/>
              <a:t>deployment</a:t>
            </a:r>
            <a:r>
              <a:rPr lang="id-ID" dirty="0"/>
              <a:t>/</a:t>
            </a:r>
            <a:r>
              <a:rPr lang="id-ID" dirty="0" err="1"/>
              <a:t>microservice-deployment</a:t>
            </a:r>
            <a:endParaRPr lang="id-ID" dirty="0"/>
          </a:p>
          <a:p>
            <a:pPr lvl="1"/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1A085D-EDE1-D937-BCDD-0B7789CAD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35" y="2062282"/>
            <a:ext cx="5764065" cy="3692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5B8410-E6B5-1707-587A-00BEAD5F8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514" y="2062282"/>
            <a:ext cx="5847951" cy="370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1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" ma:contentTypeID="0x01010073C4F2F532CFBC4788E6E4C3C796B299" ma:contentTypeVersion="11" ma:contentTypeDescription="Buat sebuah dokumen baru." ma:contentTypeScope="" ma:versionID="e088860060e2eafbd4f5bd534d919848">
  <xsd:schema xmlns:xsd="http://www.w3.org/2001/XMLSchema" xmlns:xs="http://www.w3.org/2001/XMLSchema" xmlns:p="http://schemas.microsoft.com/office/2006/metadata/properties" xmlns:ns3="97630657-4e16-400f-b193-6c97d83e1903" targetNamespace="http://schemas.microsoft.com/office/2006/metadata/properties" ma:root="true" ma:fieldsID="f373abcacd06dbd6eff06efef36d4005" ns3:_="">
    <xsd:import namespace="97630657-4e16-400f-b193-6c97d83e190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630657-4e16-400f-b193-6c97d83e19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e Isi"/>
        <xsd:element ref="dc:title" minOccurs="0" maxOccurs="1" ma:index="4" ma:displayName="Judu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7630657-4e16-400f-b193-6c97d83e1903" xsi:nil="true"/>
  </documentManagement>
</p:properties>
</file>

<file path=customXml/itemProps1.xml><?xml version="1.0" encoding="utf-8"?>
<ds:datastoreItem xmlns:ds="http://schemas.openxmlformats.org/officeDocument/2006/customXml" ds:itemID="{893126B4-82B0-45C0-A4EF-68765D57A1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630657-4e16-400f-b193-6c97d83e19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01390B-1C85-4BDD-A7D3-A48BF15648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8CA7B6-1745-43F1-B881-61CEAA496E10}">
  <ds:schemaRefs>
    <ds:schemaRef ds:uri="97630657-4e16-400f-b193-6c97d83e1903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396</Words>
  <Application>Microsoft Office PowerPoint</Application>
  <PresentationFormat>Widescreen</PresentationFormat>
  <Paragraphs>97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Hands-on Microservices</vt:lpstr>
      <vt:lpstr>Hands-on Microservices</vt:lpstr>
      <vt:lpstr>Membangun Layanan app.js</vt:lpstr>
      <vt:lpstr>Inisialisasi Project</vt:lpstr>
      <vt:lpstr>Buat Dockerfile</vt:lpstr>
      <vt:lpstr>Membangun dan Menjalankan Docker</vt:lpstr>
      <vt:lpstr>Pembuatan Manifest Kubernetes deployment.yaml</vt:lpstr>
      <vt:lpstr>Pembuatan Service Manifest service.yaml</vt:lpstr>
      <vt:lpstr>Deployment</vt:lpstr>
      <vt:lpstr>Pengelolaan Layanan Kubernetes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FARIS RURIAWAN</dc:creator>
  <cp:lastModifiedBy>Ariski Myardi</cp:lastModifiedBy>
  <cp:revision>4</cp:revision>
  <dcterms:created xsi:type="dcterms:W3CDTF">2024-11-19T02:19:56Z</dcterms:created>
  <dcterms:modified xsi:type="dcterms:W3CDTF">2024-12-07T02:49:25Z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0x01010073C4F2F532CFBC4788E6E4C3C796B299</vt:lpwstr>
  </property>
</Properties>
</file>