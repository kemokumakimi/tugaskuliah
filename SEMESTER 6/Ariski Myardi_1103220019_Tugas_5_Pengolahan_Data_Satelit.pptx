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58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817" autoAdjust="0"/>
  </p:normalViewPr>
  <p:slideViewPr>
    <p:cSldViewPr snapToGrid="0">
      <p:cViewPr>
        <p:scale>
          <a:sx n="125" d="100"/>
          <a:sy n="125" d="100"/>
        </p:scale>
        <p:origin x="450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B40A5-76A7-41C5-92BC-68A46C452848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07670A-373A-445C-A4D6-5BE27CB75D5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838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07670A-373A-445C-A4D6-5BE27CB75D51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0781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92F-46EA-0A5B-6231-A2E219A3C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6C099-CC84-438D-0AB5-0F9B14D08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D8D0F-2AD7-0139-41CC-6A43FECCE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30A8-A5E1-4B78-C6DF-9753CC7F1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893C2-E89C-9CD4-88DA-665FF12C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981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7759-3D3A-9E84-6DF3-02667AB6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7F57-E648-BFDF-2880-FE9C2C793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FF6E2-1177-C25C-EE08-DAFBB3B6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2B946-5A36-146D-9720-34048206F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5993-FAAD-4C25-7B50-33C519CD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979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C02D-CCF0-8AA9-8BEB-57EE9807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01EF7-8807-2AA0-4F9A-A323A4BCD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E7BC-55DB-57EA-2799-0AF40E27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803C-DE00-7A95-DEAF-17813CAB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5D57C-134B-2F94-8065-DFF076AB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271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0BED-F40E-3E90-3443-5026D35DE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1422B-BCBE-E2E2-C842-23F732B0A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F44FB-DE7E-3E3E-F265-31E77E863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B4123-960F-63DF-1920-90C608E6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1F032-74EA-A7E8-F98C-24E123CE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56848-CDED-6B67-51BB-FBC53484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184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3823-D28F-40D4-6DFF-018B2B49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78F5D-C44B-7ED9-322B-7F5C2962D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21090-CD2D-13E5-5D3E-68A77A2D2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B6BDB7-B0FA-8702-AA70-9D2FC0A7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099DC-DF79-6471-9226-09CC75001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A0745-9D48-5161-14B9-D5509FBC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FD977-D33E-EA83-E3C6-40D3CC33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B3E96-F9DB-131E-A384-C5003B73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414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BBBA-714B-7850-A999-47BEC562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06D73-0D37-44A0-368E-B9DA1670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744D5-F472-AEA8-25AF-C04E6EFF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8FAAF4-A019-92EF-C58C-15EAE7C6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1111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80AC7-3458-6949-7032-2A4B0D2C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4A1E2-E05B-2051-0766-75854AC32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8CA5C-7C5D-CF8F-0263-E0BAEC39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246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ECEA6-2DAC-52B1-E991-09FE7AB2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55AED-3F47-A0D5-651A-414246D0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BA9AB-3D52-8751-9A26-EFD0FA0FA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0CB19-22EB-63D5-90A6-DC6439477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630C-97A9-97D7-C52F-BB7797D3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DC17C-3D78-C0F5-474D-135F87D89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388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5AE0-19B3-8956-DC04-9CB6E6F9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1628C-36FA-52B5-C695-765873203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D2137-AFFD-05FB-7C4C-C27F50820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795D3-D586-3814-EEF4-06CFF0A3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B3C80-4046-7CE9-DF88-A0A71B59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6B36F-F9A3-BDD3-A77E-76F4DB70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476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B3EB-C80D-0BE1-508B-2D12F7B2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CB216-9A4E-3414-C8D5-3B471494F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C29CA-50FB-D68A-D75D-FCF23B57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282AD-A040-9098-0CBD-7E3E80F6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05D0-A2D4-01D1-8813-4D7AC20D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43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DC62DB-4EC3-4191-0650-F4AF3D802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458DB-2C96-D7C2-3ADA-C6FA9117A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9A41-8F7B-2B1F-B99C-DB10CD790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110EC-4E78-410E-6AC5-42670827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8A5D4-3440-AB2A-CB40-CC6A2BF9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34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CCD5E8-332E-F8E1-FA8F-09583623B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1CC06-7A24-CC3B-8171-42E8B7FD9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12D1E-5C6C-FECC-74BF-AC0B25771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8DC65-F86C-41BD-8FCC-8C28A4597824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FA66-9AE0-BBEC-7A52-7EA73F077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C30A-0089-D5CB-332C-82CF00234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A4821-A61D-45AB-A728-5E664C74412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59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5135-81FC-6705-BFA5-9F063CC912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Ariski Myardi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78E6B-A8EA-CD85-8935-222A8CDB1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1103220019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8868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2B01-F9DF-6B2D-96E0-DB7CB947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Buat</a:t>
            </a:r>
            <a:r>
              <a:rPr lang="en-US" dirty="0"/>
              <a:t> script plot data Himawari</a:t>
            </a:r>
            <a:br>
              <a:rPr lang="en-US" dirty="0"/>
            </a:b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11578-12C5-1B31-DA6D-F8AF5D174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12" y="1215230"/>
            <a:ext cx="3794183" cy="4785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FCF120-DBC7-B545-175D-F6DA4C16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687" y="1215230"/>
            <a:ext cx="3999858" cy="46975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3455E8-79DA-2F8A-49F2-2C562E282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168" y="1215230"/>
            <a:ext cx="3241532" cy="496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1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39BB-1353-0EBB-C11E-901936ED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1391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Susun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plot Himawari (16-band)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2DEED92-6CE7-D5C9-E06D-99C343D54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8739" y="1825625"/>
            <a:ext cx="81945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3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86D3-F630-31EB-9AB0-2453A018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Buat</a:t>
            </a:r>
            <a:r>
              <a:rPr lang="en-US" dirty="0"/>
              <a:t> script plot data Radar dan data </a:t>
            </a:r>
            <a:r>
              <a:rPr lang="en-US" dirty="0" err="1"/>
              <a:t>topografi</a:t>
            </a:r>
            <a:br>
              <a:rPr lang="en-US" dirty="0"/>
            </a:b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EAC2A0-6980-1274-A5DE-9525EAD9B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1865" y="1363509"/>
            <a:ext cx="3334078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AE1D89-7B53-AD2C-B381-419957FF9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32" y="1961983"/>
            <a:ext cx="4134427" cy="2457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AF7540-ACCE-93FF-B928-568FF9436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059" y="1961983"/>
            <a:ext cx="3510594" cy="232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1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0217-20D5-9E11-2053-33B9D29B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data radar</a:t>
            </a:r>
            <a:endParaRPr lang="en-ID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433F10A-A507-9EC8-D8F1-974D700D8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93" y="1290955"/>
            <a:ext cx="6802926" cy="525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39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31</Words>
  <Application>Microsoft Office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Ariski Myardi</vt:lpstr>
      <vt:lpstr>Buat script plot data Himawari </vt:lpstr>
      <vt:lpstr>Susun gambar hasil plot Himawari (16-band) </vt:lpstr>
      <vt:lpstr>Buat script plot data Radar dan data topografi </vt:lpstr>
      <vt:lpstr>Plot data radar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BIMA AJI KUSUMA</dc:creator>
  <cp:lastModifiedBy>Ariski Myardi</cp:lastModifiedBy>
  <cp:revision>2</cp:revision>
  <dcterms:created xsi:type="dcterms:W3CDTF">2025-10-31T10:52:50Z</dcterms:created>
  <dcterms:modified xsi:type="dcterms:W3CDTF">2025-11-07T17:31:03Z</dcterms:modified>
</cp:coreProperties>
</file>