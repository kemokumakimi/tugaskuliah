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DM Serif Display" charset="1" panose="00000000000000000000"/>
      <p:regular r:id="rId13"/>
    </p:embeddedFont>
    <p:embeddedFont>
      <p:font typeface="Open Sauce" charset="1" panose="00000500000000000000"/>
      <p:regular r:id="rId14"/>
    </p:embeddedFont>
    <p:embeddedFont>
      <p:font typeface="Open Sauce Bold" charset="1" panose="000008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42455" y="2640189"/>
            <a:ext cx="12003091" cy="2894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22"/>
              </a:lnSpc>
            </a:pPr>
            <a:r>
              <a:rPr lang="en-US" sz="830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Budaya Un</a:t>
            </a:r>
            <a:r>
              <a:rPr lang="en-US" sz="830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ik Masyarakat Minangkabau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6528085"/>
            <a:ext cx="9926914" cy="40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PENDIDIKAN KEWARGANEGARAAN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1329" y="8480425"/>
            <a:ext cx="2945342" cy="537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Ariski Myardi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418762" y="9142095"/>
            <a:ext cx="3450476" cy="54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1103220019</a:t>
            </a:r>
          </a:p>
          <a:p>
            <a:pPr algn="ct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TK4604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4229965" cy="108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Sistem Kekerabatan dan Matrilineal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5924" y="2585042"/>
            <a:ext cx="11538461" cy="94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salah satu budaya khas Minang adalah sistem matrilineal, yaitu garis keturunan diambil dari pihak ibu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48250"/>
            <a:ext cx="4833608" cy="143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Har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pusak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unk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 kepada anak perempuan.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435364" y="5048250"/>
            <a:ext cx="4833608" cy="240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Laki-laki (mamak) berperan sebagai pelindung dan pe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nu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tun keluarga dari pihak ibu.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714384" y="5048250"/>
            <a:ext cx="4833608" cy="240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empuan memili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 po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penting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dalam kelua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rga dan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4229965" cy="108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Rumah Gadang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5924" y="2585042"/>
            <a:ext cx="11538461" cy="143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Rumah Gadang adalah rumah adat Minangkabau dengan atap runcing menyerupai tanduk kerbau.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48250"/>
            <a:ext cx="4833608" cy="191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Dibangun dari kayu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npa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pak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u, melamb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kan persatuan dan kerja sama.</a:t>
            </a:r>
          </a:p>
          <a:p>
            <a:pPr algn="just">
              <a:lnSpc>
                <a:spcPts val="38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945154" y="5048250"/>
            <a:ext cx="4833608" cy="143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Menjadi tempat tinggal bersama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keluarga besar.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714384" y="4987290"/>
            <a:ext cx="4833608" cy="240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Setia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bagi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rumah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memiliki 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makna,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seperti tanduk ya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ng me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lam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bangkan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ke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ber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 dan kebija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ksan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aan.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4229965" cy="108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Adat dan Nilai Sosial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5924" y="2585042"/>
            <a:ext cx="11538461" cy="143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Rumah Gadang adalah rumah adat Minangkabau dengan atap runcing menyerupai tanduk kerbau.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111546" y="3920575"/>
            <a:ext cx="4833608" cy="191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Musyawarah d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 mufakat menjadi dasar setiap keputusan adat.</a:t>
            </a:r>
          </a:p>
          <a:p>
            <a:pPr algn="just">
              <a:lnSpc>
                <a:spcPts val="38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111546" y="5741925"/>
            <a:ext cx="5482123" cy="434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Ada pepatah: “Bulek aia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dek pambuluah, bulek kato dek mufakaik.”</a:t>
            </a:r>
          </a:p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Segala sesuatu harus diselesaikan dengan musyawarah dan kesepakatan bersama, bukan keputusan sepihak.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562756" y="3708261"/>
            <a:ext cx="4833608" cy="240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Budaya gotong royong (baja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puik, ba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gak rumah gadan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 alek nag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ari)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memperk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rasa kebersa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aan.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53231" y="6440057"/>
            <a:ext cx="4833608" cy="1430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Nilai malu dan so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pan santun dijunjung tinggi dalam kehidu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 sehari-hari.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166399" y="1233825"/>
            <a:ext cx="14229965" cy="108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Budaya Merantau dan Berdagang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75924" y="2585042"/>
            <a:ext cx="11538461" cy="94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24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Orang Minang dikenal suka merantau dan berdagang.</a:t>
            </a:r>
          </a:p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500762"/>
            <a:ext cx="4833608" cy="240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Sejak muda, laki-laki Min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ang diajarkan mandiri dan mencari pengalaman di rantau.</a:t>
            </a:r>
          </a:p>
          <a:p>
            <a:pPr algn="just">
              <a:lnSpc>
                <a:spcPts val="38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727196" y="4500762"/>
            <a:ext cx="4833608" cy="191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Berdagang dianggap cara meningkatkan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ekonomi tanpa meninggalkan adat.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287994" y="4500762"/>
            <a:ext cx="4833608" cy="240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840"/>
              </a:lnSpc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Prinsipnya: “Dima bumi di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pijak, disinan la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gik dijunjuang.” (di mana pun berada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,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tetap menjunju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ng ad</a:t>
            </a:r>
            <a:r>
              <a:rPr lang="en-US" b="true" sz="2400" strike="noStrike" u="non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at dan sopan santun).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166399" y="1028700"/>
            <a:ext cx="687324" cy="0"/>
          </a:xfrm>
          <a:prstGeom prst="line">
            <a:avLst/>
          </a:prstGeom>
          <a:ln cap="flat" w="762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166399" y="1331102"/>
            <a:ext cx="14229965" cy="108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Kesimpulan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671125" y="9142095"/>
            <a:ext cx="345047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 spc="159">
                <a:solidFill>
                  <a:srgbClr val="000000">
                    <a:alpha val="49804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374770" y="3525390"/>
            <a:ext cx="11538461" cy="2402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Budaya Minangkabau menunjukkan kearifan lokal yang kuat dan berakar pada nilai kekeluargaan.</a:t>
            </a:r>
          </a:p>
          <a:p>
            <a:pPr algn="ctr">
              <a:lnSpc>
                <a:spcPts val="3840"/>
              </a:lnSpc>
            </a:pPr>
          </a:p>
          <a:p>
            <a:pPr algn="ctr">
              <a:lnSpc>
                <a:spcPts val="3840"/>
              </a:lnSpc>
            </a:pPr>
            <a:r>
              <a:rPr lang="en-US" sz="2400" b="true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Sistem matrilineal, rumah gadang, dan adat musyawarah menjadi identitas unik masyarakat Minang yang perlu terus dilestarikan.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The 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TERIMA KASIH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71329" y="8480425"/>
            <a:ext cx="2945342" cy="537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Ariski Myardi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DAG1mcGLMVQ</dc:identifier>
  <dcterms:modified xsi:type="dcterms:W3CDTF">2011-08-01T06:04:30Z</dcterms:modified>
  <cp:revision>1</cp:revision>
  <dc:title>Black and White Simple Minimalist Pitch Deck Marketing Presentation</dc:title>
</cp:coreProperties>
</file>