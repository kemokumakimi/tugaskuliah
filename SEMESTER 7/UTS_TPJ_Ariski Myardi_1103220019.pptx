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8" r:id="rId5"/>
    <p:sldId id="257" r:id="rId6"/>
    <p:sldId id="258" r:id="rId7"/>
    <p:sldId id="269" r:id="rId8"/>
    <p:sldId id="270" r:id="rId9"/>
    <p:sldId id="271" r:id="rId10"/>
    <p:sldId id="272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05744-3A12-214E-38F5-FEE4CE755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E79983-F0D5-73AB-EA0D-0C3EC1FA4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B84FB-6E7E-E16C-EE31-6A9A0E4DC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2143-3EFA-428F-B847-C416DB5AC15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0EBAB-48E4-1C14-34AD-DA1A3460B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4E036-E81D-C73C-0EED-F6E90C33E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8593-8A7E-46B1-ADC1-D8768AF42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830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55DFA-2069-2F8C-AC52-DF261C784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8F88C-0209-945D-E1B2-EC993F1D2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801B4-5F6C-A9DA-E05F-B60886252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2143-3EFA-428F-B847-C416DB5AC15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56EDF-4FE7-F8A1-5A03-D61AF3EB0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6F235-EB27-546B-354B-77386506E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8593-8A7E-46B1-ADC1-D8768AF42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4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FBEE4-7B9A-6ABB-F806-680E3D884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B6E0D-1AD9-913E-5DE0-A9D4735A0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0807C-9EE5-2765-1DFF-6914B4938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2143-3EFA-428F-B847-C416DB5AC15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F7AEF-9761-BC16-4359-5802C7697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D8A5E-1AC6-69AF-8C04-B61EBDC6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8593-8A7E-46B1-ADC1-D8768AF42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6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34E4C-39CF-088B-A37D-AC053CCC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BEDA9-63FC-E6CD-C037-26C748FE1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ADFBB-84CC-0F4D-0BB2-2B2C3C630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03A5A-B2BF-37FB-773D-210F5ECEA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2143-3EFA-428F-B847-C416DB5AC15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FC07D-EBC8-2BB9-396D-C5B750D8A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8EEF0-6AE6-9D18-32DF-EFEEA495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8593-8A7E-46B1-ADC1-D8768AF42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9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E956F-3306-53EC-500B-F7B18FEAA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585D5-8E56-161A-10A5-423DE4B56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8EC0AC-6605-1949-B1E9-C864DB402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1ADC14-A5A1-2647-EBED-FACA52A526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BDE90E-549B-1AD2-8A62-4D47295147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362CC4-7E91-89C5-472A-D1CD10934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2143-3EFA-428F-B847-C416DB5AC15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09BAE2-4D67-CFA0-75F5-19AF3E84A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BBE1C5-564F-E403-214C-A90809FB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8593-8A7E-46B1-ADC1-D8768AF42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02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3F15B-7B12-0CB3-699A-CA06E88D9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B9A648-0916-28BA-401F-F2F69006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2143-3EFA-428F-B847-C416DB5AC15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282274-2C4F-F501-04DF-0D7920B4C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55062F-4EAE-E2D7-4A8C-B00563F1A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8593-8A7E-46B1-ADC1-D8768AF42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436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49FEFC-C4FA-671F-3894-BAC9AEFDF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2143-3EFA-428F-B847-C416DB5AC15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7633B3-B682-0B5B-090A-EAC2EAAE3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24870-69D1-E34D-A629-660292795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8593-8A7E-46B1-ADC1-D8768AF42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183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1D196-9EB1-BFC8-5DB2-CDECDB01E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AFB60-BE7F-9EF7-A9F6-09638C56D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6479F-777C-6464-2F20-6FD9F07BE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E90DF-1D87-BB57-2B04-C4236F97C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2143-3EFA-428F-B847-C416DB5AC15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FA268-EC57-2454-0860-5EC567775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0673D-960E-1811-88A9-32E70E41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8593-8A7E-46B1-ADC1-D8768AF42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54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E371-2E92-B1F9-86BC-6CD0B1917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121D00-196D-657F-E0D0-8D558CB206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8D520C-4BE8-B2E8-7954-C20862D3D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B5CEA-B9EB-456C-C990-61C0F0F8F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2143-3EFA-428F-B847-C416DB5AC15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26689-AFC2-867B-66A8-A5D7EE0C5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A33DC-B3EF-2226-885C-2735CD663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8593-8A7E-46B1-ADC1-D8768AF42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82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77E9-6CDA-C143-3B6A-A9FCE309C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C89D9-20AE-CBB4-D0CD-21D6B9DB7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148BC-D9B8-BC1E-8BC2-2A2979273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2143-3EFA-428F-B847-C416DB5AC15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CCE4A-23C0-122C-B0A5-05358D20E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2924B-3977-7FAB-B43A-FC9161F67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8593-8A7E-46B1-ADC1-D8768AF42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27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3AB83F-6A95-92E0-29AB-ECA5EEA1D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139BB-5A12-12FD-240D-73EA3E5E6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E8899-7B3F-F358-6B49-F3DB0F2B7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2143-3EFA-428F-B847-C416DB5AC15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EE33E-42D9-9A42-8E04-9DBBE5CD8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92B8B-9673-7FF6-8F3A-BF333C51E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8593-8A7E-46B1-ADC1-D8768AF42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5EE3F7-8150-2EF7-17A7-ED529F886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230D6-AD13-7FA7-0A1B-C2DD35674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982D-7374-529D-A24F-7C3F0032C1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C2143-3EFA-428F-B847-C416DB5AC15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D9E44-3DAB-C046-FC54-E627132BD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D9E79-AD98-5486-9F20-BD97A9A889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E38593-8A7E-46B1-ADC1-D8768AF42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1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DF4541-2E9B-6268-CF19-1701647FA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855464"/>
              </p:ext>
            </p:extLst>
          </p:nvPr>
        </p:nvGraphicFramePr>
        <p:xfrm>
          <a:off x="511783" y="525294"/>
          <a:ext cx="11168434" cy="612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704">
                  <a:extLst>
                    <a:ext uri="{9D8B030D-6E8A-4147-A177-3AD203B41FA5}">
                      <a16:colId xmlns:a16="http://schemas.microsoft.com/office/drawing/2014/main" val="3067005483"/>
                    </a:ext>
                  </a:extLst>
                </a:gridCol>
                <a:gridCol w="8395468">
                  <a:extLst>
                    <a:ext uri="{9D8B030D-6E8A-4147-A177-3AD203B41FA5}">
                      <a16:colId xmlns:a16="http://schemas.microsoft.com/office/drawing/2014/main" val="3893649933"/>
                    </a:ext>
                  </a:extLst>
                </a:gridCol>
                <a:gridCol w="1742262">
                  <a:extLst>
                    <a:ext uri="{9D8B030D-6E8A-4147-A177-3AD203B41FA5}">
                      <a16:colId xmlns:a16="http://schemas.microsoft.com/office/drawing/2014/main" val="2511067255"/>
                    </a:ext>
                  </a:extLst>
                </a:gridCol>
              </a:tblGrid>
              <a:tr h="28311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Poin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(Nilai)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73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Download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sesuai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nomor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urut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presensi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di file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excell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terlampir</a:t>
                      </a: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(Kolom C-E). 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Masing2 download 6 file data (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karena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resolusi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datanya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adalah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per 10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menit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maka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6 file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tersebut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sama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dengan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data 1 jam).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549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Plot data yang di download (Band#11, Band#13 dan Band#15) dan plot wilayah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sesuai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yang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tertulis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di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excell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kolom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041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Susun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plot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tersebut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seperti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contoh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pada slide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berikut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34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Berikan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atribut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pada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tiap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plot (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Judul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Longitude, Latitude,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Cbarn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645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Lampirkan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script.gs pada slide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terakhir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482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Berikan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Analisa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terkait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daerah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yang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berpotensi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mengalami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hujan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deras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870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89DDB88-A372-543A-8169-94EAF8415139}"/>
              </a:ext>
            </a:extLst>
          </p:cNvPr>
          <p:cNvSpPr txBox="1"/>
          <p:nvPr/>
        </p:nvSpPr>
        <p:spPr>
          <a:xfrm>
            <a:off x="153562" y="0"/>
            <a:ext cx="10994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Kerjakan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UTS (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Tugas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Besar)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ketentuan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berikut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879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61B600-0714-65D3-3430-E1E3620FC10C}"/>
              </a:ext>
            </a:extLst>
          </p:cNvPr>
          <p:cNvSpPr txBox="1"/>
          <p:nvPr/>
        </p:nvSpPr>
        <p:spPr>
          <a:xfrm>
            <a:off x="186719" y="165310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333333"/>
                </a:solidFill>
                <a:latin typeface="Times New Roman" panose="02020603050405020304" pitchFamily="18" charset="0"/>
              </a:rPr>
              <a:t>NC_H09_20240101_0600_R21_FLDK.02401_02401</a:t>
            </a:r>
            <a:r>
              <a:rPr lang="pt-BR" sz="1800" b="0" i="0" u="none" strike="noStrike" dirty="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.nc</a:t>
            </a:r>
            <a:r>
              <a:rPr lang="pt-BR" dirty="0"/>
              <a:t>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4E507E-0F53-7736-054B-D49D5A8E4533}"/>
              </a:ext>
            </a:extLst>
          </p:cNvPr>
          <p:cNvSpPr txBox="1"/>
          <p:nvPr/>
        </p:nvSpPr>
        <p:spPr>
          <a:xfrm>
            <a:off x="8168669" y="1172710"/>
            <a:ext cx="4023331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Analisa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TBB 11: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badai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mulai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terbentuk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(area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biru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hijau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TBB 13: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badai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mencapai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fase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puncak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matang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ditandai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area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ungu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luas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berarti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puncak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awan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sangat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tinggi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dingin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potensi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ekstrem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petir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TBB 15: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badai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mulai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luas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berpotensi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dingin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potensi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ekstrem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petir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7D4872-B269-3270-DDB0-5E579BD3E3A1}"/>
              </a:ext>
            </a:extLst>
          </p:cNvPr>
          <p:cNvSpPr txBox="1"/>
          <p:nvPr/>
        </p:nvSpPr>
        <p:spPr>
          <a:xfrm>
            <a:off x="186719" y="581301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333333"/>
                </a:solidFill>
                <a:latin typeface="Times New Roman" panose="02020603050405020304" pitchFamily="18" charset="0"/>
              </a:rPr>
              <a:t>Sumatera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1B2B02-5D98-178D-B488-18C526877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19" y="997292"/>
            <a:ext cx="7896225" cy="413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50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63B86-17BA-BF7C-149E-DE86A5E99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7A5FD1-F8E2-DBF6-6E02-CB9743736A36}"/>
              </a:ext>
            </a:extLst>
          </p:cNvPr>
          <p:cNvSpPr txBox="1"/>
          <p:nvPr/>
        </p:nvSpPr>
        <p:spPr>
          <a:xfrm>
            <a:off x="186719" y="165310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333333"/>
                </a:solidFill>
                <a:latin typeface="Times New Roman" panose="02020603050405020304" pitchFamily="18" charset="0"/>
              </a:rPr>
              <a:t>NC_H09_20240101_0610_R21_FLDK.02401_02401</a:t>
            </a:r>
            <a:r>
              <a:rPr lang="pt-BR" sz="1800" b="0" i="0" u="none" strike="noStrike" dirty="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.nc</a:t>
            </a:r>
            <a:r>
              <a:rPr lang="pt-BR" dirty="0"/>
              <a:t>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C35D5C-E6AE-1BF8-AA97-BEE0F89E94BE}"/>
              </a:ext>
            </a:extLst>
          </p:cNvPr>
          <p:cNvSpPr txBox="1"/>
          <p:nvPr/>
        </p:nvSpPr>
        <p:spPr>
          <a:xfrm>
            <a:off x="8410575" y="814863"/>
            <a:ext cx="378142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Analisa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Pink/Merah di TBB 15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di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bagian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atas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warna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pink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makin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sebelum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panel,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bahwa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makin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panas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D" sz="1600" dirty="0"/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TBB 11: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badai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mulai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terbentuk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makin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(area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biru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hijau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TBB 13: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system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badai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mengecil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mulai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memanas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bagian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atas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TBB 15: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badai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Kembali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lagi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dan area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atas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makin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panas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C790EE-7F4C-7CAF-40ED-4DE13FE9F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19" y="997292"/>
            <a:ext cx="8223856" cy="43348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99FCCA-E502-DD15-5B39-AECB18E1F796}"/>
              </a:ext>
            </a:extLst>
          </p:cNvPr>
          <p:cNvSpPr txBox="1"/>
          <p:nvPr/>
        </p:nvSpPr>
        <p:spPr>
          <a:xfrm>
            <a:off x="186719" y="581301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333333"/>
                </a:solidFill>
                <a:latin typeface="Times New Roman" panose="02020603050405020304" pitchFamily="18" charset="0"/>
              </a:rPr>
              <a:t>Sumatera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215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EB828-84D0-83AE-27E2-8B3DFD0B4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56BAB3-1BD6-DB5A-65DB-CF57D0A6C8FE}"/>
              </a:ext>
            </a:extLst>
          </p:cNvPr>
          <p:cNvSpPr txBox="1"/>
          <p:nvPr/>
        </p:nvSpPr>
        <p:spPr>
          <a:xfrm>
            <a:off x="186719" y="165310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333333"/>
                </a:solidFill>
                <a:latin typeface="Times New Roman" panose="02020603050405020304" pitchFamily="18" charset="0"/>
              </a:rPr>
              <a:t>NC_H09_20240101_0620_R21_FLDK.02401_02401.nc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77B9FB-5DCD-863D-1BCF-1204CAA3B9AC}"/>
              </a:ext>
            </a:extLst>
          </p:cNvPr>
          <p:cNvSpPr txBox="1"/>
          <p:nvPr/>
        </p:nvSpPr>
        <p:spPr>
          <a:xfrm>
            <a:off x="8410575" y="814863"/>
            <a:ext cx="378142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Analisa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Area Biru/Ungu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Ini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area yang paling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penting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puncak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awan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sangat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tinggi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dingin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Ini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tanda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adanya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awan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Cumulonimbus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awan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badai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matang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berpotensi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kuat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menyebabkan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sangat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lebat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angin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kencang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, dan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badai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petir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Area Merah/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Oranye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Ini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area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hangat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berupa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daratan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lautan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cerah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awan-awan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rendah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Pink/Merah di TBB 15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di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bagian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atas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warna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pink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makin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sebelum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panel,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bahwa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makin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panas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28F605-F471-282D-AEC7-26BFE62376A6}"/>
              </a:ext>
            </a:extLst>
          </p:cNvPr>
          <p:cNvSpPr txBox="1"/>
          <p:nvPr/>
        </p:nvSpPr>
        <p:spPr>
          <a:xfrm>
            <a:off x="186719" y="581301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333333"/>
                </a:solidFill>
                <a:latin typeface="Times New Roman" panose="02020603050405020304" pitchFamily="18" charset="0"/>
              </a:rPr>
              <a:t>Sumatera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A1F8B3-11E3-00A3-DB63-36C5559D6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81" y="997291"/>
            <a:ext cx="8222694" cy="4317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08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AD205-29C5-1F23-C03F-E2013624D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6268FB-36DC-A1A0-B093-F79A86ACC877}"/>
              </a:ext>
            </a:extLst>
          </p:cNvPr>
          <p:cNvSpPr txBox="1"/>
          <p:nvPr/>
        </p:nvSpPr>
        <p:spPr>
          <a:xfrm>
            <a:off x="186719" y="165310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333333"/>
                </a:solidFill>
                <a:latin typeface="Times New Roman" panose="02020603050405020304" pitchFamily="18" charset="0"/>
              </a:rPr>
              <a:t>NC_H09_20240101_0630_R21_FLDK.02401_02401.nc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D563DB-4746-03B8-01CE-C2FC4F2AF6DE}"/>
              </a:ext>
            </a:extLst>
          </p:cNvPr>
          <p:cNvSpPr txBox="1"/>
          <p:nvPr/>
        </p:nvSpPr>
        <p:spPr>
          <a:xfrm>
            <a:off x="8410575" y="814863"/>
            <a:ext cx="3781425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Analisa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Area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biru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ungu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awan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badai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(Cumulonimbus)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matang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puncak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sangat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tinggi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dingin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berpotensi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kuat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menghasilkan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lebat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petir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Rangkaian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panel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Pada TBB 11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panas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bagian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atas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kemudian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makin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memanas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bagian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TBB 13, 15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Warna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ungu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pekat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sedikit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tumbuh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pada TBB 13 di mana area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ungunya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paling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intens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kemudian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mulai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membesar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lagi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pada TBB 15 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Pink/Merah di TBB 15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di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bagian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atas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warna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pink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makin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sebelum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panel,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bahwa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makin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panas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06DAC6-A1C5-DC8B-8B68-95F6EA226676}"/>
              </a:ext>
            </a:extLst>
          </p:cNvPr>
          <p:cNvSpPr txBox="1"/>
          <p:nvPr/>
        </p:nvSpPr>
        <p:spPr>
          <a:xfrm>
            <a:off x="186719" y="581301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333333"/>
                </a:solidFill>
                <a:latin typeface="Times New Roman" panose="02020603050405020304" pitchFamily="18" charset="0"/>
              </a:rPr>
              <a:t>Sumatera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61368-EFCE-3FD9-E8B1-969D60F1E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19" y="966849"/>
            <a:ext cx="8260962" cy="434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836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78D59-5695-08E3-A858-B9CD63637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6445D-42EC-F205-51BD-0E27744665B1}"/>
              </a:ext>
            </a:extLst>
          </p:cNvPr>
          <p:cNvSpPr txBox="1"/>
          <p:nvPr/>
        </p:nvSpPr>
        <p:spPr>
          <a:xfrm>
            <a:off x="186719" y="165310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333333"/>
                </a:solidFill>
                <a:latin typeface="Times New Roman" panose="02020603050405020304" pitchFamily="18" charset="0"/>
              </a:rPr>
              <a:t>NC_H09_20240101_0640_R21_FLDK.02401_02401.nc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A9D77C-AA4D-DED2-190C-AB3938135929}"/>
              </a:ext>
            </a:extLst>
          </p:cNvPr>
          <p:cNvSpPr txBox="1"/>
          <p:nvPr/>
        </p:nvSpPr>
        <p:spPr>
          <a:xfrm>
            <a:off x="8410575" y="814863"/>
            <a:ext cx="378142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Analisa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Kurang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sama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sebelum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nya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Area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biru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ungu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awan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badai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(Cumulonimbus)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matang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puncak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sangat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tinggi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dingin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berpotensi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kuat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menghasilkan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lebat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petir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Rangkaian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panel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badai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tumbuh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mencapai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puncaknya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pada TBB 13di mana area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ungunya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paling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intens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kemudian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mulai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melemah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pada TBB 15 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Pink/Merah di TBB 15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di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bagian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atas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warna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pink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makin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sebelum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panel,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bahwa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makin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panas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225CAC-0FDF-F943-1213-7B0CDF0359AD}"/>
              </a:ext>
            </a:extLst>
          </p:cNvPr>
          <p:cNvSpPr txBox="1"/>
          <p:nvPr/>
        </p:nvSpPr>
        <p:spPr>
          <a:xfrm>
            <a:off x="186719" y="581301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333333"/>
                </a:solidFill>
                <a:latin typeface="Times New Roman" panose="02020603050405020304" pitchFamily="18" charset="0"/>
              </a:rPr>
              <a:t>Sumatera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1228EB-7CC1-E2F2-9269-9A272011D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62" y="950634"/>
            <a:ext cx="8235395" cy="434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22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F857F-60A7-177E-EDC7-F01549C5E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040310-058B-D0E9-46EC-8C5CAA29E428}"/>
              </a:ext>
            </a:extLst>
          </p:cNvPr>
          <p:cNvSpPr txBox="1"/>
          <p:nvPr/>
        </p:nvSpPr>
        <p:spPr>
          <a:xfrm>
            <a:off x="186719" y="165310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333333"/>
                </a:solidFill>
                <a:latin typeface="Times New Roman" panose="02020603050405020304" pitchFamily="18" charset="0"/>
              </a:rPr>
              <a:t>NC_H09_20240101_0650_R21_FLDK.02401_02401.nc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EEDBF9-F662-572A-27AE-1E56F4CE8A31}"/>
              </a:ext>
            </a:extLst>
          </p:cNvPr>
          <p:cNvSpPr txBox="1"/>
          <p:nvPr/>
        </p:nvSpPr>
        <p:spPr>
          <a:xfrm>
            <a:off x="8410575" y="814863"/>
            <a:ext cx="3781425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Analisa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Warna Ungu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Berkurang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Hilang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Di panel TBB 11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kita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melihat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area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biru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sedikit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membesar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di TBB 13 dan TBB 15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Banyak Pink/Merah di TBB 15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Di panel TBB 15, area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ungu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itu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hampir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hilang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tergantikan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oleh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warna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biru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muda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hijau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bahkan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oranye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Ini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menandakan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suhu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puncak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awan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menghangat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TBB 11: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badai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ada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lagi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mengecil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TBB 13: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badai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mengecil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mulai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memanas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bagian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atas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TBB 15: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badai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Kembali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lagi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dan area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atas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makin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panas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D51E46-C733-033E-41AC-7AC8943D2FE2}"/>
              </a:ext>
            </a:extLst>
          </p:cNvPr>
          <p:cNvSpPr txBox="1"/>
          <p:nvPr/>
        </p:nvSpPr>
        <p:spPr>
          <a:xfrm>
            <a:off x="186719" y="581301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333333"/>
                </a:solidFill>
                <a:latin typeface="Times New Roman" panose="02020603050405020304" pitchFamily="18" charset="0"/>
              </a:rPr>
              <a:t>Sumatera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C5EB27-481A-BB9C-19B8-8E4102576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18" y="950632"/>
            <a:ext cx="8061931" cy="422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663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0705-2B9A-53E7-B763-A6BB0AB1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 Grads.gs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1C9CC6-BF39-ED53-9E38-0F00842D6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45" y="1457324"/>
            <a:ext cx="4178780" cy="507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640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102303e3-ad2d-4a89-8a40-145a40e787b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3E96A3021A914490F4C654927865F7" ma:contentTypeVersion="4" ma:contentTypeDescription="Create a new document." ma:contentTypeScope="" ma:versionID="c87e0e51aabf77f3d1cdb7f19d937473">
  <xsd:schema xmlns:xsd="http://www.w3.org/2001/XMLSchema" xmlns:xs="http://www.w3.org/2001/XMLSchema" xmlns:p="http://schemas.microsoft.com/office/2006/metadata/properties" xmlns:ns2="102303e3-ad2d-4a89-8a40-145a40e787b6" targetNamespace="http://schemas.microsoft.com/office/2006/metadata/properties" ma:root="true" ma:fieldsID="5b03b4e65bc3d7a55bc35b47877f5141" ns2:_="">
    <xsd:import namespace="102303e3-ad2d-4a89-8a40-145a40e787b6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2303e3-ad2d-4a89-8a40-145a40e787b6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AD4CBB-62EC-409C-83E5-32356C5624CA}">
  <ds:schemaRefs>
    <ds:schemaRef ds:uri="http://schemas.microsoft.com/office/2006/metadata/properties"/>
    <ds:schemaRef ds:uri="http://schemas.microsoft.com/office/infopath/2007/PartnerControls"/>
    <ds:schemaRef ds:uri="8b6a86ad-69c4-4218-b204-d37bb5406edc"/>
    <ds:schemaRef ds:uri="102303e3-ad2d-4a89-8a40-145a40e787b6"/>
  </ds:schemaRefs>
</ds:datastoreItem>
</file>

<file path=customXml/itemProps2.xml><?xml version="1.0" encoding="utf-8"?>
<ds:datastoreItem xmlns:ds="http://schemas.openxmlformats.org/officeDocument/2006/customXml" ds:itemID="{89184AD1-159E-405C-8ADB-2569C95F78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CA762C-61FD-47CD-8D52-A4F85C6A57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2303e3-ad2d-4a89-8a40-145a40e787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734</Words>
  <Application>Microsoft Office PowerPoint</Application>
  <PresentationFormat>Widescreen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SCRIPT Grads.gs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harjupa.wendi.6h@ms.c.kyoto-u.ac.jp</dc:creator>
  <cp:lastModifiedBy>Ariski Myardi</cp:lastModifiedBy>
  <cp:revision>16</cp:revision>
  <dcterms:created xsi:type="dcterms:W3CDTF">2024-10-19T09:29:09Z</dcterms:created>
  <dcterms:modified xsi:type="dcterms:W3CDTF">2025-11-08T05:52:01Z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0x010100783E96A3021A914490F4C654927865F7</vt:lpwstr>
  </property>
</Properties>
</file>