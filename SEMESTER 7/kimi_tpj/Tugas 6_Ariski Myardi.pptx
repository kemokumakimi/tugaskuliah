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4B704-1EDB-CC72-BBB7-F1CCA7F9C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FEEFC-025A-5B67-DA11-350AB0D52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07185-5E8C-479D-64D6-423A995D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E3429-B218-ED70-D052-81FB7461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21951-2CCB-2A56-A9C6-AA5E3D5D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926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E474-541B-3728-C99A-94A527AA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F2E38-4537-A147-0760-77CF656CF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ABAD7-2778-DED1-3BA3-C347A11A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45C2D-05EE-3C5B-00AB-5336E07C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3DC5E-B66A-F8F1-42F0-4B3E3C6F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441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7D6A-06B6-75FF-D04F-07FBD553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F880A-5713-EB6C-EA03-846362F98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42228-3BF7-1580-1953-B13A49BB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675C-B433-E1C5-9C7F-E15B67F5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0962E-B9FF-8879-ADEB-CE63EE67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543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CE0E-00F8-26D6-0F65-A7CBB13D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495C8-23A8-1898-509D-9C66D83EC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7C892-DA78-AF9E-5BD1-7F8CE3C5A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024A1-EE41-40C6-409D-60B5A949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D5EF5-62B3-A93B-66D7-3B87C40A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BBCB5-FBAB-DA9A-F299-050108F20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77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0710-B33F-58C7-25B8-61144731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E8801-248B-E312-311E-3DF27FA1E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62A3-25B8-40E5-C81D-E79C3A148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AF598-E940-B642-47AE-07D22E787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D4D3C-939D-DC3A-AE65-7469133B6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365E8-1394-6211-1E90-2228A81C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43A97-6138-509A-5760-67539748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565DB-0FF7-5A64-005A-3ECC5F74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359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A02C-2A5E-50D2-CBF2-50F315B3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6A8C9-F70A-5D70-C865-B762EC45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B3507-EFBA-358D-6E91-0B866AA5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E4FBA-661F-0A97-056B-825CA921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317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0466A-5BF3-6647-CEA5-3FC2D0A1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2FBA6-08B6-6CF2-E2B0-E8E032B9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599A3-D88A-6DB1-EE3B-B1C9777E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182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6B30-61F8-36BE-6EFA-66EA1896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03A51-64E9-CA48-3DAF-C0FE5731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F654F-A2B2-DDA9-9AA0-3F387006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67598-0C42-691E-93F6-2177E2B8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6FEC2-7AE8-C484-3577-E6494784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2D26C-4328-1AEE-6C77-C4258A02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4872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A765-6C69-B06F-790D-38C9F398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C5D82-CD27-E50C-B253-4D9EE28E4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6A34B-D6B3-554A-DB64-AC185B911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B6E92-74A8-620B-AEC8-32E7E26E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52BBB-A3D1-F9DF-44D6-8F054AAF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8F238-1A20-9377-5702-322A3A73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467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0542-77E9-869C-CCC2-CA3ED27A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26B9A-24C3-603E-E831-ED86568AF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001E6-9899-52BE-BF33-482DC632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862B-D198-ECF2-B25E-AA1140F3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6FE6A-E977-B537-7AF8-45236380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296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8C231-0000-D9C7-A92C-C0AD228F9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66F0E-AC75-EFCD-CF3F-B3246F9DF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9246-2444-248C-77CE-DDCAB9F8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951FF-E44F-CAB6-FE4D-A4A0117B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99F31-2EE5-ADE2-5FE1-7B0164F2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935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EF703-6F13-E7B9-9D9E-33F6587C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8FD71-2C3A-6B3A-9F17-BAD5D8D4E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415E-8379-C9E5-5B8C-8FB27F47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98A46-85E4-4733-B177-7BD0E5F5C057}" type="datetimeFigureOut">
              <a:rPr lang="en-ID" smtClean="0"/>
              <a:t>13/12/2025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F90F1-EC13-E174-9AFA-6B7513DDD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49993-AF70-4AA5-09F6-84A609B06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1B4A8-E699-41A3-8B75-C3A7AD942A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738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0137-E5EC-1D49-9134-29F2354DF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1A77D-055C-0B66-56EC-AD5BF2993F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B357AA-6DE5-F73E-98EF-C79B19DA5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7" y="0"/>
            <a:ext cx="11762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4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Ariski Myardi</dc:creator>
  <cp:lastModifiedBy>Ariski Myardi</cp:lastModifiedBy>
  <cp:revision>1</cp:revision>
  <dcterms:created xsi:type="dcterms:W3CDTF">2025-12-12T20:29:59Z</dcterms:created>
  <dcterms:modified xsi:type="dcterms:W3CDTF">2025-12-12T20:30:30Z</dcterms:modified>
</cp:coreProperties>
</file>