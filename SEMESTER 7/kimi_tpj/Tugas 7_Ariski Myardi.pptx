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DE062-AAA0-4640-B45F-248F0D2DA69B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5AF9A-20B2-4AD5-ADD2-F8F7B17EB35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625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5AF9A-20B2-4AD5-ADD2-F8F7B17EB352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910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AA70-5515-0A74-A846-A5DF665A3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21A8D-F5AA-0EEB-451F-7641E9B2D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AA021-A279-66E6-266D-7AF4311A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F694-2D4F-DEA1-01BB-93C96F6B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C039F-6E89-0351-5887-BB3505D2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286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592D-7C4A-341D-1A01-9D885670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6C06-A58A-0279-1B66-A18C7AD05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8E6B-248C-BD87-E1C2-56306205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C510-2144-CF83-0CA5-7A1B888E1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827C-356C-9241-22DD-43A05DE8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939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BFD0-B275-C42C-AB41-3D40B01C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629BC-971D-AA45-0DAB-F627DE5AE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37EE3-B96F-670D-E686-FF7FAAC4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9F001-13AC-EC15-26D5-7A857F35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96C5A-A135-3DD0-7B4A-5947955E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035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FC00-3AA2-4011-CD75-1CD46508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16063-03AC-C774-CF58-B913454E4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C4FD5-AAFB-6541-D83F-219BFA2F4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B9F35-A068-44B2-B884-6A4AF429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B5B5A-EBD9-7C37-5D07-859F8262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F7549-4D0F-9229-62C8-1B41F09F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113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E89F-654F-0D90-E501-7FC4CAFA1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6FAF3-09AE-E92E-B891-7127376C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743A5-2379-C510-83B4-F3C1ABB68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46461-D335-BB23-B807-CC99D7E6D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CA3DF-0802-1F4B-9CDD-25C7607D9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D2400-2E80-B568-2A23-307F6058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1198C-54DA-85D3-EA58-D0BEEB38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E79DE-862A-FA3D-9A7A-6B2AD1E4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800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D2AF-5CD5-975A-B666-D98E0911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37073-C224-2EB3-7180-77FAD311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EEBF7-DA38-5253-17A6-3A7FA623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B87C0-DA91-9F63-E4D4-FD8B796A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923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6F648-93AF-21B0-0757-9B3FC1C6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8E155-3AEA-C41B-3C32-AA6603BC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78177-AC64-9B4B-6059-1836397D1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086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F3F4-919F-DA5D-990A-524F4912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2F0F6-9220-3DEC-212A-9AB35AD12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08190-F0B7-B360-0DE4-0E650E942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1BCCD-A208-FE55-11FE-EF6F362E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1DB4D-4414-205E-10C9-84EF4440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53EA3-8FC8-CDDF-DC60-57191FAF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710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4AAA7-B552-F886-E2CC-0B482A52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DD2E1-C9C2-6284-9C33-1B846BF58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4044D-6007-522D-6229-46E3EA330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EB98B-59E6-FBD9-94C4-890090C8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F1683-5DCC-058B-2BD4-937AC702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F622D-85DF-35A0-EC0C-14AE00F38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407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69C9-0038-2703-8801-AFC671CE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CF73E-85EC-99C1-47EB-38E5C991E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E0274-1A6F-CB38-A98A-54504383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D88D4-74B3-0E9F-D5E0-8C306D34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51042-3AA8-8F77-2F16-A35A596A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808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6F3EE-CA3B-3106-6102-D15B0FE4C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96BB4-EEF8-BE97-368F-B9E1F85AB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DD167-5149-57EA-0885-C2A616F7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39592-4B7F-0AC8-AEF7-F510C188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ADB2-E277-DAA3-57E4-BD255993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9048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DC227-6128-48E9-5992-C76C7859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29E55-252E-F90B-BCF4-28F2430CF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C00E-9720-E718-8BB0-A93841835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B750-16A3-4AF6-A2E9-98BE68FFF644}" type="datetimeFigureOut">
              <a:rPr lang="en-ID" smtClean="0"/>
              <a:t>29/12/2025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630FA-6492-C188-15C0-E7BD716D6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B8E57-0639-94D1-EF4B-860086897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09E68-158D-4E7B-9C81-A206A560BE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606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ED7A-F5A6-78BE-DB08-32E2E7816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err="1"/>
              <a:t>Tugas</a:t>
            </a:r>
            <a:r>
              <a:rPr lang="en-US" sz="8000" dirty="0"/>
              <a:t> 7 TPJ </a:t>
            </a:r>
            <a:endParaRPr lang="en-ID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6AE7-C672-4F34-D2B9-D82D4038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Ariski</a:t>
            </a:r>
            <a:r>
              <a:rPr lang="en-US" sz="3600" dirty="0"/>
              <a:t> </a:t>
            </a:r>
            <a:r>
              <a:rPr lang="en-US" sz="3600" dirty="0" err="1"/>
              <a:t>Myardi</a:t>
            </a:r>
            <a:r>
              <a:rPr lang="en-US" sz="3600"/>
              <a:t> 1103220019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15548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2ED3-7C9E-C925-676B-993002C6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000" b="1" dirty="0"/>
              <a:t>In file "NC_H09_20240101_0800_R21_FLDK.02401_02401.nc" </a:t>
            </a:r>
            <a:br>
              <a:rPr lang="pt-BR" sz="3000" b="1" dirty="0"/>
            </a:br>
            <a:r>
              <a:rPr lang="en-ID" sz="3000" b="1" dirty="0"/>
              <a:t>tbb_13 </a:t>
            </a:r>
            <a:br>
              <a:rPr lang="en-ID" sz="3000" b="1" dirty="0"/>
            </a:br>
            <a:endParaRPr lang="en-ID" sz="3000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26FC2CD-F553-DD8C-2D88-BD7FB2403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9746497" cy="45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2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5993-AE05-E103-0FA2-D0456DB3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A7DB7-C1CE-C03E-F3BA-39BC8D033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780"/>
          <a:stretch>
            <a:fillRect/>
          </a:stretch>
        </p:blipFill>
        <p:spPr>
          <a:xfrm>
            <a:off x="1494064" y="1315131"/>
            <a:ext cx="9413422" cy="502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6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D2E4-15B5-F61F-D296-E2237CFC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Map Projection</a:t>
            </a:r>
            <a:endParaRPr lang="en-ID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4B9D70-BA88-03F6-D05A-011E6D916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797"/>
          <a:stretch>
            <a:fillRect/>
          </a:stretch>
        </p:blipFill>
        <p:spPr>
          <a:xfrm>
            <a:off x="2030186" y="1690688"/>
            <a:ext cx="8763000" cy="464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8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DACB-7806-C5CA-BB07-60E38225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Scale</a:t>
            </a:r>
            <a:endParaRPr lang="en-ID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FAF66-D4B5-B1FC-A07B-4D3793735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67"/>
          <a:stretch>
            <a:fillRect/>
          </a:stretch>
        </p:blipFill>
        <p:spPr>
          <a:xfrm>
            <a:off x="1066800" y="1489839"/>
            <a:ext cx="9350829" cy="500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5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CB1E-000D-D1A4-791B-5AFD501C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Labeling</a:t>
            </a:r>
            <a:endParaRPr lang="en-ID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DBD67F-9D04-6A5D-FA7F-9560A9B2F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E5F2F1-9E35-3664-AFD4-1BDD08D4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50"/>
          <a:stretch>
            <a:fillRect/>
          </a:stretch>
        </p:blipFill>
        <p:spPr>
          <a:xfrm>
            <a:off x="1213757" y="1367704"/>
            <a:ext cx="9764486" cy="512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9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2CC0-DB0C-E18E-B367-8842D55F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Contour</a:t>
            </a:r>
            <a:endParaRPr lang="en-ID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E27C80-B555-9FFA-587A-BAC0CDB90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150"/>
          <a:stretch>
            <a:fillRect/>
          </a:stretch>
        </p:blipFill>
        <p:spPr>
          <a:xfrm>
            <a:off x="1246414" y="1690689"/>
            <a:ext cx="9448800" cy="497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2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CDA9-C11E-5043-7384-167AD163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Layout </a:t>
            </a:r>
            <a:endParaRPr lang="en-ID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2B5918-775B-ED23-BC1B-7C8EB80ED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359"/>
          <a:stretch>
            <a:fillRect/>
          </a:stretch>
        </p:blipFill>
        <p:spPr>
          <a:xfrm>
            <a:off x="1262742" y="1690688"/>
            <a:ext cx="902425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0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7654-82BA-F72E-99D5-B39F3E01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</a:t>
            </a:r>
            <a:endParaRPr lang="en-ID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776BBC-7B3E-05B1-1CFA-B64DBE34E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319"/>
          <a:stretch>
            <a:fillRect/>
          </a:stretch>
        </p:blipFill>
        <p:spPr>
          <a:xfrm>
            <a:off x="1034142" y="1690688"/>
            <a:ext cx="9661071" cy="505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6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F44B-296B-86FD-7645-A2E85CF0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Overlays</a:t>
            </a:r>
            <a:endParaRPr lang="en-ID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73A5CF-E606-7D27-BE51-6584B4B45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036"/>
          <a:stretch>
            <a:fillRect/>
          </a:stretch>
        </p:blipFill>
        <p:spPr>
          <a:xfrm>
            <a:off x="1279518" y="1690688"/>
            <a:ext cx="918709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1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36</Words>
  <Application>Microsoft Office PowerPoint</Application>
  <PresentationFormat>Widescreen</PresentationFormat>
  <Paragraphs>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Tugas 7 TPJ </vt:lpstr>
      <vt:lpstr>In file "NC_H09_20240101_0800_R21_FLDK.02401_02401.nc"  tbb_13  </vt:lpstr>
      <vt:lpstr>Arrays</vt:lpstr>
      <vt:lpstr>Map Projection</vt:lpstr>
      <vt:lpstr>Scale</vt:lpstr>
      <vt:lpstr>Labeling</vt:lpstr>
      <vt:lpstr>Contour</vt:lpstr>
      <vt:lpstr>Layout </vt:lpstr>
      <vt:lpstr>Grid</vt:lpstr>
      <vt:lpstr>Overlays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Ariski Myardi</dc:creator>
  <cp:lastModifiedBy>ARISKI MYARDI</cp:lastModifiedBy>
  <cp:revision>2</cp:revision>
  <dcterms:created xsi:type="dcterms:W3CDTF">2025-12-12T12:41:56Z</dcterms:created>
  <dcterms:modified xsi:type="dcterms:W3CDTF">2025-12-28T23:45:41Z</dcterms:modified>
</cp:coreProperties>
</file>