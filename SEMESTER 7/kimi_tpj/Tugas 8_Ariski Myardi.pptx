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8E71-7ABA-7D77-1BC1-7EF9390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7C2B-16DE-434F-4504-0DACDF32D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8533D-A091-D6A9-D5BB-7D7B06A9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8B3A0-9995-D5A7-D275-BA3D7672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F1C69-4015-D410-4FFA-2C87880D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8370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9B704-60FF-0EDF-F55F-FA974E8A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66F52-A7CF-96F1-17C1-3242D647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B52E8-6FB0-802C-B606-A0258557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53F16-0B4C-F2C3-D4EA-5A0C3CCF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8A15E-509A-FE3B-F484-AAC1682D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403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A6C4-AE98-CF79-2E49-A46343772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1663B-9546-BEC9-0931-29A7C973C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A8C7F-97FD-D1A0-2308-77D594FF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AAED6-EA30-9E35-30BC-7B8983D3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F5DCC-ECB7-FA66-0422-36AD36DB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233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E773-04DA-55E6-932D-68A7DB84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22F7-F1CB-BFFA-E353-ADF214237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A1F2E-B573-6756-BF51-A60EE0E2E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9B422-96CC-DE71-6850-E343EA52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BC308-C098-5E49-4DA7-2985CC88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B3E39-43AF-79DF-EF08-55D7F41C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6857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C851C-3107-808C-E9EC-887471D6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CA316-B3FB-5981-5747-B62AE318A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A3B6A-DC37-FA61-37AD-DC64C92E1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BA4BDA-85C4-0C5F-58DD-7099DE8CF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F01E8-71F9-6B8C-19B0-ECDF1B4C2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662BE-2DD2-D037-5207-1EF1C617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F8F0C-8E6C-5B5C-2EFA-2C069BD5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17CB5-317C-9CA3-89AD-000969E9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99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29C7-F4C6-BA67-F984-95CDAA5ED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87B685-71F6-8235-8938-8DC39352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DF599-F536-859A-1607-4DD85D5B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E3481-2E85-E2FA-F69B-CDFE798C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104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3B8C6-38C0-E82B-AB99-0CF43E47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06D43-E497-39F2-C44D-63B705FF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B51D3-01CE-CA6B-FB78-F1A38EEE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7493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92A6-5476-6006-98C0-A5FCB80D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F8109-3D93-F5C2-2562-E0514A11F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9771C-1A8F-1363-CF4D-AC2036C05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DA79C-8ADF-D94C-11EC-5ED264AA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DE07C-8091-8545-E9B1-AED24112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06EDD-16B7-CDDF-CA4F-F674E788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600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6265-9DA7-E383-5CD2-B03DDC73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6CDFF-9738-5580-72B6-8C96B7AD9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88BDC-A85B-926E-F1CB-354449712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4B54C-1417-4278-5587-126BC9397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65EC2-307C-FFB8-C927-BE518F54E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A42CC-AD49-0052-67AF-AC171F5E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1413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1EBF-A2C8-F648-0785-32E6C593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D1AE6-7143-22C7-AF12-3322E3765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7FD36-B13F-68C5-872C-12956470C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B33A-370E-E73B-81C7-F18ED5D2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B7704-7D29-B289-A352-BD39FDE1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2593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469B9F-3F71-6FCB-BAAE-6513D0FE0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D4408-166F-DCEF-9FC6-ADCE3E677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F3B7E-C298-652F-34D4-6FD61B41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4B11B-DC9A-C01B-8E23-F88F7437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A0A7-AE7F-BA25-C484-DCEB0CC9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234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BD8F7-7795-EF5B-4B63-293005A8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E6908-A671-F2DD-99FF-D74EC6C20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CB35C-AC93-C47B-29F4-9ADA5819F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A6118-5CE4-41A3-9C6B-DC58A2A90796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79A8E-9983-0070-A530-88A48F441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FE401-A843-EFC6-5BAE-ACBF6F26F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0B643-8A42-4BF4-B71B-FD9135DF4F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863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28CA-976E-5052-D9C1-635F1439F8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D2525-C3B5-5F27-8B2E-30B1017F8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3C0C3-7F47-5E29-5AB1-A1A192DBD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7667"/>
            <a:ext cx="12192000" cy="582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9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ARISKI MYARDI</dc:creator>
  <cp:lastModifiedBy>ARISKI MYARDI</cp:lastModifiedBy>
  <cp:revision>1</cp:revision>
  <dcterms:created xsi:type="dcterms:W3CDTF">2026-01-09T19:13:44Z</dcterms:created>
  <dcterms:modified xsi:type="dcterms:W3CDTF">2026-01-09T19:14:02Z</dcterms:modified>
</cp:coreProperties>
</file>