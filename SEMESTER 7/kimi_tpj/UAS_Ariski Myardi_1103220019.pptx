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56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62F4-F415-7923-ED2E-7653988B2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853CA-9775-2519-BDE8-EAF21FA83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A83C1-F09D-0136-DEA3-40E5F255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7A929-FA67-5849-E43C-2AEFD98A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CD7EF-CDE5-9B78-FE8E-BF2FA928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534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B5AF-FA3E-C2D2-078A-06DF697D4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276ED-96F8-3B2F-5640-ECAA6990A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428FF-DDB2-A4B3-16A3-226EC6D8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459D-F5A6-9300-E699-8CFD043A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4772A-CE99-507E-D26C-FCF9FD1C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68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EAE1-8C6F-B8BA-614C-0D8B0257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703F8-1FB5-421F-5CE5-115D6E3CA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CD3CF-013F-6783-3387-F19B8182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2BE11-EE2F-5440-4670-EAF66628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E3ACB-94F4-23C8-56DE-A10DA2B6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344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D0B4-CD00-857E-3752-87D3CF2E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1A277-E011-E4EA-64CE-77992C77CD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15476-C8E2-980E-6AF5-5ABAAC1C3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F97AD-FF75-5A47-E460-0C5EB3BB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00ECE-9E09-0398-AA0F-90F634AB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1A2C1-0B53-539C-FE6B-D8150C18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266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AB1E-C7BB-FC67-4B35-1385501A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8ADF7-46D9-94E4-4931-A4E6D1640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0418F-3873-7385-6037-9897118B0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E337E-F5C2-74C0-6975-C387BF7C0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6B450-A942-AC0B-AF15-357886C8F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8723E-D45D-E558-CB15-EA68E4FE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7E3C7-4CFF-A00E-B17B-48E8129D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94225-0AE7-1277-39CB-3B3E66DC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86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BE81-FD10-86A6-0F32-11132F0E8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90944-3993-757A-AA47-1E5B0C21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53670-CB48-9D65-0B7C-1F11EEFA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55B1E-C087-5D80-7A9F-9735890FF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200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A2EE3-97B6-8083-4227-2B01792D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11D0E-C9E2-AB79-532A-EF0390AA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F27A3-3CDC-2008-3ACA-FC2F68D89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12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DCA8-4CDA-F8A9-3775-C8FDA613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2092-D9DE-6AE2-20BC-5DDC5DCFB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7D256-DA3A-196F-C1EE-DBDD5F09B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92730-9DBA-99DC-FB01-91D5526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ADC0F-35B7-ED79-02A8-697A93A2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D875E-2E33-FDB1-95E5-6EA95A07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919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71672-7FC4-D2AF-3739-677067FED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ADE9-A81C-DD0E-B9A0-083C79777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9B28B-3820-4C6F-4A0C-336B4067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BB3A6-E9B2-3C75-5D04-11ADF966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39450-6868-CADE-BAC7-96A57F6F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D4259-96CB-89AE-56C4-D872C1C3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948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9425A-DFB2-C77D-4BB6-23ED1B93C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49A95F-FABD-EF36-F224-24E7D7309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BE075-EBDB-D59D-9C5F-6F587213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AF841-8132-7DD3-71BF-121BA27B1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8F85C-B68C-AED1-C801-888E8DF1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876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CA8BC-E0DD-8128-4B57-AE657B74B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DDB50-EC4E-7371-260A-E55D8CF4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505BE-20DB-934C-EC42-F5158A29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14C03-EFDD-DE9E-38E4-B7EE941C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5606C-A859-19B0-55DE-CCE30D4E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309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F1BAF-2F7C-EC63-F8B3-202A0DD70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E74E-EC86-7324-93BA-847E4434C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137A3-E419-03CC-A44C-5C10F6A71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AD1B0-2FA2-434A-AC5A-63B74C8DD838}" type="datetimeFigureOut">
              <a:rPr lang="en-ID" smtClean="0"/>
              <a:t>10/01/2026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5A62F-75D0-7A43-957D-464A201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016E-4197-63A5-4698-C5171E4DB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A5393-6461-4D3A-80A5-E2805C45C7D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861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6B2E3-3F97-759A-8E87-D0BD7F21D4D8}"/>
              </a:ext>
            </a:extLst>
          </p:cNvPr>
          <p:cNvSpPr txBox="1"/>
          <p:nvPr/>
        </p:nvSpPr>
        <p:spPr>
          <a:xfrm>
            <a:off x="136187" y="131737"/>
            <a:ext cx="4581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UAS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Tugas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Besar)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BBF28-34EC-D16A-3054-6B8682B649EF}"/>
              </a:ext>
            </a:extLst>
          </p:cNvPr>
          <p:cNvSpPr txBox="1"/>
          <p:nvPr/>
        </p:nvSpPr>
        <p:spPr>
          <a:xfrm>
            <a:off x="389105" y="819166"/>
            <a:ext cx="10798022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Plot data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GsMAP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(V8)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pada file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excell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terlampir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Plot data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tipe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shaded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plot (palette)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petunjuk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pada file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excell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Tambahkan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atribut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palette.</a:t>
            </a:r>
          </a:p>
          <a:p>
            <a:pPr marL="342900" indent="-342900"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Tuliskan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script Java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pada slide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kedua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Buat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Analisa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 yang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diplot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73C90C-CC7E-1C4C-5EE1-29D56BFD8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619" y="4091918"/>
            <a:ext cx="7501853" cy="2622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D4CF91-FC55-3EBA-D7CC-655E32D15F4A}"/>
              </a:ext>
            </a:extLst>
          </p:cNvPr>
          <p:cNvSpPr txBox="1"/>
          <p:nvPr/>
        </p:nvSpPr>
        <p:spPr>
          <a:xfrm>
            <a:off x="389105" y="4249055"/>
            <a:ext cx="1520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Contoh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plot data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pulau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Jawa</a:t>
            </a:r>
          </a:p>
        </p:txBody>
      </p:sp>
    </p:spTree>
    <p:extLst>
      <p:ext uri="{BB962C8B-B14F-4D97-AF65-F5344CB8AC3E}">
        <p14:creationId xmlns:p14="http://schemas.microsoft.com/office/powerpoint/2010/main" val="80693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3428-08ED-E34B-4BB0-DE193E77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03" y="142172"/>
            <a:ext cx="10515600" cy="625083"/>
          </a:xfrm>
        </p:spPr>
        <p:txBody>
          <a:bodyPr>
            <a:normAutofit fontScale="90000"/>
          </a:bodyPr>
          <a:lstStyle/>
          <a:p>
            <a:r>
              <a:rPr lang="en-US" dirty="0"/>
              <a:t>Script 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9DAD8-F7A4-DCFE-3C56-ADEA70A4E9EE}"/>
              </a:ext>
            </a:extLst>
          </p:cNvPr>
          <p:cNvSpPr txBox="1"/>
          <p:nvPr/>
        </p:nvSpPr>
        <p:spPr>
          <a:xfrm>
            <a:off x="205903" y="578069"/>
            <a:ext cx="643663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// IDENTITAS MAHASISWA</a:t>
            </a:r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var STUDENT_NAME = '</a:t>
            </a:r>
            <a:r>
              <a:rPr lang="en-US" sz="1400" dirty="0" err="1"/>
              <a:t>Arisky</a:t>
            </a:r>
            <a:r>
              <a:rPr lang="en-US" sz="1400" dirty="0"/>
              <a:t> </a:t>
            </a:r>
            <a:r>
              <a:rPr lang="en-US" sz="1400" dirty="0" err="1"/>
              <a:t>Myardi</a:t>
            </a:r>
            <a:r>
              <a:rPr lang="en-US" sz="1400" dirty="0"/>
              <a:t>';</a:t>
            </a:r>
          </a:p>
          <a:p>
            <a:endParaRPr lang="en-US" sz="1400" dirty="0"/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// WAKTU (SESUAI EXCEL)</a:t>
            </a:r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var START = '2024-01-07';</a:t>
            </a:r>
          </a:p>
          <a:p>
            <a:r>
              <a:rPr lang="en-US" sz="1400" dirty="0"/>
              <a:t>var END_INCLUSIVE = '2024-01-08';</a:t>
            </a:r>
          </a:p>
          <a:p>
            <a:r>
              <a:rPr lang="en-US" sz="1400" dirty="0"/>
              <a:t>var END_EXCLUSIVE = </a:t>
            </a:r>
            <a:r>
              <a:rPr lang="en-US" sz="1400" dirty="0" err="1"/>
              <a:t>ee.Date</a:t>
            </a:r>
            <a:r>
              <a:rPr lang="en-US" sz="1400" dirty="0"/>
              <a:t>(END_INCLUSIVE).advance(1, 'day');</a:t>
            </a:r>
          </a:p>
          <a:p>
            <a:endParaRPr lang="en-US" sz="1400" dirty="0"/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// DATASET &amp; BAND</a:t>
            </a:r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var BAND = '</a:t>
            </a:r>
            <a:r>
              <a:rPr lang="en-US" sz="1400" dirty="0" err="1"/>
              <a:t>hourlyPrecipRateGC</a:t>
            </a:r>
            <a:r>
              <a:rPr lang="en-US" sz="1400" dirty="0"/>
              <a:t>';</a:t>
            </a:r>
          </a:p>
          <a:p>
            <a:endParaRPr lang="en-US" sz="1400" dirty="0"/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// VISUALISASI</a:t>
            </a:r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var PALETTE = [</a:t>
            </a:r>
          </a:p>
          <a:p>
            <a:r>
              <a:rPr lang="en-US" sz="1400" dirty="0"/>
              <a:t>  '1621a2',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ffffff</a:t>
            </a:r>
            <a:r>
              <a:rPr lang="en-US" sz="1400" dirty="0"/>
              <a:t>',</a:t>
            </a:r>
          </a:p>
          <a:p>
            <a:r>
              <a:rPr lang="en-US" sz="1400" dirty="0"/>
              <a:t>  '03ffff',</a:t>
            </a:r>
          </a:p>
          <a:p>
            <a:r>
              <a:rPr lang="en-US" sz="1400" dirty="0"/>
              <a:t>  '13ff03',</a:t>
            </a:r>
          </a:p>
          <a:p>
            <a:r>
              <a:rPr lang="en-US" sz="1400" dirty="0"/>
              <a:t>  'efff00',</a:t>
            </a:r>
          </a:p>
          <a:p>
            <a:r>
              <a:rPr lang="en-US" sz="1400" dirty="0"/>
              <a:t>  'ffb103',</a:t>
            </a:r>
          </a:p>
          <a:p>
            <a:r>
              <a:rPr lang="en-US" sz="1400" dirty="0"/>
              <a:t>  'ff2300'</a:t>
            </a:r>
          </a:p>
          <a:p>
            <a:r>
              <a:rPr lang="en-US" sz="1400" dirty="0"/>
              <a:t>];</a:t>
            </a:r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90AE6-0268-BCB2-FDA5-A091AEE95ED3}"/>
              </a:ext>
            </a:extLst>
          </p:cNvPr>
          <p:cNvSpPr txBox="1"/>
          <p:nvPr/>
        </p:nvSpPr>
        <p:spPr>
          <a:xfrm>
            <a:off x="6487297" y="578069"/>
            <a:ext cx="6205738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var VIS_MIN = 0;</a:t>
            </a:r>
          </a:p>
          <a:p>
            <a:r>
              <a:rPr lang="en-US" sz="1400" dirty="0"/>
              <a:t>var VIS_MAX = 80;</a:t>
            </a:r>
          </a:p>
          <a:p>
            <a:endParaRPr lang="en-US" sz="1400" dirty="0"/>
          </a:p>
          <a:p>
            <a:r>
              <a:rPr lang="en-US" sz="1400" dirty="0"/>
              <a:t>var VIS = {</a:t>
            </a:r>
          </a:p>
          <a:p>
            <a:r>
              <a:rPr lang="en-US" sz="1400" dirty="0"/>
              <a:t>  min: VIS_MIN,</a:t>
            </a:r>
          </a:p>
          <a:p>
            <a:r>
              <a:rPr lang="en-US" sz="1400" dirty="0"/>
              <a:t>  max: VIS_MAX,</a:t>
            </a:r>
          </a:p>
          <a:p>
            <a:r>
              <a:rPr lang="en-US" sz="1400" dirty="0"/>
              <a:t>  palette: PALETTE</a:t>
            </a:r>
          </a:p>
          <a:p>
            <a:r>
              <a:rPr lang="en-US" sz="1400" dirty="0"/>
              <a:t>};</a:t>
            </a:r>
          </a:p>
          <a:p>
            <a:endParaRPr lang="en-US" sz="1400" dirty="0"/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// BATAS ADMINISTRASI</a:t>
            </a:r>
          </a:p>
          <a:p>
            <a:r>
              <a:rPr lang="en-US" sz="1400" dirty="0"/>
              <a:t>// ===============================</a:t>
            </a:r>
          </a:p>
          <a:p>
            <a:r>
              <a:rPr lang="en-US" sz="1400" dirty="0"/>
              <a:t>var gaul1 = </a:t>
            </a:r>
            <a:r>
              <a:rPr lang="en-US" sz="1400" dirty="0" err="1"/>
              <a:t>ee.FeatureCollection</a:t>
            </a:r>
            <a:r>
              <a:rPr lang="en-US" sz="1400" dirty="0"/>
              <a:t>('FAO/GAUL_SIMPLIFIED_500m/2015/level1');</a:t>
            </a:r>
          </a:p>
          <a:p>
            <a:endParaRPr lang="en-US" sz="1400" dirty="0"/>
          </a:p>
          <a:p>
            <a:r>
              <a:rPr lang="en-US" sz="1400" dirty="0"/>
              <a:t>var </a:t>
            </a:r>
            <a:r>
              <a:rPr lang="en-US" sz="1400" dirty="0" err="1"/>
              <a:t>sumateraProv</a:t>
            </a:r>
            <a:r>
              <a:rPr lang="en-US" sz="1400" dirty="0"/>
              <a:t> = [</a:t>
            </a:r>
          </a:p>
          <a:p>
            <a:r>
              <a:rPr lang="en-US" sz="1400" dirty="0"/>
              <a:t>  'Aceh',</a:t>
            </a:r>
          </a:p>
          <a:p>
            <a:r>
              <a:rPr lang="en-US" sz="1400" dirty="0"/>
              <a:t>  'Sumatera Utara',</a:t>
            </a:r>
          </a:p>
          <a:p>
            <a:r>
              <a:rPr lang="en-US" sz="1400" dirty="0"/>
              <a:t>  'Sumatera Barat',</a:t>
            </a:r>
          </a:p>
          <a:p>
            <a:r>
              <a:rPr lang="en-US" sz="1400" dirty="0"/>
              <a:t>  'Riau',</a:t>
            </a:r>
          </a:p>
          <a:p>
            <a:r>
              <a:rPr lang="en-US" sz="1400" dirty="0"/>
              <a:t>  '</a:t>
            </a:r>
            <a:r>
              <a:rPr lang="en-US" sz="1400" dirty="0" err="1"/>
              <a:t>Kepulauan</a:t>
            </a:r>
            <a:r>
              <a:rPr lang="en-US" sz="1400" dirty="0"/>
              <a:t> Riau',</a:t>
            </a:r>
          </a:p>
          <a:p>
            <a:r>
              <a:rPr lang="en-US" sz="1400" dirty="0"/>
              <a:t>  'Jambi',</a:t>
            </a:r>
          </a:p>
          <a:p>
            <a:r>
              <a:rPr lang="en-US" sz="1400" dirty="0"/>
              <a:t>  'Sumatera Selatan',</a:t>
            </a:r>
          </a:p>
          <a:p>
            <a:r>
              <a:rPr lang="en-US" sz="1400" dirty="0"/>
              <a:t>  'Bengkulu',</a:t>
            </a:r>
          </a:p>
          <a:p>
            <a:r>
              <a:rPr lang="en-US" sz="1400" dirty="0"/>
              <a:t>  'Lampung'</a:t>
            </a:r>
          </a:p>
          <a:p>
            <a:r>
              <a:rPr lang="en-US" sz="1400" dirty="0"/>
              <a:t>];</a:t>
            </a:r>
          </a:p>
          <a:p>
            <a:endParaRPr lang="en-US" sz="1400" dirty="0"/>
          </a:p>
          <a:p>
            <a:r>
              <a:rPr lang="en-US" sz="1400" dirty="0"/>
              <a:t>var </a:t>
            </a:r>
            <a:r>
              <a:rPr lang="en-US" sz="1400" dirty="0" err="1"/>
              <a:t>roiFc</a:t>
            </a:r>
            <a:r>
              <a:rPr lang="en-US" sz="1400" dirty="0"/>
              <a:t> = gaul1</a:t>
            </a:r>
          </a:p>
          <a:p>
            <a:r>
              <a:rPr lang="en-US" sz="1400" dirty="0"/>
              <a:t>  .filter(</a:t>
            </a:r>
            <a:r>
              <a:rPr lang="en-US" sz="1400" dirty="0" err="1"/>
              <a:t>ee.Filter.eq</a:t>
            </a:r>
            <a:r>
              <a:rPr lang="en-US" sz="1400" dirty="0"/>
              <a:t>('ADM0_NAME', 'Indonesia'))</a:t>
            </a:r>
          </a:p>
          <a:p>
            <a:r>
              <a:rPr lang="en-US" sz="1400" dirty="0"/>
              <a:t>  .filter(</a:t>
            </a:r>
            <a:r>
              <a:rPr lang="en-US" sz="1400" dirty="0" err="1"/>
              <a:t>ee.Filter.inList</a:t>
            </a:r>
            <a:r>
              <a:rPr lang="en-US" sz="1400" dirty="0"/>
              <a:t>('ADM1_NAME', </a:t>
            </a:r>
            <a:r>
              <a:rPr lang="en-US" sz="1400" dirty="0" err="1"/>
              <a:t>sumateraProv</a:t>
            </a:r>
            <a:r>
              <a:rPr lang="en-US" sz="1400" dirty="0"/>
              <a:t>));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864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F87DEF2-1F3A-4F56-4C3F-7154F7C7DC11}"/>
              </a:ext>
            </a:extLst>
          </p:cNvPr>
          <p:cNvSpPr txBox="1"/>
          <p:nvPr/>
        </p:nvSpPr>
        <p:spPr>
          <a:xfrm>
            <a:off x="269822" y="134911"/>
            <a:ext cx="614596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var ROI = </a:t>
            </a:r>
            <a:r>
              <a:rPr lang="en-US" sz="1200" dirty="0" err="1"/>
              <a:t>roiFc.geometry</a:t>
            </a:r>
            <a:r>
              <a:rPr lang="en-US" sz="1200" dirty="0"/>
              <a:t>();</a:t>
            </a:r>
          </a:p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IMAGE COLLECTION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var </a:t>
            </a:r>
            <a:r>
              <a:rPr lang="en-US" sz="1200" dirty="0" err="1"/>
              <a:t>ic</a:t>
            </a:r>
            <a:r>
              <a:rPr lang="en-US" sz="1200" dirty="0"/>
              <a:t> = </a:t>
            </a:r>
            <a:r>
              <a:rPr lang="en-US" sz="1200" dirty="0" err="1"/>
              <a:t>ee.ImageCollection</a:t>
            </a:r>
            <a:r>
              <a:rPr lang="en-US" sz="1200" dirty="0"/>
              <a:t>('JAXA/GPM_L3/</a:t>
            </a:r>
            <a:r>
              <a:rPr lang="en-US" sz="1200" dirty="0" err="1"/>
              <a:t>GSMaP</a:t>
            </a:r>
            <a:r>
              <a:rPr lang="en-US" sz="1200" dirty="0"/>
              <a:t>/v8/operational')</a:t>
            </a:r>
          </a:p>
          <a:p>
            <a:r>
              <a:rPr lang="en-US" sz="1200" dirty="0"/>
              <a:t>  .</a:t>
            </a:r>
            <a:r>
              <a:rPr lang="en-US" sz="1200" dirty="0" err="1"/>
              <a:t>filterDate</a:t>
            </a:r>
            <a:r>
              <a:rPr lang="en-US" sz="1200" dirty="0"/>
              <a:t>(START, END_EXCLUSIVE)</a:t>
            </a:r>
          </a:p>
          <a:p>
            <a:r>
              <a:rPr lang="en-US" sz="1200" dirty="0"/>
              <a:t>  .select(BAND);</a:t>
            </a:r>
          </a:p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AKUMULASI HUJAN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var </a:t>
            </a:r>
            <a:r>
              <a:rPr lang="en-US" sz="1200" dirty="0" err="1"/>
              <a:t>accum</a:t>
            </a:r>
            <a:r>
              <a:rPr lang="en-US" sz="1200" dirty="0"/>
              <a:t> = </a:t>
            </a:r>
            <a:r>
              <a:rPr lang="en-US" sz="1200" dirty="0" err="1"/>
              <a:t>ic.sum</a:t>
            </a:r>
            <a:r>
              <a:rPr lang="en-US" sz="1200" dirty="0"/>
              <a:t>()</a:t>
            </a:r>
          </a:p>
          <a:p>
            <a:r>
              <a:rPr lang="en-US" sz="1200" dirty="0"/>
              <a:t>  .rename('</a:t>
            </a:r>
            <a:r>
              <a:rPr lang="en-US" sz="1200" dirty="0" err="1"/>
              <a:t>accum_mm</a:t>
            </a:r>
            <a:r>
              <a:rPr lang="en-US" sz="1200" dirty="0"/>
              <a:t>')</a:t>
            </a:r>
          </a:p>
          <a:p>
            <a:r>
              <a:rPr lang="en-US" sz="1200" dirty="0"/>
              <a:t>  .clip(ROI)</a:t>
            </a:r>
          </a:p>
          <a:p>
            <a:r>
              <a:rPr lang="en-US" sz="1200" dirty="0"/>
              <a:t>  .set({</a:t>
            </a:r>
          </a:p>
          <a:p>
            <a:r>
              <a:rPr lang="en-US" sz="1200" dirty="0"/>
              <a:t>    '</a:t>
            </a:r>
            <a:r>
              <a:rPr lang="en-US" sz="1200" dirty="0" err="1"/>
              <a:t>student_name</a:t>
            </a:r>
            <a:r>
              <a:rPr lang="en-US" sz="1200" dirty="0"/>
              <a:t>': STUDENT_NAME,</a:t>
            </a:r>
          </a:p>
          <a:p>
            <a:r>
              <a:rPr lang="en-US" sz="1200" dirty="0"/>
              <a:t>    '</a:t>
            </a:r>
            <a:r>
              <a:rPr lang="en-US" sz="1200" dirty="0" err="1"/>
              <a:t>start_date</a:t>
            </a:r>
            <a:r>
              <a:rPr lang="en-US" sz="1200" dirty="0"/>
              <a:t>': START,</a:t>
            </a:r>
          </a:p>
          <a:p>
            <a:r>
              <a:rPr lang="en-US" sz="1200" dirty="0"/>
              <a:t>    '</a:t>
            </a:r>
            <a:r>
              <a:rPr lang="en-US" sz="1200" dirty="0" err="1"/>
              <a:t>end_date_inclusive</a:t>
            </a:r>
            <a:r>
              <a:rPr lang="en-US" sz="1200" dirty="0"/>
              <a:t>': END_INCLUSIVE,</a:t>
            </a:r>
          </a:p>
          <a:p>
            <a:r>
              <a:rPr lang="en-US" sz="1200" dirty="0"/>
              <a:t>    '</a:t>
            </a:r>
            <a:r>
              <a:rPr lang="en-US" sz="1200" dirty="0" err="1"/>
              <a:t>end_date_exclusive</a:t>
            </a:r>
            <a:r>
              <a:rPr lang="en-US" sz="1200" dirty="0"/>
              <a:t>': </a:t>
            </a:r>
            <a:r>
              <a:rPr lang="en-US" sz="1200" dirty="0" err="1"/>
              <a:t>END_EXCLUSIVE.format</a:t>
            </a:r>
            <a:r>
              <a:rPr lang="en-US" sz="1200" dirty="0"/>
              <a:t>('YYYY-MM-dd'),</a:t>
            </a:r>
          </a:p>
          <a:p>
            <a:r>
              <a:rPr lang="en-US" sz="1200" dirty="0"/>
              <a:t>    'dataset': 'JAXA/GPM_L3/</a:t>
            </a:r>
            <a:r>
              <a:rPr lang="en-US" sz="1200" dirty="0" err="1"/>
              <a:t>GSMaP</a:t>
            </a:r>
            <a:r>
              <a:rPr lang="en-US" sz="1200" dirty="0"/>
              <a:t>/v8/operational',</a:t>
            </a:r>
          </a:p>
          <a:p>
            <a:r>
              <a:rPr lang="en-US" sz="1200" dirty="0"/>
              <a:t>    'band': BAND,</a:t>
            </a:r>
          </a:p>
          <a:p>
            <a:r>
              <a:rPr lang="en-US" sz="1200" dirty="0"/>
              <a:t>    'units': 'mm (</a:t>
            </a:r>
            <a:r>
              <a:rPr lang="en-US" sz="1200" dirty="0" err="1"/>
              <a:t>approx</a:t>
            </a:r>
            <a:r>
              <a:rPr lang="en-US" sz="1200" dirty="0"/>
              <a:t> accumulation; hourly sum)',</a:t>
            </a:r>
          </a:p>
          <a:p>
            <a:r>
              <a:rPr lang="en-US" sz="1200" dirty="0"/>
              <a:t>    'palette': </a:t>
            </a:r>
            <a:r>
              <a:rPr lang="en-US" sz="1200" dirty="0" err="1"/>
              <a:t>PALETTE.join</a:t>
            </a:r>
            <a:r>
              <a:rPr lang="en-US" sz="1200" dirty="0"/>
              <a:t>(',')</a:t>
            </a:r>
          </a:p>
          <a:p>
            <a:r>
              <a:rPr lang="en-US" sz="1200" dirty="0"/>
              <a:t>  });</a:t>
            </a:r>
          </a:p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PETA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 err="1"/>
              <a:t>Map.centerObject</a:t>
            </a:r>
            <a:r>
              <a:rPr lang="en-US" sz="1200" dirty="0"/>
              <a:t>(ROI, 5);</a:t>
            </a:r>
          </a:p>
          <a:p>
            <a:r>
              <a:rPr lang="en-US" sz="1200" dirty="0" err="1"/>
              <a:t>Map.addLayer</a:t>
            </a:r>
            <a:r>
              <a:rPr lang="en-US" sz="1200" dirty="0"/>
              <a:t>(</a:t>
            </a:r>
            <a:r>
              <a:rPr lang="en-US" sz="1200" dirty="0" err="1"/>
              <a:t>accum</a:t>
            </a:r>
            <a:r>
              <a:rPr lang="en-US" sz="1200" dirty="0"/>
              <a:t>, VIS, '</a:t>
            </a:r>
            <a:r>
              <a:rPr lang="en-US" sz="1200" dirty="0" err="1"/>
              <a:t>GSMaP</a:t>
            </a:r>
            <a:r>
              <a:rPr lang="en-US" sz="1200" dirty="0"/>
              <a:t> V8 </a:t>
            </a:r>
            <a:r>
              <a:rPr lang="en-US" sz="1200" dirty="0" err="1"/>
              <a:t>Accum</a:t>
            </a:r>
            <a:r>
              <a:rPr lang="en-US" sz="1200" dirty="0"/>
              <a:t> (mm) — Sumatera');</a:t>
            </a:r>
          </a:p>
          <a:p>
            <a:endParaRPr lang="en-US" sz="1200" dirty="0"/>
          </a:p>
          <a:p>
            <a:r>
              <a:rPr lang="en-US" sz="1200" dirty="0"/>
              <a:t>// Boundary</a:t>
            </a:r>
          </a:p>
          <a:p>
            <a:r>
              <a:rPr lang="en-US" sz="1200" dirty="0"/>
              <a:t>var outline = </a:t>
            </a:r>
            <a:r>
              <a:rPr lang="en-US" sz="1200" dirty="0" err="1"/>
              <a:t>ee.Image</a:t>
            </a:r>
            <a:r>
              <a:rPr lang="en-US" sz="1200" dirty="0"/>
              <a:t>().paint(</a:t>
            </a:r>
            <a:r>
              <a:rPr lang="en-US" sz="1200" dirty="0" err="1"/>
              <a:t>roiFc</a:t>
            </a:r>
            <a:r>
              <a:rPr lang="en-US" sz="1200" dirty="0"/>
              <a:t>, 1, 2);</a:t>
            </a:r>
          </a:p>
          <a:p>
            <a:r>
              <a:rPr lang="en-US" sz="1200" dirty="0" err="1"/>
              <a:t>Map.addLayer</a:t>
            </a:r>
            <a:r>
              <a:rPr lang="en-US" sz="1200" dirty="0"/>
              <a:t>(outline, {min: 0, max: 1}, 'Boundary Sumatera');</a:t>
            </a:r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B2BD0-6912-3670-8DD5-4306132F810C}"/>
              </a:ext>
            </a:extLst>
          </p:cNvPr>
          <p:cNvSpPr txBox="1"/>
          <p:nvPr/>
        </p:nvSpPr>
        <p:spPr>
          <a:xfrm>
            <a:off x="6096000" y="-14990"/>
            <a:ext cx="6096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JUDUL PETA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var </a:t>
            </a:r>
            <a:r>
              <a:rPr lang="en-US" sz="1200" dirty="0" err="1"/>
              <a:t>titleText</a:t>
            </a:r>
            <a:r>
              <a:rPr lang="en-US" sz="1200" dirty="0"/>
              <a:t> =</a:t>
            </a:r>
          </a:p>
          <a:p>
            <a:r>
              <a:rPr lang="en-US" sz="1200" dirty="0"/>
              <a:t>  '</a:t>
            </a:r>
            <a:r>
              <a:rPr lang="en-US" sz="1200" dirty="0" err="1"/>
              <a:t>Akumulasi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</a:t>
            </a:r>
            <a:r>
              <a:rPr lang="en-US" sz="1200" dirty="0" err="1"/>
              <a:t>GSMaP</a:t>
            </a:r>
            <a:r>
              <a:rPr lang="en-US" sz="1200" dirty="0"/>
              <a:t> V8 (mm) — Pulau Sumatera\n' +</a:t>
            </a:r>
          </a:p>
          <a:p>
            <a:r>
              <a:rPr lang="en-US" sz="1200" dirty="0"/>
              <a:t>  '</a:t>
            </a:r>
            <a:r>
              <a:rPr lang="en-US" sz="1200" dirty="0" err="1"/>
              <a:t>Periode</a:t>
            </a:r>
            <a:r>
              <a:rPr lang="en-US" sz="1200" dirty="0"/>
              <a:t>: ' + START + ' s/d ' + END_INCLUSIVE;</a:t>
            </a:r>
          </a:p>
          <a:p>
            <a:endParaRPr lang="en-US" sz="1200" dirty="0"/>
          </a:p>
          <a:p>
            <a:r>
              <a:rPr lang="en-US" sz="1200" dirty="0" err="1"/>
              <a:t>Map.add</a:t>
            </a:r>
            <a:r>
              <a:rPr lang="en-US" sz="1200" dirty="0"/>
              <a:t>(</a:t>
            </a:r>
            <a:r>
              <a:rPr lang="en-US" sz="1200" dirty="0" err="1"/>
              <a:t>ui.Label</a:t>
            </a:r>
            <a:r>
              <a:rPr lang="en-US" sz="1200" dirty="0"/>
              <a:t>({</a:t>
            </a:r>
          </a:p>
          <a:p>
            <a:r>
              <a:rPr lang="en-US" sz="1200" dirty="0"/>
              <a:t>  value: </a:t>
            </a:r>
            <a:r>
              <a:rPr lang="en-US" sz="1200" dirty="0" err="1"/>
              <a:t>titleText</a:t>
            </a:r>
            <a:r>
              <a:rPr lang="en-US" sz="1200" dirty="0"/>
              <a:t>,</a:t>
            </a:r>
          </a:p>
          <a:p>
            <a:r>
              <a:rPr lang="en-US" sz="1200" dirty="0"/>
              <a:t>  style: {</a:t>
            </a:r>
          </a:p>
          <a:p>
            <a:r>
              <a:rPr lang="en-US" sz="1200" dirty="0"/>
              <a:t>    position: 'top-center',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fontWeight</a:t>
            </a:r>
            <a:r>
              <a:rPr lang="en-US" sz="1200" dirty="0"/>
              <a:t>: 'bold',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fontSize</a:t>
            </a:r>
            <a:r>
              <a:rPr lang="en-US" sz="1200" dirty="0"/>
              <a:t>: '14px',</a:t>
            </a:r>
          </a:p>
          <a:p>
            <a:r>
              <a:rPr lang="en-US" sz="1200" dirty="0"/>
              <a:t>    padding: '8px',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backgroundColor</a:t>
            </a:r>
            <a:r>
              <a:rPr lang="en-US" sz="1200" dirty="0"/>
              <a:t>: '</a:t>
            </a:r>
            <a:r>
              <a:rPr lang="en-US" sz="1200" dirty="0" err="1"/>
              <a:t>rgba</a:t>
            </a:r>
            <a:r>
              <a:rPr lang="en-US" sz="1200" dirty="0"/>
              <a:t>(255,255,255,0.75)'</a:t>
            </a:r>
          </a:p>
          <a:p>
            <a:r>
              <a:rPr lang="en-US" sz="1200" dirty="0"/>
              <a:t>  }</a:t>
            </a:r>
          </a:p>
          <a:p>
            <a:r>
              <a:rPr lang="en-US" sz="1200" dirty="0"/>
              <a:t>}));</a:t>
            </a:r>
          </a:p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LEGENDA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function </a:t>
            </a:r>
            <a:r>
              <a:rPr lang="en-US" sz="1200" dirty="0" err="1"/>
              <a:t>addLegendHorizontalPro</a:t>
            </a:r>
            <a:r>
              <a:rPr lang="en-US" sz="1200" dirty="0"/>
              <a:t>(opts) {</a:t>
            </a:r>
          </a:p>
          <a:p>
            <a:r>
              <a:rPr lang="en-US" sz="1200" dirty="0"/>
              <a:t>  var title = </a:t>
            </a:r>
            <a:r>
              <a:rPr lang="en-US" sz="1200" dirty="0" err="1"/>
              <a:t>opts.title</a:t>
            </a:r>
            <a:r>
              <a:rPr lang="en-US" sz="1200" dirty="0"/>
              <a:t>;</a:t>
            </a:r>
          </a:p>
          <a:p>
            <a:r>
              <a:rPr lang="en-US" sz="1200" dirty="0"/>
              <a:t>  var min = </a:t>
            </a:r>
            <a:r>
              <a:rPr lang="en-US" sz="1200" dirty="0" err="1"/>
              <a:t>opts.min</a:t>
            </a:r>
            <a:r>
              <a:rPr lang="en-US" sz="1200" dirty="0"/>
              <a:t>;</a:t>
            </a:r>
          </a:p>
          <a:p>
            <a:r>
              <a:rPr lang="en-US" sz="1200" dirty="0"/>
              <a:t>  var max = </a:t>
            </a:r>
            <a:r>
              <a:rPr lang="en-US" sz="1200" dirty="0" err="1"/>
              <a:t>opts.max</a:t>
            </a:r>
            <a:r>
              <a:rPr lang="en-US" sz="1200" dirty="0"/>
              <a:t>;</a:t>
            </a:r>
          </a:p>
          <a:p>
            <a:r>
              <a:rPr lang="en-US" sz="1200" dirty="0"/>
              <a:t>  var palette = </a:t>
            </a:r>
            <a:r>
              <a:rPr lang="en-US" sz="1200" dirty="0" err="1"/>
              <a:t>opts.palette</a:t>
            </a:r>
            <a:r>
              <a:rPr lang="en-US" sz="1200" dirty="0"/>
              <a:t>;</a:t>
            </a:r>
          </a:p>
          <a:p>
            <a:r>
              <a:rPr lang="en-US" sz="1200" dirty="0"/>
              <a:t>  var </a:t>
            </a:r>
            <a:r>
              <a:rPr lang="en-US" sz="1200" dirty="0" err="1"/>
              <a:t>tickVals</a:t>
            </a:r>
            <a:r>
              <a:rPr lang="en-US" sz="1200" dirty="0"/>
              <a:t> = </a:t>
            </a:r>
            <a:r>
              <a:rPr lang="en-US" sz="1200" dirty="0" err="1"/>
              <a:t>opts.tickVals</a:t>
            </a:r>
            <a:r>
              <a:rPr lang="en-US" sz="1200" dirty="0"/>
              <a:t>;</a:t>
            </a:r>
          </a:p>
          <a:p>
            <a:endParaRPr lang="en-US" sz="1200" dirty="0"/>
          </a:p>
          <a:p>
            <a:r>
              <a:rPr lang="en-US" sz="1200" dirty="0"/>
              <a:t>  var panel = </a:t>
            </a:r>
            <a:r>
              <a:rPr lang="en-US" sz="1200" dirty="0" err="1"/>
              <a:t>ui.Panel</a:t>
            </a:r>
            <a:r>
              <a:rPr lang="en-US" sz="1200" dirty="0"/>
              <a:t>({</a:t>
            </a:r>
          </a:p>
          <a:p>
            <a:r>
              <a:rPr lang="en-US" sz="1200" dirty="0"/>
              <a:t>    style: {</a:t>
            </a:r>
          </a:p>
          <a:p>
            <a:r>
              <a:rPr lang="en-US" sz="1200" dirty="0"/>
              <a:t>      position: 'bottom-left',</a:t>
            </a:r>
          </a:p>
          <a:p>
            <a:r>
              <a:rPr lang="en-US" sz="1200" dirty="0"/>
              <a:t>      padding: '10px',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backgroundColor</a:t>
            </a:r>
            <a:r>
              <a:rPr lang="en-US" sz="1200" dirty="0"/>
              <a:t>: '</a:t>
            </a:r>
            <a:r>
              <a:rPr lang="en-US" sz="1200" dirty="0" err="1"/>
              <a:t>rgba</a:t>
            </a:r>
            <a:r>
              <a:rPr lang="en-US" sz="1200" dirty="0"/>
              <a:t>(255,255,255,0.9)',</a:t>
            </a:r>
          </a:p>
          <a:p>
            <a:r>
              <a:rPr lang="en-US" sz="1200" dirty="0"/>
              <a:t>      border: '1px solid </a:t>
            </a:r>
            <a:r>
              <a:rPr lang="en-US" sz="1200" dirty="0" err="1"/>
              <a:t>rgba</a:t>
            </a:r>
            <a:r>
              <a:rPr lang="en-US" sz="1200" dirty="0"/>
              <a:t>(0,0,0,0.3)'</a:t>
            </a:r>
          </a:p>
          <a:p>
            <a:r>
              <a:rPr lang="en-US" sz="1200" dirty="0"/>
              <a:t>    }</a:t>
            </a:r>
          </a:p>
          <a:p>
            <a:r>
              <a:rPr lang="en-US" sz="1200" dirty="0"/>
              <a:t>  });</a:t>
            </a:r>
          </a:p>
          <a:p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38447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99D7EC-851D-D0AD-A0F7-D2E5648DF0FF}"/>
              </a:ext>
            </a:extLst>
          </p:cNvPr>
          <p:cNvSpPr txBox="1"/>
          <p:nvPr/>
        </p:nvSpPr>
        <p:spPr>
          <a:xfrm>
            <a:off x="466725" y="179814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 </a:t>
            </a:r>
            <a:r>
              <a:rPr lang="en-US" sz="1800" dirty="0" err="1"/>
              <a:t>panel.add</a:t>
            </a:r>
            <a:r>
              <a:rPr lang="en-US" sz="1800" dirty="0"/>
              <a:t>(</a:t>
            </a:r>
            <a:r>
              <a:rPr lang="en-US" sz="1800" dirty="0" err="1"/>
              <a:t>ui.Label</a:t>
            </a:r>
            <a:r>
              <a:rPr lang="en-US" sz="1800" dirty="0"/>
              <a:t>({</a:t>
            </a:r>
          </a:p>
          <a:p>
            <a:r>
              <a:rPr lang="en-US" sz="1800" dirty="0"/>
              <a:t>    value: title,</a:t>
            </a:r>
          </a:p>
          <a:p>
            <a:r>
              <a:rPr lang="en-US" sz="1800" dirty="0"/>
              <a:t>    style: {</a:t>
            </a:r>
            <a:r>
              <a:rPr lang="en-US" sz="1800" dirty="0" err="1"/>
              <a:t>fontWeight</a:t>
            </a:r>
            <a:r>
              <a:rPr lang="en-US" sz="1800" dirty="0"/>
              <a:t>: 'bold'}</a:t>
            </a:r>
          </a:p>
          <a:p>
            <a:r>
              <a:rPr lang="en-US" sz="1800" dirty="0"/>
              <a:t>  }));</a:t>
            </a:r>
          </a:p>
          <a:p>
            <a:endParaRPr lang="en-US" sz="1800" dirty="0"/>
          </a:p>
          <a:p>
            <a:r>
              <a:rPr lang="en-US" sz="1800" dirty="0"/>
              <a:t>  var gradient = </a:t>
            </a:r>
            <a:r>
              <a:rPr lang="en-US" sz="1800" dirty="0" err="1"/>
              <a:t>ee.Image.pixelLonLat</a:t>
            </a:r>
            <a:r>
              <a:rPr lang="en-US" sz="1800" dirty="0"/>
              <a:t>()</a:t>
            </a:r>
          </a:p>
          <a:p>
            <a:r>
              <a:rPr lang="en-US" sz="1800" dirty="0"/>
              <a:t>    .select('longitude')</a:t>
            </a:r>
          </a:p>
          <a:p>
            <a:r>
              <a:rPr lang="en-US" sz="1800" dirty="0"/>
              <a:t>    .multiply((max - min) / 100)</a:t>
            </a:r>
          </a:p>
          <a:p>
            <a:r>
              <a:rPr lang="en-US" sz="1800" dirty="0"/>
              <a:t>    .add(min);</a:t>
            </a:r>
          </a:p>
          <a:p>
            <a:endParaRPr lang="en-US" sz="1800" dirty="0"/>
          </a:p>
          <a:p>
            <a:r>
              <a:rPr lang="en-US" sz="1800" dirty="0"/>
              <a:t>  var </a:t>
            </a:r>
            <a:r>
              <a:rPr lang="en-US" sz="1800" dirty="0" err="1"/>
              <a:t>colorBar</a:t>
            </a:r>
            <a:r>
              <a:rPr lang="en-US" sz="1800" dirty="0"/>
              <a:t> = </a:t>
            </a:r>
            <a:r>
              <a:rPr lang="en-US" sz="1800" dirty="0" err="1"/>
              <a:t>ui.Thumbnail</a:t>
            </a:r>
            <a:r>
              <a:rPr lang="en-US" sz="1800" dirty="0"/>
              <a:t>({</a:t>
            </a:r>
          </a:p>
          <a:p>
            <a:r>
              <a:rPr lang="en-US" sz="1800" dirty="0"/>
              <a:t>    image: </a:t>
            </a:r>
            <a:r>
              <a:rPr lang="en-US" sz="1800" dirty="0" err="1"/>
              <a:t>gradient.visualize</a:t>
            </a:r>
            <a:r>
              <a:rPr lang="en-US" sz="1800" dirty="0"/>
              <a:t>({min: min, max: max, palette: palette}),</a:t>
            </a:r>
          </a:p>
          <a:p>
            <a:r>
              <a:rPr lang="en-US" sz="1800" dirty="0"/>
              <a:t>    params: {</a:t>
            </a:r>
            <a:r>
              <a:rPr lang="en-US" sz="1800" dirty="0" err="1"/>
              <a:t>bbox</a:t>
            </a:r>
            <a:r>
              <a:rPr lang="en-US" sz="1800" dirty="0"/>
              <a:t>: [0, 0, 100, 10], dimensions: '240x16'}</a:t>
            </a:r>
          </a:p>
          <a:p>
            <a:r>
              <a:rPr lang="en-US" sz="1800" dirty="0"/>
              <a:t>  });</a:t>
            </a:r>
          </a:p>
          <a:p>
            <a:endParaRPr lang="en-US" sz="1800" dirty="0"/>
          </a:p>
          <a:p>
            <a:r>
              <a:rPr lang="en-US" sz="1800" dirty="0"/>
              <a:t>  </a:t>
            </a:r>
            <a:r>
              <a:rPr lang="en-US" sz="1800" dirty="0" err="1"/>
              <a:t>panel.add</a:t>
            </a:r>
            <a:r>
              <a:rPr lang="en-US" sz="1800" dirty="0"/>
              <a:t>(</a:t>
            </a:r>
            <a:r>
              <a:rPr lang="en-US" sz="1800" dirty="0" err="1"/>
              <a:t>colorBar</a:t>
            </a:r>
            <a:r>
              <a:rPr lang="en-US" sz="1800" dirty="0"/>
              <a:t>);</a:t>
            </a:r>
          </a:p>
          <a:p>
            <a:endParaRPr lang="en-US" sz="1800" dirty="0"/>
          </a:p>
          <a:p>
            <a:r>
              <a:rPr lang="en-US" sz="1800" dirty="0"/>
              <a:t>  var labels = </a:t>
            </a:r>
            <a:r>
              <a:rPr lang="en-US" sz="1800" dirty="0" err="1"/>
              <a:t>ui.Panel</a:t>
            </a:r>
            <a:r>
              <a:rPr lang="en-US" sz="1800" dirty="0"/>
              <a:t>({</a:t>
            </a:r>
          </a:p>
          <a:p>
            <a:r>
              <a:rPr lang="en-US" sz="1800" dirty="0"/>
              <a:t>    layout: </a:t>
            </a:r>
            <a:r>
              <a:rPr lang="en-US" sz="1800" dirty="0" err="1"/>
              <a:t>ui.Panel.Layout.flow</a:t>
            </a:r>
            <a:r>
              <a:rPr lang="en-US" sz="1800" dirty="0"/>
              <a:t>('horizontal')</a:t>
            </a:r>
          </a:p>
          <a:p>
            <a:r>
              <a:rPr lang="en-US" sz="1800" dirty="0"/>
              <a:t>  });</a:t>
            </a:r>
          </a:p>
          <a:p>
            <a:endParaRPr lang="en-US" sz="1800" dirty="0"/>
          </a:p>
          <a:p>
            <a:r>
              <a:rPr lang="en-US" sz="18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95B26-9330-9BCC-2F6E-7F21FF7E594C}"/>
              </a:ext>
            </a:extLst>
          </p:cNvPr>
          <p:cNvSpPr txBox="1"/>
          <p:nvPr/>
        </p:nvSpPr>
        <p:spPr>
          <a:xfrm>
            <a:off x="6096000" y="102602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tickVals.forEach</a:t>
            </a:r>
            <a:r>
              <a:rPr lang="en-US" sz="1200" dirty="0"/>
              <a:t>(function(v) {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labels.add</a:t>
            </a:r>
            <a:r>
              <a:rPr lang="en-US" sz="1200" dirty="0"/>
              <a:t>(</a:t>
            </a:r>
            <a:r>
              <a:rPr lang="en-US" sz="1200" dirty="0" err="1"/>
              <a:t>ui.Label</a:t>
            </a:r>
            <a:r>
              <a:rPr lang="en-US" sz="1200" dirty="0"/>
              <a:t>(</a:t>
            </a:r>
            <a:r>
              <a:rPr lang="en-US" sz="1200" dirty="0" err="1"/>
              <a:t>v.toString</a:t>
            </a:r>
            <a:r>
              <a:rPr lang="en-US" sz="1200" dirty="0"/>
              <a:t>(), {stretch: 'horizontal', </a:t>
            </a:r>
            <a:r>
              <a:rPr lang="en-US" sz="1200" dirty="0" err="1"/>
              <a:t>textAlign</a:t>
            </a:r>
            <a:r>
              <a:rPr lang="en-US" sz="1200" dirty="0"/>
              <a:t>: 'center'}));</a:t>
            </a:r>
          </a:p>
          <a:p>
            <a:r>
              <a:rPr lang="en-US" sz="1200" dirty="0"/>
              <a:t>  });</a:t>
            </a:r>
          </a:p>
          <a:p>
            <a:endParaRPr lang="en-US" sz="1200" dirty="0"/>
          </a:p>
          <a:p>
            <a:r>
              <a:rPr lang="en-US" sz="1200" dirty="0"/>
              <a:t>  </a:t>
            </a:r>
            <a:r>
              <a:rPr lang="en-US" sz="1200" dirty="0" err="1"/>
              <a:t>panel.add</a:t>
            </a:r>
            <a:r>
              <a:rPr lang="en-US" sz="1200" dirty="0"/>
              <a:t>(labels);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panel.add</a:t>
            </a:r>
            <a:r>
              <a:rPr lang="en-US" sz="1200" dirty="0"/>
              <a:t>(</a:t>
            </a:r>
            <a:r>
              <a:rPr lang="en-US" sz="1200" dirty="0" err="1"/>
              <a:t>ui.Label</a:t>
            </a:r>
            <a:r>
              <a:rPr lang="en-US" sz="1200" dirty="0"/>
              <a:t>('mm (</a:t>
            </a:r>
            <a:r>
              <a:rPr lang="en-US" sz="1200" dirty="0" err="1"/>
              <a:t>akumulasi</a:t>
            </a:r>
            <a:r>
              <a:rPr lang="en-US" sz="1200" dirty="0"/>
              <a:t>)'));</a:t>
            </a:r>
          </a:p>
          <a:p>
            <a:endParaRPr lang="en-US" sz="1200" dirty="0"/>
          </a:p>
          <a:p>
            <a:r>
              <a:rPr lang="en-US" sz="1200" dirty="0"/>
              <a:t>  </a:t>
            </a:r>
            <a:r>
              <a:rPr lang="en-US" sz="1200" dirty="0" err="1"/>
              <a:t>Map.add</a:t>
            </a:r>
            <a:r>
              <a:rPr lang="en-US" sz="1200" dirty="0"/>
              <a:t>(panel);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  <a:p>
            <a:r>
              <a:rPr lang="en-US" sz="1200" dirty="0" err="1"/>
              <a:t>addLegendHorizontalPro</a:t>
            </a:r>
            <a:r>
              <a:rPr lang="en-US" sz="1200" dirty="0"/>
              <a:t>({</a:t>
            </a:r>
          </a:p>
          <a:p>
            <a:r>
              <a:rPr lang="en-US" sz="1200" dirty="0"/>
              <a:t>  title: 'Legenda </a:t>
            </a:r>
            <a:r>
              <a:rPr lang="en-US" sz="1200" dirty="0" err="1"/>
              <a:t>Akumulasi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',</a:t>
            </a:r>
          </a:p>
          <a:p>
            <a:r>
              <a:rPr lang="en-US" sz="1200" dirty="0"/>
              <a:t>  min: VIS_MIN,</a:t>
            </a:r>
          </a:p>
          <a:p>
            <a:r>
              <a:rPr lang="en-US" sz="1200" dirty="0"/>
              <a:t>  max: VIS_MAX,</a:t>
            </a:r>
          </a:p>
          <a:p>
            <a:r>
              <a:rPr lang="en-US" sz="1200" dirty="0"/>
              <a:t>  palette: PALETTE,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tickVals</a:t>
            </a:r>
            <a:r>
              <a:rPr lang="en-US" sz="1200" dirty="0"/>
              <a:t>: [0, 20, 40, 60, 80]</a:t>
            </a:r>
          </a:p>
          <a:p>
            <a:r>
              <a:rPr lang="en-US" sz="1200" dirty="0"/>
              <a:t>});</a:t>
            </a:r>
          </a:p>
          <a:p>
            <a:endParaRPr lang="en-US" sz="1200" dirty="0"/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// STATISTIK</a:t>
            </a:r>
          </a:p>
          <a:p>
            <a:r>
              <a:rPr lang="en-US" sz="1200" dirty="0"/>
              <a:t>// ===============================</a:t>
            </a:r>
          </a:p>
          <a:p>
            <a:r>
              <a:rPr lang="en-US" sz="1200" dirty="0"/>
              <a:t>var stats = </a:t>
            </a:r>
            <a:r>
              <a:rPr lang="en-US" sz="1200" dirty="0" err="1"/>
              <a:t>accum.reduceRegion</a:t>
            </a:r>
            <a:r>
              <a:rPr lang="en-US" sz="1200" dirty="0"/>
              <a:t>({</a:t>
            </a:r>
          </a:p>
          <a:p>
            <a:r>
              <a:rPr lang="en-US" sz="1200" dirty="0"/>
              <a:t>  reducer: </a:t>
            </a:r>
            <a:r>
              <a:rPr lang="en-US" sz="1200" dirty="0" err="1"/>
              <a:t>ee.Reducer.mean</a:t>
            </a:r>
            <a:r>
              <a:rPr lang="en-US" sz="1200" dirty="0"/>
              <a:t>()</a:t>
            </a:r>
          </a:p>
          <a:p>
            <a:r>
              <a:rPr lang="en-US" sz="1200" dirty="0"/>
              <a:t>    .combine(</a:t>
            </a:r>
            <a:r>
              <a:rPr lang="en-US" sz="1200" dirty="0" err="1"/>
              <a:t>ee.Reducer.max</a:t>
            </a:r>
            <a:r>
              <a:rPr lang="en-US" sz="1200" dirty="0"/>
              <a:t>(), '', true)</a:t>
            </a:r>
          </a:p>
          <a:p>
            <a:r>
              <a:rPr lang="en-US" sz="1200" dirty="0"/>
              <a:t>    .combine(</a:t>
            </a:r>
            <a:r>
              <a:rPr lang="en-US" sz="1200" dirty="0" err="1"/>
              <a:t>ee.Reducer.min</a:t>
            </a:r>
            <a:r>
              <a:rPr lang="en-US" sz="1200" dirty="0"/>
              <a:t>(), '', true)</a:t>
            </a:r>
          </a:p>
          <a:p>
            <a:r>
              <a:rPr lang="en-US" sz="1200" dirty="0"/>
              <a:t>    .combine(</a:t>
            </a:r>
            <a:r>
              <a:rPr lang="en-US" sz="1200" dirty="0" err="1"/>
              <a:t>ee.Reducer.percentile</a:t>
            </a:r>
            <a:r>
              <a:rPr lang="en-US" sz="1200" dirty="0"/>
              <a:t>([50, 90, 95]), '', true),</a:t>
            </a:r>
          </a:p>
          <a:p>
            <a:r>
              <a:rPr lang="en-US" sz="1200" dirty="0"/>
              <a:t>  geometry: ROI,</a:t>
            </a:r>
          </a:p>
          <a:p>
            <a:r>
              <a:rPr lang="en-US" sz="1200" dirty="0"/>
              <a:t>  scale: 10000,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maxPixels</a:t>
            </a:r>
            <a:r>
              <a:rPr lang="en-US" sz="1200" dirty="0"/>
              <a:t>: 1e13</a:t>
            </a:r>
          </a:p>
          <a:p>
            <a:r>
              <a:rPr lang="en-US" sz="1200" dirty="0"/>
              <a:t>});</a:t>
            </a:r>
          </a:p>
          <a:p>
            <a:endParaRPr lang="en-US" sz="1200" dirty="0"/>
          </a:p>
          <a:p>
            <a:r>
              <a:rPr lang="en-US" sz="1200" dirty="0"/>
              <a:t>print('</a:t>
            </a:r>
            <a:r>
              <a:rPr lang="en-US" sz="1200" dirty="0" err="1"/>
              <a:t>Statistik</a:t>
            </a:r>
            <a:r>
              <a:rPr lang="en-US" sz="1200" dirty="0"/>
              <a:t> </a:t>
            </a:r>
            <a:r>
              <a:rPr lang="en-US" sz="1200" dirty="0" err="1"/>
              <a:t>akumulasi</a:t>
            </a:r>
            <a:r>
              <a:rPr lang="en-US" sz="1200" dirty="0"/>
              <a:t> </a:t>
            </a:r>
            <a:r>
              <a:rPr lang="en-US" sz="1200" dirty="0" err="1"/>
              <a:t>hujan</a:t>
            </a:r>
            <a:r>
              <a:rPr lang="en-US" sz="1200" dirty="0"/>
              <a:t> (mm) — Sumatera:', stats);</a:t>
            </a:r>
          </a:p>
          <a:p>
            <a:r>
              <a:rPr lang="en-US" sz="1200" dirty="0"/>
              <a:t>print('Metadata image:', </a:t>
            </a:r>
            <a:r>
              <a:rPr lang="en-US" sz="1200" dirty="0" err="1"/>
              <a:t>accum.toDictionary</a:t>
            </a:r>
            <a:r>
              <a:rPr lang="en-US" sz="12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0482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7F1D-535E-BA37-7B2F-6472ACC18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8A071-0F6D-909E-2E71-BDD6B1A426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15DF60-863D-5E95-9E39-4A428D347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717709"/>
            <a:ext cx="8382000" cy="558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80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421A-A7B0-0890-49C2-29EE5819A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8765"/>
          </a:xfrm>
        </p:spPr>
        <p:txBody>
          <a:bodyPr>
            <a:normAutofit fontScale="90000"/>
          </a:bodyPr>
          <a:lstStyle/>
          <a:p>
            <a:r>
              <a:rPr lang="en-US" dirty="0"/>
              <a:t>Analisa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3E14C-225C-D1BC-80FE-C1E0C9944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890"/>
            <a:ext cx="10515600" cy="527307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Berdasarkan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akumulasi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curah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GSMaP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V8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periode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7–8 Januari 2024,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distribusi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Pulau Sumatera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variasi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spasial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cukup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signifikan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Wilayah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biru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muda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merepresentasikan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akumulasi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sedang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sekitar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0–40 mm). Area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mendominasi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sebagian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wilayah barat Sumatera,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khususnya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pesisir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barat dan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beberapa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tengah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pulau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Sementara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warna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kuning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merah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tengah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timur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Sumatera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akumulasi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sangat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nilai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mencapai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60–80 mm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periode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pengamatan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Intensitas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umumnya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berkorelasi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daerah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dataran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dan wilayah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dipengaruhi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konvektif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Pola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di wilayah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tengah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timur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Sumatera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dikaitkan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pengaruh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angin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monsun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barat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membawa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massa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udara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lembap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Samudra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Hindia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interaksi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topografi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Pulau Sumatera. Proses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mendorong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terbentuknya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awan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intensif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periode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relatif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singkat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keseluruhan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plot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menunjukkan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bahwa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periode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7–8 Januari 2024, Pulau Sumatera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mengalami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musim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akumulasi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bervariasi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sangat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tinggi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Visualisasi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GSMaP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V8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mampu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menggambarkan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distribusi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spasial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hujan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jelas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konsisten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karakteristik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klimatologis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wilayah Indonesia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barat pada </a:t>
            </a:r>
            <a:r>
              <a:rPr lang="en-ID" dirty="0" err="1">
                <a:latin typeface="Arial" panose="020B0604020202020204" pitchFamily="34" charset="0"/>
                <a:cs typeface="Arial" panose="020B0604020202020204" pitchFamily="34" charset="0"/>
              </a:rPr>
              <a:t>bulan</a:t>
            </a:r>
            <a:r>
              <a:rPr lang="en-ID" dirty="0">
                <a:latin typeface="Arial" panose="020B0604020202020204" pitchFamily="34" charset="0"/>
                <a:cs typeface="Arial" panose="020B0604020202020204" pitchFamily="34" charset="0"/>
              </a:rPr>
              <a:t> Januari.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620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1283</Words>
  <Application>Microsoft Office PowerPoint</Application>
  <PresentationFormat>Widescreen</PresentationFormat>
  <Paragraphs>204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Script Java</vt:lpstr>
      <vt:lpstr>PowerPoint Presentation</vt:lpstr>
      <vt:lpstr>PowerPoint Presentation</vt:lpstr>
      <vt:lpstr>PowerPoint Presentation</vt:lpstr>
      <vt:lpstr>Analisa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ARISKI MYARDI</dc:creator>
  <cp:lastModifiedBy>ARISKI MYARDI</cp:lastModifiedBy>
  <cp:revision>1</cp:revision>
  <dcterms:created xsi:type="dcterms:W3CDTF">2026-01-10T02:14:10Z</dcterms:created>
  <dcterms:modified xsi:type="dcterms:W3CDTF">2026-01-10T02:23:18Z</dcterms:modified>
</cp:coreProperties>
</file>