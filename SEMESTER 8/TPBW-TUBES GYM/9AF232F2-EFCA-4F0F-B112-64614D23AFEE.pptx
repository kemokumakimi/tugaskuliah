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57200" y="512304"/>
            <a:ext cx="6645599" cy="49791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5446481" y="735856"/>
            <a:ext cx="183515" cy="40640"/>
          </a:xfrm>
          <a:custGeom>
            <a:avLst/>
            <a:gdLst/>
            <a:ahLst/>
            <a:cxnLst/>
            <a:rect l="l" t="t" r="r" b="b"/>
            <a:pathLst>
              <a:path w="183514" h="40640">
                <a:moveTo>
                  <a:pt x="20322" y="0"/>
                </a:moveTo>
                <a:lnTo>
                  <a:pt x="12411" y="1596"/>
                </a:lnTo>
                <a:lnTo>
                  <a:pt x="5952" y="5952"/>
                </a:lnTo>
                <a:lnTo>
                  <a:pt x="1596" y="12411"/>
                </a:lnTo>
                <a:lnTo>
                  <a:pt x="0" y="20322"/>
                </a:lnTo>
                <a:lnTo>
                  <a:pt x="1596" y="28233"/>
                </a:lnTo>
                <a:lnTo>
                  <a:pt x="5952" y="34692"/>
                </a:lnTo>
                <a:lnTo>
                  <a:pt x="12411" y="39048"/>
                </a:lnTo>
                <a:lnTo>
                  <a:pt x="20322" y="40645"/>
                </a:lnTo>
                <a:lnTo>
                  <a:pt x="28233" y="39048"/>
                </a:lnTo>
                <a:lnTo>
                  <a:pt x="34692" y="34692"/>
                </a:lnTo>
                <a:lnTo>
                  <a:pt x="39048" y="28233"/>
                </a:lnTo>
                <a:lnTo>
                  <a:pt x="40645" y="20322"/>
                </a:lnTo>
                <a:lnTo>
                  <a:pt x="39048" y="12411"/>
                </a:lnTo>
                <a:lnTo>
                  <a:pt x="34692" y="5952"/>
                </a:lnTo>
                <a:lnTo>
                  <a:pt x="28233" y="1596"/>
                </a:lnTo>
                <a:lnTo>
                  <a:pt x="20322" y="0"/>
                </a:lnTo>
                <a:close/>
              </a:path>
              <a:path w="183514" h="40640">
                <a:moveTo>
                  <a:pt x="91452" y="0"/>
                </a:moveTo>
                <a:lnTo>
                  <a:pt x="83542" y="1596"/>
                </a:lnTo>
                <a:lnTo>
                  <a:pt x="77082" y="5952"/>
                </a:lnTo>
                <a:lnTo>
                  <a:pt x="72727" y="12411"/>
                </a:lnTo>
                <a:lnTo>
                  <a:pt x="71130" y="20322"/>
                </a:lnTo>
                <a:lnTo>
                  <a:pt x="72727" y="28233"/>
                </a:lnTo>
                <a:lnTo>
                  <a:pt x="77082" y="34692"/>
                </a:lnTo>
                <a:lnTo>
                  <a:pt x="83542" y="39048"/>
                </a:lnTo>
                <a:lnTo>
                  <a:pt x="91452" y="40645"/>
                </a:lnTo>
                <a:lnTo>
                  <a:pt x="99363" y="39048"/>
                </a:lnTo>
                <a:lnTo>
                  <a:pt x="105823" y="34692"/>
                </a:lnTo>
                <a:lnTo>
                  <a:pt x="110178" y="28233"/>
                </a:lnTo>
                <a:lnTo>
                  <a:pt x="111775" y="20322"/>
                </a:lnTo>
                <a:lnTo>
                  <a:pt x="110178" y="12411"/>
                </a:lnTo>
                <a:lnTo>
                  <a:pt x="105823" y="5952"/>
                </a:lnTo>
                <a:lnTo>
                  <a:pt x="99363" y="1596"/>
                </a:lnTo>
                <a:lnTo>
                  <a:pt x="91452" y="0"/>
                </a:lnTo>
                <a:close/>
              </a:path>
              <a:path w="183514" h="40640">
                <a:moveTo>
                  <a:pt x="162582" y="0"/>
                </a:moveTo>
                <a:lnTo>
                  <a:pt x="154672" y="1596"/>
                </a:lnTo>
                <a:lnTo>
                  <a:pt x="148212" y="5952"/>
                </a:lnTo>
                <a:lnTo>
                  <a:pt x="143857" y="12411"/>
                </a:lnTo>
                <a:lnTo>
                  <a:pt x="142260" y="20322"/>
                </a:lnTo>
                <a:lnTo>
                  <a:pt x="143857" y="28233"/>
                </a:lnTo>
                <a:lnTo>
                  <a:pt x="148212" y="34692"/>
                </a:lnTo>
                <a:lnTo>
                  <a:pt x="154672" y="39048"/>
                </a:lnTo>
                <a:lnTo>
                  <a:pt x="162582" y="40645"/>
                </a:lnTo>
                <a:lnTo>
                  <a:pt x="170493" y="39048"/>
                </a:lnTo>
                <a:lnTo>
                  <a:pt x="176953" y="34692"/>
                </a:lnTo>
                <a:lnTo>
                  <a:pt x="181308" y="28233"/>
                </a:lnTo>
                <a:lnTo>
                  <a:pt x="182905" y="20322"/>
                </a:lnTo>
                <a:lnTo>
                  <a:pt x="181308" y="12411"/>
                </a:lnTo>
                <a:lnTo>
                  <a:pt x="176953" y="5952"/>
                </a:lnTo>
                <a:lnTo>
                  <a:pt x="170493" y="1596"/>
                </a:lnTo>
                <a:lnTo>
                  <a:pt x="1625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893584" y="663982"/>
            <a:ext cx="182906" cy="1836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jp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hyperlink" Target="mailto:see.secretariat@telkomuniversity.ac.id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376930" y="652025"/>
            <a:ext cx="535940" cy="19621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100">
                <a:solidFill>
                  <a:srgbClr val="FFFFFF"/>
                </a:solidFill>
                <a:latin typeface="Lucida Sans Unicode"/>
                <a:cs typeface="Lucida Sans Unicode"/>
              </a:rPr>
              <a:t>Sign</a:t>
            </a:r>
            <a:r>
              <a:rPr dirty="0" sz="1100" spc="-5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Lucida Sans Unicode"/>
                <a:cs typeface="Lucida Sans Unicode"/>
              </a:rPr>
              <a:t>up</a:t>
            </a:r>
            <a:endParaRPr sz="1100">
              <a:latin typeface="Lucida Sans Unicode"/>
              <a:cs typeface="Lucida Sans Unicode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457200" y="1010215"/>
            <a:ext cx="6645909" cy="8728710"/>
            <a:chOff x="457200" y="1010215"/>
            <a:chExt cx="6645909" cy="8728710"/>
          </a:xfrm>
        </p:grpSpPr>
        <p:sp>
          <p:nvSpPr>
            <p:cNvPr id="4" name="object 4" descr=""/>
            <p:cNvSpPr/>
            <p:nvPr/>
          </p:nvSpPr>
          <p:spPr>
            <a:xfrm>
              <a:off x="457200" y="1010215"/>
              <a:ext cx="6645909" cy="8728710"/>
            </a:xfrm>
            <a:custGeom>
              <a:avLst/>
              <a:gdLst/>
              <a:ahLst/>
              <a:cxnLst/>
              <a:rect l="l" t="t" r="r" b="b"/>
              <a:pathLst>
                <a:path w="6645909" h="8728710">
                  <a:moveTo>
                    <a:pt x="6645600" y="0"/>
                  </a:moveTo>
                  <a:lnTo>
                    <a:pt x="0" y="0"/>
                  </a:lnTo>
                  <a:lnTo>
                    <a:pt x="0" y="8728701"/>
                  </a:lnTo>
                  <a:lnTo>
                    <a:pt x="6645600" y="8728701"/>
                  </a:lnTo>
                  <a:lnTo>
                    <a:pt x="6645600" y="0"/>
                  </a:lnTo>
                  <a:close/>
                </a:path>
              </a:pathLst>
            </a:custGeom>
            <a:solidFill>
              <a:srgbClr val="F3F4F7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7200" y="1459100"/>
              <a:ext cx="4000500" cy="557530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619783" y="1617072"/>
              <a:ext cx="3668395" cy="5027295"/>
            </a:xfrm>
            <a:custGeom>
              <a:avLst/>
              <a:gdLst/>
              <a:ahLst/>
              <a:cxnLst/>
              <a:rect l="l" t="t" r="r" b="b"/>
              <a:pathLst>
                <a:path w="3668395" h="5027295">
                  <a:moveTo>
                    <a:pt x="0" y="5026806"/>
                  </a:moveTo>
                  <a:lnTo>
                    <a:pt x="3668289" y="5026806"/>
                  </a:lnTo>
                  <a:lnTo>
                    <a:pt x="3668289" y="0"/>
                  </a:lnTo>
                  <a:lnTo>
                    <a:pt x="0" y="0"/>
                  </a:lnTo>
                  <a:lnTo>
                    <a:pt x="0" y="502680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19783" y="3309472"/>
              <a:ext cx="1833245" cy="836930"/>
            </a:xfrm>
            <a:custGeom>
              <a:avLst/>
              <a:gdLst/>
              <a:ahLst/>
              <a:cxnLst/>
              <a:rect l="l" t="t" r="r" b="b"/>
              <a:pathLst>
                <a:path w="1833245" h="836929">
                  <a:moveTo>
                    <a:pt x="1833100" y="0"/>
                  </a:moveTo>
                  <a:lnTo>
                    <a:pt x="0" y="0"/>
                  </a:lnTo>
                  <a:lnTo>
                    <a:pt x="0" y="836627"/>
                  </a:lnTo>
                  <a:lnTo>
                    <a:pt x="1833100" y="836627"/>
                  </a:lnTo>
                  <a:lnTo>
                    <a:pt x="1833100" y="0"/>
                  </a:lnTo>
                  <a:close/>
                </a:path>
              </a:pathLst>
            </a:custGeom>
            <a:solidFill>
              <a:srgbClr val="0032A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2453406" y="5960124"/>
            <a:ext cx="1835150" cy="530860"/>
          </a:xfrm>
          <a:prstGeom prst="rect">
            <a:avLst/>
          </a:prstGeom>
          <a:solidFill>
            <a:srgbClr val="E6E4E4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500">
              <a:latin typeface="Times New Roman"/>
              <a:cs typeface="Times New Roman"/>
            </a:endParaRPr>
          </a:p>
          <a:p>
            <a:pPr marL="154305">
              <a:lnSpc>
                <a:spcPct val="100000"/>
              </a:lnSpc>
              <a:spcBef>
                <a:spcPts val="5"/>
              </a:spcBef>
            </a:pPr>
            <a:r>
              <a:rPr dirty="0" u="sng" sz="500" spc="-10">
                <a:solidFill>
                  <a:srgbClr val="0032A4"/>
                </a:solidFill>
                <a:uFill>
                  <a:solidFill>
                    <a:srgbClr val="0032A4"/>
                  </a:solidFill>
                </a:uFill>
                <a:latin typeface="Arial Black"/>
                <a:cs typeface="Arial Black"/>
              </a:rPr>
              <a:t>DAFTAR</a:t>
            </a:r>
            <a:r>
              <a:rPr dirty="0" u="sng" sz="500" spc="15">
                <a:solidFill>
                  <a:srgbClr val="0032A4"/>
                </a:solidFill>
                <a:uFill>
                  <a:solidFill>
                    <a:srgbClr val="0032A4"/>
                  </a:solidFill>
                </a:uFill>
                <a:latin typeface="Arial Black"/>
                <a:cs typeface="Arial Black"/>
              </a:rPr>
              <a:t> </a:t>
            </a:r>
            <a:r>
              <a:rPr dirty="0" u="sng" sz="500" spc="-10">
                <a:solidFill>
                  <a:srgbClr val="0032A4"/>
                </a:solidFill>
                <a:uFill>
                  <a:solidFill>
                    <a:srgbClr val="0032A4"/>
                  </a:solidFill>
                </a:uFill>
                <a:latin typeface="Arial Black"/>
                <a:cs typeface="Arial Black"/>
              </a:rPr>
              <a:t>PUSTAKA</a:t>
            </a:r>
            <a:endParaRPr sz="500">
              <a:latin typeface="Arial Black"/>
              <a:cs typeface="Arial Black"/>
            </a:endParaRPr>
          </a:p>
          <a:p>
            <a:pPr marL="154305">
              <a:lnSpc>
                <a:spcPct val="100000"/>
              </a:lnSpc>
              <a:spcBef>
                <a:spcPts val="330"/>
              </a:spcBef>
            </a:pPr>
            <a:r>
              <a:rPr dirty="0" sz="350" spc="-10">
                <a:latin typeface="Verdana"/>
                <a:cs typeface="Verdana"/>
              </a:rPr>
              <a:t>Tuliskan</a:t>
            </a:r>
            <a:r>
              <a:rPr dirty="0" sz="350" spc="-35">
                <a:latin typeface="Verdana"/>
                <a:cs typeface="Verdana"/>
              </a:rPr>
              <a:t> </a:t>
            </a:r>
            <a:r>
              <a:rPr dirty="0" sz="350" spc="-10">
                <a:latin typeface="Verdana"/>
                <a:cs typeface="Verdana"/>
              </a:rPr>
              <a:t>referensi</a:t>
            </a:r>
            <a:r>
              <a:rPr dirty="0" sz="350" spc="-30">
                <a:latin typeface="Verdana"/>
                <a:cs typeface="Verdana"/>
              </a:rPr>
              <a:t> </a:t>
            </a:r>
            <a:r>
              <a:rPr dirty="0" sz="350" spc="-10">
                <a:latin typeface="Verdana"/>
                <a:cs typeface="Verdana"/>
              </a:rPr>
              <a:t>utama</a:t>
            </a:r>
            <a:r>
              <a:rPr dirty="0" sz="350" spc="-35">
                <a:latin typeface="Verdana"/>
                <a:cs typeface="Verdana"/>
              </a:rPr>
              <a:t> </a:t>
            </a:r>
            <a:r>
              <a:rPr dirty="0" sz="350" spc="-10">
                <a:latin typeface="Verdana"/>
                <a:cs typeface="Verdana"/>
              </a:rPr>
              <a:t>yang</a:t>
            </a:r>
            <a:r>
              <a:rPr dirty="0" sz="350" spc="-30">
                <a:latin typeface="Verdana"/>
                <a:cs typeface="Verdana"/>
              </a:rPr>
              <a:t> </a:t>
            </a:r>
            <a:r>
              <a:rPr dirty="0" sz="350" spc="-10">
                <a:latin typeface="Verdana"/>
                <a:cs typeface="Verdana"/>
              </a:rPr>
              <a:t>digunakan</a:t>
            </a:r>
            <a:r>
              <a:rPr dirty="0" sz="350" spc="-35">
                <a:latin typeface="Verdana"/>
                <a:cs typeface="Verdana"/>
              </a:rPr>
              <a:t> </a:t>
            </a:r>
            <a:r>
              <a:rPr dirty="0" sz="350" spc="-10">
                <a:latin typeface="Verdana"/>
                <a:cs typeface="Verdana"/>
              </a:rPr>
              <a:t>dalam</a:t>
            </a:r>
            <a:r>
              <a:rPr dirty="0" sz="350" spc="-30">
                <a:latin typeface="Verdana"/>
                <a:cs typeface="Verdana"/>
              </a:rPr>
              <a:t> </a:t>
            </a:r>
            <a:r>
              <a:rPr dirty="0" sz="350" spc="-10">
                <a:latin typeface="Verdana"/>
                <a:cs typeface="Verdana"/>
              </a:rPr>
              <a:t>penelitian</a:t>
            </a:r>
            <a:r>
              <a:rPr dirty="0" sz="350" spc="-35">
                <a:latin typeface="Verdana"/>
                <a:cs typeface="Verdana"/>
              </a:rPr>
              <a:t> </a:t>
            </a:r>
            <a:r>
              <a:rPr dirty="0" sz="350" spc="-20">
                <a:latin typeface="Verdana"/>
                <a:cs typeface="Verdana"/>
              </a:rPr>
              <a:t>ini,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885876" y="5495090"/>
            <a:ext cx="1395730" cy="377190"/>
            <a:chOff x="885876" y="5495090"/>
            <a:chExt cx="1395730" cy="377190"/>
          </a:xfrm>
        </p:grpSpPr>
        <p:sp>
          <p:nvSpPr>
            <p:cNvPr id="10" name="object 10" descr=""/>
            <p:cNvSpPr/>
            <p:nvPr/>
          </p:nvSpPr>
          <p:spPr>
            <a:xfrm>
              <a:off x="886194" y="5495407"/>
              <a:ext cx="0" cy="376555"/>
            </a:xfrm>
            <a:custGeom>
              <a:avLst/>
              <a:gdLst/>
              <a:ahLst/>
              <a:cxnLst/>
              <a:rect l="l" t="t" r="r" b="b"/>
              <a:pathLst>
                <a:path w="0" h="376554">
                  <a:moveTo>
                    <a:pt x="0" y="0"/>
                  </a:moveTo>
                  <a:lnTo>
                    <a:pt x="0" y="376284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86194" y="5495407"/>
              <a:ext cx="0" cy="376555"/>
            </a:xfrm>
            <a:custGeom>
              <a:avLst/>
              <a:gdLst/>
              <a:ahLst/>
              <a:cxnLst/>
              <a:rect l="l" t="t" r="r" b="b"/>
              <a:pathLst>
                <a:path w="0" h="376554">
                  <a:moveTo>
                    <a:pt x="0" y="3762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32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1118685" y="5495407"/>
              <a:ext cx="0" cy="376555"/>
            </a:xfrm>
            <a:custGeom>
              <a:avLst/>
              <a:gdLst/>
              <a:ahLst/>
              <a:cxnLst/>
              <a:rect l="l" t="t" r="r" b="b"/>
              <a:pathLst>
                <a:path w="0" h="376554">
                  <a:moveTo>
                    <a:pt x="0" y="0"/>
                  </a:moveTo>
                  <a:lnTo>
                    <a:pt x="0" y="376284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1118685" y="5495407"/>
              <a:ext cx="0" cy="376555"/>
            </a:xfrm>
            <a:custGeom>
              <a:avLst/>
              <a:gdLst/>
              <a:ahLst/>
              <a:cxnLst/>
              <a:rect l="l" t="t" r="r" b="b"/>
              <a:pathLst>
                <a:path w="0" h="376554">
                  <a:moveTo>
                    <a:pt x="0" y="3762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32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351177" y="5495407"/>
              <a:ext cx="0" cy="376555"/>
            </a:xfrm>
            <a:custGeom>
              <a:avLst/>
              <a:gdLst/>
              <a:ahLst/>
              <a:cxnLst/>
              <a:rect l="l" t="t" r="r" b="b"/>
              <a:pathLst>
                <a:path w="0" h="376554">
                  <a:moveTo>
                    <a:pt x="0" y="0"/>
                  </a:moveTo>
                  <a:lnTo>
                    <a:pt x="0" y="376284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351176" y="5495407"/>
              <a:ext cx="0" cy="376555"/>
            </a:xfrm>
            <a:custGeom>
              <a:avLst/>
              <a:gdLst/>
              <a:ahLst/>
              <a:cxnLst/>
              <a:rect l="l" t="t" r="r" b="b"/>
              <a:pathLst>
                <a:path w="0" h="376554">
                  <a:moveTo>
                    <a:pt x="0" y="3762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32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1583668" y="5495407"/>
              <a:ext cx="0" cy="376555"/>
            </a:xfrm>
            <a:custGeom>
              <a:avLst/>
              <a:gdLst/>
              <a:ahLst/>
              <a:cxnLst/>
              <a:rect l="l" t="t" r="r" b="b"/>
              <a:pathLst>
                <a:path w="0" h="376554">
                  <a:moveTo>
                    <a:pt x="0" y="0"/>
                  </a:moveTo>
                  <a:lnTo>
                    <a:pt x="0" y="376284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1583667" y="5495407"/>
              <a:ext cx="0" cy="376555"/>
            </a:xfrm>
            <a:custGeom>
              <a:avLst/>
              <a:gdLst/>
              <a:ahLst/>
              <a:cxnLst/>
              <a:rect l="l" t="t" r="r" b="b"/>
              <a:pathLst>
                <a:path w="0" h="376554">
                  <a:moveTo>
                    <a:pt x="0" y="3762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32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816159" y="5495407"/>
              <a:ext cx="0" cy="376555"/>
            </a:xfrm>
            <a:custGeom>
              <a:avLst/>
              <a:gdLst/>
              <a:ahLst/>
              <a:cxnLst/>
              <a:rect l="l" t="t" r="r" b="b"/>
              <a:pathLst>
                <a:path w="0" h="376554">
                  <a:moveTo>
                    <a:pt x="0" y="0"/>
                  </a:moveTo>
                  <a:lnTo>
                    <a:pt x="0" y="376284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816158" y="5495407"/>
              <a:ext cx="0" cy="376555"/>
            </a:xfrm>
            <a:custGeom>
              <a:avLst/>
              <a:gdLst/>
              <a:ahLst/>
              <a:cxnLst/>
              <a:rect l="l" t="t" r="r" b="b"/>
              <a:pathLst>
                <a:path w="0" h="376554">
                  <a:moveTo>
                    <a:pt x="0" y="3762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32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048649" y="5495407"/>
              <a:ext cx="0" cy="376555"/>
            </a:xfrm>
            <a:custGeom>
              <a:avLst/>
              <a:gdLst/>
              <a:ahLst/>
              <a:cxnLst/>
              <a:rect l="l" t="t" r="r" b="b"/>
              <a:pathLst>
                <a:path w="0" h="376554">
                  <a:moveTo>
                    <a:pt x="0" y="0"/>
                  </a:moveTo>
                  <a:lnTo>
                    <a:pt x="0" y="376284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2048649" y="5495407"/>
              <a:ext cx="0" cy="376555"/>
            </a:xfrm>
            <a:custGeom>
              <a:avLst/>
              <a:gdLst/>
              <a:ahLst/>
              <a:cxnLst/>
              <a:rect l="l" t="t" r="r" b="b"/>
              <a:pathLst>
                <a:path w="0" h="376554">
                  <a:moveTo>
                    <a:pt x="0" y="3762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32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2281140" y="5495407"/>
              <a:ext cx="0" cy="376555"/>
            </a:xfrm>
            <a:custGeom>
              <a:avLst/>
              <a:gdLst/>
              <a:ahLst/>
              <a:cxnLst/>
              <a:rect l="l" t="t" r="r" b="b"/>
              <a:pathLst>
                <a:path w="0" h="376554">
                  <a:moveTo>
                    <a:pt x="0" y="0"/>
                  </a:moveTo>
                  <a:lnTo>
                    <a:pt x="0" y="376284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2281140" y="5495407"/>
              <a:ext cx="0" cy="376555"/>
            </a:xfrm>
            <a:custGeom>
              <a:avLst/>
              <a:gdLst/>
              <a:ahLst/>
              <a:cxnLst/>
              <a:rect l="l" t="t" r="r" b="b"/>
              <a:pathLst>
                <a:path w="0" h="376554">
                  <a:moveTo>
                    <a:pt x="0" y="376284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0032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863715" y="5864170"/>
            <a:ext cx="45085" cy="59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" spc="-50">
                <a:solidFill>
                  <a:srgbClr val="0032A4"/>
                </a:solidFill>
                <a:latin typeface="Verdana"/>
                <a:cs typeface="Verdana"/>
              </a:rPr>
              <a:t>0</a:t>
            </a:r>
            <a:endParaRPr sz="200">
              <a:latin typeface="Verdana"/>
              <a:cs typeface="Verdan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097069" y="5864170"/>
            <a:ext cx="43815" cy="59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" spc="-50">
                <a:solidFill>
                  <a:srgbClr val="0032A4"/>
                </a:solidFill>
                <a:latin typeface="Verdana"/>
                <a:cs typeface="Verdana"/>
              </a:rPr>
              <a:t>5</a:t>
            </a:r>
            <a:endParaRPr sz="200">
              <a:latin typeface="Verdana"/>
              <a:cs typeface="Verdana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322060" y="5864170"/>
            <a:ext cx="56515" cy="59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" spc="-25">
                <a:solidFill>
                  <a:srgbClr val="0032A4"/>
                </a:solidFill>
                <a:latin typeface="Verdana"/>
                <a:cs typeface="Verdana"/>
              </a:rPr>
              <a:t>10</a:t>
            </a:r>
            <a:endParaRPr sz="200">
              <a:latin typeface="Verdana"/>
              <a:cs typeface="Verdana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555414" y="5864170"/>
            <a:ext cx="55880" cy="59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" spc="-25">
                <a:solidFill>
                  <a:srgbClr val="0032A4"/>
                </a:solidFill>
                <a:latin typeface="Verdana"/>
                <a:cs typeface="Verdana"/>
              </a:rPr>
              <a:t>15</a:t>
            </a:r>
            <a:endParaRPr sz="200">
              <a:latin typeface="Verdana"/>
              <a:cs typeface="Verdan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784707" y="5864170"/>
            <a:ext cx="62230" cy="59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" spc="-25">
                <a:solidFill>
                  <a:srgbClr val="0032A4"/>
                </a:solidFill>
                <a:latin typeface="Verdana"/>
                <a:cs typeface="Verdana"/>
              </a:rPr>
              <a:t>20</a:t>
            </a:r>
            <a:endParaRPr sz="200">
              <a:latin typeface="Verdana"/>
              <a:cs typeface="Verdana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2018061" y="5864170"/>
            <a:ext cx="294640" cy="59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243840" algn="l"/>
              </a:tabLst>
            </a:pPr>
            <a:r>
              <a:rPr dirty="0" sz="200" spc="-25">
                <a:solidFill>
                  <a:srgbClr val="0032A4"/>
                </a:solidFill>
                <a:latin typeface="Verdana"/>
                <a:cs typeface="Verdana"/>
              </a:rPr>
              <a:t>25</a:t>
            </a:r>
            <a:r>
              <a:rPr dirty="0" sz="200">
                <a:solidFill>
                  <a:srgbClr val="0032A4"/>
                </a:solidFill>
                <a:latin typeface="Verdana"/>
                <a:cs typeface="Verdana"/>
              </a:rPr>
              <a:t>	</a:t>
            </a:r>
            <a:r>
              <a:rPr dirty="0" sz="200" spc="-25">
                <a:solidFill>
                  <a:srgbClr val="0032A4"/>
                </a:solidFill>
                <a:latin typeface="Verdana"/>
                <a:cs typeface="Verdana"/>
              </a:rPr>
              <a:t>30</a:t>
            </a:r>
            <a:endParaRPr sz="200">
              <a:latin typeface="Verdana"/>
              <a:cs typeface="Verdana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766941" y="5507246"/>
            <a:ext cx="110489" cy="59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">
                <a:solidFill>
                  <a:srgbClr val="0032A4"/>
                </a:solidFill>
                <a:latin typeface="Verdana"/>
                <a:cs typeface="Verdana"/>
              </a:rPr>
              <a:t>Item</a:t>
            </a:r>
            <a:r>
              <a:rPr dirty="0" sz="200" spc="-10">
                <a:solidFill>
                  <a:srgbClr val="0032A4"/>
                </a:solidFill>
                <a:latin typeface="Verdana"/>
                <a:cs typeface="Verdana"/>
              </a:rPr>
              <a:t> </a:t>
            </a:r>
            <a:r>
              <a:rPr dirty="0" sz="200" spc="-50">
                <a:solidFill>
                  <a:srgbClr val="0032A4"/>
                </a:solidFill>
                <a:latin typeface="Verdana"/>
                <a:cs typeface="Verdana"/>
              </a:rPr>
              <a:t>1</a:t>
            </a:r>
            <a:endParaRPr sz="200">
              <a:latin typeface="Verdana"/>
              <a:cs typeface="Verdan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762271" y="5603729"/>
            <a:ext cx="115570" cy="59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">
                <a:solidFill>
                  <a:srgbClr val="0032A4"/>
                </a:solidFill>
                <a:latin typeface="Verdana"/>
                <a:cs typeface="Verdana"/>
              </a:rPr>
              <a:t>Item</a:t>
            </a:r>
            <a:r>
              <a:rPr dirty="0" sz="200" spc="-10">
                <a:solidFill>
                  <a:srgbClr val="0032A4"/>
                </a:solidFill>
                <a:latin typeface="Verdana"/>
                <a:cs typeface="Verdana"/>
              </a:rPr>
              <a:t> </a:t>
            </a:r>
            <a:r>
              <a:rPr dirty="0" sz="200" spc="-50">
                <a:solidFill>
                  <a:srgbClr val="0032A4"/>
                </a:solidFill>
                <a:latin typeface="Verdana"/>
                <a:cs typeface="Verdana"/>
              </a:rPr>
              <a:t>2</a:t>
            </a:r>
            <a:endParaRPr sz="200">
              <a:latin typeface="Verdana"/>
              <a:cs typeface="Verdan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762441" y="5700212"/>
            <a:ext cx="114935" cy="59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">
                <a:solidFill>
                  <a:srgbClr val="0032A4"/>
                </a:solidFill>
                <a:latin typeface="Verdana"/>
                <a:cs typeface="Verdana"/>
              </a:rPr>
              <a:t>Item</a:t>
            </a:r>
            <a:r>
              <a:rPr dirty="0" sz="200" spc="-10">
                <a:solidFill>
                  <a:srgbClr val="0032A4"/>
                </a:solidFill>
                <a:latin typeface="Verdana"/>
                <a:cs typeface="Verdana"/>
              </a:rPr>
              <a:t> </a:t>
            </a:r>
            <a:r>
              <a:rPr dirty="0" sz="200" spc="-50">
                <a:solidFill>
                  <a:srgbClr val="0032A4"/>
                </a:solidFill>
                <a:latin typeface="Verdana"/>
                <a:cs typeface="Verdana"/>
              </a:rPr>
              <a:t>3</a:t>
            </a:r>
            <a:endParaRPr sz="200">
              <a:latin typeface="Verdana"/>
              <a:cs typeface="Verdana"/>
            </a:endParaRPr>
          </a:p>
        </p:txBody>
      </p:sp>
      <p:sp>
        <p:nvSpPr>
          <p:cNvPr id="33" name="object 33" descr=""/>
          <p:cNvSpPr txBox="1"/>
          <p:nvPr/>
        </p:nvSpPr>
        <p:spPr>
          <a:xfrm>
            <a:off x="762554" y="5796695"/>
            <a:ext cx="114935" cy="596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00">
                <a:solidFill>
                  <a:srgbClr val="0032A4"/>
                </a:solidFill>
                <a:latin typeface="Verdana"/>
                <a:cs typeface="Verdana"/>
              </a:rPr>
              <a:t>Item</a:t>
            </a:r>
            <a:r>
              <a:rPr dirty="0" sz="200" spc="-10">
                <a:solidFill>
                  <a:srgbClr val="0032A4"/>
                </a:solidFill>
                <a:latin typeface="Verdana"/>
                <a:cs typeface="Verdana"/>
              </a:rPr>
              <a:t> </a:t>
            </a:r>
            <a:r>
              <a:rPr dirty="0" sz="200" spc="-50">
                <a:solidFill>
                  <a:srgbClr val="0032A4"/>
                </a:solidFill>
                <a:latin typeface="Verdana"/>
                <a:cs typeface="Verdana"/>
              </a:rPr>
              <a:t>4</a:t>
            </a:r>
            <a:endParaRPr sz="200">
              <a:latin typeface="Verdana"/>
              <a:cs typeface="Verdana"/>
            </a:endParaRPr>
          </a:p>
        </p:txBody>
      </p:sp>
      <p:grpSp>
        <p:nvGrpSpPr>
          <p:cNvPr id="34" name="object 34" descr=""/>
          <p:cNvGrpSpPr/>
          <p:nvPr/>
        </p:nvGrpSpPr>
        <p:grpSpPr>
          <a:xfrm>
            <a:off x="883957" y="5495159"/>
            <a:ext cx="1304290" cy="375920"/>
            <a:chOff x="883957" y="5495159"/>
            <a:chExt cx="1304290" cy="375920"/>
          </a:xfrm>
        </p:grpSpPr>
        <p:sp>
          <p:nvSpPr>
            <p:cNvPr id="35" name="object 35" descr=""/>
            <p:cNvSpPr/>
            <p:nvPr/>
          </p:nvSpPr>
          <p:spPr>
            <a:xfrm>
              <a:off x="883945" y="5495159"/>
              <a:ext cx="467359" cy="27940"/>
            </a:xfrm>
            <a:custGeom>
              <a:avLst/>
              <a:gdLst/>
              <a:ahLst/>
              <a:cxnLst/>
              <a:rect l="l" t="t" r="r" b="b"/>
              <a:pathLst>
                <a:path w="467359" h="27939">
                  <a:moveTo>
                    <a:pt x="467220" y="1270"/>
                  </a:moveTo>
                  <a:lnTo>
                    <a:pt x="466610" y="1270"/>
                  </a:lnTo>
                  <a:lnTo>
                    <a:pt x="466610" y="0"/>
                  </a:lnTo>
                  <a:lnTo>
                    <a:pt x="622" y="0"/>
                  </a:lnTo>
                  <a:lnTo>
                    <a:pt x="622" y="1270"/>
                  </a:lnTo>
                  <a:lnTo>
                    <a:pt x="0" y="1270"/>
                  </a:lnTo>
                  <a:lnTo>
                    <a:pt x="0" y="26670"/>
                  </a:lnTo>
                  <a:lnTo>
                    <a:pt x="101" y="27940"/>
                  </a:lnTo>
                  <a:lnTo>
                    <a:pt x="467131" y="27940"/>
                  </a:lnTo>
                  <a:lnTo>
                    <a:pt x="467131" y="26670"/>
                  </a:lnTo>
                  <a:lnTo>
                    <a:pt x="467220" y="1270"/>
                  </a:lnTo>
                  <a:close/>
                </a:path>
              </a:pathLst>
            </a:custGeom>
            <a:solidFill>
              <a:srgbClr val="0032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883945" y="5524369"/>
              <a:ext cx="653415" cy="27940"/>
            </a:xfrm>
            <a:custGeom>
              <a:avLst/>
              <a:gdLst/>
              <a:ahLst/>
              <a:cxnLst/>
              <a:rect l="l" t="t" r="r" b="b"/>
              <a:pathLst>
                <a:path w="653415" h="27939">
                  <a:moveTo>
                    <a:pt x="653211" y="1270"/>
                  </a:moveTo>
                  <a:lnTo>
                    <a:pt x="652373" y="1270"/>
                  </a:lnTo>
                  <a:lnTo>
                    <a:pt x="652373" y="0"/>
                  </a:lnTo>
                  <a:lnTo>
                    <a:pt x="850" y="0"/>
                  </a:lnTo>
                  <a:lnTo>
                    <a:pt x="850" y="1270"/>
                  </a:lnTo>
                  <a:lnTo>
                    <a:pt x="0" y="1270"/>
                  </a:lnTo>
                  <a:lnTo>
                    <a:pt x="0" y="27940"/>
                  </a:lnTo>
                  <a:lnTo>
                    <a:pt x="653211" y="27940"/>
                  </a:lnTo>
                  <a:lnTo>
                    <a:pt x="653211" y="1270"/>
                  </a:lnTo>
                  <a:close/>
                </a:path>
              </a:pathLst>
            </a:custGeom>
            <a:solidFill>
              <a:srgbClr val="6A9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883945" y="5554849"/>
              <a:ext cx="281305" cy="27940"/>
            </a:xfrm>
            <a:custGeom>
              <a:avLst/>
              <a:gdLst/>
              <a:ahLst/>
              <a:cxnLst/>
              <a:rect l="l" t="t" r="r" b="b"/>
              <a:pathLst>
                <a:path w="281305" h="27939">
                  <a:moveTo>
                    <a:pt x="281228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914" y="26670"/>
                  </a:lnTo>
                  <a:lnTo>
                    <a:pt x="914" y="27940"/>
                  </a:lnTo>
                  <a:lnTo>
                    <a:pt x="280314" y="27940"/>
                  </a:lnTo>
                  <a:lnTo>
                    <a:pt x="280314" y="26670"/>
                  </a:lnTo>
                  <a:lnTo>
                    <a:pt x="281228" y="26670"/>
                  </a:lnTo>
                  <a:lnTo>
                    <a:pt x="281228" y="0"/>
                  </a:lnTo>
                  <a:close/>
                </a:path>
              </a:pathLst>
            </a:custGeom>
            <a:solidFill>
              <a:srgbClr val="C0C8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883945" y="5591679"/>
              <a:ext cx="699770" cy="27940"/>
            </a:xfrm>
            <a:custGeom>
              <a:avLst/>
              <a:gdLst/>
              <a:ahLst/>
              <a:cxnLst/>
              <a:rect l="l" t="t" r="r" b="b"/>
              <a:pathLst>
                <a:path w="699769" h="27939">
                  <a:moveTo>
                    <a:pt x="699719" y="1270"/>
                  </a:moveTo>
                  <a:lnTo>
                    <a:pt x="699135" y="1270"/>
                  </a:lnTo>
                  <a:lnTo>
                    <a:pt x="699135" y="0"/>
                  </a:lnTo>
                  <a:lnTo>
                    <a:pt x="584" y="0"/>
                  </a:lnTo>
                  <a:lnTo>
                    <a:pt x="584" y="1270"/>
                  </a:lnTo>
                  <a:lnTo>
                    <a:pt x="0" y="1270"/>
                  </a:lnTo>
                  <a:lnTo>
                    <a:pt x="0" y="26670"/>
                  </a:lnTo>
                  <a:lnTo>
                    <a:pt x="139" y="26670"/>
                  </a:lnTo>
                  <a:lnTo>
                    <a:pt x="139" y="27940"/>
                  </a:lnTo>
                  <a:lnTo>
                    <a:pt x="699579" y="27940"/>
                  </a:lnTo>
                  <a:lnTo>
                    <a:pt x="699579" y="26670"/>
                  </a:lnTo>
                  <a:lnTo>
                    <a:pt x="699719" y="26670"/>
                  </a:lnTo>
                  <a:lnTo>
                    <a:pt x="699719" y="1270"/>
                  </a:lnTo>
                  <a:close/>
                </a:path>
              </a:pathLst>
            </a:custGeom>
            <a:solidFill>
              <a:srgbClr val="0032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883945" y="5620889"/>
              <a:ext cx="653415" cy="27940"/>
            </a:xfrm>
            <a:custGeom>
              <a:avLst/>
              <a:gdLst/>
              <a:ahLst/>
              <a:cxnLst/>
              <a:rect l="l" t="t" r="r" b="b"/>
              <a:pathLst>
                <a:path w="653415" h="27939">
                  <a:moveTo>
                    <a:pt x="653211" y="1270"/>
                  </a:moveTo>
                  <a:lnTo>
                    <a:pt x="652411" y="1270"/>
                  </a:lnTo>
                  <a:lnTo>
                    <a:pt x="652411" y="0"/>
                  </a:lnTo>
                  <a:lnTo>
                    <a:pt x="812" y="0"/>
                  </a:lnTo>
                  <a:lnTo>
                    <a:pt x="812" y="1270"/>
                  </a:lnTo>
                  <a:lnTo>
                    <a:pt x="0" y="1270"/>
                  </a:lnTo>
                  <a:lnTo>
                    <a:pt x="0" y="27940"/>
                  </a:lnTo>
                  <a:lnTo>
                    <a:pt x="653211" y="27940"/>
                  </a:lnTo>
                  <a:lnTo>
                    <a:pt x="653211" y="1270"/>
                  </a:lnTo>
                  <a:close/>
                </a:path>
              </a:pathLst>
            </a:custGeom>
            <a:solidFill>
              <a:srgbClr val="6A9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883945" y="5651369"/>
              <a:ext cx="514350" cy="27940"/>
            </a:xfrm>
            <a:custGeom>
              <a:avLst/>
              <a:gdLst/>
              <a:ahLst/>
              <a:cxnLst/>
              <a:rect l="l" t="t" r="r" b="b"/>
              <a:pathLst>
                <a:path w="514350" h="27939">
                  <a:moveTo>
                    <a:pt x="513727" y="0"/>
                  </a:moveTo>
                  <a:lnTo>
                    <a:pt x="0" y="0"/>
                  </a:lnTo>
                  <a:lnTo>
                    <a:pt x="0" y="26670"/>
                  </a:lnTo>
                  <a:lnTo>
                    <a:pt x="952" y="26670"/>
                  </a:lnTo>
                  <a:lnTo>
                    <a:pt x="952" y="27940"/>
                  </a:lnTo>
                  <a:lnTo>
                    <a:pt x="512775" y="27940"/>
                  </a:lnTo>
                  <a:lnTo>
                    <a:pt x="512775" y="26670"/>
                  </a:lnTo>
                  <a:lnTo>
                    <a:pt x="513727" y="26670"/>
                  </a:lnTo>
                  <a:lnTo>
                    <a:pt x="513727" y="0"/>
                  </a:lnTo>
                  <a:close/>
                </a:path>
              </a:pathLst>
            </a:custGeom>
            <a:solidFill>
              <a:srgbClr val="C0C8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883945" y="5688199"/>
              <a:ext cx="1118235" cy="27940"/>
            </a:xfrm>
            <a:custGeom>
              <a:avLst/>
              <a:gdLst/>
              <a:ahLst/>
              <a:cxnLst/>
              <a:rect l="l" t="t" r="r" b="b"/>
              <a:pathLst>
                <a:path w="1118235" h="27939">
                  <a:moveTo>
                    <a:pt x="1118196" y="1270"/>
                  </a:moveTo>
                  <a:lnTo>
                    <a:pt x="1117663" y="1270"/>
                  </a:lnTo>
                  <a:lnTo>
                    <a:pt x="1117663" y="0"/>
                  </a:lnTo>
                  <a:lnTo>
                    <a:pt x="546" y="0"/>
                  </a:lnTo>
                  <a:lnTo>
                    <a:pt x="546" y="1270"/>
                  </a:lnTo>
                  <a:lnTo>
                    <a:pt x="0" y="1270"/>
                  </a:lnTo>
                  <a:lnTo>
                    <a:pt x="0" y="26670"/>
                  </a:lnTo>
                  <a:lnTo>
                    <a:pt x="177" y="26670"/>
                  </a:lnTo>
                  <a:lnTo>
                    <a:pt x="177" y="27940"/>
                  </a:lnTo>
                  <a:lnTo>
                    <a:pt x="1118031" y="27940"/>
                  </a:lnTo>
                  <a:lnTo>
                    <a:pt x="1118031" y="26670"/>
                  </a:lnTo>
                  <a:lnTo>
                    <a:pt x="1118196" y="26670"/>
                  </a:lnTo>
                  <a:lnTo>
                    <a:pt x="1118196" y="1270"/>
                  </a:lnTo>
                  <a:close/>
                </a:path>
              </a:pathLst>
            </a:custGeom>
            <a:solidFill>
              <a:srgbClr val="0032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883945" y="5717409"/>
              <a:ext cx="746760" cy="27940"/>
            </a:xfrm>
            <a:custGeom>
              <a:avLst/>
              <a:gdLst/>
              <a:ahLst/>
              <a:cxnLst/>
              <a:rect l="l" t="t" r="r" b="b"/>
              <a:pathLst>
                <a:path w="746760" h="27939">
                  <a:moveTo>
                    <a:pt x="746213" y="1270"/>
                  </a:moveTo>
                  <a:lnTo>
                    <a:pt x="745451" y="1270"/>
                  </a:lnTo>
                  <a:lnTo>
                    <a:pt x="745451" y="0"/>
                  </a:lnTo>
                  <a:lnTo>
                    <a:pt x="774" y="0"/>
                  </a:lnTo>
                  <a:lnTo>
                    <a:pt x="774" y="1270"/>
                  </a:lnTo>
                  <a:lnTo>
                    <a:pt x="0" y="1270"/>
                  </a:lnTo>
                  <a:lnTo>
                    <a:pt x="0" y="27940"/>
                  </a:lnTo>
                  <a:lnTo>
                    <a:pt x="746213" y="27940"/>
                  </a:lnTo>
                  <a:lnTo>
                    <a:pt x="746213" y="1270"/>
                  </a:lnTo>
                  <a:close/>
                </a:path>
              </a:pathLst>
            </a:custGeom>
            <a:solidFill>
              <a:srgbClr val="6A9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883945" y="5746619"/>
              <a:ext cx="467359" cy="29209"/>
            </a:xfrm>
            <a:custGeom>
              <a:avLst/>
              <a:gdLst/>
              <a:ahLst/>
              <a:cxnLst/>
              <a:rect l="l" t="t" r="r" b="b"/>
              <a:pathLst>
                <a:path w="467359" h="29210">
                  <a:moveTo>
                    <a:pt x="467220" y="1270"/>
                  </a:moveTo>
                  <a:lnTo>
                    <a:pt x="466229" y="1270"/>
                  </a:lnTo>
                  <a:lnTo>
                    <a:pt x="466229" y="0"/>
                  </a:lnTo>
                  <a:lnTo>
                    <a:pt x="1003" y="0"/>
                  </a:lnTo>
                  <a:lnTo>
                    <a:pt x="1003" y="1270"/>
                  </a:lnTo>
                  <a:lnTo>
                    <a:pt x="0" y="1270"/>
                  </a:lnTo>
                  <a:lnTo>
                    <a:pt x="0" y="27940"/>
                  </a:lnTo>
                  <a:lnTo>
                    <a:pt x="990" y="27940"/>
                  </a:lnTo>
                  <a:lnTo>
                    <a:pt x="990" y="29210"/>
                  </a:lnTo>
                  <a:lnTo>
                    <a:pt x="466242" y="29210"/>
                  </a:lnTo>
                  <a:lnTo>
                    <a:pt x="466242" y="27940"/>
                  </a:lnTo>
                  <a:lnTo>
                    <a:pt x="467220" y="27940"/>
                  </a:lnTo>
                  <a:lnTo>
                    <a:pt x="467220" y="1270"/>
                  </a:lnTo>
                  <a:close/>
                </a:path>
              </a:pathLst>
            </a:custGeom>
            <a:solidFill>
              <a:srgbClr val="C0C8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883945" y="5784719"/>
              <a:ext cx="1304290" cy="27940"/>
            </a:xfrm>
            <a:custGeom>
              <a:avLst/>
              <a:gdLst/>
              <a:ahLst/>
              <a:cxnLst/>
              <a:rect l="l" t="t" r="r" b="b"/>
              <a:pathLst>
                <a:path w="1304289" h="27939">
                  <a:moveTo>
                    <a:pt x="1304188" y="1270"/>
                  </a:moveTo>
                  <a:lnTo>
                    <a:pt x="1303693" y="1270"/>
                  </a:lnTo>
                  <a:lnTo>
                    <a:pt x="1303693" y="0"/>
                  </a:lnTo>
                  <a:lnTo>
                    <a:pt x="508" y="0"/>
                  </a:lnTo>
                  <a:lnTo>
                    <a:pt x="508" y="1270"/>
                  </a:lnTo>
                  <a:lnTo>
                    <a:pt x="0" y="1270"/>
                  </a:lnTo>
                  <a:lnTo>
                    <a:pt x="0" y="26670"/>
                  </a:lnTo>
                  <a:lnTo>
                    <a:pt x="215" y="26670"/>
                  </a:lnTo>
                  <a:lnTo>
                    <a:pt x="215" y="27940"/>
                  </a:lnTo>
                  <a:lnTo>
                    <a:pt x="1303985" y="27940"/>
                  </a:lnTo>
                  <a:lnTo>
                    <a:pt x="1303985" y="26670"/>
                  </a:lnTo>
                  <a:lnTo>
                    <a:pt x="1304188" y="26670"/>
                  </a:lnTo>
                  <a:lnTo>
                    <a:pt x="1304188" y="1270"/>
                  </a:lnTo>
                  <a:close/>
                </a:path>
              </a:pathLst>
            </a:custGeom>
            <a:solidFill>
              <a:srgbClr val="0032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883945" y="5813929"/>
              <a:ext cx="932815" cy="27940"/>
            </a:xfrm>
            <a:custGeom>
              <a:avLst/>
              <a:gdLst/>
              <a:ahLst/>
              <a:cxnLst/>
              <a:rect l="l" t="t" r="r" b="b"/>
              <a:pathLst>
                <a:path w="932814" h="27939">
                  <a:moveTo>
                    <a:pt x="932205" y="1270"/>
                  </a:moveTo>
                  <a:lnTo>
                    <a:pt x="931481" y="1270"/>
                  </a:lnTo>
                  <a:lnTo>
                    <a:pt x="931481" y="0"/>
                  </a:lnTo>
                  <a:lnTo>
                    <a:pt x="736" y="0"/>
                  </a:lnTo>
                  <a:lnTo>
                    <a:pt x="736" y="1270"/>
                  </a:lnTo>
                  <a:lnTo>
                    <a:pt x="0" y="1270"/>
                  </a:lnTo>
                  <a:lnTo>
                    <a:pt x="0" y="27940"/>
                  </a:lnTo>
                  <a:lnTo>
                    <a:pt x="932205" y="27940"/>
                  </a:lnTo>
                  <a:lnTo>
                    <a:pt x="932205" y="1270"/>
                  </a:lnTo>
                  <a:close/>
                </a:path>
              </a:pathLst>
            </a:custGeom>
            <a:solidFill>
              <a:srgbClr val="6A9CF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883945" y="5843139"/>
              <a:ext cx="560705" cy="27940"/>
            </a:xfrm>
            <a:custGeom>
              <a:avLst/>
              <a:gdLst/>
              <a:ahLst/>
              <a:cxnLst/>
              <a:rect l="l" t="t" r="r" b="b"/>
              <a:pathLst>
                <a:path w="560705" h="27939">
                  <a:moveTo>
                    <a:pt x="560222" y="1270"/>
                  </a:moveTo>
                  <a:lnTo>
                    <a:pt x="559269" y="1270"/>
                  </a:lnTo>
                  <a:lnTo>
                    <a:pt x="559269" y="0"/>
                  </a:lnTo>
                  <a:lnTo>
                    <a:pt x="965" y="0"/>
                  </a:lnTo>
                  <a:lnTo>
                    <a:pt x="965" y="1270"/>
                  </a:lnTo>
                  <a:lnTo>
                    <a:pt x="0" y="1270"/>
                  </a:lnTo>
                  <a:lnTo>
                    <a:pt x="0" y="27940"/>
                  </a:lnTo>
                  <a:lnTo>
                    <a:pt x="560222" y="27940"/>
                  </a:lnTo>
                  <a:lnTo>
                    <a:pt x="560222" y="1270"/>
                  </a:lnTo>
                  <a:close/>
                </a:path>
              </a:pathLst>
            </a:custGeom>
            <a:solidFill>
              <a:srgbClr val="C0C8C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 descr=""/>
          <p:cNvSpPr txBox="1"/>
          <p:nvPr/>
        </p:nvSpPr>
        <p:spPr>
          <a:xfrm>
            <a:off x="863849" y="6198882"/>
            <a:ext cx="111760" cy="77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0" spc="-40">
                <a:solidFill>
                  <a:srgbClr val="0032A4"/>
                </a:solidFill>
                <a:latin typeface="Verdana"/>
                <a:cs typeface="Verdana"/>
              </a:rPr>
              <a:t>67%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48" name="object 48" descr=""/>
          <p:cNvGrpSpPr/>
          <p:nvPr/>
        </p:nvGrpSpPr>
        <p:grpSpPr>
          <a:xfrm>
            <a:off x="776964" y="6100295"/>
            <a:ext cx="285115" cy="285115"/>
            <a:chOff x="776964" y="6100295"/>
            <a:chExt cx="285115" cy="285115"/>
          </a:xfrm>
        </p:grpSpPr>
        <p:sp>
          <p:nvSpPr>
            <p:cNvPr id="49" name="object 49" descr=""/>
            <p:cNvSpPr/>
            <p:nvPr/>
          </p:nvSpPr>
          <p:spPr>
            <a:xfrm>
              <a:off x="776964" y="6100295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5" h="285114">
                  <a:moveTo>
                    <a:pt x="142451" y="0"/>
                  </a:moveTo>
                  <a:lnTo>
                    <a:pt x="97425" y="7261"/>
                  </a:lnTo>
                  <a:lnTo>
                    <a:pt x="58321" y="27484"/>
                  </a:lnTo>
                  <a:lnTo>
                    <a:pt x="27484" y="58320"/>
                  </a:lnTo>
                  <a:lnTo>
                    <a:pt x="7262" y="97425"/>
                  </a:lnTo>
                  <a:lnTo>
                    <a:pt x="0" y="142451"/>
                  </a:lnTo>
                  <a:lnTo>
                    <a:pt x="7262" y="187476"/>
                  </a:lnTo>
                  <a:lnTo>
                    <a:pt x="27484" y="226581"/>
                  </a:lnTo>
                  <a:lnTo>
                    <a:pt x="58321" y="257418"/>
                  </a:lnTo>
                  <a:lnTo>
                    <a:pt x="97425" y="277640"/>
                  </a:lnTo>
                  <a:lnTo>
                    <a:pt x="142451" y="284903"/>
                  </a:lnTo>
                  <a:lnTo>
                    <a:pt x="187477" y="277640"/>
                  </a:lnTo>
                  <a:lnTo>
                    <a:pt x="211997" y="264960"/>
                  </a:lnTo>
                  <a:lnTo>
                    <a:pt x="142451" y="264960"/>
                  </a:lnTo>
                  <a:lnTo>
                    <a:pt x="94765" y="255333"/>
                  </a:lnTo>
                  <a:lnTo>
                    <a:pt x="55825" y="229078"/>
                  </a:lnTo>
                  <a:lnTo>
                    <a:pt x="29570" y="190137"/>
                  </a:lnTo>
                  <a:lnTo>
                    <a:pt x="19943" y="142451"/>
                  </a:lnTo>
                  <a:lnTo>
                    <a:pt x="29570" y="94765"/>
                  </a:lnTo>
                  <a:lnTo>
                    <a:pt x="55825" y="55824"/>
                  </a:lnTo>
                  <a:lnTo>
                    <a:pt x="94765" y="29570"/>
                  </a:lnTo>
                  <a:lnTo>
                    <a:pt x="142451" y="19943"/>
                  </a:lnTo>
                  <a:lnTo>
                    <a:pt x="142451" y="0"/>
                  </a:lnTo>
                  <a:close/>
                </a:path>
                <a:path w="285115" h="285114">
                  <a:moveTo>
                    <a:pt x="142451" y="0"/>
                  </a:moveTo>
                  <a:lnTo>
                    <a:pt x="142451" y="19943"/>
                  </a:lnTo>
                  <a:lnTo>
                    <a:pt x="190137" y="29570"/>
                  </a:lnTo>
                  <a:lnTo>
                    <a:pt x="229078" y="55824"/>
                  </a:lnTo>
                  <a:lnTo>
                    <a:pt x="255332" y="94765"/>
                  </a:lnTo>
                  <a:lnTo>
                    <a:pt x="264960" y="142451"/>
                  </a:lnTo>
                  <a:lnTo>
                    <a:pt x="255332" y="190137"/>
                  </a:lnTo>
                  <a:lnTo>
                    <a:pt x="229078" y="229078"/>
                  </a:lnTo>
                  <a:lnTo>
                    <a:pt x="190137" y="255333"/>
                  </a:lnTo>
                  <a:lnTo>
                    <a:pt x="142451" y="264960"/>
                  </a:lnTo>
                  <a:lnTo>
                    <a:pt x="211997" y="264960"/>
                  </a:lnTo>
                  <a:lnTo>
                    <a:pt x="226581" y="257418"/>
                  </a:lnTo>
                  <a:lnTo>
                    <a:pt x="257418" y="226581"/>
                  </a:lnTo>
                  <a:lnTo>
                    <a:pt x="277641" y="187476"/>
                  </a:lnTo>
                  <a:lnTo>
                    <a:pt x="284903" y="142451"/>
                  </a:lnTo>
                  <a:lnTo>
                    <a:pt x="277641" y="97425"/>
                  </a:lnTo>
                  <a:lnTo>
                    <a:pt x="257418" y="58320"/>
                  </a:lnTo>
                  <a:lnTo>
                    <a:pt x="226581" y="27484"/>
                  </a:lnTo>
                  <a:lnTo>
                    <a:pt x="187477" y="7261"/>
                  </a:lnTo>
                  <a:lnTo>
                    <a:pt x="142451" y="0"/>
                  </a:lnTo>
                  <a:close/>
                </a:path>
              </a:pathLst>
            </a:custGeom>
            <a:solidFill>
              <a:srgbClr val="C0C8C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797095" y="6100432"/>
              <a:ext cx="263525" cy="285115"/>
            </a:xfrm>
            <a:custGeom>
              <a:avLst/>
              <a:gdLst/>
              <a:ahLst/>
              <a:cxnLst/>
              <a:rect l="l" t="t" r="r" b="b"/>
              <a:pathLst>
                <a:path w="263525" h="285114">
                  <a:moveTo>
                    <a:pt x="10525" y="203334"/>
                  </a:moveTo>
                  <a:lnTo>
                    <a:pt x="1300" y="209351"/>
                  </a:lnTo>
                  <a:lnTo>
                    <a:pt x="0" y="215530"/>
                  </a:lnTo>
                  <a:lnTo>
                    <a:pt x="3009" y="220143"/>
                  </a:lnTo>
                  <a:lnTo>
                    <a:pt x="36104" y="255732"/>
                  </a:lnTo>
                  <a:lnTo>
                    <a:pt x="78011" y="277700"/>
                  </a:lnTo>
                  <a:lnTo>
                    <a:pt x="124798" y="284767"/>
                  </a:lnTo>
                  <a:lnTo>
                    <a:pt x="172531" y="275624"/>
                  </a:lnTo>
                  <a:lnTo>
                    <a:pt x="190920" y="264817"/>
                  </a:lnTo>
                  <a:lnTo>
                    <a:pt x="124451" y="264817"/>
                  </a:lnTo>
                  <a:lnTo>
                    <a:pt x="84215" y="258746"/>
                  </a:lnTo>
                  <a:lnTo>
                    <a:pt x="48174" y="239853"/>
                  </a:lnTo>
                  <a:lnTo>
                    <a:pt x="19809" y="209351"/>
                  </a:lnTo>
                  <a:lnTo>
                    <a:pt x="16732" y="204677"/>
                  </a:lnTo>
                  <a:lnTo>
                    <a:pt x="16909" y="204677"/>
                  </a:lnTo>
                  <a:lnTo>
                    <a:pt x="10525" y="203334"/>
                  </a:lnTo>
                  <a:close/>
                </a:path>
                <a:path w="263525" h="285114">
                  <a:moveTo>
                    <a:pt x="129490" y="0"/>
                  </a:moveTo>
                  <a:lnTo>
                    <a:pt x="126064" y="1647"/>
                  </a:lnTo>
                  <a:lnTo>
                    <a:pt x="122048" y="7531"/>
                  </a:lnTo>
                  <a:lnTo>
                    <a:pt x="121762" y="11322"/>
                  </a:lnTo>
                  <a:lnTo>
                    <a:pt x="124849" y="17743"/>
                  </a:lnTo>
                  <a:lnTo>
                    <a:pt x="127989" y="19885"/>
                  </a:lnTo>
                  <a:lnTo>
                    <a:pt x="131541" y="20153"/>
                  </a:lnTo>
                  <a:lnTo>
                    <a:pt x="172074" y="30350"/>
                  </a:lnTo>
                  <a:lnTo>
                    <a:pt x="205992" y="52831"/>
                  </a:lnTo>
                  <a:lnTo>
                    <a:pt x="230697" y="85166"/>
                  </a:lnTo>
                  <a:lnTo>
                    <a:pt x="243588" y="124924"/>
                  </a:lnTo>
                  <a:lnTo>
                    <a:pt x="242390" y="166702"/>
                  </a:lnTo>
                  <a:lnTo>
                    <a:pt x="227769" y="204677"/>
                  </a:lnTo>
                  <a:lnTo>
                    <a:pt x="201535" y="235784"/>
                  </a:lnTo>
                  <a:lnTo>
                    <a:pt x="165502" y="256960"/>
                  </a:lnTo>
                  <a:lnTo>
                    <a:pt x="124451" y="264817"/>
                  </a:lnTo>
                  <a:lnTo>
                    <a:pt x="190920" y="264817"/>
                  </a:lnTo>
                  <a:lnTo>
                    <a:pt x="214431" y="251000"/>
                  </a:lnTo>
                  <a:lnTo>
                    <a:pt x="244934" y="214829"/>
                  </a:lnTo>
                  <a:lnTo>
                    <a:pt x="261936" y="170672"/>
                  </a:lnTo>
                  <a:lnTo>
                    <a:pt x="263248" y="124924"/>
                  </a:lnTo>
                  <a:lnTo>
                    <a:pt x="263329" y="122092"/>
                  </a:lnTo>
                  <a:lnTo>
                    <a:pt x="248340" y="75863"/>
                  </a:lnTo>
                  <a:lnTo>
                    <a:pt x="219613" y="38265"/>
                  </a:lnTo>
                  <a:lnTo>
                    <a:pt x="180173" y="12124"/>
                  </a:lnTo>
                  <a:lnTo>
                    <a:pt x="133042" y="267"/>
                  </a:lnTo>
                  <a:lnTo>
                    <a:pt x="129490" y="0"/>
                  </a:lnTo>
                  <a:close/>
                </a:path>
              </a:pathLst>
            </a:custGeom>
            <a:solidFill>
              <a:srgbClr val="0032A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 descr=""/>
          <p:cNvSpPr txBox="1"/>
          <p:nvPr/>
        </p:nvSpPr>
        <p:spPr>
          <a:xfrm>
            <a:off x="2024381" y="6198882"/>
            <a:ext cx="114935" cy="774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0" spc="-30">
                <a:solidFill>
                  <a:srgbClr val="0032A4"/>
                </a:solidFill>
                <a:latin typeface="Verdana"/>
                <a:cs typeface="Verdana"/>
              </a:rPr>
              <a:t>28%</a:t>
            </a:r>
            <a:endParaRPr sz="350">
              <a:latin typeface="Verdana"/>
              <a:cs typeface="Verdana"/>
            </a:endParaRPr>
          </a:p>
        </p:txBody>
      </p:sp>
      <p:grpSp>
        <p:nvGrpSpPr>
          <p:cNvPr id="52" name="object 52" descr=""/>
          <p:cNvGrpSpPr/>
          <p:nvPr/>
        </p:nvGrpSpPr>
        <p:grpSpPr>
          <a:xfrm>
            <a:off x="1221151" y="6092109"/>
            <a:ext cx="1003300" cy="293370"/>
            <a:chOff x="1221151" y="6092109"/>
            <a:chExt cx="1003300" cy="293370"/>
          </a:xfrm>
        </p:grpSpPr>
        <p:sp>
          <p:nvSpPr>
            <p:cNvPr id="53" name="object 53" descr=""/>
            <p:cNvSpPr/>
            <p:nvPr/>
          </p:nvSpPr>
          <p:spPr>
            <a:xfrm>
              <a:off x="1939289" y="6100295"/>
              <a:ext cx="285115" cy="285115"/>
            </a:xfrm>
            <a:custGeom>
              <a:avLst/>
              <a:gdLst/>
              <a:ahLst/>
              <a:cxnLst/>
              <a:rect l="l" t="t" r="r" b="b"/>
              <a:pathLst>
                <a:path w="285114" h="285114">
                  <a:moveTo>
                    <a:pt x="142450" y="0"/>
                  </a:moveTo>
                  <a:lnTo>
                    <a:pt x="97425" y="7261"/>
                  </a:lnTo>
                  <a:lnTo>
                    <a:pt x="58320" y="27484"/>
                  </a:lnTo>
                  <a:lnTo>
                    <a:pt x="27484" y="58320"/>
                  </a:lnTo>
                  <a:lnTo>
                    <a:pt x="7262" y="97425"/>
                  </a:lnTo>
                  <a:lnTo>
                    <a:pt x="0" y="142451"/>
                  </a:lnTo>
                  <a:lnTo>
                    <a:pt x="7262" y="187476"/>
                  </a:lnTo>
                  <a:lnTo>
                    <a:pt x="27484" y="226581"/>
                  </a:lnTo>
                  <a:lnTo>
                    <a:pt x="58320" y="257418"/>
                  </a:lnTo>
                  <a:lnTo>
                    <a:pt x="97425" y="277640"/>
                  </a:lnTo>
                  <a:lnTo>
                    <a:pt x="142450" y="284903"/>
                  </a:lnTo>
                  <a:lnTo>
                    <a:pt x="187477" y="277640"/>
                  </a:lnTo>
                  <a:lnTo>
                    <a:pt x="211997" y="264960"/>
                  </a:lnTo>
                  <a:lnTo>
                    <a:pt x="142450" y="264960"/>
                  </a:lnTo>
                  <a:lnTo>
                    <a:pt x="94765" y="255333"/>
                  </a:lnTo>
                  <a:lnTo>
                    <a:pt x="55824" y="229078"/>
                  </a:lnTo>
                  <a:lnTo>
                    <a:pt x="29570" y="190137"/>
                  </a:lnTo>
                  <a:lnTo>
                    <a:pt x="19942" y="142451"/>
                  </a:lnTo>
                  <a:lnTo>
                    <a:pt x="29570" y="94765"/>
                  </a:lnTo>
                  <a:lnTo>
                    <a:pt x="55824" y="55824"/>
                  </a:lnTo>
                  <a:lnTo>
                    <a:pt x="94765" y="29570"/>
                  </a:lnTo>
                  <a:lnTo>
                    <a:pt x="142450" y="19943"/>
                  </a:lnTo>
                  <a:lnTo>
                    <a:pt x="142450" y="0"/>
                  </a:lnTo>
                  <a:close/>
                </a:path>
                <a:path w="285114" h="285114">
                  <a:moveTo>
                    <a:pt x="142450" y="0"/>
                  </a:moveTo>
                  <a:lnTo>
                    <a:pt x="142450" y="19943"/>
                  </a:lnTo>
                  <a:lnTo>
                    <a:pt x="190137" y="29570"/>
                  </a:lnTo>
                  <a:lnTo>
                    <a:pt x="229078" y="55824"/>
                  </a:lnTo>
                  <a:lnTo>
                    <a:pt x="255332" y="94765"/>
                  </a:lnTo>
                  <a:lnTo>
                    <a:pt x="264960" y="142451"/>
                  </a:lnTo>
                  <a:lnTo>
                    <a:pt x="255332" y="190137"/>
                  </a:lnTo>
                  <a:lnTo>
                    <a:pt x="229078" y="229078"/>
                  </a:lnTo>
                  <a:lnTo>
                    <a:pt x="190137" y="255333"/>
                  </a:lnTo>
                  <a:lnTo>
                    <a:pt x="142450" y="264960"/>
                  </a:lnTo>
                  <a:lnTo>
                    <a:pt x="211997" y="264960"/>
                  </a:lnTo>
                  <a:lnTo>
                    <a:pt x="226581" y="257418"/>
                  </a:lnTo>
                  <a:lnTo>
                    <a:pt x="257418" y="226581"/>
                  </a:lnTo>
                  <a:lnTo>
                    <a:pt x="277640" y="187476"/>
                  </a:lnTo>
                  <a:lnTo>
                    <a:pt x="284903" y="142451"/>
                  </a:lnTo>
                  <a:lnTo>
                    <a:pt x="277640" y="97425"/>
                  </a:lnTo>
                  <a:lnTo>
                    <a:pt x="257418" y="58320"/>
                  </a:lnTo>
                  <a:lnTo>
                    <a:pt x="226581" y="27484"/>
                  </a:lnTo>
                  <a:lnTo>
                    <a:pt x="187477" y="7261"/>
                  </a:lnTo>
                  <a:lnTo>
                    <a:pt x="142450" y="0"/>
                  </a:lnTo>
                  <a:close/>
                </a:path>
              </a:pathLst>
            </a:custGeom>
            <a:solidFill>
              <a:srgbClr val="C0C8C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81181" y="6100431"/>
              <a:ext cx="142449" cy="167838"/>
            </a:xfrm>
            <a:prstGeom prst="rect">
              <a:avLst/>
            </a:prstGeom>
          </p:spPr>
        </p:pic>
        <p:sp>
          <p:nvSpPr>
            <p:cNvPr id="55" name="object 55" descr=""/>
            <p:cNvSpPr/>
            <p:nvPr/>
          </p:nvSpPr>
          <p:spPr>
            <a:xfrm>
              <a:off x="1221469" y="6365082"/>
              <a:ext cx="547370" cy="0"/>
            </a:xfrm>
            <a:custGeom>
              <a:avLst/>
              <a:gdLst/>
              <a:ahLst/>
              <a:cxnLst/>
              <a:rect l="l" t="t" r="r" b="b"/>
              <a:pathLst>
                <a:path w="547369" h="0">
                  <a:moveTo>
                    <a:pt x="54696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1221469" y="6365081"/>
              <a:ext cx="547370" cy="0"/>
            </a:xfrm>
            <a:custGeom>
              <a:avLst/>
              <a:gdLst/>
              <a:ahLst/>
              <a:cxnLst/>
              <a:rect l="l" t="t" r="r" b="b"/>
              <a:pathLst>
                <a:path w="547369" h="0">
                  <a:moveTo>
                    <a:pt x="0" y="0"/>
                  </a:moveTo>
                  <a:lnTo>
                    <a:pt x="546968" y="0"/>
                  </a:lnTo>
                </a:path>
              </a:pathLst>
            </a:custGeom>
            <a:ln w="3175">
              <a:solidFill>
                <a:srgbClr val="0032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1221469" y="6326131"/>
              <a:ext cx="547370" cy="0"/>
            </a:xfrm>
            <a:custGeom>
              <a:avLst/>
              <a:gdLst/>
              <a:ahLst/>
              <a:cxnLst/>
              <a:rect l="l" t="t" r="r" b="b"/>
              <a:pathLst>
                <a:path w="547369" h="0">
                  <a:moveTo>
                    <a:pt x="54696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1221469" y="6326130"/>
              <a:ext cx="547370" cy="0"/>
            </a:xfrm>
            <a:custGeom>
              <a:avLst/>
              <a:gdLst/>
              <a:ahLst/>
              <a:cxnLst/>
              <a:rect l="l" t="t" r="r" b="b"/>
              <a:pathLst>
                <a:path w="547369" h="0">
                  <a:moveTo>
                    <a:pt x="0" y="0"/>
                  </a:moveTo>
                  <a:lnTo>
                    <a:pt x="546968" y="0"/>
                  </a:lnTo>
                </a:path>
              </a:pathLst>
            </a:custGeom>
            <a:ln w="3175">
              <a:solidFill>
                <a:srgbClr val="0032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1221469" y="6287180"/>
              <a:ext cx="547370" cy="0"/>
            </a:xfrm>
            <a:custGeom>
              <a:avLst/>
              <a:gdLst/>
              <a:ahLst/>
              <a:cxnLst/>
              <a:rect l="l" t="t" r="r" b="b"/>
              <a:pathLst>
                <a:path w="547369" h="0">
                  <a:moveTo>
                    <a:pt x="54696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1221469" y="6287180"/>
              <a:ext cx="547370" cy="0"/>
            </a:xfrm>
            <a:custGeom>
              <a:avLst/>
              <a:gdLst/>
              <a:ahLst/>
              <a:cxnLst/>
              <a:rect l="l" t="t" r="r" b="b"/>
              <a:pathLst>
                <a:path w="547369" h="0">
                  <a:moveTo>
                    <a:pt x="0" y="0"/>
                  </a:moveTo>
                  <a:lnTo>
                    <a:pt x="546968" y="0"/>
                  </a:lnTo>
                </a:path>
              </a:pathLst>
            </a:custGeom>
            <a:ln w="3175">
              <a:solidFill>
                <a:srgbClr val="0032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1221469" y="6248230"/>
              <a:ext cx="547370" cy="0"/>
            </a:xfrm>
            <a:custGeom>
              <a:avLst/>
              <a:gdLst/>
              <a:ahLst/>
              <a:cxnLst/>
              <a:rect l="l" t="t" r="r" b="b"/>
              <a:pathLst>
                <a:path w="547369" h="0">
                  <a:moveTo>
                    <a:pt x="54696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1221469" y="6248229"/>
              <a:ext cx="547370" cy="0"/>
            </a:xfrm>
            <a:custGeom>
              <a:avLst/>
              <a:gdLst/>
              <a:ahLst/>
              <a:cxnLst/>
              <a:rect l="l" t="t" r="r" b="b"/>
              <a:pathLst>
                <a:path w="547369" h="0">
                  <a:moveTo>
                    <a:pt x="0" y="0"/>
                  </a:moveTo>
                  <a:lnTo>
                    <a:pt x="546968" y="0"/>
                  </a:lnTo>
                </a:path>
              </a:pathLst>
            </a:custGeom>
            <a:ln w="3175">
              <a:solidFill>
                <a:srgbClr val="0032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1221469" y="6209278"/>
              <a:ext cx="547370" cy="0"/>
            </a:xfrm>
            <a:custGeom>
              <a:avLst/>
              <a:gdLst/>
              <a:ahLst/>
              <a:cxnLst/>
              <a:rect l="l" t="t" r="r" b="b"/>
              <a:pathLst>
                <a:path w="547369" h="0">
                  <a:moveTo>
                    <a:pt x="54696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1221469" y="6209278"/>
              <a:ext cx="547370" cy="0"/>
            </a:xfrm>
            <a:custGeom>
              <a:avLst/>
              <a:gdLst/>
              <a:ahLst/>
              <a:cxnLst/>
              <a:rect l="l" t="t" r="r" b="b"/>
              <a:pathLst>
                <a:path w="547369" h="0">
                  <a:moveTo>
                    <a:pt x="0" y="0"/>
                  </a:moveTo>
                  <a:lnTo>
                    <a:pt x="546968" y="0"/>
                  </a:lnTo>
                </a:path>
              </a:pathLst>
            </a:custGeom>
            <a:ln w="3175">
              <a:solidFill>
                <a:srgbClr val="0032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5" name="object 65" descr=""/>
            <p:cNvSpPr/>
            <p:nvPr/>
          </p:nvSpPr>
          <p:spPr>
            <a:xfrm>
              <a:off x="1221469" y="6170327"/>
              <a:ext cx="547370" cy="0"/>
            </a:xfrm>
            <a:custGeom>
              <a:avLst/>
              <a:gdLst/>
              <a:ahLst/>
              <a:cxnLst/>
              <a:rect l="l" t="t" r="r" b="b"/>
              <a:pathLst>
                <a:path w="547369" h="0">
                  <a:moveTo>
                    <a:pt x="54696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6" name="object 66" descr=""/>
            <p:cNvSpPr/>
            <p:nvPr/>
          </p:nvSpPr>
          <p:spPr>
            <a:xfrm>
              <a:off x="1221469" y="6170328"/>
              <a:ext cx="547370" cy="0"/>
            </a:xfrm>
            <a:custGeom>
              <a:avLst/>
              <a:gdLst/>
              <a:ahLst/>
              <a:cxnLst/>
              <a:rect l="l" t="t" r="r" b="b"/>
              <a:pathLst>
                <a:path w="547369" h="0">
                  <a:moveTo>
                    <a:pt x="0" y="0"/>
                  </a:moveTo>
                  <a:lnTo>
                    <a:pt x="546968" y="0"/>
                  </a:lnTo>
                </a:path>
              </a:pathLst>
            </a:custGeom>
            <a:ln w="3175">
              <a:solidFill>
                <a:srgbClr val="0032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 descr=""/>
            <p:cNvSpPr/>
            <p:nvPr/>
          </p:nvSpPr>
          <p:spPr>
            <a:xfrm>
              <a:off x="1221469" y="6131377"/>
              <a:ext cx="547370" cy="0"/>
            </a:xfrm>
            <a:custGeom>
              <a:avLst/>
              <a:gdLst/>
              <a:ahLst/>
              <a:cxnLst/>
              <a:rect l="l" t="t" r="r" b="b"/>
              <a:pathLst>
                <a:path w="547369" h="0">
                  <a:moveTo>
                    <a:pt x="54696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 descr=""/>
            <p:cNvSpPr/>
            <p:nvPr/>
          </p:nvSpPr>
          <p:spPr>
            <a:xfrm>
              <a:off x="1221469" y="6131377"/>
              <a:ext cx="547370" cy="0"/>
            </a:xfrm>
            <a:custGeom>
              <a:avLst/>
              <a:gdLst/>
              <a:ahLst/>
              <a:cxnLst/>
              <a:rect l="l" t="t" r="r" b="b"/>
              <a:pathLst>
                <a:path w="547369" h="0">
                  <a:moveTo>
                    <a:pt x="0" y="0"/>
                  </a:moveTo>
                  <a:lnTo>
                    <a:pt x="546968" y="0"/>
                  </a:lnTo>
                </a:path>
              </a:pathLst>
            </a:custGeom>
            <a:ln w="3175">
              <a:solidFill>
                <a:srgbClr val="0032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 descr=""/>
            <p:cNvSpPr/>
            <p:nvPr/>
          </p:nvSpPr>
          <p:spPr>
            <a:xfrm>
              <a:off x="1221469" y="6092427"/>
              <a:ext cx="547370" cy="0"/>
            </a:xfrm>
            <a:custGeom>
              <a:avLst/>
              <a:gdLst/>
              <a:ahLst/>
              <a:cxnLst/>
              <a:rect l="l" t="t" r="r" b="b"/>
              <a:pathLst>
                <a:path w="547369" h="0">
                  <a:moveTo>
                    <a:pt x="546968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 descr=""/>
            <p:cNvSpPr/>
            <p:nvPr/>
          </p:nvSpPr>
          <p:spPr>
            <a:xfrm>
              <a:off x="1221469" y="6092427"/>
              <a:ext cx="547370" cy="0"/>
            </a:xfrm>
            <a:custGeom>
              <a:avLst/>
              <a:gdLst/>
              <a:ahLst/>
              <a:cxnLst/>
              <a:rect l="l" t="t" r="r" b="b"/>
              <a:pathLst>
                <a:path w="547369" h="0">
                  <a:moveTo>
                    <a:pt x="0" y="0"/>
                  </a:moveTo>
                  <a:lnTo>
                    <a:pt x="546968" y="0"/>
                  </a:lnTo>
                </a:path>
              </a:pathLst>
            </a:custGeom>
            <a:ln w="3175">
              <a:solidFill>
                <a:srgbClr val="0032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 descr=""/>
            <p:cNvSpPr/>
            <p:nvPr/>
          </p:nvSpPr>
          <p:spPr>
            <a:xfrm>
              <a:off x="1276159" y="6123593"/>
              <a:ext cx="438150" cy="241935"/>
            </a:xfrm>
            <a:custGeom>
              <a:avLst/>
              <a:gdLst/>
              <a:ahLst/>
              <a:cxnLst/>
              <a:rect l="l" t="t" r="r" b="b"/>
              <a:pathLst>
                <a:path w="438150" h="241935">
                  <a:moveTo>
                    <a:pt x="437578" y="0"/>
                  </a:moveTo>
                  <a:lnTo>
                    <a:pt x="328180" y="75958"/>
                  </a:lnTo>
                  <a:lnTo>
                    <a:pt x="218782" y="79844"/>
                  </a:lnTo>
                  <a:lnTo>
                    <a:pt x="109397" y="151904"/>
                  </a:lnTo>
                  <a:lnTo>
                    <a:pt x="0" y="183070"/>
                  </a:lnTo>
                  <a:lnTo>
                    <a:pt x="0" y="218122"/>
                  </a:lnTo>
                  <a:lnTo>
                    <a:pt x="0" y="241490"/>
                  </a:lnTo>
                  <a:lnTo>
                    <a:pt x="109397" y="218122"/>
                  </a:lnTo>
                  <a:lnTo>
                    <a:pt x="218782" y="167487"/>
                  </a:lnTo>
                  <a:lnTo>
                    <a:pt x="328180" y="183070"/>
                  </a:lnTo>
                  <a:lnTo>
                    <a:pt x="437578" y="179171"/>
                  </a:lnTo>
                  <a:lnTo>
                    <a:pt x="437578" y="167487"/>
                  </a:lnTo>
                  <a:lnTo>
                    <a:pt x="437578" y="153847"/>
                  </a:lnTo>
                  <a:lnTo>
                    <a:pt x="437578" y="81800"/>
                  </a:lnTo>
                  <a:lnTo>
                    <a:pt x="437578" y="0"/>
                  </a:lnTo>
                  <a:close/>
                </a:path>
              </a:pathLst>
            </a:custGeom>
            <a:solidFill>
              <a:srgbClr val="0032A4">
                <a:alpha val="6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 descr=""/>
            <p:cNvSpPr/>
            <p:nvPr/>
          </p:nvSpPr>
          <p:spPr>
            <a:xfrm>
              <a:off x="1276165" y="6291075"/>
              <a:ext cx="438150" cy="74295"/>
            </a:xfrm>
            <a:custGeom>
              <a:avLst/>
              <a:gdLst/>
              <a:ahLst/>
              <a:cxnLst/>
              <a:rect l="l" t="t" r="r" b="b"/>
              <a:pathLst>
                <a:path w="438150" h="74295">
                  <a:moveTo>
                    <a:pt x="218786" y="0"/>
                  </a:moveTo>
                  <a:lnTo>
                    <a:pt x="109393" y="50636"/>
                  </a:lnTo>
                  <a:lnTo>
                    <a:pt x="0" y="74006"/>
                  </a:lnTo>
                  <a:lnTo>
                    <a:pt x="437574" y="74006"/>
                  </a:lnTo>
                  <a:lnTo>
                    <a:pt x="437574" y="15580"/>
                  </a:lnTo>
                  <a:lnTo>
                    <a:pt x="328181" y="15580"/>
                  </a:lnTo>
                  <a:lnTo>
                    <a:pt x="218786" y="0"/>
                  </a:lnTo>
                  <a:close/>
                </a:path>
                <a:path w="438150" h="74295">
                  <a:moveTo>
                    <a:pt x="437574" y="11685"/>
                  </a:moveTo>
                  <a:lnTo>
                    <a:pt x="328181" y="15580"/>
                  </a:lnTo>
                  <a:lnTo>
                    <a:pt x="437574" y="15580"/>
                  </a:lnTo>
                  <a:lnTo>
                    <a:pt x="437574" y="11685"/>
                  </a:lnTo>
                  <a:close/>
                </a:path>
              </a:pathLst>
            </a:custGeom>
            <a:solidFill>
              <a:srgbClr val="F4F6FC">
                <a:alpha val="649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 descr=""/>
            <p:cNvSpPr/>
            <p:nvPr/>
          </p:nvSpPr>
          <p:spPr>
            <a:xfrm>
              <a:off x="1276166" y="6123587"/>
              <a:ext cx="438150" cy="218440"/>
            </a:xfrm>
            <a:custGeom>
              <a:avLst/>
              <a:gdLst/>
              <a:ahLst/>
              <a:cxnLst/>
              <a:rect l="l" t="t" r="r" b="b"/>
              <a:pathLst>
                <a:path w="438150" h="218439">
                  <a:moveTo>
                    <a:pt x="0" y="183067"/>
                  </a:moveTo>
                  <a:lnTo>
                    <a:pt x="0" y="183067"/>
                  </a:lnTo>
                  <a:lnTo>
                    <a:pt x="109393" y="151907"/>
                  </a:lnTo>
                  <a:lnTo>
                    <a:pt x="218787" y="79848"/>
                  </a:lnTo>
                  <a:lnTo>
                    <a:pt x="328180" y="75953"/>
                  </a:lnTo>
                  <a:lnTo>
                    <a:pt x="437574" y="0"/>
                  </a:lnTo>
                </a:path>
                <a:path w="438150" h="218439">
                  <a:moveTo>
                    <a:pt x="0" y="218123"/>
                  </a:moveTo>
                  <a:lnTo>
                    <a:pt x="109393" y="210333"/>
                  </a:lnTo>
                  <a:lnTo>
                    <a:pt x="218787" y="128537"/>
                  </a:lnTo>
                  <a:lnTo>
                    <a:pt x="328180" y="153855"/>
                  </a:lnTo>
                  <a:lnTo>
                    <a:pt x="437574" y="81796"/>
                  </a:lnTo>
                </a:path>
              </a:pathLst>
            </a:custGeom>
            <a:ln w="3175">
              <a:solidFill>
                <a:srgbClr val="0032A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 descr=""/>
            <p:cNvSpPr/>
            <p:nvPr/>
          </p:nvSpPr>
          <p:spPr>
            <a:xfrm>
              <a:off x="1276166" y="6291075"/>
              <a:ext cx="438150" cy="74295"/>
            </a:xfrm>
            <a:custGeom>
              <a:avLst/>
              <a:gdLst/>
              <a:ahLst/>
              <a:cxnLst/>
              <a:rect l="l" t="t" r="r" b="b"/>
              <a:pathLst>
                <a:path w="438150" h="74295">
                  <a:moveTo>
                    <a:pt x="0" y="74006"/>
                  </a:moveTo>
                  <a:lnTo>
                    <a:pt x="109393" y="50635"/>
                  </a:lnTo>
                  <a:lnTo>
                    <a:pt x="218787" y="0"/>
                  </a:lnTo>
                  <a:lnTo>
                    <a:pt x="328180" y="15580"/>
                  </a:lnTo>
                  <a:lnTo>
                    <a:pt x="437574" y="11685"/>
                  </a:lnTo>
                </a:path>
              </a:pathLst>
            </a:custGeom>
            <a:ln w="3175">
              <a:solidFill>
                <a:srgbClr val="F4F6F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5" name="object 75" descr=""/>
          <p:cNvSpPr txBox="1"/>
          <p:nvPr/>
        </p:nvSpPr>
        <p:spPr>
          <a:xfrm>
            <a:off x="1172697" y="6357042"/>
            <a:ext cx="593090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41666" sz="300">
                <a:solidFill>
                  <a:srgbClr val="0032A4"/>
                </a:solidFill>
                <a:latin typeface="Verdana"/>
                <a:cs typeface="Verdana"/>
              </a:rPr>
              <a:t>0</a:t>
            </a:r>
            <a:r>
              <a:rPr dirty="0" baseline="41666" sz="300" spc="315">
                <a:solidFill>
                  <a:srgbClr val="0032A4"/>
                </a:solidFill>
                <a:latin typeface="Verdana"/>
                <a:cs typeface="Verdana"/>
              </a:rPr>
              <a:t> </a:t>
            </a:r>
            <a:r>
              <a:rPr dirty="0" sz="200" spc="-10">
                <a:solidFill>
                  <a:srgbClr val="0032A4"/>
                </a:solidFill>
                <a:latin typeface="Verdana"/>
                <a:cs typeface="Verdana"/>
              </a:rPr>
              <a:t>Item</a:t>
            </a:r>
            <a:r>
              <a:rPr dirty="0" sz="200" spc="-30">
                <a:solidFill>
                  <a:srgbClr val="0032A4"/>
                </a:solidFill>
                <a:latin typeface="Verdana"/>
                <a:cs typeface="Verdana"/>
              </a:rPr>
              <a:t> </a:t>
            </a:r>
            <a:r>
              <a:rPr dirty="0" sz="200">
                <a:solidFill>
                  <a:srgbClr val="0032A4"/>
                </a:solidFill>
                <a:latin typeface="Verdana"/>
                <a:cs typeface="Verdana"/>
              </a:rPr>
              <a:t>1</a:t>
            </a:r>
            <a:r>
              <a:rPr dirty="0" sz="200" spc="185">
                <a:solidFill>
                  <a:srgbClr val="0032A4"/>
                </a:solidFill>
                <a:latin typeface="Verdana"/>
                <a:cs typeface="Verdana"/>
              </a:rPr>
              <a:t> </a:t>
            </a:r>
            <a:r>
              <a:rPr dirty="0" sz="200" spc="-10">
                <a:solidFill>
                  <a:srgbClr val="0032A4"/>
                </a:solidFill>
                <a:latin typeface="Verdana"/>
                <a:cs typeface="Verdana"/>
              </a:rPr>
              <a:t>Item</a:t>
            </a:r>
            <a:r>
              <a:rPr dirty="0" sz="200" spc="-30">
                <a:solidFill>
                  <a:srgbClr val="0032A4"/>
                </a:solidFill>
                <a:latin typeface="Verdana"/>
                <a:cs typeface="Verdana"/>
              </a:rPr>
              <a:t> </a:t>
            </a:r>
            <a:r>
              <a:rPr dirty="0" sz="200">
                <a:solidFill>
                  <a:srgbClr val="0032A4"/>
                </a:solidFill>
                <a:latin typeface="Verdana"/>
                <a:cs typeface="Verdana"/>
              </a:rPr>
              <a:t>2</a:t>
            </a:r>
            <a:r>
              <a:rPr dirty="0" sz="200" spc="165">
                <a:solidFill>
                  <a:srgbClr val="0032A4"/>
                </a:solidFill>
                <a:latin typeface="Verdana"/>
                <a:cs typeface="Verdana"/>
              </a:rPr>
              <a:t> </a:t>
            </a:r>
            <a:r>
              <a:rPr dirty="0" sz="200" spc="-10">
                <a:solidFill>
                  <a:srgbClr val="0032A4"/>
                </a:solidFill>
                <a:latin typeface="Verdana"/>
                <a:cs typeface="Verdana"/>
              </a:rPr>
              <a:t>Item</a:t>
            </a:r>
            <a:r>
              <a:rPr dirty="0" sz="200" spc="-30">
                <a:solidFill>
                  <a:srgbClr val="0032A4"/>
                </a:solidFill>
                <a:latin typeface="Verdana"/>
                <a:cs typeface="Verdana"/>
              </a:rPr>
              <a:t> </a:t>
            </a:r>
            <a:r>
              <a:rPr dirty="0" sz="200">
                <a:solidFill>
                  <a:srgbClr val="0032A4"/>
                </a:solidFill>
                <a:latin typeface="Verdana"/>
                <a:cs typeface="Verdana"/>
              </a:rPr>
              <a:t>3</a:t>
            </a:r>
            <a:r>
              <a:rPr dirty="0" sz="200" spc="170">
                <a:solidFill>
                  <a:srgbClr val="0032A4"/>
                </a:solidFill>
                <a:latin typeface="Verdana"/>
                <a:cs typeface="Verdana"/>
              </a:rPr>
              <a:t> </a:t>
            </a:r>
            <a:r>
              <a:rPr dirty="0" sz="200" spc="-10">
                <a:solidFill>
                  <a:srgbClr val="0032A4"/>
                </a:solidFill>
                <a:latin typeface="Verdana"/>
                <a:cs typeface="Verdana"/>
              </a:rPr>
              <a:t>Item</a:t>
            </a:r>
            <a:r>
              <a:rPr dirty="0" sz="200" spc="-30">
                <a:solidFill>
                  <a:srgbClr val="0032A4"/>
                </a:solidFill>
                <a:latin typeface="Verdana"/>
                <a:cs typeface="Verdana"/>
              </a:rPr>
              <a:t> </a:t>
            </a:r>
            <a:r>
              <a:rPr dirty="0" sz="200">
                <a:solidFill>
                  <a:srgbClr val="0032A4"/>
                </a:solidFill>
                <a:latin typeface="Verdana"/>
                <a:cs typeface="Verdana"/>
              </a:rPr>
              <a:t>4</a:t>
            </a:r>
            <a:r>
              <a:rPr dirty="0" sz="200" spc="165">
                <a:solidFill>
                  <a:srgbClr val="0032A4"/>
                </a:solidFill>
                <a:latin typeface="Verdana"/>
                <a:cs typeface="Verdana"/>
              </a:rPr>
              <a:t> </a:t>
            </a:r>
            <a:r>
              <a:rPr dirty="0" sz="200" spc="-10">
                <a:solidFill>
                  <a:srgbClr val="0032A4"/>
                </a:solidFill>
                <a:latin typeface="Verdana"/>
                <a:cs typeface="Verdana"/>
              </a:rPr>
              <a:t>Item</a:t>
            </a:r>
            <a:r>
              <a:rPr dirty="0" sz="200" spc="-30">
                <a:solidFill>
                  <a:srgbClr val="0032A4"/>
                </a:solidFill>
                <a:latin typeface="Verdana"/>
                <a:cs typeface="Verdana"/>
              </a:rPr>
              <a:t> </a:t>
            </a:r>
            <a:r>
              <a:rPr dirty="0" sz="200" spc="-50">
                <a:solidFill>
                  <a:srgbClr val="0032A4"/>
                </a:solidFill>
                <a:latin typeface="Verdana"/>
                <a:cs typeface="Verdana"/>
              </a:rPr>
              <a:t>5</a:t>
            </a:r>
            <a:endParaRPr sz="200">
              <a:latin typeface="Verdana"/>
              <a:cs typeface="Verdana"/>
            </a:endParaRPr>
          </a:p>
        </p:txBody>
      </p:sp>
      <p:sp>
        <p:nvSpPr>
          <p:cNvPr id="76" name="object 76" descr=""/>
          <p:cNvSpPr txBox="1"/>
          <p:nvPr/>
        </p:nvSpPr>
        <p:spPr>
          <a:xfrm>
            <a:off x="1143593" y="6054354"/>
            <a:ext cx="72390" cy="298450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165"/>
              </a:spcBef>
            </a:pPr>
            <a:r>
              <a:rPr dirty="0" sz="200" spc="-25">
                <a:solidFill>
                  <a:srgbClr val="0032A4"/>
                </a:solidFill>
                <a:latin typeface="Verdana"/>
                <a:cs typeface="Verdana"/>
              </a:rPr>
              <a:t>140</a:t>
            </a:r>
            <a:endParaRPr sz="200">
              <a:latin typeface="Verdana"/>
              <a:cs typeface="Verdana"/>
            </a:endParaRPr>
          </a:p>
          <a:p>
            <a:pPr marL="13970">
              <a:lnSpc>
                <a:spcPct val="100000"/>
              </a:lnSpc>
              <a:spcBef>
                <a:spcPts val="65"/>
              </a:spcBef>
            </a:pPr>
            <a:r>
              <a:rPr dirty="0" sz="200" spc="-25">
                <a:solidFill>
                  <a:srgbClr val="0032A4"/>
                </a:solidFill>
                <a:latin typeface="Verdana"/>
                <a:cs typeface="Verdana"/>
              </a:rPr>
              <a:t>120</a:t>
            </a:r>
            <a:endParaRPr sz="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200" spc="-25">
                <a:solidFill>
                  <a:srgbClr val="0032A4"/>
                </a:solidFill>
                <a:latin typeface="Verdana"/>
                <a:cs typeface="Verdana"/>
              </a:rPr>
              <a:t>100</a:t>
            </a:r>
            <a:endParaRPr sz="200">
              <a:latin typeface="Verdana"/>
              <a:cs typeface="Verdana"/>
            </a:endParaRPr>
          </a:p>
          <a:p>
            <a:pPr marL="25400">
              <a:lnSpc>
                <a:spcPct val="100000"/>
              </a:lnSpc>
              <a:spcBef>
                <a:spcPts val="65"/>
              </a:spcBef>
            </a:pPr>
            <a:r>
              <a:rPr dirty="0" sz="200" spc="-25">
                <a:solidFill>
                  <a:srgbClr val="0032A4"/>
                </a:solidFill>
                <a:latin typeface="Verdana"/>
                <a:cs typeface="Verdana"/>
              </a:rPr>
              <a:t>80</a:t>
            </a:r>
            <a:endParaRPr sz="200">
              <a:latin typeface="Verdana"/>
              <a:cs typeface="Verdana"/>
            </a:endParaRPr>
          </a:p>
          <a:p>
            <a:pPr marL="26034">
              <a:lnSpc>
                <a:spcPct val="100000"/>
              </a:lnSpc>
              <a:spcBef>
                <a:spcPts val="65"/>
              </a:spcBef>
            </a:pPr>
            <a:r>
              <a:rPr dirty="0" sz="200" spc="-25">
                <a:solidFill>
                  <a:srgbClr val="0032A4"/>
                </a:solidFill>
                <a:latin typeface="Verdana"/>
                <a:cs typeface="Verdana"/>
              </a:rPr>
              <a:t>60</a:t>
            </a:r>
            <a:endParaRPr sz="200">
              <a:latin typeface="Verdana"/>
              <a:cs typeface="Verdana"/>
            </a:endParaRPr>
          </a:p>
          <a:p>
            <a:pPr marL="26034">
              <a:lnSpc>
                <a:spcPct val="100000"/>
              </a:lnSpc>
              <a:spcBef>
                <a:spcPts val="70"/>
              </a:spcBef>
            </a:pPr>
            <a:r>
              <a:rPr dirty="0" sz="200" spc="-25">
                <a:solidFill>
                  <a:srgbClr val="0032A4"/>
                </a:solidFill>
                <a:latin typeface="Verdana"/>
                <a:cs typeface="Verdana"/>
              </a:rPr>
              <a:t>40</a:t>
            </a:r>
            <a:endParaRPr sz="200">
              <a:latin typeface="Verdana"/>
              <a:cs typeface="Verdana"/>
            </a:endParaRPr>
          </a:p>
          <a:p>
            <a:pPr marL="25400">
              <a:lnSpc>
                <a:spcPct val="100000"/>
              </a:lnSpc>
              <a:spcBef>
                <a:spcPts val="65"/>
              </a:spcBef>
            </a:pPr>
            <a:r>
              <a:rPr dirty="0" sz="200" spc="-25">
                <a:solidFill>
                  <a:srgbClr val="0032A4"/>
                </a:solidFill>
                <a:latin typeface="Verdana"/>
                <a:cs typeface="Verdana"/>
              </a:rPr>
              <a:t>20</a:t>
            </a:r>
            <a:endParaRPr sz="200">
              <a:latin typeface="Verdana"/>
              <a:cs typeface="Verdana"/>
            </a:endParaRPr>
          </a:p>
        </p:txBody>
      </p:sp>
      <p:pic>
        <p:nvPicPr>
          <p:cNvPr id="77" name="object 7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53928" y="3309472"/>
            <a:ext cx="1834145" cy="1673148"/>
          </a:xfrm>
          <a:prstGeom prst="rect">
            <a:avLst/>
          </a:prstGeom>
        </p:spPr>
      </p:pic>
      <p:sp>
        <p:nvSpPr>
          <p:cNvPr id="78" name="object 78" descr=""/>
          <p:cNvSpPr txBox="1"/>
          <p:nvPr/>
        </p:nvSpPr>
        <p:spPr>
          <a:xfrm>
            <a:off x="2453406" y="4874393"/>
            <a:ext cx="391160" cy="109220"/>
          </a:xfrm>
          <a:prstGeom prst="rect">
            <a:avLst/>
          </a:prstGeom>
          <a:solidFill>
            <a:srgbClr val="E6E4E4">
              <a:alpha val="59999"/>
            </a:srgbClr>
          </a:solidFill>
        </p:spPr>
        <p:txBody>
          <a:bodyPr wrap="square" lIns="0" tIns="50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"/>
              </a:spcBef>
            </a:pPr>
            <a:endParaRPr sz="200">
              <a:latin typeface="Times New Roman"/>
              <a:cs typeface="Times New Roman"/>
            </a:endParaRPr>
          </a:p>
          <a:p>
            <a:pPr marL="46355">
              <a:lnSpc>
                <a:spcPct val="100000"/>
              </a:lnSpc>
            </a:pPr>
            <a:r>
              <a:rPr dirty="0" sz="200" spc="-10">
                <a:latin typeface="Verdana"/>
                <a:cs typeface="Verdana"/>
              </a:rPr>
              <a:t>Caption your image </a:t>
            </a:r>
            <a:r>
              <a:rPr dirty="0" sz="200" spc="-20">
                <a:latin typeface="Verdana"/>
                <a:cs typeface="Verdana"/>
              </a:rPr>
              <a:t>here</a:t>
            </a:r>
            <a:endParaRPr sz="200">
              <a:latin typeface="Verdana"/>
              <a:cs typeface="Verdana"/>
            </a:endParaRPr>
          </a:p>
        </p:txBody>
      </p:sp>
      <p:grpSp>
        <p:nvGrpSpPr>
          <p:cNvPr id="79" name="object 79" descr=""/>
          <p:cNvGrpSpPr/>
          <p:nvPr/>
        </p:nvGrpSpPr>
        <p:grpSpPr>
          <a:xfrm>
            <a:off x="619783" y="1617073"/>
            <a:ext cx="3668395" cy="5189220"/>
            <a:chOff x="619783" y="1617073"/>
            <a:chExt cx="3668395" cy="5189220"/>
          </a:xfrm>
        </p:grpSpPr>
        <p:sp>
          <p:nvSpPr>
            <p:cNvPr id="80" name="object 80" descr=""/>
            <p:cNvSpPr/>
            <p:nvPr/>
          </p:nvSpPr>
          <p:spPr>
            <a:xfrm>
              <a:off x="1889193" y="1697392"/>
              <a:ext cx="2399030" cy="61594"/>
            </a:xfrm>
            <a:custGeom>
              <a:avLst/>
              <a:gdLst/>
              <a:ahLst/>
              <a:cxnLst/>
              <a:rect l="l" t="t" r="r" b="b"/>
              <a:pathLst>
                <a:path w="2399029" h="61594">
                  <a:moveTo>
                    <a:pt x="2398880" y="0"/>
                  </a:moveTo>
                  <a:lnTo>
                    <a:pt x="0" y="0"/>
                  </a:lnTo>
                  <a:lnTo>
                    <a:pt x="0" y="61481"/>
                  </a:lnTo>
                  <a:lnTo>
                    <a:pt x="2398880" y="61481"/>
                  </a:lnTo>
                  <a:lnTo>
                    <a:pt x="2398880" y="0"/>
                  </a:lnTo>
                  <a:close/>
                </a:path>
              </a:pathLst>
            </a:custGeom>
            <a:solidFill>
              <a:srgbClr val="80818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 descr=""/>
            <p:cNvSpPr/>
            <p:nvPr/>
          </p:nvSpPr>
          <p:spPr>
            <a:xfrm>
              <a:off x="1830047" y="1617073"/>
              <a:ext cx="2458085" cy="80645"/>
            </a:xfrm>
            <a:custGeom>
              <a:avLst/>
              <a:gdLst/>
              <a:ahLst/>
              <a:cxnLst/>
              <a:rect l="l" t="t" r="r" b="b"/>
              <a:pathLst>
                <a:path w="2458085" h="80644">
                  <a:moveTo>
                    <a:pt x="2458026" y="0"/>
                  </a:moveTo>
                  <a:lnTo>
                    <a:pt x="0" y="0"/>
                  </a:lnTo>
                  <a:lnTo>
                    <a:pt x="0" y="80320"/>
                  </a:lnTo>
                  <a:lnTo>
                    <a:pt x="2458026" y="80320"/>
                  </a:lnTo>
                  <a:lnTo>
                    <a:pt x="2458026" y="0"/>
                  </a:lnTo>
                  <a:close/>
                </a:path>
              </a:pathLst>
            </a:custGeom>
            <a:solidFill>
              <a:srgbClr val="0032A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 descr=""/>
            <p:cNvSpPr/>
            <p:nvPr/>
          </p:nvSpPr>
          <p:spPr>
            <a:xfrm>
              <a:off x="619783" y="1617073"/>
              <a:ext cx="1365885" cy="301625"/>
            </a:xfrm>
            <a:custGeom>
              <a:avLst/>
              <a:gdLst/>
              <a:ahLst/>
              <a:cxnLst/>
              <a:rect l="l" t="t" r="r" b="b"/>
              <a:pathLst>
                <a:path w="1365885" h="301625">
                  <a:moveTo>
                    <a:pt x="1274506" y="0"/>
                  </a:moveTo>
                  <a:lnTo>
                    <a:pt x="0" y="0"/>
                  </a:lnTo>
                  <a:lnTo>
                    <a:pt x="0" y="297055"/>
                  </a:lnTo>
                  <a:lnTo>
                    <a:pt x="24908" y="301072"/>
                  </a:lnTo>
                  <a:lnTo>
                    <a:pt x="1206086" y="301072"/>
                  </a:lnTo>
                  <a:lnTo>
                    <a:pt x="1256428" y="292952"/>
                  </a:lnTo>
                  <a:lnTo>
                    <a:pt x="1300149" y="270342"/>
                  </a:lnTo>
                  <a:lnTo>
                    <a:pt x="1334627" y="235864"/>
                  </a:lnTo>
                  <a:lnTo>
                    <a:pt x="1357237" y="192142"/>
                  </a:lnTo>
                  <a:lnTo>
                    <a:pt x="1365435" y="141800"/>
                  </a:lnTo>
                  <a:lnTo>
                    <a:pt x="1357237" y="91459"/>
                  </a:lnTo>
                  <a:lnTo>
                    <a:pt x="1334627" y="47738"/>
                  </a:lnTo>
                  <a:lnTo>
                    <a:pt x="1300149" y="13261"/>
                  </a:lnTo>
                  <a:lnTo>
                    <a:pt x="1274506" y="0"/>
                  </a:lnTo>
                  <a:close/>
                </a:path>
              </a:pathLst>
            </a:custGeom>
            <a:solidFill>
              <a:srgbClr val="E6E4E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3" name="object 8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8526" y="1669957"/>
              <a:ext cx="880660" cy="189680"/>
            </a:xfrm>
            <a:prstGeom prst="rect">
              <a:avLst/>
            </a:prstGeom>
          </p:spPr>
        </p:pic>
        <p:pic>
          <p:nvPicPr>
            <p:cNvPr id="84" name="object 84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52807" y="1676379"/>
              <a:ext cx="335328" cy="172743"/>
            </a:xfrm>
            <a:prstGeom prst="rect">
              <a:avLst/>
            </a:prstGeom>
          </p:spPr>
        </p:pic>
        <p:sp>
          <p:nvSpPr>
            <p:cNvPr id="85" name="object 85" descr=""/>
            <p:cNvSpPr/>
            <p:nvPr/>
          </p:nvSpPr>
          <p:spPr>
            <a:xfrm>
              <a:off x="619783" y="6643879"/>
              <a:ext cx="3668395" cy="162560"/>
            </a:xfrm>
            <a:custGeom>
              <a:avLst/>
              <a:gdLst/>
              <a:ahLst/>
              <a:cxnLst/>
              <a:rect l="l" t="t" r="r" b="b"/>
              <a:pathLst>
                <a:path w="3668395" h="162559">
                  <a:moveTo>
                    <a:pt x="3668289" y="0"/>
                  </a:moveTo>
                  <a:lnTo>
                    <a:pt x="0" y="0"/>
                  </a:lnTo>
                  <a:lnTo>
                    <a:pt x="0" y="162317"/>
                  </a:lnTo>
                  <a:lnTo>
                    <a:pt x="3668289" y="162317"/>
                  </a:lnTo>
                  <a:lnTo>
                    <a:pt x="3668289" y="0"/>
                  </a:lnTo>
                  <a:close/>
                </a:path>
              </a:pathLst>
            </a:custGeom>
            <a:solidFill>
              <a:srgbClr val="0032A4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6" name="object 8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2091" y="6680128"/>
              <a:ext cx="88066" cy="88065"/>
            </a:xfrm>
            <a:prstGeom prst="rect">
              <a:avLst/>
            </a:prstGeom>
          </p:spPr>
        </p:pic>
        <p:pic>
          <p:nvPicPr>
            <p:cNvPr id="87" name="object 8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37375" y="6671388"/>
              <a:ext cx="105002" cy="105001"/>
            </a:xfrm>
            <a:prstGeom prst="rect">
              <a:avLst/>
            </a:prstGeom>
          </p:spPr>
        </p:pic>
        <p:pic>
          <p:nvPicPr>
            <p:cNvPr id="88" name="object 8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936619" y="6669267"/>
              <a:ext cx="105001" cy="105001"/>
            </a:xfrm>
            <a:prstGeom prst="rect">
              <a:avLst/>
            </a:prstGeom>
          </p:spPr>
        </p:pic>
      </p:grpSp>
      <p:sp>
        <p:nvSpPr>
          <p:cNvPr id="89" name="object 89" descr=""/>
          <p:cNvSpPr txBox="1"/>
          <p:nvPr/>
        </p:nvSpPr>
        <p:spPr>
          <a:xfrm>
            <a:off x="2529259" y="2672155"/>
            <a:ext cx="1549400" cy="58166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u="sng" sz="500" spc="-20">
                <a:solidFill>
                  <a:srgbClr val="0032A4"/>
                </a:solidFill>
                <a:uFill>
                  <a:solidFill>
                    <a:srgbClr val="0032A4"/>
                  </a:solidFill>
                </a:uFill>
                <a:latin typeface="Arial Black"/>
                <a:cs typeface="Arial Black"/>
              </a:rPr>
              <a:t>LATAR</a:t>
            </a:r>
            <a:r>
              <a:rPr dirty="0" u="sng" sz="500">
                <a:solidFill>
                  <a:srgbClr val="0032A4"/>
                </a:solidFill>
                <a:uFill>
                  <a:solidFill>
                    <a:srgbClr val="0032A4"/>
                  </a:solidFill>
                </a:uFill>
                <a:latin typeface="Arial Black"/>
                <a:cs typeface="Arial Black"/>
              </a:rPr>
              <a:t> </a:t>
            </a:r>
            <a:r>
              <a:rPr dirty="0" u="sng" sz="500" spc="-10">
                <a:solidFill>
                  <a:srgbClr val="0032A4"/>
                </a:solidFill>
                <a:uFill>
                  <a:solidFill>
                    <a:srgbClr val="0032A4"/>
                  </a:solidFill>
                </a:uFill>
                <a:latin typeface="Arial Black"/>
                <a:cs typeface="Arial Black"/>
              </a:rPr>
              <a:t>BELAKANG</a:t>
            </a:r>
            <a:endParaRPr sz="500">
              <a:latin typeface="Arial Black"/>
              <a:cs typeface="Arial Black"/>
            </a:endParaRPr>
          </a:p>
          <a:p>
            <a:pPr marL="12700" marR="5080">
              <a:lnSpc>
                <a:spcPct val="113700"/>
              </a:lnSpc>
              <a:spcBef>
                <a:spcPts val="165"/>
              </a:spcBef>
            </a:pPr>
            <a:r>
              <a:rPr dirty="0" sz="400" spc="-25">
                <a:latin typeface="Verdana"/>
                <a:cs typeface="Verdana"/>
              </a:rPr>
              <a:t>Bagian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30">
                <a:latin typeface="Verdana"/>
                <a:cs typeface="Verdana"/>
              </a:rPr>
              <a:t>ini</a:t>
            </a:r>
            <a:r>
              <a:rPr dirty="0" sz="400" spc="5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memberikan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gambaran</a:t>
            </a:r>
            <a:r>
              <a:rPr dirty="0" sz="400" spc="5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umum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tentang</a:t>
            </a:r>
            <a:r>
              <a:rPr dirty="0" sz="400" spc="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penelitian.</a:t>
            </a:r>
            <a:r>
              <a:rPr dirty="0" sz="400" spc="500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Mulailah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dengan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latar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35">
                <a:latin typeface="Verdana"/>
                <a:cs typeface="Verdana"/>
              </a:rPr>
              <a:t>belakang:</a:t>
            </a:r>
            <a:r>
              <a:rPr dirty="0" sz="400" spc="-10">
                <a:latin typeface="Verdana"/>
                <a:cs typeface="Verdana"/>
              </a:rPr>
              <a:t> Apa </a:t>
            </a:r>
            <a:r>
              <a:rPr dirty="0" sz="400" spc="-20">
                <a:latin typeface="Verdana"/>
                <a:cs typeface="Verdana"/>
              </a:rPr>
              <a:t>yang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Anda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30">
                <a:latin typeface="Verdana"/>
                <a:cs typeface="Verdana"/>
              </a:rPr>
              <a:t>pelajari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dan</a:t>
            </a:r>
            <a:r>
              <a:rPr dirty="0" sz="400" spc="500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mengapa?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Apa </a:t>
            </a:r>
            <a:r>
              <a:rPr dirty="0" sz="400" spc="-20">
                <a:latin typeface="Verdana"/>
                <a:cs typeface="Verdana"/>
              </a:rPr>
              <a:t>pentingnya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penelitian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untuk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bidang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atau</a:t>
            </a:r>
            <a:r>
              <a:rPr dirty="0" sz="400" spc="-10">
                <a:latin typeface="Verdana"/>
                <a:cs typeface="Verdana"/>
              </a:rPr>
              <a:t> industri</a:t>
            </a:r>
            <a:r>
              <a:rPr dirty="0" sz="400" spc="500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tertentu,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dan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apa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yang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dapat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berkontribusi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pada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literatur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yang</a:t>
            </a:r>
            <a:r>
              <a:rPr dirty="0" sz="400" spc="500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ada?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Perhatikan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ruang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30">
                <a:latin typeface="Verdana"/>
                <a:cs typeface="Verdana"/>
              </a:rPr>
              <a:t>poster.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Sertakan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informasi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30">
                <a:latin typeface="Verdana"/>
                <a:cs typeface="Verdana"/>
              </a:rPr>
              <a:t>penting,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tetapi</a:t>
            </a:r>
            <a:r>
              <a:rPr dirty="0" sz="400" spc="50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sesederhana</a:t>
            </a:r>
            <a:r>
              <a:rPr dirty="0" sz="400" spc="3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mungkin.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90" name="object 90" descr=""/>
          <p:cNvSpPr txBox="1"/>
          <p:nvPr/>
        </p:nvSpPr>
        <p:spPr>
          <a:xfrm>
            <a:off x="619783" y="3309471"/>
            <a:ext cx="917575" cy="836930"/>
          </a:xfrm>
          <a:prstGeom prst="rect">
            <a:avLst/>
          </a:prstGeom>
          <a:solidFill>
            <a:srgbClr val="0032A4"/>
          </a:solidFill>
        </p:spPr>
        <p:txBody>
          <a:bodyPr wrap="square" lIns="0" tIns="565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45"/>
              </a:spcBef>
            </a:pPr>
            <a:endParaRPr sz="500">
              <a:latin typeface="Times New Roman"/>
              <a:cs typeface="Times New Roman"/>
            </a:endParaRPr>
          </a:p>
          <a:p>
            <a:pPr marL="153670" marR="400050">
              <a:lnSpc>
                <a:spcPct val="124300"/>
              </a:lnSpc>
            </a:pPr>
            <a:r>
              <a:rPr dirty="0" u="sng" sz="500" spc="-2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Black"/>
                <a:cs typeface="Arial Black"/>
              </a:rPr>
              <a:t>RUMUSAN</a:t>
            </a:r>
            <a:r>
              <a:rPr dirty="0" sz="500" spc="50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dirty="0" u="sng" sz="5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Black"/>
                <a:cs typeface="Arial Black"/>
              </a:rPr>
              <a:t>MASALAH</a:t>
            </a:r>
            <a:endParaRPr sz="500">
              <a:latin typeface="Arial Black"/>
              <a:cs typeface="Arial Black"/>
            </a:endParaRPr>
          </a:p>
          <a:p>
            <a:pPr marL="153670" marR="197485">
              <a:lnSpc>
                <a:spcPct val="117500"/>
              </a:lnSpc>
              <a:spcBef>
                <a:spcPts val="235"/>
              </a:spcBef>
            </a:pPr>
            <a:r>
              <a:rPr dirty="0" sz="400" spc="-10">
                <a:solidFill>
                  <a:srgbClr val="FFFFFF"/>
                </a:solidFill>
                <a:latin typeface="Verdana"/>
                <a:cs typeface="Verdana"/>
              </a:rPr>
              <a:t>Pada</a:t>
            </a:r>
            <a:r>
              <a:rPr dirty="0" sz="4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" spc="-10">
                <a:solidFill>
                  <a:srgbClr val="FFFFFF"/>
                </a:solidFill>
                <a:latin typeface="Verdana"/>
                <a:cs typeface="Verdana"/>
              </a:rPr>
              <a:t>bagian</a:t>
            </a:r>
            <a:r>
              <a:rPr dirty="0" sz="40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" spc="-25">
                <a:solidFill>
                  <a:srgbClr val="FFFFFF"/>
                </a:solidFill>
                <a:latin typeface="Verdana"/>
                <a:cs typeface="Verdana"/>
              </a:rPr>
              <a:t>ini</a:t>
            </a:r>
            <a:r>
              <a:rPr dirty="0" sz="40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" spc="-20">
                <a:solidFill>
                  <a:srgbClr val="FFFFFF"/>
                </a:solidFill>
                <a:latin typeface="Verdana"/>
                <a:cs typeface="Verdana"/>
              </a:rPr>
              <a:t>anda</a:t>
            </a:r>
            <a:r>
              <a:rPr dirty="0" sz="400" spc="5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" spc="-10">
                <a:solidFill>
                  <a:srgbClr val="FFFFFF"/>
                </a:solidFill>
                <a:latin typeface="Verdana"/>
                <a:cs typeface="Verdana"/>
              </a:rPr>
              <a:t>dapat</a:t>
            </a:r>
            <a:r>
              <a:rPr dirty="0" sz="400" spc="-2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" spc="-10">
                <a:solidFill>
                  <a:srgbClr val="FFFFFF"/>
                </a:solidFill>
                <a:latin typeface="Verdana"/>
                <a:cs typeface="Verdana"/>
              </a:rPr>
              <a:t>menuliskan</a:t>
            </a:r>
            <a:r>
              <a:rPr dirty="0" sz="400" spc="5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" spc="-20">
                <a:solidFill>
                  <a:srgbClr val="FFFFFF"/>
                </a:solidFill>
                <a:latin typeface="Verdana"/>
                <a:cs typeface="Verdana"/>
              </a:rPr>
              <a:t>masalah</a:t>
            </a:r>
            <a:r>
              <a:rPr dirty="0" sz="400" spc="-1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" spc="-20">
                <a:solidFill>
                  <a:srgbClr val="FFFFFF"/>
                </a:solidFill>
                <a:latin typeface="Verdana"/>
                <a:cs typeface="Verdana"/>
              </a:rPr>
              <a:t>dari</a:t>
            </a:r>
            <a:r>
              <a:rPr dirty="0" sz="400" spc="-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" spc="-10">
                <a:solidFill>
                  <a:srgbClr val="FFFFFF"/>
                </a:solidFill>
                <a:latin typeface="Verdana"/>
                <a:cs typeface="Verdana"/>
              </a:rPr>
              <a:t>penelitian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91" name="object 91" descr=""/>
          <p:cNvSpPr txBox="1"/>
          <p:nvPr/>
        </p:nvSpPr>
        <p:spPr>
          <a:xfrm>
            <a:off x="651896" y="1969811"/>
            <a:ext cx="1529080" cy="898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600" spc="-10">
                <a:solidFill>
                  <a:srgbClr val="0032A4"/>
                </a:solidFill>
                <a:latin typeface="Verdana"/>
                <a:cs typeface="Verdana"/>
              </a:rPr>
              <a:t>Judul</a:t>
            </a:r>
            <a:endParaRPr sz="1600">
              <a:latin typeface="Verdana"/>
              <a:cs typeface="Verdana"/>
            </a:endParaRPr>
          </a:p>
          <a:p>
            <a:pPr marL="27940">
              <a:lnSpc>
                <a:spcPct val="100000"/>
              </a:lnSpc>
              <a:spcBef>
                <a:spcPts val="1080"/>
              </a:spcBef>
            </a:pPr>
            <a:r>
              <a:rPr dirty="0" sz="350" spc="-10">
                <a:solidFill>
                  <a:srgbClr val="0032A4"/>
                </a:solidFill>
                <a:latin typeface="Arial Black"/>
                <a:cs typeface="Arial Black"/>
              </a:rPr>
              <a:t>Penulis</a:t>
            </a:r>
            <a:endParaRPr sz="350">
              <a:latin typeface="Arial Black"/>
              <a:cs typeface="Arial Black"/>
            </a:endParaRPr>
          </a:p>
          <a:p>
            <a:pPr marL="27940" marR="5080">
              <a:lnSpc>
                <a:spcPct val="117000"/>
              </a:lnSpc>
            </a:pPr>
            <a:r>
              <a:rPr dirty="0" sz="350" spc="-20">
                <a:latin typeface="Verdana"/>
                <a:cs typeface="Verdana"/>
              </a:rPr>
              <a:t>Nama</a:t>
            </a:r>
            <a:r>
              <a:rPr dirty="0" sz="350" spc="-25">
                <a:latin typeface="Verdana"/>
                <a:cs typeface="Verdana"/>
              </a:rPr>
              <a:t> </a:t>
            </a:r>
            <a:r>
              <a:rPr dirty="0" sz="350" spc="-10">
                <a:latin typeface="Verdana"/>
                <a:cs typeface="Verdana"/>
              </a:rPr>
              <a:t>Penulis</a:t>
            </a:r>
            <a:r>
              <a:rPr dirty="0" sz="350" spc="-20">
                <a:latin typeface="Verdana"/>
                <a:cs typeface="Verdana"/>
              </a:rPr>
              <a:t> </a:t>
            </a:r>
            <a:r>
              <a:rPr dirty="0" sz="350" spc="-70">
                <a:latin typeface="Verdana"/>
                <a:cs typeface="Verdana"/>
              </a:rPr>
              <a:t>1,</a:t>
            </a:r>
            <a:r>
              <a:rPr dirty="0" sz="350" spc="-25">
                <a:latin typeface="Verdana"/>
                <a:cs typeface="Verdana"/>
              </a:rPr>
              <a:t> </a:t>
            </a:r>
            <a:r>
              <a:rPr dirty="0" sz="350" spc="-20">
                <a:latin typeface="Verdana"/>
                <a:cs typeface="Verdana"/>
              </a:rPr>
              <a:t>Nama </a:t>
            </a:r>
            <a:r>
              <a:rPr dirty="0" sz="350" spc="-10">
                <a:latin typeface="Verdana"/>
                <a:cs typeface="Verdana"/>
              </a:rPr>
              <a:t>Penulis</a:t>
            </a:r>
            <a:r>
              <a:rPr dirty="0" sz="350" spc="-20">
                <a:latin typeface="Verdana"/>
                <a:cs typeface="Verdana"/>
              </a:rPr>
              <a:t> </a:t>
            </a:r>
            <a:r>
              <a:rPr dirty="0" sz="350" spc="-35">
                <a:latin typeface="Verdana"/>
                <a:cs typeface="Verdana"/>
              </a:rPr>
              <a:t>2,</a:t>
            </a:r>
            <a:r>
              <a:rPr dirty="0" sz="350" spc="-25">
                <a:latin typeface="Verdana"/>
                <a:cs typeface="Verdana"/>
              </a:rPr>
              <a:t> </a:t>
            </a:r>
            <a:r>
              <a:rPr dirty="0" sz="350" spc="-20">
                <a:latin typeface="Verdana"/>
                <a:cs typeface="Verdana"/>
              </a:rPr>
              <a:t>Nama Penulis3, Nama</a:t>
            </a:r>
            <a:r>
              <a:rPr dirty="0" sz="350" spc="-25">
                <a:latin typeface="Verdana"/>
                <a:cs typeface="Verdana"/>
              </a:rPr>
              <a:t> </a:t>
            </a:r>
            <a:r>
              <a:rPr dirty="0" sz="350" spc="-10">
                <a:latin typeface="Verdana"/>
                <a:cs typeface="Verdana"/>
              </a:rPr>
              <a:t>Penulis</a:t>
            </a:r>
            <a:r>
              <a:rPr dirty="0" sz="350" spc="-20">
                <a:latin typeface="Verdana"/>
                <a:cs typeface="Verdana"/>
              </a:rPr>
              <a:t> </a:t>
            </a:r>
            <a:r>
              <a:rPr dirty="0" sz="350" spc="-45">
                <a:latin typeface="Verdana"/>
                <a:cs typeface="Verdana"/>
              </a:rPr>
              <a:t>4,</a:t>
            </a:r>
            <a:r>
              <a:rPr dirty="0" sz="350" spc="-25">
                <a:latin typeface="Verdana"/>
                <a:cs typeface="Verdana"/>
              </a:rPr>
              <a:t> </a:t>
            </a:r>
            <a:r>
              <a:rPr dirty="0" sz="350" spc="-20">
                <a:latin typeface="Verdana"/>
                <a:cs typeface="Verdana"/>
              </a:rPr>
              <a:t>Nama</a:t>
            </a:r>
            <a:r>
              <a:rPr dirty="0" sz="350" spc="500">
                <a:latin typeface="Verdana"/>
                <a:cs typeface="Verdana"/>
              </a:rPr>
              <a:t> </a:t>
            </a:r>
            <a:r>
              <a:rPr dirty="0" sz="350" spc="-10">
                <a:latin typeface="Verdana"/>
                <a:cs typeface="Verdana"/>
              </a:rPr>
              <a:t>Penulis</a:t>
            </a:r>
            <a:r>
              <a:rPr dirty="0" sz="350" spc="-40">
                <a:latin typeface="Verdana"/>
                <a:cs typeface="Verdana"/>
              </a:rPr>
              <a:t> </a:t>
            </a:r>
            <a:r>
              <a:rPr dirty="0" sz="350" spc="-50">
                <a:latin typeface="Verdana"/>
                <a:cs typeface="Verdana"/>
              </a:rPr>
              <a:t>5</a:t>
            </a:r>
            <a:endParaRPr sz="350">
              <a:latin typeface="Verdana"/>
              <a:cs typeface="Verdana"/>
            </a:endParaRPr>
          </a:p>
          <a:p>
            <a:pPr marL="27940">
              <a:lnSpc>
                <a:spcPct val="100000"/>
              </a:lnSpc>
              <a:spcBef>
                <a:spcPts val="75"/>
              </a:spcBef>
            </a:pPr>
            <a:r>
              <a:rPr dirty="0" sz="350" spc="-10">
                <a:solidFill>
                  <a:srgbClr val="0032A4"/>
                </a:solidFill>
                <a:latin typeface="Arial Black"/>
                <a:cs typeface="Arial Black"/>
              </a:rPr>
              <a:t>Pembimbing</a:t>
            </a:r>
            <a:endParaRPr sz="350">
              <a:latin typeface="Arial Black"/>
              <a:cs typeface="Arial Black"/>
            </a:endParaRPr>
          </a:p>
          <a:p>
            <a:pPr marL="27940">
              <a:lnSpc>
                <a:spcPct val="100000"/>
              </a:lnSpc>
              <a:spcBef>
                <a:spcPts val="70"/>
              </a:spcBef>
            </a:pPr>
            <a:r>
              <a:rPr dirty="0" sz="350" spc="-20">
                <a:latin typeface="Verdana"/>
                <a:cs typeface="Verdana"/>
              </a:rPr>
              <a:t>Nama</a:t>
            </a:r>
            <a:r>
              <a:rPr dirty="0" sz="350" spc="-5">
                <a:latin typeface="Verdana"/>
                <a:cs typeface="Verdana"/>
              </a:rPr>
              <a:t> </a:t>
            </a:r>
            <a:r>
              <a:rPr dirty="0" sz="350" spc="-10">
                <a:latin typeface="Verdana"/>
                <a:cs typeface="Verdana"/>
              </a:rPr>
              <a:t>Pembimbing</a:t>
            </a:r>
            <a:r>
              <a:rPr dirty="0" sz="350" spc="-5">
                <a:latin typeface="Verdana"/>
                <a:cs typeface="Verdana"/>
              </a:rPr>
              <a:t> </a:t>
            </a:r>
            <a:r>
              <a:rPr dirty="0" sz="350" spc="-65">
                <a:latin typeface="Verdana"/>
                <a:cs typeface="Verdana"/>
              </a:rPr>
              <a:t>1</a:t>
            </a:r>
            <a:r>
              <a:rPr dirty="0" sz="350">
                <a:latin typeface="Verdana"/>
                <a:cs typeface="Verdana"/>
              </a:rPr>
              <a:t> </a:t>
            </a:r>
            <a:r>
              <a:rPr dirty="0" sz="350" spc="-80">
                <a:latin typeface="Verdana"/>
                <a:cs typeface="Verdana"/>
              </a:rPr>
              <a:t>,</a:t>
            </a:r>
            <a:r>
              <a:rPr dirty="0" sz="350" spc="-5">
                <a:latin typeface="Verdana"/>
                <a:cs typeface="Verdana"/>
              </a:rPr>
              <a:t> </a:t>
            </a:r>
            <a:r>
              <a:rPr dirty="0" sz="350" spc="-20">
                <a:latin typeface="Verdana"/>
                <a:cs typeface="Verdana"/>
              </a:rPr>
              <a:t>Nama</a:t>
            </a:r>
            <a:r>
              <a:rPr dirty="0" sz="350" spc="-5">
                <a:latin typeface="Verdana"/>
                <a:cs typeface="Verdana"/>
              </a:rPr>
              <a:t> </a:t>
            </a:r>
            <a:r>
              <a:rPr dirty="0" sz="350" spc="-10">
                <a:latin typeface="Verdana"/>
                <a:cs typeface="Verdana"/>
              </a:rPr>
              <a:t>Pembimbing</a:t>
            </a:r>
            <a:r>
              <a:rPr dirty="0" sz="350">
                <a:latin typeface="Verdana"/>
                <a:cs typeface="Verdana"/>
              </a:rPr>
              <a:t> </a:t>
            </a:r>
            <a:r>
              <a:rPr dirty="0" sz="350" spc="-50">
                <a:latin typeface="Verdana"/>
                <a:cs typeface="Verdana"/>
              </a:rPr>
              <a:t>2</a:t>
            </a:r>
            <a:endParaRPr sz="350">
              <a:latin typeface="Verdana"/>
              <a:cs typeface="Verdana"/>
            </a:endParaRPr>
          </a:p>
          <a:p>
            <a:pPr marL="27940">
              <a:lnSpc>
                <a:spcPct val="100000"/>
              </a:lnSpc>
              <a:spcBef>
                <a:spcPts val="70"/>
              </a:spcBef>
            </a:pPr>
            <a:r>
              <a:rPr dirty="0" sz="350" spc="-10">
                <a:solidFill>
                  <a:srgbClr val="0032A4"/>
                </a:solidFill>
                <a:latin typeface="Arial Black"/>
                <a:cs typeface="Arial Black"/>
              </a:rPr>
              <a:t>Affiliasi</a:t>
            </a:r>
            <a:endParaRPr sz="350">
              <a:latin typeface="Arial Black"/>
              <a:cs typeface="Arial Black"/>
            </a:endParaRPr>
          </a:p>
          <a:p>
            <a:pPr marL="27940" marR="31115">
              <a:lnSpc>
                <a:spcPct val="117000"/>
              </a:lnSpc>
            </a:pPr>
            <a:r>
              <a:rPr dirty="0" sz="350" spc="-10">
                <a:latin typeface="Verdana"/>
                <a:cs typeface="Verdana"/>
              </a:rPr>
              <a:t>Tuliskan</a:t>
            </a:r>
            <a:r>
              <a:rPr dirty="0" sz="350" spc="-35">
                <a:latin typeface="Verdana"/>
                <a:cs typeface="Verdana"/>
              </a:rPr>
              <a:t> </a:t>
            </a:r>
            <a:r>
              <a:rPr dirty="0" sz="350" spc="-20">
                <a:latin typeface="Verdana"/>
                <a:cs typeface="Verdana"/>
              </a:rPr>
              <a:t>affialiasi</a:t>
            </a:r>
            <a:r>
              <a:rPr dirty="0" sz="350" spc="-35">
                <a:latin typeface="Verdana"/>
                <a:cs typeface="Verdana"/>
              </a:rPr>
              <a:t> </a:t>
            </a:r>
            <a:r>
              <a:rPr dirty="0" sz="350" spc="-10">
                <a:latin typeface="Verdana"/>
                <a:cs typeface="Verdana"/>
              </a:rPr>
              <a:t>penulis</a:t>
            </a:r>
            <a:r>
              <a:rPr dirty="0" sz="350" spc="-30">
                <a:latin typeface="Verdana"/>
                <a:cs typeface="Verdana"/>
              </a:rPr>
              <a:t> </a:t>
            </a:r>
            <a:r>
              <a:rPr dirty="0" sz="350">
                <a:latin typeface="Verdana"/>
                <a:cs typeface="Verdana"/>
              </a:rPr>
              <a:t>berasal</a:t>
            </a:r>
            <a:r>
              <a:rPr dirty="0" sz="350" spc="60">
                <a:latin typeface="Verdana"/>
                <a:cs typeface="Verdana"/>
              </a:rPr>
              <a:t> </a:t>
            </a:r>
            <a:r>
              <a:rPr dirty="0" sz="350">
                <a:latin typeface="Verdana"/>
                <a:cs typeface="Verdana"/>
              </a:rPr>
              <a:t>Contoh</a:t>
            </a:r>
            <a:r>
              <a:rPr dirty="0" sz="350" spc="-30">
                <a:latin typeface="Verdana"/>
                <a:cs typeface="Verdana"/>
              </a:rPr>
              <a:t> </a:t>
            </a:r>
            <a:r>
              <a:rPr dirty="0" sz="350" spc="-120">
                <a:latin typeface="Verdana"/>
                <a:cs typeface="Verdana"/>
              </a:rPr>
              <a:t>:</a:t>
            </a:r>
            <a:r>
              <a:rPr dirty="0" sz="350" spc="-35">
                <a:latin typeface="Verdana"/>
                <a:cs typeface="Verdana"/>
              </a:rPr>
              <a:t> S1</a:t>
            </a:r>
            <a:r>
              <a:rPr dirty="0" sz="350" spc="-30">
                <a:latin typeface="Verdana"/>
                <a:cs typeface="Verdana"/>
              </a:rPr>
              <a:t> </a:t>
            </a:r>
            <a:r>
              <a:rPr dirty="0" sz="350" spc="-10">
                <a:latin typeface="Verdana"/>
                <a:cs typeface="Verdana"/>
              </a:rPr>
              <a:t>Teknik</a:t>
            </a:r>
            <a:r>
              <a:rPr dirty="0" sz="350" spc="-35">
                <a:latin typeface="Verdana"/>
                <a:cs typeface="Verdana"/>
              </a:rPr>
              <a:t> </a:t>
            </a:r>
            <a:r>
              <a:rPr dirty="0" sz="350" spc="-10">
                <a:latin typeface="Verdana"/>
                <a:cs typeface="Verdana"/>
              </a:rPr>
              <a:t>Telekomunikasi</a:t>
            </a:r>
            <a:r>
              <a:rPr dirty="0" sz="350" spc="500">
                <a:latin typeface="Verdana"/>
                <a:cs typeface="Verdana"/>
              </a:rPr>
              <a:t> </a:t>
            </a:r>
            <a:r>
              <a:rPr dirty="0" sz="350" spc="-10">
                <a:latin typeface="Verdana"/>
                <a:cs typeface="Verdana"/>
              </a:rPr>
              <a:t>Universitas</a:t>
            </a:r>
            <a:r>
              <a:rPr dirty="0" sz="350" spc="-35">
                <a:latin typeface="Verdana"/>
                <a:cs typeface="Verdana"/>
              </a:rPr>
              <a:t> </a:t>
            </a:r>
            <a:r>
              <a:rPr dirty="0" sz="350" spc="-10">
                <a:latin typeface="Verdana"/>
                <a:cs typeface="Verdana"/>
              </a:rPr>
              <a:t>Telkom</a:t>
            </a:r>
            <a:endParaRPr sz="350">
              <a:latin typeface="Verdana"/>
              <a:cs typeface="Verdana"/>
            </a:endParaRPr>
          </a:p>
        </p:txBody>
      </p:sp>
      <p:sp>
        <p:nvSpPr>
          <p:cNvPr id="92" name="object 92" descr=""/>
          <p:cNvSpPr txBox="1"/>
          <p:nvPr/>
        </p:nvSpPr>
        <p:spPr>
          <a:xfrm>
            <a:off x="2453406" y="4983039"/>
            <a:ext cx="1835150" cy="977265"/>
          </a:xfrm>
          <a:prstGeom prst="rect">
            <a:avLst/>
          </a:prstGeom>
          <a:solidFill>
            <a:srgbClr val="E6E4E4">
              <a:alpha val="39999"/>
            </a:srgbClr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70"/>
              </a:spcBef>
            </a:pPr>
            <a:endParaRPr sz="5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  <a:spcBef>
                <a:spcPts val="5"/>
              </a:spcBef>
            </a:pPr>
            <a:r>
              <a:rPr dirty="0" u="sng" sz="500" spc="-10">
                <a:solidFill>
                  <a:srgbClr val="0032A4"/>
                </a:solidFill>
                <a:uFill>
                  <a:solidFill>
                    <a:srgbClr val="0032A4"/>
                  </a:solidFill>
                </a:uFill>
                <a:latin typeface="Arial Black"/>
                <a:cs typeface="Arial Black"/>
              </a:rPr>
              <a:t>KESIMPULAN</a:t>
            </a:r>
            <a:endParaRPr sz="500">
              <a:latin typeface="Arial Black"/>
              <a:cs typeface="Arial Black"/>
            </a:endParaRPr>
          </a:p>
          <a:p>
            <a:pPr marL="88265" marR="189230">
              <a:lnSpc>
                <a:spcPct val="117900"/>
              </a:lnSpc>
              <a:spcBef>
                <a:spcPts val="200"/>
              </a:spcBef>
            </a:pPr>
            <a:r>
              <a:rPr dirty="0" sz="450" spc="-10">
                <a:latin typeface="Verdana"/>
                <a:cs typeface="Verdana"/>
              </a:rPr>
              <a:t>Pada</a:t>
            </a:r>
            <a:r>
              <a:rPr dirty="0" sz="450" spc="-20">
                <a:latin typeface="Verdana"/>
                <a:cs typeface="Verdana"/>
              </a:rPr>
              <a:t> bagian </a:t>
            </a:r>
            <a:r>
              <a:rPr dirty="0" sz="450" spc="-30">
                <a:latin typeface="Verdana"/>
                <a:cs typeface="Verdana"/>
              </a:rPr>
              <a:t>ini</a:t>
            </a:r>
            <a:r>
              <a:rPr dirty="0" sz="450" spc="-15">
                <a:latin typeface="Verdana"/>
                <a:cs typeface="Verdana"/>
              </a:rPr>
              <a:t> </a:t>
            </a:r>
            <a:r>
              <a:rPr dirty="0" sz="450" spc="-20">
                <a:latin typeface="Verdana"/>
                <a:cs typeface="Verdana"/>
              </a:rPr>
              <a:t>anda </a:t>
            </a:r>
            <a:r>
              <a:rPr dirty="0" sz="450" spc="-10">
                <a:latin typeface="Verdana"/>
                <a:cs typeface="Verdana"/>
              </a:rPr>
              <a:t>dapat</a:t>
            </a:r>
            <a:r>
              <a:rPr dirty="0" sz="450" spc="-20">
                <a:latin typeface="Verdana"/>
                <a:cs typeface="Verdana"/>
              </a:rPr>
              <a:t> </a:t>
            </a:r>
            <a:r>
              <a:rPr dirty="0" sz="450" spc="-25">
                <a:latin typeface="Verdana"/>
                <a:cs typeface="Verdana"/>
              </a:rPr>
              <a:t>menuliskan</a:t>
            </a:r>
            <a:r>
              <a:rPr dirty="0" sz="450" spc="-15">
                <a:latin typeface="Verdana"/>
                <a:cs typeface="Verdana"/>
              </a:rPr>
              <a:t> </a:t>
            </a:r>
            <a:r>
              <a:rPr dirty="0" sz="450" spc="-10">
                <a:latin typeface="Verdana"/>
                <a:cs typeface="Verdana"/>
              </a:rPr>
              <a:t>beberapa</a:t>
            </a:r>
            <a:r>
              <a:rPr dirty="0" sz="450" spc="-20">
                <a:latin typeface="Verdana"/>
                <a:cs typeface="Verdana"/>
              </a:rPr>
              <a:t> </a:t>
            </a:r>
            <a:r>
              <a:rPr dirty="0" sz="450" spc="-20">
                <a:latin typeface="Verdana"/>
                <a:cs typeface="Verdana"/>
              </a:rPr>
              <a:t>temuan</a:t>
            </a:r>
            <a:r>
              <a:rPr dirty="0" sz="450" spc="500">
                <a:latin typeface="Verdana"/>
                <a:cs typeface="Verdana"/>
              </a:rPr>
              <a:t> </a:t>
            </a:r>
            <a:r>
              <a:rPr dirty="0" sz="450" spc="-20">
                <a:latin typeface="Verdana"/>
                <a:cs typeface="Verdana"/>
              </a:rPr>
              <a:t>dari</a:t>
            </a:r>
            <a:r>
              <a:rPr dirty="0" sz="450" spc="-15">
                <a:latin typeface="Verdana"/>
                <a:cs typeface="Verdana"/>
              </a:rPr>
              <a:t> </a:t>
            </a:r>
            <a:r>
              <a:rPr dirty="0" sz="450" spc="-25">
                <a:latin typeface="Verdana"/>
                <a:cs typeface="Verdana"/>
              </a:rPr>
              <a:t>hasil</a:t>
            </a:r>
            <a:r>
              <a:rPr dirty="0" sz="450" spc="-15">
                <a:latin typeface="Verdana"/>
                <a:cs typeface="Verdana"/>
              </a:rPr>
              <a:t> </a:t>
            </a:r>
            <a:r>
              <a:rPr dirty="0" sz="450" spc="-20">
                <a:latin typeface="Verdana"/>
                <a:cs typeface="Verdana"/>
              </a:rPr>
              <a:t>penelitian</a:t>
            </a:r>
            <a:r>
              <a:rPr dirty="0" sz="450" spc="-15">
                <a:latin typeface="Verdana"/>
                <a:cs typeface="Verdana"/>
              </a:rPr>
              <a:t> </a:t>
            </a:r>
            <a:r>
              <a:rPr dirty="0" sz="450" spc="-20">
                <a:latin typeface="Verdana"/>
                <a:cs typeface="Verdana"/>
              </a:rPr>
              <a:t>yang</a:t>
            </a:r>
            <a:r>
              <a:rPr dirty="0" sz="450" spc="-15">
                <a:latin typeface="Verdana"/>
                <a:cs typeface="Verdana"/>
              </a:rPr>
              <a:t> </a:t>
            </a:r>
            <a:r>
              <a:rPr dirty="0" sz="450" spc="-20">
                <a:latin typeface="Verdana"/>
                <a:cs typeface="Verdana"/>
              </a:rPr>
              <a:t>telah</a:t>
            </a:r>
            <a:r>
              <a:rPr dirty="0" sz="450" spc="-15">
                <a:latin typeface="Verdana"/>
                <a:cs typeface="Verdana"/>
              </a:rPr>
              <a:t> </a:t>
            </a:r>
            <a:r>
              <a:rPr dirty="0" sz="450" spc="-20">
                <a:latin typeface="Verdana"/>
                <a:cs typeface="Verdana"/>
              </a:rPr>
              <a:t>anda</a:t>
            </a:r>
            <a:r>
              <a:rPr dirty="0" sz="450" spc="-15">
                <a:latin typeface="Verdana"/>
                <a:cs typeface="Verdana"/>
              </a:rPr>
              <a:t> </a:t>
            </a:r>
            <a:r>
              <a:rPr dirty="0" sz="450" spc="-10">
                <a:latin typeface="Verdana"/>
                <a:cs typeface="Verdana"/>
              </a:rPr>
              <a:t>kerjakan.</a:t>
            </a:r>
            <a:endParaRPr sz="450">
              <a:latin typeface="Verdana"/>
              <a:cs typeface="Verdana"/>
            </a:endParaRPr>
          </a:p>
        </p:txBody>
      </p:sp>
      <p:sp>
        <p:nvSpPr>
          <p:cNvPr id="93" name="object 93" descr=""/>
          <p:cNvSpPr txBox="1"/>
          <p:nvPr/>
        </p:nvSpPr>
        <p:spPr>
          <a:xfrm>
            <a:off x="764264" y="5370736"/>
            <a:ext cx="20002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" spc="-20">
                <a:uFill>
                  <a:solidFill>
                    <a:srgbClr val="000000"/>
                  </a:solidFill>
                </a:uFill>
                <a:latin typeface="Arial Black"/>
                <a:cs typeface="Arial Black"/>
              </a:rPr>
              <a:t>CHART</a:t>
            </a:r>
            <a:r>
              <a:rPr dirty="0" u="sng" sz="200" spc="25">
                <a:uFill>
                  <a:solidFill>
                    <a:srgbClr val="000000"/>
                  </a:solidFill>
                </a:uFill>
                <a:latin typeface="Arial Black"/>
                <a:cs typeface="Arial Black"/>
              </a:rPr>
              <a:t> </a:t>
            </a:r>
            <a:r>
              <a:rPr dirty="0" u="sng" sz="200" spc="-20">
                <a:uFill>
                  <a:solidFill>
                    <a:srgbClr val="000000"/>
                  </a:solidFill>
                </a:uFill>
                <a:latin typeface="Arial Black"/>
                <a:cs typeface="Arial Black"/>
              </a:rPr>
              <a:t>TITLE</a:t>
            </a:r>
            <a:endParaRPr sz="200">
              <a:latin typeface="Arial Black"/>
              <a:cs typeface="Arial Black"/>
            </a:endParaRPr>
          </a:p>
        </p:txBody>
      </p:sp>
      <p:sp>
        <p:nvSpPr>
          <p:cNvPr id="94" name="object 94" descr=""/>
          <p:cNvSpPr txBox="1"/>
          <p:nvPr/>
        </p:nvSpPr>
        <p:spPr>
          <a:xfrm>
            <a:off x="764264" y="5940085"/>
            <a:ext cx="20002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" spc="-20">
                <a:uFill>
                  <a:solidFill>
                    <a:srgbClr val="000000"/>
                  </a:solidFill>
                </a:uFill>
                <a:latin typeface="Arial Black"/>
                <a:cs typeface="Arial Black"/>
              </a:rPr>
              <a:t>CHART</a:t>
            </a:r>
            <a:r>
              <a:rPr dirty="0" u="sng" sz="200" spc="25">
                <a:uFill>
                  <a:solidFill>
                    <a:srgbClr val="000000"/>
                  </a:solidFill>
                </a:uFill>
                <a:latin typeface="Arial Black"/>
                <a:cs typeface="Arial Black"/>
              </a:rPr>
              <a:t> </a:t>
            </a:r>
            <a:r>
              <a:rPr dirty="0" u="sng" sz="200" spc="-20">
                <a:uFill>
                  <a:solidFill>
                    <a:srgbClr val="000000"/>
                  </a:solidFill>
                </a:uFill>
                <a:latin typeface="Arial Black"/>
                <a:cs typeface="Arial Black"/>
              </a:rPr>
              <a:t>TITLE</a:t>
            </a:r>
            <a:endParaRPr sz="200">
              <a:latin typeface="Arial Black"/>
              <a:cs typeface="Arial Black"/>
            </a:endParaRPr>
          </a:p>
        </p:txBody>
      </p:sp>
      <p:sp>
        <p:nvSpPr>
          <p:cNvPr id="95" name="object 95" descr=""/>
          <p:cNvSpPr txBox="1"/>
          <p:nvPr/>
        </p:nvSpPr>
        <p:spPr>
          <a:xfrm>
            <a:off x="1145791" y="5940085"/>
            <a:ext cx="20002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" spc="-20">
                <a:uFill>
                  <a:solidFill>
                    <a:srgbClr val="000000"/>
                  </a:solidFill>
                </a:uFill>
                <a:latin typeface="Arial Black"/>
                <a:cs typeface="Arial Black"/>
              </a:rPr>
              <a:t>CHART</a:t>
            </a:r>
            <a:r>
              <a:rPr dirty="0" u="sng" sz="200" spc="25">
                <a:uFill>
                  <a:solidFill>
                    <a:srgbClr val="000000"/>
                  </a:solidFill>
                </a:uFill>
                <a:latin typeface="Arial Black"/>
                <a:cs typeface="Arial Black"/>
              </a:rPr>
              <a:t> </a:t>
            </a:r>
            <a:r>
              <a:rPr dirty="0" u="sng" sz="200" spc="-20">
                <a:uFill>
                  <a:solidFill>
                    <a:srgbClr val="000000"/>
                  </a:solidFill>
                </a:uFill>
                <a:latin typeface="Arial Black"/>
                <a:cs typeface="Arial Black"/>
              </a:rPr>
              <a:t>TITLE</a:t>
            </a:r>
            <a:endParaRPr sz="200">
              <a:latin typeface="Arial Black"/>
              <a:cs typeface="Arial Black"/>
            </a:endParaRPr>
          </a:p>
        </p:txBody>
      </p:sp>
      <p:sp>
        <p:nvSpPr>
          <p:cNvPr id="96" name="object 96" descr=""/>
          <p:cNvSpPr txBox="1"/>
          <p:nvPr/>
        </p:nvSpPr>
        <p:spPr>
          <a:xfrm>
            <a:off x="1926589" y="5940085"/>
            <a:ext cx="200025" cy="5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200" spc="-20">
                <a:uFill>
                  <a:solidFill>
                    <a:srgbClr val="000000"/>
                  </a:solidFill>
                </a:uFill>
                <a:latin typeface="Arial Black"/>
                <a:cs typeface="Arial Black"/>
              </a:rPr>
              <a:t>CHART</a:t>
            </a:r>
            <a:r>
              <a:rPr dirty="0" u="sng" sz="200" spc="25">
                <a:uFill>
                  <a:solidFill>
                    <a:srgbClr val="000000"/>
                  </a:solidFill>
                </a:uFill>
                <a:latin typeface="Arial Black"/>
                <a:cs typeface="Arial Black"/>
              </a:rPr>
              <a:t> </a:t>
            </a:r>
            <a:r>
              <a:rPr dirty="0" u="sng" sz="200" spc="-20">
                <a:uFill>
                  <a:solidFill>
                    <a:srgbClr val="000000"/>
                  </a:solidFill>
                </a:uFill>
                <a:latin typeface="Arial Black"/>
                <a:cs typeface="Arial Black"/>
              </a:rPr>
              <a:t>TITLE</a:t>
            </a:r>
            <a:endParaRPr sz="200">
              <a:latin typeface="Arial Black"/>
              <a:cs typeface="Arial Black"/>
            </a:endParaRPr>
          </a:p>
        </p:txBody>
      </p:sp>
      <p:sp>
        <p:nvSpPr>
          <p:cNvPr id="97" name="object 97" descr=""/>
          <p:cNvSpPr txBox="1"/>
          <p:nvPr/>
        </p:nvSpPr>
        <p:spPr>
          <a:xfrm>
            <a:off x="871900" y="6674563"/>
            <a:ext cx="756920" cy="965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450" spc="-10">
                <a:solidFill>
                  <a:srgbClr val="FFFFFF"/>
                </a:solidFill>
                <a:latin typeface="Lucida Sans Unicode"/>
                <a:cs typeface="Lucida Sans Unicode"/>
              </a:rPr>
              <a:t>see.telkomuniversity.ac.id</a:t>
            </a:r>
            <a:endParaRPr sz="450">
              <a:latin typeface="Lucida Sans Unicode"/>
              <a:cs typeface="Lucida Sans Unicode"/>
            </a:endParaRPr>
          </a:p>
        </p:txBody>
      </p:sp>
      <p:sp>
        <p:nvSpPr>
          <p:cNvPr id="98" name="object 98" descr=""/>
          <p:cNvSpPr txBox="1"/>
          <p:nvPr/>
        </p:nvSpPr>
        <p:spPr>
          <a:xfrm>
            <a:off x="2169718" y="6672540"/>
            <a:ext cx="412750" cy="965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450" spc="-10">
                <a:solidFill>
                  <a:srgbClr val="FFFFFF"/>
                </a:solidFill>
                <a:latin typeface="Lucida Sans Unicode"/>
                <a:cs typeface="Lucida Sans Unicode"/>
              </a:rPr>
              <a:t>ftetelkomuniv</a:t>
            </a:r>
            <a:endParaRPr sz="450">
              <a:latin typeface="Lucida Sans Unicode"/>
              <a:cs typeface="Lucida Sans Unicode"/>
            </a:endParaRPr>
          </a:p>
        </p:txBody>
      </p:sp>
      <p:sp>
        <p:nvSpPr>
          <p:cNvPr id="99" name="object 99" descr=""/>
          <p:cNvSpPr txBox="1"/>
          <p:nvPr/>
        </p:nvSpPr>
        <p:spPr>
          <a:xfrm>
            <a:off x="3074617" y="6672540"/>
            <a:ext cx="1124585" cy="9652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dirty="0" sz="450" spc="-10">
                <a:solidFill>
                  <a:srgbClr val="FFFFFF"/>
                </a:solidFill>
                <a:latin typeface="Lucida Sans Unicode"/>
                <a:cs typeface="Lucida Sans Unicode"/>
                <a:hlinkClick r:id="rId10"/>
              </a:rPr>
              <a:t>see.secretariat@telkomuniversity.ac.id</a:t>
            </a:r>
            <a:endParaRPr sz="450">
              <a:latin typeface="Lucida Sans Unicode"/>
              <a:cs typeface="Lucida Sans Unicode"/>
            </a:endParaRPr>
          </a:p>
        </p:txBody>
      </p:sp>
      <p:sp>
        <p:nvSpPr>
          <p:cNvPr id="100" name="object 100" descr=""/>
          <p:cNvSpPr txBox="1"/>
          <p:nvPr/>
        </p:nvSpPr>
        <p:spPr>
          <a:xfrm>
            <a:off x="1536856" y="3309471"/>
            <a:ext cx="916940" cy="836930"/>
          </a:xfrm>
          <a:prstGeom prst="rect">
            <a:avLst/>
          </a:prstGeom>
          <a:solidFill>
            <a:srgbClr val="E6E4E4">
              <a:alpha val="39999"/>
            </a:srgbClr>
          </a:solidFill>
        </p:spPr>
        <p:txBody>
          <a:bodyPr wrap="square" lIns="0" tIns="539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25"/>
              </a:spcBef>
            </a:pPr>
            <a:endParaRPr sz="500">
              <a:latin typeface="Times New Roman"/>
              <a:cs typeface="Times New Roman"/>
            </a:endParaRPr>
          </a:p>
          <a:p>
            <a:pPr marL="127635">
              <a:lnSpc>
                <a:spcPct val="100000"/>
              </a:lnSpc>
              <a:spcBef>
                <a:spcPts val="5"/>
              </a:spcBef>
            </a:pPr>
            <a:r>
              <a:rPr dirty="0" u="sng" sz="500" spc="-1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Black"/>
                <a:cs typeface="Arial Black"/>
              </a:rPr>
              <a:t>TUJUAN</a:t>
            </a:r>
            <a:r>
              <a:rPr dirty="0" u="sng" sz="500" spc="50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 Black"/>
                <a:cs typeface="Arial Black"/>
              </a:rPr>
              <a:t> </a:t>
            </a:r>
            <a:endParaRPr sz="500">
              <a:latin typeface="Arial Black"/>
              <a:cs typeface="Arial Black"/>
            </a:endParaRPr>
          </a:p>
          <a:p>
            <a:pPr marL="127635" marR="184785">
              <a:lnSpc>
                <a:spcPct val="117500"/>
              </a:lnSpc>
              <a:spcBef>
                <a:spcPts val="234"/>
              </a:spcBef>
            </a:pPr>
            <a:r>
              <a:rPr dirty="0" sz="400" spc="-10">
                <a:solidFill>
                  <a:srgbClr val="FFFFFF"/>
                </a:solidFill>
                <a:latin typeface="Verdana"/>
                <a:cs typeface="Verdana"/>
              </a:rPr>
              <a:t>Pada</a:t>
            </a:r>
            <a:r>
              <a:rPr dirty="0" sz="400" spc="-3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" spc="-10">
                <a:solidFill>
                  <a:srgbClr val="FFFFFF"/>
                </a:solidFill>
                <a:latin typeface="Verdana"/>
                <a:cs typeface="Verdana"/>
              </a:rPr>
              <a:t>bagian</a:t>
            </a:r>
            <a:r>
              <a:rPr dirty="0" sz="40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" spc="-25">
                <a:solidFill>
                  <a:srgbClr val="FFFFFF"/>
                </a:solidFill>
                <a:latin typeface="Verdana"/>
                <a:cs typeface="Verdana"/>
              </a:rPr>
              <a:t>ini</a:t>
            </a:r>
            <a:r>
              <a:rPr dirty="0" sz="400" spc="-3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" spc="-20">
                <a:solidFill>
                  <a:srgbClr val="FFFFFF"/>
                </a:solidFill>
                <a:latin typeface="Verdana"/>
                <a:cs typeface="Verdana"/>
              </a:rPr>
              <a:t>anda</a:t>
            </a:r>
            <a:r>
              <a:rPr dirty="0" sz="400" spc="5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" spc="-10">
                <a:solidFill>
                  <a:srgbClr val="FFFFFF"/>
                </a:solidFill>
                <a:latin typeface="Verdana"/>
                <a:cs typeface="Verdana"/>
              </a:rPr>
              <a:t>dapat</a:t>
            </a:r>
            <a:r>
              <a:rPr dirty="0" sz="400" spc="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" spc="-20">
                <a:solidFill>
                  <a:srgbClr val="FFFFFF"/>
                </a:solidFill>
                <a:latin typeface="Verdana"/>
                <a:cs typeface="Verdana"/>
              </a:rPr>
              <a:t>menuliskan</a:t>
            </a:r>
            <a:r>
              <a:rPr dirty="0" sz="400" spc="5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" spc="-25">
                <a:solidFill>
                  <a:srgbClr val="FFFFFF"/>
                </a:solidFill>
                <a:latin typeface="Verdana"/>
                <a:cs typeface="Verdana"/>
              </a:rPr>
              <a:t>tujuan</a:t>
            </a:r>
            <a:r>
              <a:rPr dirty="0" sz="400" spc="50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" spc="-20">
                <a:solidFill>
                  <a:srgbClr val="FFFFFF"/>
                </a:solidFill>
                <a:latin typeface="Verdana"/>
                <a:cs typeface="Verdana"/>
              </a:rPr>
              <a:t>dari </a:t>
            </a:r>
            <a:r>
              <a:rPr dirty="0" sz="400" spc="-10">
                <a:solidFill>
                  <a:srgbClr val="FFFFFF"/>
                </a:solidFill>
                <a:latin typeface="Verdana"/>
                <a:cs typeface="Verdana"/>
              </a:rPr>
              <a:t>penelitian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01" name="object 101" descr=""/>
          <p:cNvSpPr txBox="1"/>
          <p:nvPr/>
        </p:nvSpPr>
        <p:spPr>
          <a:xfrm>
            <a:off x="2529259" y="2072197"/>
            <a:ext cx="1549400" cy="58166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u="sng" sz="500" spc="-10">
                <a:solidFill>
                  <a:srgbClr val="0032A4"/>
                </a:solidFill>
                <a:uFill>
                  <a:solidFill>
                    <a:srgbClr val="0032A4"/>
                  </a:solidFill>
                </a:uFill>
                <a:latin typeface="Arial Black"/>
                <a:cs typeface="Arial Black"/>
              </a:rPr>
              <a:t>ABSTRAK</a:t>
            </a:r>
            <a:endParaRPr sz="500">
              <a:latin typeface="Arial Black"/>
              <a:cs typeface="Arial Black"/>
            </a:endParaRPr>
          </a:p>
          <a:p>
            <a:pPr marL="12700" marR="5080">
              <a:lnSpc>
                <a:spcPct val="113700"/>
              </a:lnSpc>
              <a:spcBef>
                <a:spcPts val="165"/>
              </a:spcBef>
            </a:pPr>
            <a:r>
              <a:rPr dirty="0" sz="400" spc="-25">
                <a:latin typeface="Verdana"/>
                <a:cs typeface="Verdana"/>
              </a:rPr>
              <a:t>Bagian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30">
                <a:latin typeface="Verdana"/>
                <a:cs typeface="Verdana"/>
              </a:rPr>
              <a:t>ini</a:t>
            </a:r>
            <a:r>
              <a:rPr dirty="0" sz="400" spc="5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memberikan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gambaran</a:t>
            </a:r>
            <a:r>
              <a:rPr dirty="0" sz="400" spc="5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umum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tentang</a:t>
            </a:r>
            <a:r>
              <a:rPr dirty="0" sz="400" spc="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penelitian.</a:t>
            </a:r>
            <a:r>
              <a:rPr dirty="0" sz="400" spc="500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Mulailah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dengan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latar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35">
                <a:latin typeface="Verdana"/>
                <a:cs typeface="Verdana"/>
              </a:rPr>
              <a:t>belakang:</a:t>
            </a:r>
            <a:r>
              <a:rPr dirty="0" sz="400" spc="-10">
                <a:latin typeface="Verdana"/>
                <a:cs typeface="Verdana"/>
              </a:rPr>
              <a:t> Apa </a:t>
            </a:r>
            <a:r>
              <a:rPr dirty="0" sz="400" spc="-20">
                <a:latin typeface="Verdana"/>
                <a:cs typeface="Verdana"/>
              </a:rPr>
              <a:t>yang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Anda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30">
                <a:latin typeface="Verdana"/>
                <a:cs typeface="Verdana"/>
              </a:rPr>
              <a:t>pelajari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dan</a:t>
            </a:r>
            <a:r>
              <a:rPr dirty="0" sz="400" spc="500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mengapa?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Apa </a:t>
            </a:r>
            <a:r>
              <a:rPr dirty="0" sz="400" spc="-20">
                <a:latin typeface="Verdana"/>
                <a:cs typeface="Verdana"/>
              </a:rPr>
              <a:t>pentingnya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penelitian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untuk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bidang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atau</a:t>
            </a:r>
            <a:r>
              <a:rPr dirty="0" sz="400" spc="-10">
                <a:latin typeface="Verdana"/>
                <a:cs typeface="Verdana"/>
              </a:rPr>
              <a:t> industri</a:t>
            </a:r>
            <a:r>
              <a:rPr dirty="0" sz="400" spc="500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tertentu,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dan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apa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yang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dapat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berkontribusi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pada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literatur</a:t>
            </a:r>
            <a:r>
              <a:rPr dirty="0" sz="400" spc="-1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yang</a:t>
            </a:r>
            <a:r>
              <a:rPr dirty="0" sz="400" spc="500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ada?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Perhatikan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ruang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30">
                <a:latin typeface="Verdana"/>
                <a:cs typeface="Verdana"/>
              </a:rPr>
              <a:t>poster.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Sertakan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informasi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30">
                <a:latin typeface="Verdana"/>
                <a:cs typeface="Verdana"/>
              </a:rPr>
              <a:t>penting,</a:t>
            </a:r>
            <a:r>
              <a:rPr dirty="0" sz="400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tetapi</a:t>
            </a:r>
            <a:r>
              <a:rPr dirty="0" sz="400" spc="50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sesederhana</a:t>
            </a:r>
            <a:r>
              <a:rPr dirty="0" sz="400" spc="3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mungkin.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02" name="object 102" descr=""/>
          <p:cNvSpPr txBox="1"/>
          <p:nvPr/>
        </p:nvSpPr>
        <p:spPr>
          <a:xfrm>
            <a:off x="619783" y="4272541"/>
            <a:ext cx="3668395" cy="6305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37795">
              <a:lnSpc>
                <a:spcPct val="100000"/>
              </a:lnSpc>
              <a:spcBef>
                <a:spcPts val="135"/>
              </a:spcBef>
            </a:pPr>
            <a:r>
              <a:rPr dirty="0" u="sng" sz="500">
                <a:solidFill>
                  <a:srgbClr val="0032A4"/>
                </a:solidFill>
                <a:uFill>
                  <a:solidFill>
                    <a:srgbClr val="0032A4"/>
                  </a:solidFill>
                </a:uFill>
                <a:latin typeface="Arial Black"/>
                <a:cs typeface="Arial Black"/>
              </a:rPr>
              <a:t>SISTEM</a:t>
            </a:r>
            <a:r>
              <a:rPr dirty="0" u="sng" sz="500" spc="10">
                <a:solidFill>
                  <a:srgbClr val="0032A4"/>
                </a:solidFill>
                <a:uFill>
                  <a:solidFill>
                    <a:srgbClr val="0032A4"/>
                  </a:solidFill>
                </a:uFill>
                <a:latin typeface="Arial Black"/>
                <a:cs typeface="Arial Black"/>
              </a:rPr>
              <a:t> </a:t>
            </a:r>
            <a:r>
              <a:rPr dirty="0" u="sng" sz="500" spc="-10">
                <a:solidFill>
                  <a:srgbClr val="0032A4"/>
                </a:solidFill>
                <a:uFill>
                  <a:solidFill>
                    <a:srgbClr val="0032A4"/>
                  </a:solidFill>
                </a:uFill>
                <a:latin typeface="Arial Black"/>
                <a:cs typeface="Arial Black"/>
              </a:rPr>
              <a:t>DESAIN</a:t>
            </a:r>
            <a:endParaRPr sz="500">
              <a:latin typeface="Arial Black"/>
              <a:cs typeface="Arial Black"/>
            </a:endParaRPr>
          </a:p>
          <a:p>
            <a:pPr marL="137795" marR="2131695">
              <a:lnSpc>
                <a:spcPct val="117500"/>
              </a:lnSpc>
              <a:spcBef>
                <a:spcPts val="229"/>
              </a:spcBef>
            </a:pPr>
            <a:r>
              <a:rPr dirty="0" sz="400" spc="-10">
                <a:latin typeface="Verdana"/>
                <a:cs typeface="Verdana"/>
              </a:rPr>
              <a:t>Pada</a:t>
            </a:r>
            <a:r>
              <a:rPr dirty="0" sz="400" spc="-20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bagian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ini</a:t>
            </a:r>
            <a:r>
              <a:rPr dirty="0" sz="400" spc="-20">
                <a:latin typeface="Verdana"/>
                <a:cs typeface="Verdana"/>
              </a:rPr>
              <a:t> menuliskan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peracangan</a:t>
            </a:r>
            <a:r>
              <a:rPr dirty="0" sz="400" spc="-20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desain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yang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akan</a:t>
            </a:r>
            <a:r>
              <a:rPr dirty="0" sz="400" spc="500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dibuat</a:t>
            </a:r>
            <a:endParaRPr sz="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20"/>
              </a:spcBef>
            </a:pPr>
            <a:endParaRPr sz="400">
              <a:latin typeface="Verdana"/>
              <a:cs typeface="Verdana"/>
            </a:endParaRPr>
          </a:p>
          <a:p>
            <a:pPr marL="137795">
              <a:lnSpc>
                <a:spcPct val="100000"/>
              </a:lnSpc>
            </a:pPr>
            <a:r>
              <a:rPr dirty="0" u="sng" sz="500" spc="-10">
                <a:solidFill>
                  <a:srgbClr val="0032A4"/>
                </a:solidFill>
                <a:uFill>
                  <a:solidFill>
                    <a:srgbClr val="0032A4"/>
                  </a:solidFill>
                </a:uFill>
                <a:latin typeface="Arial Black"/>
                <a:cs typeface="Arial Black"/>
              </a:rPr>
              <a:t>SOLUSI</a:t>
            </a:r>
            <a:r>
              <a:rPr dirty="0" u="sng" sz="500" spc="-15">
                <a:solidFill>
                  <a:srgbClr val="0032A4"/>
                </a:solidFill>
                <a:uFill>
                  <a:solidFill>
                    <a:srgbClr val="0032A4"/>
                  </a:solidFill>
                </a:uFill>
                <a:latin typeface="Arial Black"/>
                <a:cs typeface="Arial Black"/>
              </a:rPr>
              <a:t> </a:t>
            </a:r>
            <a:r>
              <a:rPr dirty="0" u="sng" sz="500">
                <a:solidFill>
                  <a:srgbClr val="0032A4"/>
                </a:solidFill>
                <a:uFill>
                  <a:solidFill>
                    <a:srgbClr val="0032A4"/>
                  </a:solidFill>
                </a:uFill>
                <a:latin typeface="Arial Black"/>
                <a:cs typeface="Arial Black"/>
              </a:rPr>
              <a:t>YANG</a:t>
            </a:r>
            <a:r>
              <a:rPr dirty="0" u="sng" sz="500" spc="-10">
                <a:solidFill>
                  <a:srgbClr val="0032A4"/>
                </a:solidFill>
                <a:uFill>
                  <a:solidFill>
                    <a:srgbClr val="0032A4"/>
                  </a:solidFill>
                </a:uFill>
                <a:latin typeface="Arial Black"/>
                <a:cs typeface="Arial Black"/>
              </a:rPr>
              <a:t> DITAWARKAN</a:t>
            </a:r>
            <a:endParaRPr sz="500">
              <a:latin typeface="Arial Black"/>
              <a:cs typeface="Arial Black"/>
            </a:endParaRPr>
          </a:p>
          <a:p>
            <a:pPr marL="137795" marR="1978660">
              <a:lnSpc>
                <a:spcPct val="117500"/>
              </a:lnSpc>
              <a:spcBef>
                <a:spcPts val="234"/>
              </a:spcBef>
            </a:pPr>
            <a:r>
              <a:rPr dirty="0" sz="400" spc="-20">
                <a:latin typeface="Verdana"/>
                <a:cs typeface="Verdana"/>
              </a:rPr>
              <a:t>Bagian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ini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menunjukkan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hasil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penelitian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dan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harus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menjawab</a:t>
            </a:r>
            <a:r>
              <a:rPr dirty="0" sz="400" spc="500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pertanyaan</a:t>
            </a:r>
            <a:r>
              <a:rPr dirty="0" sz="400" spc="-3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atau</a:t>
            </a:r>
            <a:r>
              <a:rPr dirty="0" sz="400" spc="-2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hipotesis</a:t>
            </a:r>
            <a:r>
              <a:rPr dirty="0" sz="400" spc="-2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yang</a:t>
            </a:r>
            <a:r>
              <a:rPr dirty="0" sz="400" spc="-30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dinyatakan</a:t>
            </a:r>
            <a:r>
              <a:rPr dirty="0" sz="400" spc="-25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dalam</a:t>
            </a:r>
            <a:r>
              <a:rPr dirty="0" sz="400" spc="-25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pendahuluan.</a:t>
            </a:r>
            <a:endParaRPr sz="400">
              <a:latin typeface="Verdana"/>
              <a:cs typeface="Verdana"/>
            </a:endParaRPr>
          </a:p>
        </p:txBody>
      </p:sp>
      <p:sp>
        <p:nvSpPr>
          <p:cNvPr id="103" name="object 103" descr=""/>
          <p:cNvSpPr txBox="1"/>
          <p:nvPr/>
        </p:nvSpPr>
        <p:spPr>
          <a:xfrm>
            <a:off x="745251" y="4860286"/>
            <a:ext cx="1588135" cy="45275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400" spc="-10">
                <a:latin typeface="Verdana"/>
                <a:cs typeface="Verdana"/>
              </a:rPr>
              <a:t>Nyatakan</a:t>
            </a:r>
            <a:r>
              <a:rPr dirty="0" sz="400" spc="-3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apa</a:t>
            </a:r>
            <a:r>
              <a:rPr dirty="0" sz="400" spc="-3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yang</a:t>
            </a:r>
            <a:r>
              <a:rPr dirty="0" sz="400" spc="-3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Anda</a:t>
            </a:r>
            <a:r>
              <a:rPr dirty="0" sz="400" spc="-3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temukan</a:t>
            </a:r>
            <a:r>
              <a:rPr dirty="0" sz="400" spc="-35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dari</a:t>
            </a:r>
            <a:r>
              <a:rPr dirty="0" sz="400" spc="-3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penelitian</a:t>
            </a:r>
            <a:r>
              <a:rPr dirty="0" sz="400" spc="-3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anda.</a:t>
            </a:r>
            <a:endParaRPr sz="400">
              <a:latin typeface="Verdana"/>
              <a:cs typeface="Verdana"/>
            </a:endParaRPr>
          </a:p>
          <a:p>
            <a:pPr marL="31115">
              <a:lnSpc>
                <a:spcPct val="100000"/>
              </a:lnSpc>
              <a:spcBef>
                <a:spcPts val="310"/>
              </a:spcBef>
            </a:pPr>
            <a:r>
              <a:rPr dirty="0" u="sng" sz="500" spc="-10">
                <a:solidFill>
                  <a:srgbClr val="0032A4"/>
                </a:solidFill>
                <a:uFill>
                  <a:solidFill>
                    <a:srgbClr val="0032A4"/>
                  </a:solidFill>
                </a:uFill>
                <a:latin typeface="Arial Black"/>
                <a:cs typeface="Arial Black"/>
              </a:rPr>
              <a:t>IMPLEMENTASI</a:t>
            </a:r>
            <a:endParaRPr sz="500">
              <a:latin typeface="Arial Black"/>
              <a:cs typeface="Arial Black"/>
            </a:endParaRPr>
          </a:p>
          <a:p>
            <a:pPr marL="31115" marR="5080">
              <a:lnSpc>
                <a:spcPct val="117500"/>
              </a:lnSpc>
              <a:spcBef>
                <a:spcPts val="60"/>
              </a:spcBef>
            </a:pPr>
            <a:r>
              <a:rPr dirty="0" sz="400" spc="-20">
                <a:latin typeface="Verdana"/>
                <a:cs typeface="Verdana"/>
              </a:rPr>
              <a:t>Bagian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25">
                <a:latin typeface="Verdana"/>
                <a:cs typeface="Verdana"/>
              </a:rPr>
              <a:t>ini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menunjukkan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hasil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penelitian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dan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harus</a:t>
            </a:r>
            <a:r>
              <a:rPr dirty="0" sz="400" spc="-1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menjawab</a:t>
            </a:r>
            <a:r>
              <a:rPr dirty="0" sz="400" spc="500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pertanyaan</a:t>
            </a:r>
            <a:r>
              <a:rPr dirty="0" sz="400" spc="-30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atau</a:t>
            </a:r>
            <a:r>
              <a:rPr dirty="0" sz="400" spc="-2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hipotesis</a:t>
            </a:r>
            <a:r>
              <a:rPr dirty="0" sz="400" spc="-2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yang</a:t>
            </a:r>
            <a:r>
              <a:rPr dirty="0" sz="400" spc="-30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dinyatakan</a:t>
            </a:r>
            <a:r>
              <a:rPr dirty="0" sz="400" spc="-25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dalam</a:t>
            </a:r>
            <a:r>
              <a:rPr dirty="0" sz="400" spc="-25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pendahuluan.</a:t>
            </a:r>
            <a:r>
              <a:rPr dirty="0" sz="400" spc="500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Nyatakan</a:t>
            </a:r>
            <a:r>
              <a:rPr dirty="0" sz="400" spc="-3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apa</a:t>
            </a:r>
            <a:r>
              <a:rPr dirty="0" sz="400" spc="-3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yang</a:t>
            </a:r>
            <a:r>
              <a:rPr dirty="0" sz="400" spc="-3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Anda</a:t>
            </a:r>
            <a:r>
              <a:rPr dirty="0" sz="400" spc="-3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temukan</a:t>
            </a:r>
            <a:r>
              <a:rPr dirty="0" sz="400" spc="-35">
                <a:latin typeface="Verdana"/>
                <a:cs typeface="Verdana"/>
              </a:rPr>
              <a:t> </a:t>
            </a:r>
            <a:r>
              <a:rPr dirty="0" sz="400" spc="-20">
                <a:latin typeface="Verdana"/>
                <a:cs typeface="Verdana"/>
              </a:rPr>
              <a:t>dari</a:t>
            </a:r>
            <a:r>
              <a:rPr dirty="0" sz="400" spc="-3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penelitian</a:t>
            </a:r>
            <a:r>
              <a:rPr dirty="0" sz="400" spc="-35">
                <a:latin typeface="Verdana"/>
                <a:cs typeface="Verdana"/>
              </a:rPr>
              <a:t> </a:t>
            </a:r>
            <a:r>
              <a:rPr dirty="0" sz="400" spc="-10">
                <a:latin typeface="Verdana"/>
                <a:cs typeface="Verdana"/>
              </a:rPr>
              <a:t>anda.</a:t>
            </a:r>
            <a:endParaRPr sz="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Template Poster - Poster</dc:title>
  <dcterms:created xsi:type="dcterms:W3CDTF">2026-05-28T16:18:47Z</dcterms:created>
  <dcterms:modified xsi:type="dcterms:W3CDTF">2026-05-28T16:18:47Z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2026-05-28T00:00:00Z</vt:filetime>
  </property>
  <property fmtid="{D5CDD505-2E9C-101B-9397-08002B2CF9AE}" pid="3" name="Creator">
    <vt:lpwstr>Safari</vt:lpwstr>
  </property>
  <property fmtid="{D5CDD505-2E9C-101B-9397-08002B2CF9AE}" pid="4" name="LastSaved">
    <vt:filetime>2026-05-28T00:00:00Z</vt:filetime>
  </property>
  <property fmtid="{D5CDD505-2E9C-101B-9397-08002B2CF9AE}" pid="5" name="Producer">
    <vt:lpwstr>iOS Version 26.4.1 (Build 23E254) Quartz PDFContext</vt:lpwstr>
  </property>
</Properties>
</file>